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1686" y="3583213"/>
              <a:ext cx="86861" cy="279967"/>
            </a:xfrm>
            <a:custGeom>
              <a:avLst/>
              <a:pathLst>
                <a:path w="86861" h="279967">
                  <a:moveTo>
                    <a:pt x="0" y="279967"/>
                  </a:moveTo>
                  <a:lnTo>
                    <a:pt x="59" y="24665"/>
                  </a:lnTo>
                  <a:lnTo>
                    <a:pt x="1023" y="20771"/>
                  </a:lnTo>
                  <a:lnTo>
                    <a:pt x="1987" y="17035"/>
                  </a:lnTo>
                  <a:lnTo>
                    <a:pt x="2951" y="13602"/>
                  </a:lnTo>
                  <a:lnTo>
                    <a:pt x="3915" y="10545"/>
                  </a:lnTo>
                  <a:lnTo>
                    <a:pt x="4879" y="7853"/>
                  </a:lnTo>
                  <a:lnTo>
                    <a:pt x="5843" y="5513"/>
                  </a:lnTo>
                  <a:lnTo>
                    <a:pt x="6807" y="3556"/>
                  </a:lnTo>
                  <a:lnTo>
                    <a:pt x="7771" y="2010"/>
                  </a:lnTo>
                  <a:lnTo>
                    <a:pt x="8735" y="906"/>
                  </a:lnTo>
                  <a:lnTo>
                    <a:pt x="9699" y="244"/>
                  </a:lnTo>
                  <a:lnTo>
                    <a:pt x="10663" y="0"/>
                  </a:lnTo>
                  <a:lnTo>
                    <a:pt x="11627" y="143"/>
                  </a:lnTo>
                  <a:lnTo>
                    <a:pt x="12591" y="611"/>
                  </a:lnTo>
                  <a:lnTo>
                    <a:pt x="13555" y="1345"/>
                  </a:lnTo>
                  <a:lnTo>
                    <a:pt x="14519" y="2407"/>
                  </a:lnTo>
                  <a:lnTo>
                    <a:pt x="15483" y="3800"/>
                  </a:lnTo>
                  <a:lnTo>
                    <a:pt x="16447" y="5493"/>
                  </a:lnTo>
                  <a:lnTo>
                    <a:pt x="17411" y="7344"/>
                  </a:lnTo>
                  <a:lnTo>
                    <a:pt x="18375" y="9249"/>
                  </a:lnTo>
                  <a:lnTo>
                    <a:pt x="19339" y="11262"/>
                  </a:lnTo>
                  <a:lnTo>
                    <a:pt x="20303" y="13375"/>
                  </a:lnTo>
                  <a:lnTo>
                    <a:pt x="21267" y="15528"/>
                  </a:lnTo>
                  <a:lnTo>
                    <a:pt x="22231" y="17694"/>
                  </a:lnTo>
                  <a:lnTo>
                    <a:pt x="23196" y="19871"/>
                  </a:lnTo>
                  <a:lnTo>
                    <a:pt x="24160" y="21972"/>
                  </a:lnTo>
                  <a:lnTo>
                    <a:pt x="25124" y="23953"/>
                  </a:lnTo>
                  <a:lnTo>
                    <a:pt x="26088" y="25840"/>
                  </a:lnTo>
                  <a:lnTo>
                    <a:pt x="27052" y="27729"/>
                  </a:lnTo>
                  <a:lnTo>
                    <a:pt x="28016" y="29697"/>
                  </a:lnTo>
                  <a:lnTo>
                    <a:pt x="28980" y="31751"/>
                  </a:lnTo>
                  <a:lnTo>
                    <a:pt x="29944" y="33871"/>
                  </a:lnTo>
                  <a:lnTo>
                    <a:pt x="30908" y="36040"/>
                  </a:lnTo>
                  <a:lnTo>
                    <a:pt x="31872" y="38257"/>
                  </a:lnTo>
                  <a:lnTo>
                    <a:pt x="32836" y="40521"/>
                  </a:lnTo>
                  <a:lnTo>
                    <a:pt x="33800" y="42833"/>
                  </a:lnTo>
                  <a:lnTo>
                    <a:pt x="34764" y="45197"/>
                  </a:lnTo>
                  <a:lnTo>
                    <a:pt x="35728" y="47644"/>
                  </a:lnTo>
                  <a:lnTo>
                    <a:pt x="36692" y="50187"/>
                  </a:lnTo>
                  <a:lnTo>
                    <a:pt x="37656" y="52837"/>
                  </a:lnTo>
                  <a:lnTo>
                    <a:pt x="38620" y="55626"/>
                  </a:lnTo>
                  <a:lnTo>
                    <a:pt x="39584" y="58573"/>
                  </a:lnTo>
                  <a:lnTo>
                    <a:pt x="40548" y="61653"/>
                  </a:lnTo>
                  <a:lnTo>
                    <a:pt x="41512" y="64850"/>
                  </a:lnTo>
                  <a:lnTo>
                    <a:pt x="42476" y="68116"/>
                  </a:lnTo>
                  <a:lnTo>
                    <a:pt x="43440" y="71401"/>
                  </a:lnTo>
                  <a:lnTo>
                    <a:pt x="44404" y="74696"/>
                  </a:lnTo>
                  <a:lnTo>
                    <a:pt x="45368" y="78025"/>
                  </a:lnTo>
                  <a:lnTo>
                    <a:pt x="46332" y="81408"/>
                  </a:lnTo>
                  <a:lnTo>
                    <a:pt x="47296" y="84856"/>
                  </a:lnTo>
                  <a:lnTo>
                    <a:pt x="48260" y="88345"/>
                  </a:lnTo>
                  <a:lnTo>
                    <a:pt x="49224" y="91886"/>
                  </a:lnTo>
                  <a:lnTo>
                    <a:pt x="50188" y="95462"/>
                  </a:lnTo>
                  <a:lnTo>
                    <a:pt x="51152" y="99041"/>
                  </a:lnTo>
                  <a:lnTo>
                    <a:pt x="52116" y="102573"/>
                  </a:lnTo>
                  <a:lnTo>
                    <a:pt x="53080" y="106113"/>
                  </a:lnTo>
                  <a:lnTo>
                    <a:pt x="54044" y="109714"/>
                  </a:lnTo>
                  <a:lnTo>
                    <a:pt x="55008" y="113391"/>
                  </a:lnTo>
                  <a:lnTo>
                    <a:pt x="55972" y="117116"/>
                  </a:lnTo>
                  <a:lnTo>
                    <a:pt x="56936" y="120888"/>
                  </a:lnTo>
                  <a:lnTo>
                    <a:pt x="57900" y="124726"/>
                  </a:lnTo>
                  <a:lnTo>
                    <a:pt x="58864" y="128606"/>
                  </a:lnTo>
                  <a:lnTo>
                    <a:pt x="59828" y="132551"/>
                  </a:lnTo>
                  <a:lnTo>
                    <a:pt x="60792" y="136544"/>
                  </a:lnTo>
                  <a:lnTo>
                    <a:pt x="61756" y="140564"/>
                  </a:lnTo>
                  <a:lnTo>
                    <a:pt x="62720" y="144654"/>
                  </a:lnTo>
                  <a:lnTo>
                    <a:pt x="63684" y="148778"/>
                  </a:lnTo>
                  <a:lnTo>
                    <a:pt x="64648" y="152971"/>
                  </a:lnTo>
                  <a:lnTo>
                    <a:pt x="65612" y="157265"/>
                  </a:lnTo>
                  <a:lnTo>
                    <a:pt x="66576" y="161774"/>
                  </a:lnTo>
                  <a:lnTo>
                    <a:pt x="67540" y="166462"/>
                  </a:lnTo>
                  <a:lnTo>
                    <a:pt x="68504" y="171250"/>
                  </a:lnTo>
                  <a:lnTo>
                    <a:pt x="69468" y="176163"/>
                  </a:lnTo>
                  <a:lnTo>
                    <a:pt x="70432" y="181212"/>
                  </a:lnTo>
                  <a:lnTo>
                    <a:pt x="71396" y="186405"/>
                  </a:lnTo>
                  <a:lnTo>
                    <a:pt x="72360" y="191770"/>
                  </a:lnTo>
                  <a:lnTo>
                    <a:pt x="73324" y="197319"/>
                  </a:lnTo>
                  <a:lnTo>
                    <a:pt x="74288" y="203016"/>
                  </a:lnTo>
                  <a:lnTo>
                    <a:pt x="75252" y="208830"/>
                  </a:lnTo>
                  <a:lnTo>
                    <a:pt x="76216" y="214742"/>
                  </a:lnTo>
                  <a:lnTo>
                    <a:pt x="77180" y="220729"/>
                  </a:lnTo>
                  <a:lnTo>
                    <a:pt x="78144" y="226813"/>
                  </a:lnTo>
                  <a:lnTo>
                    <a:pt x="79108" y="232954"/>
                  </a:lnTo>
                  <a:lnTo>
                    <a:pt x="80072" y="239119"/>
                  </a:lnTo>
                  <a:lnTo>
                    <a:pt x="81036" y="245279"/>
                  </a:lnTo>
                  <a:lnTo>
                    <a:pt x="82000" y="251371"/>
                  </a:lnTo>
                  <a:lnTo>
                    <a:pt x="82964" y="257372"/>
                  </a:lnTo>
                  <a:lnTo>
                    <a:pt x="83928" y="263240"/>
                  </a:lnTo>
                  <a:lnTo>
                    <a:pt x="84892" y="268949"/>
                  </a:lnTo>
                  <a:lnTo>
                    <a:pt x="85856" y="274446"/>
                  </a:lnTo>
                  <a:lnTo>
                    <a:pt x="86820" y="279749"/>
                  </a:lnTo>
                  <a:lnTo>
                    <a:pt x="86861" y="279967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92831" y="3833905"/>
              <a:ext cx="26692" cy="29276"/>
            </a:xfrm>
            <a:custGeom>
              <a:avLst/>
              <a:pathLst>
                <a:path w="26692" h="29276">
                  <a:moveTo>
                    <a:pt x="0" y="29276"/>
                  </a:moveTo>
                  <a:lnTo>
                    <a:pt x="20" y="29216"/>
                  </a:lnTo>
                  <a:lnTo>
                    <a:pt x="984" y="26537"/>
                  </a:lnTo>
                  <a:lnTo>
                    <a:pt x="1948" y="24005"/>
                  </a:lnTo>
                  <a:lnTo>
                    <a:pt x="2912" y="21644"/>
                  </a:lnTo>
                  <a:lnTo>
                    <a:pt x="3876" y="19477"/>
                  </a:lnTo>
                  <a:lnTo>
                    <a:pt x="4840" y="17417"/>
                  </a:lnTo>
                  <a:lnTo>
                    <a:pt x="5804" y="15326"/>
                  </a:lnTo>
                  <a:lnTo>
                    <a:pt x="6768" y="13163"/>
                  </a:lnTo>
                  <a:lnTo>
                    <a:pt x="7732" y="10949"/>
                  </a:lnTo>
                  <a:lnTo>
                    <a:pt x="8696" y="8721"/>
                  </a:lnTo>
                  <a:lnTo>
                    <a:pt x="9660" y="6587"/>
                  </a:lnTo>
                  <a:lnTo>
                    <a:pt x="10624" y="4640"/>
                  </a:lnTo>
                  <a:lnTo>
                    <a:pt x="11588" y="2990"/>
                  </a:lnTo>
                  <a:lnTo>
                    <a:pt x="12552" y="1723"/>
                  </a:lnTo>
                  <a:lnTo>
                    <a:pt x="13516" y="801"/>
                  </a:lnTo>
                  <a:lnTo>
                    <a:pt x="14480" y="220"/>
                  </a:lnTo>
                  <a:lnTo>
                    <a:pt x="15444" y="0"/>
                  </a:lnTo>
                  <a:lnTo>
                    <a:pt x="16408" y="154"/>
                  </a:lnTo>
                  <a:lnTo>
                    <a:pt x="17372" y="652"/>
                  </a:lnTo>
                  <a:lnTo>
                    <a:pt x="18336" y="1457"/>
                  </a:lnTo>
                  <a:lnTo>
                    <a:pt x="19300" y="2608"/>
                  </a:lnTo>
                  <a:lnTo>
                    <a:pt x="20264" y="4211"/>
                  </a:lnTo>
                  <a:lnTo>
                    <a:pt x="21228" y="6355"/>
                  </a:lnTo>
                  <a:lnTo>
                    <a:pt x="22192" y="9105"/>
                  </a:lnTo>
                  <a:lnTo>
                    <a:pt x="23156" y="12528"/>
                  </a:lnTo>
                  <a:lnTo>
                    <a:pt x="24120" y="16524"/>
                  </a:lnTo>
                  <a:lnTo>
                    <a:pt x="25084" y="20971"/>
                  </a:lnTo>
                  <a:lnTo>
                    <a:pt x="26048" y="25801"/>
                  </a:lnTo>
                  <a:lnTo>
                    <a:pt x="26692" y="2927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59639" y="3743826"/>
              <a:ext cx="70827" cy="119354"/>
            </a:xfrm>
            <a:custGeom>
              <a:avLst/>
              <a:pathLst>
                <a:path w="70827" h="119354">
                  <a:moveTo>
                    <a:pt x="0" y="119354"/>
                  </a:moveTo>
                  <a:lnTo>
                    <a:pt x="949" y="110354"/>
                  </a:lnTo>
                  <a:lnTo>
                    <a:pt x="1913" y="101451"/>
                  </a:lnTo>
                  <a:lnTo>
                    <a:pt x="2877" y="92777"/>
                  </a:lnTo>
                  <a:lnTo>
                    <a:pt x="3841" y="84299"/>
                  </a:lnTo>
                  <a:lnTo>
                    <a:pt x="4805" y="76003"/>
                  </a:lnTo>
                  <a:lnTo>
                    <a:pt x="5769" y="67901"/>
                  </a:lnTo>
                  <a:lnTo>
                    <a:pt x="6733" y="60017"/>
                  </a:lnTo>
                  <a:lnTo>
                    <a:pt x="7697" y="52435"/>
                  </a:lnTo>
                  <a:lnTo>
                    <a:pt x="8661" y="45280"/>
                  </a:lnTo>
                  <a:lnTo>
                    <a:pt x="9625" y="38588"/>
                  </a:lnTo>
                  <a:lnTo>
                    <a:pt x="10589" y="32376"/>
                  </a:lnTo>
                  <a:lnTo>
                    <a:pt x="11553" y="26673"/>
                  </a:lnTo>
                  <a:lnTo>
                    <a:pt x="12517" y="21490"/>
                  </a:lnTo>
                  <a:lnTo>
                    <a:pt x="13481" y="16854"/>
                  </a:lnTo>
                  <a:lnTo>
                    <a:pt x="14445" y="12802"/>
                  </a:lnTo>
                  <a:lnTo>
                    <a:pt x="15409" y="9314"/>
                  </a:lnTo>
                  <a:lnTo>
                    <a:pt x="16373" y="6398"/>
                  </a:lnTo>
                  <a:lnTo>
                    <a:pt x="17337" y="4031"/>
                  </a:lnTo>
                  <a:lnTo>
                    <a:pt x="18301" y="2208"/>
                  </a:lnTo>
                  <a:lnTo>
                    <a:pt x="19265" y="927"/>
                  </a:lnTo>
                  <a:lnTo>
                    <a:pt x="20229" y="192"/>
                  </a:lnTo>
                  <a:lnTo>
                    <a:pt x="21193" y="0"/>
                  </a:lnTo>
                  <a:lnTo>
                    <a:pt x="22157" y="308"/>
                  </a:lnTo>
                  <a:lnTo>
                    <a:pt x="23121" y="1051"/>
                  </a:lnTo>
                  <a:lnTo>
                    <a:pt x="24085" y="2112"/>
                  </a:lnTo>
                  <a:lnTo>
                    <a:pt x="25049" y="3397"/>
                  </a:lnTo>
                  <a:lnTo>
                    <a:pt x="26013" y="4926"/>
                  </a:lnTo>
                  <a:lnTo>
                    <a:pt x="26977" y="6625"/>
                  </a:lnTo>
                  <a:lnTo>
                    <a:pt x="27941" y="8406"/>
                  </a:lnTo>
                  <a:lnTo>
                    <a:pt x="28905" y="10201"/>
                  </a:lnTo>
                  <a:lnTo>
                    <a:pt x="29869" y="12025"/>
                  </a:lnTo>
                  <a:lnTo>
                    <a:pt x="30833" y="13897"/>
                  </a:lnTo>
                  <a:lnTo>
                    <a:pt x="31797" y="15837"/>
                  </a:lnTo>
                  <a:lnTo>
                    <a:pt x="32761" y="17805"/>
                  </a:lnTo>
                  <a:lnTo>
                    <a:pt x="33725" y="19819"/>
                  </a:lnTo>
                  <a:lnTo>
                    <a:pt x="34689" y="21839"/>
                  </a:lnTo>
                  <a:lnTo>
                    <a:pt x="35653" y="23853"/>
                  </a:lnTo>
                  <a:lnTo>
                    <a:pt x="36617" y="25888"/>
                  </a:lnTo>
                  <a:lnTo>
                    <a:pt x="37581" y="27921"/>
                  </a:lnTo>
                  <a:lnTo>
                    <a:pt x="38545" y="29947"/>
                  </a:lnTo>
                  <a:lnTo>
                    <a:pt x="39509" y="31959"/>
                  </a:lnTo>
                  <a:lnTo>
                    <a:pt x="40473" y="33929"/>
                  </a:lnTo>
                  <a:lnTo>
                    <a:pt x="41437" y="35840"/>
                  </a:lnTo>
                  <a:lnTo>
                    <a:pt x="42401" y="37700"/>
                  </a:lnTo>
                  <a:lnTo>
                    <a:pt x="43365" y="39533"/>
                  </a:lnTo>
                  <a:lnTo>
                    <a:pt x="44329" y="41350"/>
                  </a:lnTo>
                  <a:lnTo>
                    <a:pt x="45293" y="43153"/>
                  </a:lnTo>
                  <a:lnTo>
                    <a:pt x="46257" y="44915"/>
                  </a:lnTo>
                  <a:lnTo>
                    <a:pt x="47221" y="46650"/>
                  </a:lnTo>
                  <a:lnTo>
                    <a:pt x="48185" y="48374"/>
                  </a:lnTo>
                  <a:lnTo>
                    <a:pt x="49149" y="50097"/>
                  </a:lnTo>
                  <a:lnTo>
                    <a:pt x="50113" y="51821"/>
                  </a:lnTo>
                  <a:lnTo>
                    <a:pt x="51077" y="53559"/>
                  </a:lnTo>
                  <a:lnTo>
                    <a:pt x="52041" y="55371"/>
                  </a:lnTo>
                  <a:lnTo>
                    <a:pt x="53005" y="57328"/>
                  </a:lnTo>
                  <a:lnTo>
                    <a:pt x="53969" y="59437"/>
                  </a:lnTo>
                  <a:lnTo>
                    <a:pt x="54933" y="61740"/>
                  </a:lnTo>
                  <a:lnTo>
                    <a:pt x="55897" y="64280"/>
                  </a:lnTo>
                  <a:lnTo>
                    <a:pt x="56861" y="66999"/>
                  </a:lnTo>
                  <a:lnTo>
                    <a:pt x="57825" y="69851"/>
                  </a:lnTo>
                  <a:lnTo>
                    <a:pt x="58789" y="72788"/>
                  </a:lnTo>
                  <a:lnTo>
                    <a:pt x="59753" y="75815"/>
                  </a:lnTo>
                  <a:lnTo>
                    <a:pt x="60717" y="78921"/>
                  </a:lnTo>
                  <a:lnTo>
                    <a:pt x="61681" y="82140"/>
                  </a:lnTo>
                  <a:lnTo>
                    <a:pt x="62645" y="85508"/>
                  </a:lnTo>
                  <a:lnTo>
                    <a:pt x="63609" y="89052"/>
                  </a:lnTo>
                  <a:lnTo>
                    <a:pt x="64573" y="92753"/>
                  </a:lnTo>
                  <a:lnTo>
                    <a:pt x="65537" y="96619"/>
                  </a:lnTo>
                  <a:lnTo>
                    <a:pt x="66501" y="100630"/>
                  </a:lnTo>
                  <a:lnTo>
                    <a:pt x="67465" y="104731"/>
                  </a:lnTo>
                  <a:lnTo>
                    <a:pt x="68429" y="108905"/>
                  </a:lnTo>
                  <a:lnTo>
                    <a:pt x="69393" y="113103"/>
                  </a:lnTo>
                  <a:lnTo>
                    <a:pt x="70357" y="117303"/>
                  </a:lnTo>
                  <a:lnTo>
                    <a:pt x="70827" y="11935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964807" y="3745637"/>
              <a:ext cx="100376" cy="117544"/>
            </a:xfrm>
            <a:custGeom>
              <a:avLst/>
              <a:pathLst>
                <a:path w="100376" h="117544">
                  <a:moveTo>
                    <a:pt x="0" y="117544"/>
                  </a:moveTo>
                  <a:lnTo>
                    <a:pt x="151" y="116863"/>
                  </a:lnTo>
                  <a:lnTo>
                    <a:pt x="1115" y="112498"/>
                  </a:lnTo>
                  <a:lnTo>
                    <a:pt x="2079" y="108117"/>
                  </a:lnTo>
                  <a:lnTo>
                    <a:pt x="3043" y="103758"/>
                  </a:lnTo>
                  <a:lnTo>
                    <a:pt x="4007" y="99422"/>
                  </a:lnTo>
                  <a:lnTo>
                    <a:pt x="4971" y="95124"/>
                  </a:lnTo>
                  <a:lnTo>
                    <a:pt x="5935" y="90864"/>
                  </a:lnTo>
                  <a:lnTo>
                    <a:pt x="6899" y="86639"/>
                  </a:lnTo>
                  <a:lnTo>
                    <a:pt x="7863" y="82434"/>
                  </a:lnTo>
                  <a:lnTo>
                    <a:pt x="8827" y="78225"/>
                  </a:lnTo>
                  <a:lnTo>
                    <a:pt x="9791" y="73975"/>
                  </a:lnTo>
                  <a:lnTo>
                    <a:pt x="10755" y="69661"/>
                  </a:lnTo>
                  <a:lnTo>
                    <a:pt x="11719" y="65295"/>
                  </a:lnTo>
                  <a:lnTo>
                    <a:pt x="12683" y="60887"/>
                  </a:lnTo>
                  <a:lnTo>
                    <a:pt x="13647" y="56462"/>
                  </a:lnTo>
                  <a:lnTo>
                    <a:pt x="14611" y="52075"/>
                  </a:lnTo>
                  <a:lnTo>
                    <a:pt x="15576" y="47827"/>
                  </a:lnTo>
                  <a:lnTo>
                    <a:pt x="16540" y="43704"/>
                  </a:lnTo>
                  <a:lnTo>
                    <a:pt x="17504" y="39678"/>
                  </a:lnTo>
                  <a:lnTo>
                    <a:pt x="18468" y="35759"/>
                  </a:lnTo>
                  <a:lnTo>
                    <a:pt x="19432" y="31961"/>
                  </a:lnTo>
                  <a:lnTo>
                    <a:pt x="20396" y="28292"/>
                  </a:lnTo>
                  <a:lnTo>
                    <a:pt x="21360" y="24747"/>
                  </a:lnTo>
                  <a:lnTo>
                    <a:pt x="22324" y="21351"/>
                  </a:lnTo>
                  <a:lnTo>
                    <a:pt x="23288" y="18159"/>
                  </a:lnTo>
                  <a:lnTo>
                    <a:pt x="24252" y="15209"/>
                  </a:lnTo>
                  <a:lnTo>
                    <a:pt x="25216" y="12556"/>
                  </a:lnTo>
                  <a:lnTo>
                    <a:pt x="26180" y="10216"/>
                  </a:lnTo>
                  <a:lnTo>
                    <a:pt x="27144" y="8178"/>
                  </a:lnTo>
                  <a:lnTo>
                    <a:pt x="28108" y="6412"/>
                  </a:lnTo>
                  <a:lnTo>
                    <a:pt x="29072" y="4882"/>
                  </a:lnTo>
                  <a:lnTo>
                    <a:pt x="30036" y="3552"/>
                  </a:lnTo>
                  <a:lnTo>
                    <a:pt x="31000" y="2423"/>
                  </a:lnTo>
                  <a:lnTo>
                    <a:pt x="31964" y="1502"/>
                  </a:lnTo>
                  <a:lnTo>
                    <a:pt x="32928" y="789"/>
                  </a:lnTo>
                  <a:lnTo>
                    <a:pt x="33892" y="295"/>
                  </a:lnTo>
                  <a:lnTo>
                    <a:pt x="34856" y="33"/>
                  </a:lnTo>
                  <a:lnTo>
                    <a:pt x="35820" y="0"/>
                  </a:lnTo>
                  <a:lnTo>
                    <a:pt x="36784" y="149"/>
                  </a:lnTo>
                  <a:lnTo>
                    <a:pt x="37748" y="449"/>
                  </a:lnTo>
                  <a:lnTo>
                    <a:pt x="38712" y="891"/>
                  </a:lnTo>
                  <a:lnTo>
                    <a:pt x="39676" y="1471"/>
                  </a:lnTo>
                  <a:lnTo>
                    <a:pt x="40640" y="2150"/>
                  </a:lnTo>
                  <a:lnTo>
                    <a:pt x="41604" y="2889"/>
                  </a:lnTo>
                  <a:lnTo>
                    <a:pt x="42568" y="3643"/>
                  </a:lnTo>
                  <a:lnTo>
                    <a:pt x="43532" y="4400"/>
                  </a:lnTo>
                  <a:lnTo>
                    <a:pt x="44496" y="5149"/>
                  </a:lnTo>
                  <a:lnTo>
                    <a:pt x="45460" y="5871"/>
                  </a:lnTo>
                  <a:lnTo>
                    <a:pt x="46424" y="6541"/>
                  </a:lnTo>
                  <a:lnTo>
                    <a:pt x="47388" y="7161"/>
                  </a:lnTo>
                  <a:lnTo>
                    <a:pt x="48352" y="7731"/>
                  </a:lnTo>
                  <a:lnTo>
                    <a:pt x="49316" y="8306"/>
                  </a:lnTo>
                  <a:lnTo>
                    <a:pt x="50280" y="8929"/>
                  </a:lnTo>
                  <a:lnTo>
                    <a:pt x="51244" y="9584"/>
                  </a:lnTo>
                  <a:lnTo>
                    <a:pt x="52208" y="10270"/>
                  </a:lnTo>
                  <a:lnTo>
                    <a:pt x="53172" y="10988"/>
                  </a:lnTo>
                  <a:lnTo>
                    <a:pt x="54136" y="11737"/>
                  </a:lnTo>
                  <a:lnTo>
                    <a:pt x="55100" y="12534"/>
                  </a:lnTo>
                  <a:lnTo>
                    <a:pt x="56064" y="13410"/>
                  </a:lnTo>
                  <a:lnTo>
                    <a:pt x="57028" y="14390"/>
                  </a:lnTo>
                  <a:lnTo>
                    <a:pt x="57992" y="15524"/>
                  </a:lnTo>
                  <a:lnTo>
                    <a:pt x="58956" y="16847"/>
                  </a:lnTo>
                  <a:lnTo>
                    <a:pt x="59920" y="18384"/>
                  </a:lnTo>
                  <a:lnTo>
                    <a:pt x="60884" y="20122"/>
                  </a:lnTo>
                  <a:lnTo>
                    <a:pt x="61848" y="22062"/>
                  </a:lnTo>
                  <a:lnTo>
                    <a:pt x="62812" y="24195"/>
                  </a:lnTo>
                  <a:lnTo>
                    <a:pt x="63776" y="26416"/>
                  </a:lnTo>
                  <a:lnTo>
                    <a:pt x="64740" y="28685"/>
                  </a:lnTo>
                  <a:lnTo>
                    <a:pt x="65704" y="30999"/>
                  </a:lnTo>
                  <a:lnTo>
                    <a:pt x="66668" y="33358"/>
                  </a:lnTo>
                  <a:lnTo>
                    <a:pt x="67632" y="35754"/>
                  </a:lnTo>
                  <a:lnTo>
                    <a:pt x="68596" y="38184"/>
                  </a:lnTo>
                  <a:lnTo>
                    <a:pt x="69560" y="40649"/>
                  </a:lnTo>
                  <a:lnTo>
                    <a:pt x="70524" y="43152"/>
                  </a:lnTo>
                  <a:lnTo>
                    <a:pt x="71488" y="45677"/>
                  </a:lnTo>
                  <a:lnTo>
                    <a:pt x="72452" y="48198"/>
                  </a:lnTo>
                  <a:lnTo>
                    <a:pt x="73416" y="50667"/>
                  </a:lnTo>
                  <a:lnTo>
                    <a:pt x="74380" y="53043"/>
                  </a:lnTo>
                  <a:lnTo>
                    <a:pt x="75344" y="55348"/>
                  </a:lnTo>
                  <a:lnTo>
                    <a:pt x="76308" y="57592"/>
                  </a:lnTo>
                  <a:lnTo>
                    <a:pt x="77272" y="59780"/>
                  </a:lnTo>
                  <a:lnTo>
                    <a:pt x="78236" y="61959"/>
                  </a:lnTo>
                  <a:lnTo>
                    <a:pt x="79200" y="64119"/>
                  </a:lnTo>
                  <a:lnTo>
                    <a:pt x="80164" y="66259"/>
                  </a:lnTo>
                  <a:lnTo>
                    <a:pt x="81128" y="68397"/>
                  </a:lnTo>
                  <a:lnTo>
                    <a:pt x="82092" y="70569"/>
                  </a:lnTo>
                  <a:lnTo>
                    <a:pt x="83056" y="72754"/>
                  </a:lnTo>
                  <a:lnTo>
                    <a:pt x="84020" y="74921"/>
                  </a:lnTo>
                  <a:lnTo>
                    <a:pt x="84984" y="77077"/>
                  </a:lnTo>
                  <a:lnTo>
                    <a:pt x="85948" y="79249"/>
                  </a:lnTo>
                  <a:lnTo>
                    <a:pt x="86912" y="81430"/>
                  </a:lnTo>
                  <a:lnTo>
                    <a:pt x="87876" y="83622"/>
                  </a:lnTo>
                  <a:lnTo>
                    <a:pt x="88840" y="85828"/>
                  </a:lnTo>
                  <a:lnTo>
                    <a:pt x="89804" y="88067"/>
                  </a:lnTo>
                  <a:lnTo>
                    <a:pt x="90768" y="90360"/>
                  </a:lnTo>
                  <a:lnTo>
                    <a:pt x="91732" y="92730"/>
                  </a:lnTo>
                  <a:lnTo>
                    <a:pt x="92696" y="95179"/>
                  </a:lnTo>
                  <a:lnTo>
                    <a:pt x="93660" y="97705"/>
                  </a:lnTo>
                  <a:lnTo>
                    <a:pt x="94624" y="100324"/>
                  </a:lnTo>
                  <a:lnTo>
                    <a:pt x="95588" y="103048"/>
                  </a:lnTo>
                  <a:lnTo>
                    <a:pt x="96552" y="105849"/>
                  </a:lnTo>
                  <a:lnTo>
                    <a:pt x="97516" y="108744"/>
                  </a:lnTo>
                  <a:lnTo>
                    <a:pt x="98480" y="111672"/>
                  </a:lnTo>
                  <a:lnTo>
                    <a:pt x="99444" y="114640"/>
                  </a:lnTo>
                  <a:lnTo>
                    <a:pt x="100376" y="11754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202513" y="3571382"/>
              <a:ext cx="231847" cy="291798"/>
            </a:xfrm>
            <a:custGeom>
              <a:avLst/>
              <a:pathLst>
                <a:path w="231847" h="291798">
                  <a:moveTo>
                    <a:pt x="0" y="291798"/>
                  </a:moveTo>
                  <a:lnTo>
                    <a:pt x="555" y="288046"/>
                  </a:lnTo>
                  <a:lnTo>
                    <a:pt x="1519" y="281834"/>
                  </a:lnTo>
                  <a:lnTo>
                    <a:pt x="2483" y="276019"/>
                  </a:lnTo>
                  <a:lnTo>
                    <a:pt x="3447" y="270562"/>
                  </a:lnTo>
                  <a:lnTo>
                    <a:pt x="4411" y="265413"/>
                  </a:lnTo>
                  <a:lnTo>
                    <a:pt x="5375" y="260569"/>
                  </a:lnTo>
                  <a:lnTo>
                    <a:pt x="6339" y="256003"/>
                  </a:lnTo>
                  <a:lnTo>
                    <a:pt x="7303" y="251716"/>
                  </a:lnTo>
                  <a:lnTo>
                    <a:pt x="8267" y="247707"/>
                  </a:lnTo>
                  <a:lnTo>
                    <a:pt x="9231" y="243963"/>
                  </a:lnTo>
                  <a:lnTo>
                    <a:pt x="10195" y="240491"/>
                  </a:lnTo>
                  <a:lnTo>
                    <a:pt x="11159" y="237244"/>
                  </a:lnTo>
                  <a:lnTo>
                    <a:pt x="12123" y="234215"/>
                  </a:lnTo>
                  <a:lnTo>
                    <a:pt x="13087" y="231335"/>
                  </a:lnTo>
                  <a:lnTo>
                    <a:pt x="14051" y="228593"/>
                  </a:lnTo>
                  <a:lnTo>
                    <a:pt x="15015" y="225943"/>
                  </a:lnTo>
                  <a:lnTo>
                    <a:pt x="15979" y="223343"/>
                  </a:lnTo>
                  <a:lnTo>
                    <a:pt x="16943" y="220730"/>
                  </a:lnTo>
                  <a:lnTo>
                    <a:pt x="17907" y="218071"/>
                  </a:lnTo>
                  <a:lnTo>
                    <a:pt x="18871" y="215375"/>
                  </a:lnTo>
                  <a:lnTo>
                    <a:pt x="19835" y="212649"/>
                  </a:lnTo>
                  <a:lnTo>
                    <a:pt x="20799" y="209936"/>
                  </a:lnTo>
                  <a:lnTo>
                    <a:pt x="21763" y="207225"/>
                  </a:lnTo>
                  <a:lnTo>
                    <a:pt x="22727" y="204544"/>
                  </a:lnTo>
                  <a:lnTo>
                    <a:pt x="23691" y="201817"/>
                  </a:lnTo>
                  <a:lnTo>
                    <a:pt x="24655" y="199020"/>
                  </a:lnTo>
                  <a:lnTo>
                    <a:pt x="25619" y="196130"/>
                  </a:lnTo>
                  <a:lnTo>
                    <a:pt x="26583" y="193136"/>
                  </a:lnTo>
                  <a:lnTo>
                    <a:pt x="27547" y="190120"/>
                  </a:lnTo>
                  <a:lnTo>
                    <a:pt x="28511" y="187128"/>
                  </a:lnTo>
                  <a:lnTo>
                    <a:pt x="29475" y="184156"/>
                  </a:lnTo>
                  <a:lnTo>
                    <a:pt x="30439" y="181229"/>
                  </a:lnTo>
                  <a:lnTo>
                    <a:pt x="31403" y="178359"/>
                  </a:lnTo>
                  <a:lnTo>
                    <a:pt x="32367" y="175586"/>
                  </a:lnTo>
                  <a:lnTo>
                    <a:pt x="33331" y="172885"/>
                  </a:lnTo>
                  <a:lnTo>
                    <a:pt x="34295" y="170268"/>
                  </a:lnTo>
                  <a:lnTo>
                    <a:pt x="35259" y="167748"/>
                  </a:lnTo>
                  <a:lnTo>
                    <a:pt x="36223" y="165397"/>
                  </a:lnTo>
                  <a:lnTo>
                    <a:pt x="37187" y="163234"/>
                  </a:lnTo>
                  <a:lnTo>
                    <a:pt x="38151" y="161312"/>
                  </a:lnTo>
                  <a:lnTo>
                    <a:pt x="39115" y="159649"/>
                  </a:lnTo>
                  <a:lnTo>
                    <a:pt x="40079" y="158292"/>
                  </a:lnTo>
                  <a:lnTo>
                    <a:pt x="41043" y="157253"/>
                  </a:lnTo>
                  <a:lnTo>
                    <a:pt x="42007" y="156509"/>
                  </a:lnTo>
                  <a:lnTo>
                    <a:pt x="42972" y="156011"/>
                  </a:lnTo>
                  <a:lnTo>
                    <a:pt x="43936" y="155733"/>
                  </a:lnTo>
                  <a:lnTo>
                    <a:pt x="44900" y="155663"/>
                  </a:lnTo>
                  <a:lnTo>
                    <a:pt x="45864" y="155795"/>
                  </a:lnTo>
                  <a:lnTo>
                    <a:pt x="46828" y="156107"/>
                  </a:lnTo>
                  <a:lnTo>
                    <a:pt x="47792" y="156584"/>
                  </a:lnTo>
                  <a:lnTo>
                    <a:pt x="48756" y="157201"/>
                  </a:lnTo>
                  <a:lnTo>
                    <a:pt x="49720" y="157918"/>
                  </a:lnTo>
                  <a:lnTo>
                    <a:pt x="50684" y="158654"/>
                  </a:lnTo>
                  <a:lnTo>
                    <a:pt x="51648" y="159355"/>
                  </a:lnTo>
                  <a:lnTo>
                    <a:pt x="52612" y="160030"/>
                  </a:lnTo>
                  <a:lnTo>
                    <a:pt x="53576" y="160692"/>
                  </a:lnTo>
                  <a:lnTo>
                    <a:pt x="54540" y="161326"/>
                  </a:lnTo>
                  <a:lnTo>
                    <a:pt x="55504" y="161919"/>
                  </a:lnTo>
                  <a:lnTo>
                    <a:pt x="56468" y="162483"/>
                  </a:lnTo>
                  <a:lnTo>
                    <a:pt x="57432" y="163033"/>
                  </a:lnTo>
                  <a:lnTo>
                    <a:pt x="58396" y="163580"/>
                  </a:lnTo>
                  <a:lnTo>
                    <a:pt x="59360" y="164119"/>
                  </a:lnTo>
                  <a:lnTo>
                    <a:pt x="60324" y="164654"/>
                  </a:lnTo>
                  <a:lnTo>
                    <a:pt x="61288" y="165201"/>
                  </a:lnTo>
                  <a:lnTo>
                    <a:pt x="62252" y="165809"/>
                  </a:lnTo>
                  <a:lnTo>
                    <a:pt x="63216" y="166498"/>
                  </a:lnTo>
                  <a:lnTo>
                    <a:pt x="64180" y="167285"/>
                  </a:lnTo>
                  <a:lnTo>
                    <a:pt x="65144" y="168176"/>
                  </a:lnTo>
                  <a:lnTo>
                    <a:pt x="66108" y="169183"/>
                  </a:lnTo>
                  <a:lnTo>
                    <a:pt x="67072" y="170301"/>
                  </a:lnTo>
                  <a:lnTo>
                    <a:pt x="68036" y="171526"/>
                  </a:lnTo>
                  <a:lnTo>
                    <a:pt x="69000" y="172836"/>
                  </a:lnTo>
                  <a:lnTo>
                    <a:pt x="69964" y="174222"/>
                  </a:lnTo>
                  <a:lnTo>
                    <a:pt x="70928" y="175655"/>
                  </a:lnTo>
                  <a:lnTo>
                    <a:pt x="71892" y="177199"/>
                  </a:lnTo>
                  <a:lnTo>
                    <a:pt x="72856" y="178866"/>
                  </a:lnTo>
                  <a:lnTo>
                    <a:pt x="73820" y="180689"/>
                  </a:lnTo>
                  <a:lnTo>
                    <a:pt x="74784" y="182731"/>
                  </a:lnTo>
                  <a:lnTo>
                    <a:pt x="75748" y="184987"/>
                  </a:lnTo>
                  <a:lnTo>
                    <a:pt x="76712" y="187389"/>
                  </a:lnTo>
                  <a:lnTo>
                    <a:pt x="77676" y="189939"/>
                  </a:lnTo>
                  <a:lnTo>
                    <a:pt x="78640" y="192629"/>
                  </a:lnTo>
                  <a:lnTo>
                    <a:pt x="79604" y="195459"/>
                  </a:lnTo>
                  <a:lnTo>
                    <a:pt x="80568" y="198404"/>
                  </a:lnTo>
                  <a:lnTo>
                    <a:pt x="81532" y="201400"/>
                  </a:lnTo>
                  <a:lnTo>
                    <a:pt x="82496" y="204448"/>
                  </a:lnTo>
                  <a:lnTo>
                    <a:pt x="83460" y="207564"/>
                  </a:lnTo>
                  <a:lnTo>
                    <a:pt x="84424" y="210748"/>
                  </a:lnTo>
                  <a:lnTo>
                    <a:pt x="85388" y="213955"/>
                  </a:lnTo>
                  <a:lnTo>
                    <a:pt x="86352" y="217158"/>
                  </a:lnTo>
                  <a:lnTo>
                    <a:pt x="87316" y="220333"/>
                  </a:lnTo>
                  <a:lnTo>
                    <a:pt x="88280" y="223396"/>
                  </a:lnTo>
                  <a:lnTo>
                    <a:pt x="89244" y="226223"/>
                  </a:lnTo>
                  <a:lnTo>
                    <a:pt x="90208" y="228727"/>
                  </a:lnTo>
                  <a:lnTo>
                    <a:pt x="91172" y="230883"/>
                  </a:lnTo>
                  <a:lnTo>
                    <a:pt x="92136" y="232704"/>
                  </a:lnTo>
                  <a:lnTo>
                    <a:pt x="93100" y="234219"/>
                  </a:lnTo>
                  <a:lnTo>
                    <a:pt x="94064" y="235449"/>
                  </a:lnTo>
                  <a:lnTo>
                    <a:pt x="95028" y="236388"/>
                  </a:lnTo>
                  <a:lnTo>
                    <a:pt x="95992" y="237058"/>
                  </a:lnTo>
                  <a:lnTo>
                    <a:pt x="96956" y="237450"/>
                  </a:lnTo>
                  <a:lnTo>
                    <a:pt x="97920" y="237560"/>
                  </a:lnTo>
                  <a:lnTo>
                    <a:pt x="98884" y="237352"/>
                  </a:lnTo>
                  <a:lnTo>
                    <a:pt x="99848" y="236878"/>
                  </a:lnTo>
                  <a:lnTo>
                    <a:pt x="100812" y="236137"/>
                  </a:lnTo>
                  <a:lnTo>
                    <a:pt x="101776" y="235116"/>
                  </a:lnTo>
                  <a:lnTo>
                    <a:pt x="102740" y="233825"/>
                  </a:lnTo>
                  <a:lnTo>
                    <a:pt x="103704" y="232320"/>
                  </a:lnTo>
                  <a:lnTo>
                    <a:pt x="104668" y="230611"/>
                  </a:lnTo>
                  <a:lnTo>
                    <a:pt x="105632" y="228727"/>
                  </a:lnTo>
                  <a:lnTo>
                    <a:pt x="106596" y="226656"/>
                  </a:lnTo>
                  <a:lnTo>
                    <a:pt x="107560" y="224364"/>
                  </a:lnTo>
                  <a:lnTo>
                    <a:pt x="108524" y="221799"/>
                  </a:lnTo>
                  <a:lnTo>
                    <a:pt x="109488" y="218952"/>
                  </a:lnTo>
                  <a:lnTo>
                    <a:pt x="110452" y="215810"/>
                  </a:lnTo>
                  <a:lnTo>
                    <a:pt x="111416" y="212393"/>
                  </a:lnTo>
                  <a:lnTo>
                    <a:pt x="112380" y="208685"/>
                  </a:lnTo>
                  <a:lnTo>
                    <a:pt x="113344" y="204771"/>
                  </a:lnTo>
                  <a:lnTo>
                    <a:pt x="114308" y="200677"/>
                  </a:lnTo>
                  <a:lnTo>
                    <a:pt x="115272" y="196404"/>
                  </a:lnTo>
                  <a:lnTo>
                    <a:pt x="116236" y="191944"/>
                  </a:lnTo>
                  <a:lnTo>
                    <a:pt x="117200" y="187310"/>
                  </a:lnTo>
                  <a:lnTo>
                    <a:pt x="118164" y="182472"/>
                  </a:lnTo>
                  <a:lnTo>
                    <a:pt x="119128" y="177430"/>
                  </a:lnTo>
                  <a:lnTo>
                    <a:pt x="120092" y="172209"/>
                  </a:lnTo>
                  <a:lnTo>
                    <a:pt x="121056" y="166791"/>
                  </a:lnTo>
                  <a:lnTo>
                    <a:pt x="122020" y="161281"/>
                  </a:lnTo>
                  <a:lnTo>
                    <a:pt x="122984" y="155721"/>
                  </a:lnTo>
                  <a:lnTo>
                    <a:pt x="123948" y="150091"/>
                  </a:lnTo>
                  <a:lnTo>
                    <a:pt x="124912" y="144391"/>
                  </a:lnTo>
                  <a:lnTo>
                    <a:pt x="125876" y="138608"/>
                  </a:lnTo>
                  <a:lnTo>
                    <a:pt x="126840" y="132738"/>
                  </a:lnTo>
                  <a:lnTo>
                    <a:pt x="127804" y="126765"/>
                  </a:lnTo>
                  <a:lnTo>
                    <a:pt x="128768" y="120676"/>
                  </a:lnTo>
                  <a:lnTo>
                    <a:pt x="129732" y="114544"/>
                  </a:lnTo>
                  <a:lnTo>
                    <a:pt x="130696" y="108429"/>
                  </a:lnTo>
                  <a:lnTo>
                    <a:pt x="131660" y="102319"/>
                  </a:lnTo>
                  <a:lnTo>
                    <a:pt x="132624" y="96219"/>
                  </a:lnTo>
                  <a:lnTo>
                    <a:pt x="133588" y="90063"/>
                  </a:lnTo>
                  <a:lnTo>
                    <a:pt x="134552" y="83793"/>
                  </a:lnTo>
                  <a:lnTo>
                    <a:pt x="135516" y="77412"/>
                  </a:lnTo>
                  <a:lnTo>
                    <a:pt x="136480" y="70932"/>
                  </a:lnTo>
                  <a:lnTo>
                    <a:pt x="137444" y="64474"/>
                  </a:lnTo>
                  <a:lnTo>
                    <a:pt x="138408" y="58174"/>
                  </a:lnTo>
                  <a:lnTo>
                    <a:pt x="139372" y="52149"/>
                  </a:lnTo>
                  <a:lnTo>
                    <a:pt x="140336" y="46446"/>
                  </a:lnTo>
                  <a:lnTo>
                    <a:pt x="141300" y="41017"/>
                  </a:lnTo>
                  <a:lnTo>
                    <a:pt x="142264" y="35831"/>
                  </a:lnTo>
                  <a:lnTo>
                    <a:pt x="143228" y="30889"/>
                  </a:lnTo>
                  <a:lnTo>
                    <a:pt x="144192" y="26199"/>
                  </a:lnTo>
                  <a:lnTo>
                    <a:pt x="145156" y="21775"/>
                  </a:lnTo>
                  <a:lnTo>
                    <a:pt x="146120" y="17658"/>
                  </a:lnTo>
                  <a:lnTo>
                    <a:pt x="147084" y="13935"/>
                  </a:lnTo>
                  <a:lnTo>
                    <a:pt x="148048" y="10693"/>
                  </a:lnTo>
                  <a:lnTo>
                    <a:pt x="149012" y="7959"/>
                  </a:lnTo>
                  <a:lnTo>
                    <a:pt x="149976" y="5721"/>
                  </a:lnTo>
                  <a:lnTo>
                    <a:pt x="150940" y="3953"/>
                  </a:lnTo>
                  <a:lnTo>
                    <a:pt x="151904" y="2589"/>
                  </a:lnTo>
                  <a:lnTo>
                    <a:pt x="152868" y="1539"/>
                  </a:lnTo>
                  <a:lnTo>
                    <a:pt x="153833" y="773"/>
                  </a:lnTo>
                  <a:lnTo>
                    <a:pt x="154797" y="237"/>
                  </a:lnTo>
                  <a:lnTo>
                    <a:pt x="155761" y="0"/>
                  </a:lnTo>
                  <a:lnTo>
                    <a:pt x="156725" y="160"/>
                  </a:lnTo>
                  <a:lnTo>
                    <a:pt x="157689" y="741"/>
                  </a:lnTo>
                  <a:lnTo>
                    <a:pt x="158653" y="1706"/>
                  </a:lnTo>
                  <a:lnTo>
                    <a:pt x="159617" y="2987"/>
                  </a:lnTo>
                  <a:lnTo>
                    <a:pt x="160581" y="4544"/>
                  </a:lnTo>
                  <a:lnTo>
                    <a:pt x="161545" y="6281"/>
                  </a:lnTo>
                  <a:lnTo>
                    <a:pt x="162509" y="8120"/>
                  </a:lnTo>
                  <a:lnTo>
                    <a:pt x="163473" y="10042"/>
                  </a:lnTo>
                  <a:lnTo>
                    <a:pt x="164437" y="12060"/>
                  </a:lnTo>
                  <a:lnTo>
                    <a:pt x="165401" y="14137"/>
                  </a:lnTo>
                  <a:lnTo>
                    <a:pt x="166365" y="16312"/>
                  </a:lnTo>
                  <a:lnTo>
                    <a:pt x="167329" y="18678"/>
                  </a:lnTo>
                  <a:lnTo>
                    <a:pt x="168293" y="21223"/>
                  </a:lnTo>
                  <a:lnTo>
                    <a:pt x="169257" y="23947"/>
                  </a:lnTo>
                  <a:lnTo>
                    <a:pt x="170221" y="26767"/>
                  </a:lnTo>
                  <a:lnTo>
                    <a:pt x="171185" y="29558"/>
                  </a:lnTo>
                  <a:lnTo>
                    <a:pt x="172149" y="32289"/>
                  </a:lnTo>
                  <a:lnTo>
                    <a:pt x="173113" y="34979"/>
                  </a:lnTo>
                  <a:lnTo>
                    <a:pt x="174077" y="37654"/>
                  </a:lnTo>
                  <a:lnTo>
                    <a:pt x="175041" y="40312"/>
                  </a:lnTo>
                  <a:lnTo>
                    <a:pt x="176005" y="42982"/>
                  </a:lnTo>
                  <a:lnTo>
                    <a:pt x="176969" y="45692"/>
                  </a:lnTo>
                  <a:lnTo>
                    <a:pt x="177933" y="48431"/>
                  </a:lnTo>
                  <a:lnTo>
                    <a:pt x="178897" y="51138"/>
                  </a:lnTo>
                  <a:lnTo>
                    <a:pt x="179861" y="53868"/>
                  </a:lnTo>
                  <a:lnTo>
                    <a:pt x="180825" y="56613"/>
                  </a:lnTo>
                  <a:lnTo>
                    <a:pt x="181789" y="59400"/>
                  </a:lnTo>
                  <a:lnTo>
                    <a:pt x="182753" y="62343"/>
                  </a:lnTo>
                  <a:lnTo>
                    <a:pt x="183717" y="65488"/>
                  </a:lnTo>
                  <a:lnTo>
                    <a:pt x="184681" y="68869"/>
                  </a:lnTo>
                  <a:lnTo>
                    <a:pt x="185645" y="72434"/>
                  </a:lnTo>
                  <a:lnTo>
                    <a:pt x="186609" y="76111"/>
                  </a:lnTo>
                  <a:lnTo>
                    <a:pt x="187573" y="79844"/>
                  </a:lnTo>
                  <a:lnTo>
                    <a:pt x="188537" y="83585"/>
                  </a:lnTo>
                  <a:lnTo>
                    <a:pt x="189501" y="87380"/>
                  </a:lnTo>
                  <a:lnTo>
                    <a:pt x="190465" y="91269"/>
                  </a:lnTo>
                  <a:lnTo>
                    <a:pt x="191429" y="95273"/>
                  </a:lnTo>
                  <a:lnTo>
                    <a:pt x="192393" y="99381"/>
                  </a:lnTo>
                  <a:lnTo>
                    <a:pt x="193357" y="103605"/>
                  </a:lnTo>
                  <a:lnTo>
                    <a:pt x="194321" y="107919"/>
                  </a:lnTo>
                  <a:lnTo>
                    <a:pt x="195285" y="112300"/>
                  </a:lnTo>
                  <a:lnTo>
                    <a:pt x="196249" y="116653"/>
                  </a:lnTo>
                  <a:lnTo>
                    <a:pt x="197213" y="120934"/>
                  </a:lnTo>
                  <a:lnTo>
                    <a:pt x="198177" y="125116"/>
                  </a:lnTo>
                  <a:lnTo>
                    <a:pt x="199141" y="129241"/>
                  </a:lnTo>
                  <a:lnTo>
                    <a:pt x="200105" y="133336"/>
                  </a:lnTo>
                  <a:lnTo>
                    <a:pt x="201069" y="137481"/>
                  </a:lnTo>
                  <a:lnTo>
                    <a:pt x="202033" y="141701"/>
                  </a:lnTo>
                  <a:lnTo>
                    <a:pt x="202997" y="146039"/>
                  </a:lnTo>
                  <a:lnTo>
                    <a:pt x="203961" y="150460"/>
                  </a:lnTo>
                  <a:lnTo>
                    <a:pt x="204925" y="154867"/>
                  </a:lnTo>
                  <a:lnTo>
                    <a:pt x="205889" y="159222"/>
                  </a:lnTo>
                  <a:lnTo>
                    <a:pt x="206853" y="163573"/>
                  </a:lnTo>
                  <a:lnTo>
                    <a:pt x="207817" y="167964"/>
                  </a:lnTo>
                  <a:lnTo>
                    <a:pt x="208781" y="172452"/>
                  </a:lnTo>
                  <a:lnTo>
                    <a:pt x="209745" y="177020"/>
                  </a:lnTo>
                  <a:lnTo>
                    <a:pt x="210709" y="181731"/>
                  </a:lnTo>
                  <a:lnTo>
                    <a:pt x="211673" y="186553"/>
                  </a:lnTo>
                  <a:lnTo>
                    <a:pt x="212637" y="191488"/>
                  </a:lnTo>
                  <a:lnTo>
                    <a:pt x="213601" y="196536"/>
                  </a:lnTo>
                  <a:lnTo>
                    <a:pt x="214565" y="201758"/>
                  </a:lnTo>
                  <a:lnTo>
                    <a:pt x="215529" y="207075"/>
                  </a:lnTo>
                  <a:lnTo>
                    <a:pt x="216493" y="212472"/>
                  </a:lnTo>
                  <a:lnTo>
                    <a:pt x="217457" y="217959"/>
                  </a:lnTo>
                  <a:lnTo>
                    <a:pt x="218421" y="223494"/>
                  </a:lnTo>
                  <a:lnTo>
                    <a:pt x="219385" y="229122"/>
                  </a:lnTo>
                  <a:lnTo>
                    <a:pt x="220349" y="234878"/>
                  </a:lnTo>
                  <a:lnTo>
                    <a:pt x="221313" y="240570"/>
                  </a:lnTo>
                  <a:lnTo>
                    <a:pt x="222277" y="246155"/>
                  </a:lnTo>
                  <a:lnTo>
                    <a:pt x="223241" y="251612"/>
                  </a:lnTo>
                  <a:lnTo>
                    <a:pt x="224205" y="256937"/>
                  </a:lnTo>
                  <a:lnTo>
                    <a:pt x="225169" y="262114"/>
                  </a:lnTo>
                  <a:lnTo>
                    <a:pt x="226133" y="267112"/>
                  </a:lnTo>
                  <a:lnTo>
                    <a:pt x="227097" y="271946"/>
                  </a:lnTo>
                  <a:lnTo>
                    <a:pt x="228061" y="276558"/>
                  </a:lnTo>
                  <a:lnTo>
                    <a:pt x="229025" y="280878"/>
                  </a:lnTo>
                  <a:lnTo>
                    <a:pt x="229989" y="284918"/>
                  </a:lnTo>
                  <a:lnTo>
                    <a:pt x="230953" y="288661"/>
                  </a:lnTo>
                  <a:lnTo>
                    <a:pt x="231847" y="29179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455310" y="2036227"/>
              <a:ext cx="4202491" cy="1826954"/>
            </a:xfrm>
            <a:custGeom>
              <a:avLst/>
              <a:pathLst>
                <a:path w="4202491" h="1826954">
                  <a:moveTo>
                    <a:pt x="0" y="1826954"/>
                  </a:moveTo>
                  <a:lnTo>
                    <a:pt x="328" y="1825921"/>
                  </a:lnTo>
                  <a:lnTo>
                    <a:pt x="1292" y="1822754"/>
                  </a:lnTo>
                  <a:lnTo>
                    <a:pt x="2256" y="1819396"/>
                  </a:lnTo>
                  <a:lnTo>
                    <a:pt x="3220" y="1815855"/>
                  </a:lnTo>
                  <a:lnTo>
                    <a:pt x="4184" y="1812149"/>
                  </a:lnTo>
                  <a:lnTo>
                    <a:pt x="5148" y="1808312"/>
                  </a:lnTo>
                  <a:lnTo>
                    <a:pt x="6112" y="1804388"/>
                  </a:lnTo>
                  <a:lnTo>
                    <a:pt x="7076" y="1800425"/>
                  </a:lnTo>
                  <a:lnTo>
                    <a:pt x="8040" y="1796435"/>
                  </a:lnTo>
                  <a:lnTo>
                    <a:pt x="9004" y="1792401"/>
                  </a:lnTo>
                  <a:lnTo>
                    <a:pt x="9968" y="1788299"/>
                  </a:lnTo>
                  <a:lnTo>
                    <a:pt x="10932" y="1784089"/>
                  </a:lnTo>
                  <a:lnTo>
                    <a:pt x="11896" y="1779776"/>
                  </a:lnTo>
                  <a:lnTo>
                    <a:pt x="12860" y="1775336"/>
                  </a:lnTo>
                  <a:lnTo>
                    <a:pt x="13824" y="1770795"/>
                  </a:lnTo>
                  <a:lnTo>
                    <a:pt x="14788" y="1766181"/>
                  </a:lnTo>
                  <a:lnTo>
                    <a:pt x="15752" y="1761457"/>
                  </a:lnTo>
                  <a:lnTo>
                    <a:pt x="16716" y="1756788"/>
                  </a:lnTo>
                  <a:lnTo>
                    <a:pt x="17680" y="1752313"/>
                  </a:lnTo>
                  <a:lnTo>
                    <a:pt x="18644" y="1748043"/>
                  </a:lnTo>
                  <a:lnTo>
                    <a:pt x="19608" y="1743978"/>
                  </a:lnTo>
                  <a:lnTo>
                    <a:pt x="20572" y="1740120"/>
                  </a:lnTo>
                  <a:lnTo>
                    <a:pt x="21536" y="1736487"/>
                  </a:lnTo>
                  <a:lnTo>
                    <a:pt x="22500" y="1733099"/>
                  </a:lnTo>
                  <a:lnTo>
                    <a:pt x="23464" y="1729953"/>
                  </a:lnTo>
                  <a:lnTo>
                    <a:pt x="24428" y="1727112"/>
                  </a:lnTo>
                  <a:lnTo>
                    <a:pt x="25392" y="1724603"/>
                  </a:lnTo>
                  <a:lnTo>
                    <a:pt x="26356" y="1722401"/>
                  </a:lnTo>
                  <a:lnTo>
                    <a:pt x="27320" y="1720477"/>
                  </a:lnTo>
                  <a:lnTo>
                    <a:pt x="28284" y="1718821"/>
                  </a:lnTo>
                  <a:lnTo>
                    <a:pt x="29248" y="1717455"/>
                  </a:lnTo>
                  <a:lnTo>
                    <a:pt x="30212" y="1716418"/>
                  </a:lnTo>
                  <a:lnTo>
                    <a:pt x="31176" y="1715588"/>
                  </a:lnTo>
                  <a:lnTo>
                    <a:pt x="32140" y="1714874"/>
                  </a:lnTo>
                  <a:lnTo>
                    <a:pt x="33104" y="1714306"/>
                  </a:lnTo>
                  <a:lnTo>
                    <a:pt x="34068" y="1713925"/>
                  </a:lnTo>
                  <a:lnTo>
                    <a:pt x="35032" y="1713716"/>
                  </a:lnTo>
                  <a:lnTo>
                    <a:pt x="35996" y="1713650"/>
                  </a:lnTo>
                  <a:lnTo>
                    <a:pt x="36961" y="1713710"/>
                  </a:lnTo>
                  <a:lnTo>
                    <a:pt x="37925" y="1713907"/>
                  </a:lnTo>
                  <a:lnTo>
                    <a:pt x="38889" y="1714245"/>
                  </a:lnTo>
                  <a:lnTo>
                    <a:pt x="39853" y="1714724"/>
                  </a:lnTo>
                  <a:lnTo>
                    <a:pt x="40817" y="1715340"/>
                  </a:lnTo>
                  <a:lnTo>
                    <a:pt x="41781" y="1716130"/>
                  </a:lnTo>
                  <a:lnTo>
                    <a:pt x="42745" y="1717122"/>
                  </a:lnTo>
                  <a:lnTo>
                    <a:pt x="43709" y="1718288"/>
                  </a:lnTo>
                  <a:lnTo>
                    <a:pt x="44673" y="1719527"/>
                  </a:lnTo>
                  <a:lnTo>
                    <a:pt x="45637" y="1720902"/>
                  </a:lnTo>
                  <a:lnTo>
                    <a:pt x="46601" y="1722472"/>
                  </a:lnTo>
                  <a:lnTo>
                    <a:pt x="47565" y="1724175"/>
                  </a:lnTo>
                  <a:lnTo>
                    <a:pt x="48529" y="1725890"/>
                  </a:lnTo>
                  <a:lnTo>
                    <a:pt x="49493" y="1727559"/>
                  </a:lnTo>
                  <a:lnTo>
                    <a:pt x="50457" y="1729213"/>
                  </a:lnTo>
                  <a:lnTo>
                    <a:pt x="51421" y="1730867"/>
                  </a:lnTo>
                  <a:lnTo>
                    <a:pt x="52385" y="1732480"/>
                  </a:lnTo>
                  <a:lnTo>
                    <a:pt x="53349" y="1734024"/>
                  </a:lnTo>
                  <a:lnTo>
                    <a:pt x="54313" y="1735433"/>
                  </a:lnTo>
                  <a:lnTo>
                    <a:pt x="55277" y="1736664"/>
                  </a:lnTo>
                  <a:lnTo>
                    <a:pt x="56241" y="1737706"/>
                  </a:lnTo>
                  <a:lnTo>
                    <a:pt x="57205" y="1738598"/>
                  </a:lnTo>
                  <a:lnTo>
                    <a:pt x="58169" y="1739344"/>
                  </a:lnTo>
                  <a:lnTo>
                    <a:pt x="59133" y="1739984"/>
                  </a:lnTo>
                  <a:lnTo>
                    <a:pt x="60097" y="1740543"/>
                  </a:lnTo>
                  <a:lnTo>
                    <a:pt x="61061" y="1741045"/>
                  </a:lnTo>
                  <a:lnTo>
                    <a:pt x="62025" y="1741490"/>
                  </a:lnTo>
                  <a:lnTo>
                    <a:pt x="62989" y="1741850"/>
                  </a:lnTo>
                  <a:lnTo>
                    <a:pt x="63953" y="1742154"/>
                  </a:lnTo>
                  <a:lnTo>
                    <a:pt x="64917" y="1742424"/>
                  </a:lnTo>
                  <a:lnTo>
                    <a:pt x="65881" y="1742549"/>
                  </a:lnTo>
                  <a:lnTo>
                    <a:pt x="66845" y="1742567"/>
                  </a:lnTo>
                  <a:lnTo>
                    <a:pt x="67809" y="1742490"/>
                  </a:lnTo>
                  <a:lnTo>
                    <a:pt x="68773" y="1742317"/>
                  </a:lnTo>
                  <a:lnTo>
                    <a:pt x="69737" y="1742060"/>
                  </a:lnTo>
                  <a:lnTo>
                    <a:pt x="70701" y="1741701"/>
                  </a:lnTo>
                  <a:lnTo>
                    <a:pt x="71665" y="1741235"/>
                  </a:lnTo>
                  <a:lnTo>
                    <a:pt x="72629" y="1740664"/>
                  </a:lnTo>
                  <a:lnTo>
                    <a:pt x="73593" y="1739980"/>
                  </a:lnTo>
                  <a:lnTo>
                    <a:pt x="74557" y="1739163"/>
                  </a:lnTo>
                  <a:lnTo>
                    <a:pt x="75521" y="1738257"/>
                  </a:lnTo>
                  <a:lnTo>
                    <a:pt x="76485" y="1737252"/>
                  </a:lnTo>
                  <a:lnTo>
                    <a:pt x="77449" y="1736172"/>
                  </a:lnTo>
                  <a:lnTo>
                    <a:pt x="78413" y="1734975"/>
                  </a:lnTo>
                  <a:lnTo>
                    <a:pt x="79377" y="1733664"/>
                  </a:lnTo>
                  <a:lnTo>
                    <a:pt x="80341" y="1732346"/>
                  </a:lnTo>
                  <a:lnTo>
                    <a:pt x="81305" y="1731004"/>
                  </a:lnTo>
                  <a:lnTo>
                    <a:pt x="82269" y="1729626"/>
                  </a:lnTo>
                  <a:lnTo>
                    <a:pt x="83233" y="1728195"/>
                  </a:lnTo>
                  <a:lnTo>
                    <a:pt x="84197" y="1726730"/>
                  </a:lnTo>
                  <a:lnTo>
                    <a:pt x="85161" y="1725250"/>
                  </a:lnTo>
                  <a:lnTo>
                    <a:pt x="86125" y="1723763"/>
                  </a:lnTo>
                  <a:lnTo>
                    <a:pt x="87089" y="1722269"/>
                  </a:lnTo>
                  <a:lnTo>
                    <a:pt x="88053" y="1720764"/>
                  </a:lnTo>
                  <a:lnTo>
                    <a:pt x="89017" y="1719252"/>
                  </a:lnTo>
                  <a:lnTo>
                    <a:pt x="89981" y="1717733"/>
                  </a:lnTo>
                  <a:lnTo>
                    <a:pt x="90945" y="1716171"/>
                  </a:lnTo>
                  <a:lnTo>
                    <a:pt x="91909" y="1714559"/>
                  </a:lnTo>
                  <a:lnTo>
                    <a:pt x="92873" y="1712948"/>
                  </a:lnTo>
                  <a:lnTo>
                    <a:pt x="93837" y="1711374"/>
                  </a:lnTo>
                  <a:lnTo>
                    <a:pt x="94801" y="1709750"/>
                  </a:lnTo>
                  <a:lnTo>
                    <a:pt x="95765" y="1708105"/>
                  </a:lnTo>
                  <a:lnTo>
                    <a:pt x="96729" y="1706471"/>
                  </a:lnTo>
                  <a:lnTo>
                    <a:pt x="97693" y="1704925"/>
                  </a:lnTo>
                  <a:lnTo>
                    <a:pt x="98657" y="1703447"/>
                  </a:lnTo>
                  <a:lnTo>
                    <a:pt x="99621" y="1702011"/>
                  </a:lnTo>
                  <a:lnTo>
                    <a:pt x="100585" y="1700628"/>
                  </a:lnTo>
                  <a:lnTo>
                    <a:pt x="101549" y="1699314"/>
                  </a:lnTo>
                  <a:lnTo>
                    <a:pt x="102513" y="1698080"/>
                  </a:lnTo>
                  <a:lnTo>
                    <a:pt x="103477" y="1696969"/>
                  </a:lnTo>
                  <a:lnTo>
                    <a:pt x="104441" y="1695981"/>
                  </a:lnTo>
                  <a:lnTo>
                    <a:pt x="105405" y="1695117"/>
                  </a:lnTo>
                  <a:lnTo>
                    <a:pt x="106369" y="1694348"/>
                  </a:lnTo>
                  <a:lnTo>
                    <a:pt x="107333" y="1693673"/>
                  </a:lnTo>
                  <a:lnTo>
                    <a:pt x="108297" y="1693067"/>
                  </a:lnTo>
                  <a:lnTo>
                    <a:pt x="109261" y="1692530"/>
                  </a:lnTo>
                  <a:lnTo>
                    <a:pt x="110225" y="1692061"/>
                  </a:lnTo>
                  <a:lnTo>
                    <a:pt x="111189" y="1691661"/>
                  </a:lnTo>
                  <a:lnTo>
                    <a:pt x="112153" y="1691329"/>
                  </a:lnTo>
                  <a:lnTo>
                    <a:pt x="113117" y="1691055"/>
                  </a:lnTo>
                  <a:lnTo>
                    <a:pt x="114081" y="1690837"/>
                  </a:lnTo>
                  <a:lnTo>
                    <a:pt x="115045" y="1690648"/>
                  </a:lnTo>
                  <a:lnTo>
                    <a:pt x="116009" y="1690471"/>
                  </a:lnTo>
                  <a:lnTo>
                    <a:pt x="116973" y="1690303"/>
                  </a:lnTo>
                  <a:lnTo>
                    <a:pt x="117937" y="1690144"/>
                  </a:lnTo>
                  <a:lnTo>
                    <a:pt x="118901" y="1689992"/>
                  </a:lnTo>
                  <a:lnTo>
                    <a:pt x="119865" y="1689854"/>
                  </a:lnTo>
                  <a:lnTo>
                    <a:pt x="120829" y="1689728"/>
                  </a:lnTo>
                  <a:lnTo>
                    <a:pt x="121793" y="1689614"/>
                  </a:lnTo>
                  <a:lnTo>
                    <a:pt x="122757" y="1689513"/>
                  </a:lnTo>
                  <a:lnTo>
                    <a:pt x="123721" y="1689425"/>
                  </a:lnTo>
                  <a:lnTo>
                    <a:pt x="124685" y="1689349"/>
                  </a:lnTo>
                  <a:lnTo>
                    <a:pt x="125649" y="1689281"/>
                  </a:lnTo>
                  <a:lnTo>
                    <a:pt x="126613" y="1689222"/>
                  </a:lnTo>
                  <a:lnTo>
                    <a:pt x="127577" y="1689172"/>
                  </a:lnTo>
                  <a:lnTo>
                    <a:pt x="128541" y="1689130"/>
                  </a:lnTo>
                  <a:lnTo>
                    <a:pt x="129505" y="1689096"/>
                  </a:lnTo>
                  <a:lnTo>
                    <a:pt x="130469" y="1689071"/>
                  </a:lnTo>
                  <a:lnTo>
                    <a:pt x="131433" y="1689054"/>
                  </a:lnTo>
                  <a:lnTo>
                    <a:pt x="132397" y="1689045"/>
                  </a:lnTo>
                  <a:lnTo>
                    <a:pt x="133361" y="1689045"/>
                  </a:lnTo>
                  <a:lnTo>
                    <a:pt x="134325" y="1689045"/>
                  </a:lnTo>
                  <a:lnTo>
                    <a:pt x="135289" y="1689045"/>
                  </a:lnTo>
                  <a:lnTo>
                    <a:pt x="136253" y="1689045"/>
                  </a:lnTo>
                  <a:lnTo>
                    <a:pt x="137217" y="1689045"/>
                  </a:lnTo>
                  <a:lnTo>
                    <a:pt x="138181" y="1689045"/>
                  </a:lnTo>
                  <a:lnTo>
                    <a:pt x="139145" y="1689045"/>
                  </a:lnTo>
                  <a:lnTo>
                    <a:pt x="140109" y="1689045"/>
                  </a:lnTo>
                  <a:lnTo>
                    <a:pt x="141073" y="1689045"/>
                  </a:lnTo>
                  <a:lnTo>
                    <a:pt x="142037" y="1689045"/>
                  </a:lnTo>
                  <a:lnTo>
                    <a:pt x="143001" y="1689045"/>
                  </a:lnTo>
                  <a:lnTo>
                    <a:pt x="143965" y="1689045"/>
                  </a:lnTo>
                  <a:lnTo>
                    <a:pt x="144929" y="1689045"/>
                  </a:lnTo>
                  <a:lnTo>
                    <a:pt x="145893" y="1689045"/>
                  </a:lnTo>
                  <a:lnTo>
                    <a:pt x="146857" y="1689045"/>
                  </a:lnTo>
                  <a:lnTo>
                    <a:pt x="147822" y="1689045"/>
                  </a:lnTo>
                  <a:lnTo>
                    <a:pt x="148786" y="1689045"/>
                  </a:lnTo>
                  <a:lnTo>
                    <a:pt x="149750" y="1689045"/>
                  </a:lnTo>
                  <a:lnTo>
                    <a:pt x="150714" y="1689045"/>
                  </a:lnTo>
                  <a:lnTo>
                    <a:pt x="151678" y="1689045"/>
                  </a:lnTo>
                  <a:lnTo>
                    <a:pt x="152642" y="1689045"/>
                  </a:lnTo>
                  <a:lnTo>
                    <a:pt x="153606" y="1689045"/>
                  </a:lnTo>
                  <a:lnTo>
                    <a:pt x="154570" y="1689045"/>
                  </a:lnTo>
                  <a:lnTo>
                    <a:pt x="155534" y="1689045"/>
                  </a:lnTo>
                  <a:lnTo>
                    <a:pt x="156498" y="1689045"/>
                  </a:lnTo>
                  <a:lnTo>
                    <a:pt x="157462" y="1689045"/>
                  </a:lnTo>
                  <a:lnTo>
                    <a:pt x="158426" y="1689045"/>
                  </a:lnTo>
                  <a:lnTo>
                    <a:pt x="159390" y="1689045"/>
                  </a:lnTo>
                  <a:lnTo>
                    <a:pt x="160354" y="1689045"/>
                  </a:lnTo>
                  <a:lnTo>
                    <a:pt x="161318" y="1689045"/>
                  </a:lnTo>
                  <a:lnTo>
                    <a:pt x="162282" y="1689045"/>
                  </a:lnTo>
                  <a:lnTo>
                    <a:pt x="163246" y="1689045"/>
                  </a:lnTo>
                  <a:lnTo>
                    <a:pt x="164210" y="1689045"/>
                  </a:lnTo>
                  <a:lnTo>
                    <a:pt x="165174" y="1689045"/>
                  </a:lnTo>
                  <a:lnTo>
                    <a:pt x="166138" y="1689045"/>
                  </a:lnTo>
                  <a:lnTo>
                    <a:pt x="167102" y="1689045"/>
                  </a:lnTo>
                  <a:lnTo>
                    <a:pt x="168066" y="1689045"/>
                  </a:lnTo>
                  <a:lnTo>
                    <a:pt x="169030" y="1689045"/>
                  </a:lnTo>
                  <a:lnTo>
                    <a:pt x="169994" y="1689045"/>
                  </a:lnTo>
                  <a:lnTo>
                    <a:pt x="170958" y="1689045"/>
                  </a:lnTo>
                  <a:lnTo>
                    <a:pt x="171922" y="1689045"/>
                  </a:lnTo>
                  <a:lnTo>
                    <a:pt x="172886" y="1689045"/>
                  </a:lnTo>
                  <a:lnTo>
                    <a:pt x="173850" y="1689045"/>
                  </a:lnTo>
                  <a:lnTo>
                    <a:pt x="174814" y="1689045"/>
                  </a:lnTo>
                  <a:lnTo>
                    <a:pt x="175778" y="1689045"/>
                  </a:lnTo>
                  <a:lnTo>
                    <a:pt x="176742" y="1689045"/>
                  </a:lnTo>
                  <a:lnTo>
                    <a:pt x="177706" y="1689045"/>
                  </a:lnTo>
                  <a:lnTo>
                    <a:pt x="178670" y="1689045"/>
                  </a:lnTo>
                  <a:lnTo>
                    <a:pt x="179634" y="1689045"/>
                  </a:lnTo>
                  <a:lnTo>
                    <a:pt x="180598" y="1689045"/>
                  </a:lnTo>
                  <a:lnTo>
                    <a:pt x="181562" y="1689045"/>
                  </a:lnTo>
                  <a:lnTo>
                    <a:pt x="182526" y="1689045"/>
                  </a:lnTo>
                  <a:lnTo>
                    <a:pt x="183490" y="1689045"/>
                  </a:lnTo>
                  <a:lnTo>
                    <a:pt x="184454" y="1689045"/>
                  </a:lnTo>
                  <a:lnTo>
                    <a:pt x="185418" y="1689045"/>
                  </a:lnTo>
                  <a:lnTo>
                    <a:pt x="186382" y="1689045"/>
                  </a:lnTo>
                  <a:lnTo>
                    <a:pt x="187346" y="1689045"/>
                  </a:lnTo>
                  <a:lnTo>
                    <a:pt x="188310" y="1689045"/>
                  </a:lnTo>
                  <a:lnTo>
                    <a:pt x="189274" y="1689045"/>
                  </a:lnTo>
                  <a:lnTo>
                    <a:pt x="190238" y="1689045"/>
                  </a:lnTo>
                  <a:lnTo>
                    <a:pt x="191202" y="1689045"/>
                  </a:lnTo>
                  <a:lnTo>
                    <a:pt x="192166" y="1688979"/>
                  </a:lnTo>
                  <a:lnTo>
                    <a:pt x="193130" y="1688842"/>
                  </a:lnTo>
                  <a:lnTo>
                    <a:pt x="194094" y="1688635"/>
                  </a:lnTo>
                  <a:lnTo>
                    <a:pt x="195058" y="1688359"/>
                  </a:lnTo>
                  <a:lnTo>
                    <a:pt x="196022" y="1688012"/>
                  </a:lnTo>
                  <a:lnTo>
                    <a:pt x="196986" y="1687596"/>
                  </a:lnTo>
                  <a:lnTo>
                    <a:pt x="197950" y="1687117"/>
                  </a:lnTo>
                  <a:lnTo>
                    <a:pt x="198914" y="1686578"/>
                  </a:lnTo>
                  <a:lnTo>
                    <a:pt x="199878" y="1685926"/>
                  </a:lnTo>
                  <a:lnTo>
                    <a:pt x="200842" y="1685156"/>
                  </a:lnTo>
                  <a:lnTo>
                    <a:pt x="201806" y="1684268"/>
                  </a:lnTo>
                  <a:lnTo>
                    <a:pt x="202770" y="1683262"/>
                  </a:lnTo>
                  <a:lnTo>
                    <a:pt x="203734" y="1682138"/>
                  </a:lnTo>
                  <a:lnTo>
                    <a:pt x="204698" y="1680896"/>
                  </a:lnTo>
                  <a:lnTo>
                    <a:pt x="205662" y="1679536"/>
                  </a:lnTo>
                  <a:lnTo>
                    <a:pt x="206626" y="1678115"/>
                  </a:lnTo>
                  <a:lnTo>
                    <a:pt x="207590" y="1676637"/>
                  </a:lnTo>
                  <a:lnTo>
                    <a:pt x="208554" y="1675102"/>
                  </a:lnTo>
                  <a:lnTo>
                    <a:pt x="209518" y="1673509"/>
                  </a:lnTo>
                  <a:lnTo>
                    <a:pt x="210482" y="1671859"/>
                  </a:lnTo>
                  <a:lnTo>
                    <a:pt x="211446" y="1670151"/>
                  </a:lnTo>
                  <a:lnTo>
                    <a:pt x="212410" y="1668382"/>
                  </a:lnTo>
                  <a:lnTo>
                    <a:pt x="213374" y="1666551"/>
                  </a:lnTo>
                  <a:lnTo>
                    <a:pt x="214338" y="1664713"/>
                  </a:lnTo>
                  <a:lnTo>
                    <a:pt x="215302" y="1662875"/>
                  </a:lnTo>
                  <a:lnTo>
                    <a:pt x="216266" y="1661037"/>
                  </a:lnTo>
                  <a:lnTo>
                    <a:pt x="217230" y="1659199"/>
                  </a:lnTo>
                  <a:lnTo>
                    <a:pt x="218194" y="1657360"/>
                  </a:lnTo>
                  <a:lnTo>
                    <a:pt x="219158" y="1655522"/>
                  </a:lnTo>
                  <a:lnTo>
                    <a:pt x="220122" y="1653684"/>
                  </a:lnTo>
                  <a:lnTo>
                    <a:pt x="221086" y="1651846"/>
                  </a:lnTo>
                  <a:lnTo>
                    <a:pt x="222050" y="1650007"/>
                  </a:lnTo>
                  <a:lnTo>
                    <a:pt x="223014" y="1648169"/>
                  </a:lnTo>
                  <a:lnTo>
                    <a:pt x="223978" y="1646331"/>
                  </a:lnTo>
                  <a:lnTo>
                    <a:pt x="224942" y="1644493"/>
                  </a:lnTo>
                  <a:lnTo>
                    <a:pt x="225906" y="1642663"/>
                  </a:lnTo>
                  <a:lnTo>
                    <a:pt x="226870" y="1640842"/>
                  </a:lnTo>
                  <a:lnTo>
                    <a:pt x="227834" y="1639029"/>
                  </a:lnTo>
                  <a:lnTo>
                    <a:pt x="228798" y="1637224"/>
                  </a:lnTo>
                  <a:lnTo>
                    <a:pt x="229762" y="1635358"/>
                  </a:lnTo>
                  <a:lnTo>
                    <a:pt x="230726" y="1633379"/>
                  </a:lnTo>
                  <a:lnTo>
                    <a:pt x="231690" y="1631277"/>
                  </a:lnTo>
                  <a:lnTo>
                    <a:pt x="232654" y="1629053"/>
                  </a:lnTo>
                  <a:lnTo>
                    <a:pt x="233618" y="1626707"/>
                  </a:lnTo>
                  <a:lnTo>
                    <a:pt x="234582" y="1624239"/>
                  </a:lnTo>
                  <a:lnTo>
                    <a:pt x="235546" y="1621649"/>
                  </a:lnTo>
                  <a:lnTo>
                    <a:pt x="236510" y="1618921"/>
                  </a:lnTo>
                  <a:lnTo>
                    <a:pt x="237474" y="1616026"/>
                  </a:lnTo>
                  <a:lnTo>
                    <a:pt x="238438" y="1612970"/>
                  </a:lnTo>
                  <a:lnTo>
                    <a:pt x="239402" y="1609759"/>
                  </a:lnTo>
                  <a:lnTo>
                    <a:pt x="240366" y="1606453"/>
                  </a:lnTo>
                  <a:lnTo>
                    <a:pt x="241330" y="1603123"/>
                  </a:lnTo>
                  <a:lnTo>
                    <a:pt x="242294" y="1599771"/>
                  </a:lnTo>
                  <a:lnTo>
                    <a:pt x="243258" y="1596398"/>
                  </a:lnTo>
                  <a:lnTo>
                    <a:pt x="244222" y="1593029"/>
                  </a:lnTo>
                  <a:lnTo>
                    <a:pt x="245186" y="1589690"/>
                  </a:lnTo>
                  <a:lnTo>
                    <a:pt x="246150" y="1586380"/>
                  </a:lnTo>
                  <a:lnTo>
                    <a:pt x="247114" y="1583092"/>
                  </a:lnTo>
                  <a:lnTo>
                    <a:pt x="248078" y="1579875"/>
                  </a:lnTo>
                  <a:lnTo>
                    <a:pt x="249042" y="1576787"/>
                  </a:lnTo>
                  <a:lnTo>
                    <a:pt x="250006" y="1573833"/>
                  </a:lnTo>
                  <a:lnTo>
                    <a:pt x="250970" y="1571029"/>
                  </a:lnTo>
                  <a:lnTo>
                    <a:pt x="251934" y="1568408"/>
                  </a:lnTo>
                  <a:lnTo>
                    <a:pt x="252898" y="1565970"/>
                  </a:lnTo>
                  <a:lnTo>
                    <a:pt x="253862" y="1563711"/>
                  </a:lnTo>
                  <a:lnTo>
                    <a:pt x="254826" y="1561574"/>
                  </a:lnTo>
                  <a:lnTo>
                    <a:pt x="255790" y="1559497"/>
                  </a:lnTo>
                  <a:lnTo>
                    <a:pt x="256754" y="1557483"/>
                  </a:lnTo>
                  <a:lnTo>
                    <a:pt x="257718" y="1555531"/>
                  </a:lnTo>
                  <a:lnTo>
                    <a:pt x="258683" y="1553675"/>
                  </a:lnTo>
                  <a:lnTo>
                    <a:pt x="259647" y="1551946"/>
                  </a:lnTo>
                  <a:lnTo>
                    <a:pt x="260611" y="1550349"/>
                  </a:lnTo>
                  <a:lnTo>
                    <a:pt x="261575" y="1548888"/>
                  </a:lnTo>
                  <a:lnTo>
                    <a:pt x="262539" y="1547508"/>
                  </a:lnTo>
                  <a:lnTo>
                    <a:pt x="263503" y="1546148"/>
                  </a:lnTo>
                  <a:lnTo>
                    <a:pt x="264467" y="1544801"/>
                  </a:lnTo>
                  <a:lnTo>
                    <a:pt x="265431" y="1543455"/>
                  </a:lnTo>
                  <a:lnTo>
                    <a:pt x="266395" y="1542015"/>
                  </a:lnTo>
                  <a:lnTo>
                    <a:pt x="267359" y="1540452"/>
                  </a:lnTo>
                  <a:lnTo>
                    <a:pt x="268323" y="1538742"/>
                  </a:lnTo>
                  <a:lnTo>
                    <a:pt x="269287" y="1536857"/>
                  </a:lnTo>
                  <a:lnTo>
                    <a:pt x="270251" y="1534800"/>
                  </a:lnTo>
                  <a:lnTo>
                    <a:pt x="271215" y="1532541"/>
                  </a:lnTo>
                  <a:lnTo>
                    <a:pt x="272179" y="1530036"/>
                  </a:lnTo>
                  <a:lnTo>
                    <a:pt x="273143" y="1527265"/>
                  </a:lnTo>
                  <a:lnTo>
                    <a:pt x="274107" y="1524218"/>
                  </a:lnTo>
                  <a:lnTo>
                    <a:pt x="275071" y="1520888"/>
                  </a:lnTo>
                  <a:lnTo>
                    <a:pt x="276035" y="1517262"/>
                  </a:lnTo>
                  <a:lnTo>
                    <a:pt x="276999" y="1513322"/>
                  </a:lnTo>
                  <a:lnTo>
                    <a:pt x="277963" y="1509138"/>
                  </a:lnTo>
                  <a:lnTo>
                    <a:pt x="278927" y="1504800"/>
                  </a:lnTo>
                  <a:lnTo>
                    <a:pt x="279891" y="1500369"/>
                  </a:lnTo>
                  <a:lnTo>
                    <a:pt x="280855" y="1495908"/>
                  </a:lnTo>
                  <a:lnTo>
                    <a:pt x="281819" y="1491427"/>
                  </a:lnTo>
                  <a:lnTo>
                    <a:pt x="282783" y="1486910"/>
                  </a:lnTo>
                  <a:lnTo>
                    <a:pt x="283747" y="1482379"/>
                  </a:lnTo>
                  <a:lnTo>
                    <a:pt x="284711" y="1477847"/>
                  </a:lnTo>
                  <a:lnTo>
                    <a:pt x="285675" y="1473384"/>
                  </a:lnTo>
                  <a:lnTo>
                    <a:pt x="286639" y="1469058"/>
                  </a:lnTo>
                  <a:lnTo>
                    <a:pt x="287603" y="1464893"/>
                  </a:lnTo>
                  <a:lnTo>
                    <a:pt x="288567" y="1460878"/>
                  </a:lnTo>
                  <a:lnTo>
                    <a:pt x="289531" y="1456930"/>
                  </a:lnTo>
                  <a:lnTo>
                    <a:pt x="290495" y="1453075"/>
                  </a:lnTo>
                  <a:lnTo>
                    <a:pt x="291459" y="1449331"/>
                  </a:lnTo>
                  <a:lnTo>
                    <a:pt x="292423" y="1445688"/>
                  </a:lnTo>
                  <a:lnTo>
                    <a:pt x="293387" y="1442098"/>
                  </a:lnTo>
                  <a:lnTo>
                    <a:pt x="294351" y="1438523"/>
                  </a:lnTo>
                  <a:lnTo>
                    <a:pt x="295315" y="1434969"/>
                  </a:lnTo>
                  <a:lnTo>
                    <a:pt x="296279" y="1431363"/>
                  </a:lnTo>
                  <a:lnTo>
                    <a:pt x="297243" y="1427605"/>
                  </a:lnTo>
                  <a:lnTo>
                    <a:pt x="298207" y="1423604"/>
                  </a:lnTo>
                  <a:lnTo>
                    <a:pt x="299171" y="1419304"/>
                  </a:lnTo>
                  <a:lnTo>
                    <a:pt x="300135" y="1414573"/>
                  </a:lnTo>
                  <a:lnTo>
                    <a:pt x="301099" y="1409314"/>
                  </a:lnTo>
                  <a:lnTo>
                    <a:pt x="302063" y="1403535"/>
                  </a:lnTo>
                  <a:lnTo>
                    <a:pt x="303027" y="1397196"/>
                  </a:lnTo>
                  <a:lnTo>
                    <a:pt x="303991" y="1390322"/>
                  </a:lnTo>
                  <a:lnTo>
                    <a:pt x="304955" y="1382860"/>
                  </a:lnTo>
                  <a:lnTo>
                    <a:pt x="305919" y="1374765"/>
                  </a:lnTo>
                  <a:lnTo>
                    <a:pt x="306883" y="1365973"/>
                  </a:lnTo>
                  <a:lnTo>
                    <a:pt x="307847" y="1356394"/>
                  </a:lnTo>
                  <a:lnTo>
                    <a:pt x="308811" y="1345953"/>
                  </a:lnTo>
                  <a:lnTo>
                    <a:pt x="309775" y="1334596"/>
                  </a:lnTo>
                  <a:lnTo>
                    <a:pt x="310739" y="1322311"/>
                  </a:lnTo>
                  <a:lnTo>
                    <a:pt x="311703" y="1309176"/>
                  </a:lnTo>
                  <a:lnTo>
                    <a:pt x="312667" y="1295206"/>
                  </a:lnTo>
                  <a:lnTo>
                    <a:pt x="313631" y="1280412"/>
                  </a:lnTo>
                  <a:lnTo>
                    <a:pt x="314595" y="1264901"/>
                  </a:lnTo>
                  <a:lnTo>
                    <a:pt x="315559" y="1248825"/>
                  </a:lnTo>
                  <a:lnTo>
                    <a:pt x="316523" y="1232221"/>
                  </a:lnTo>
                  <a:lnTo>
                    <a:pt x="317487" y="1215133"/>
                  </a:lnTo>
                  <a:lnTo>
                    <a:pt x="318451" y="1197599"/>
                  </a:lnTo>
                  <a:lnTo>
                    <a:pt x="319415" y="1179693"/>
                  </a:lnTo>
                  <a:lnTo>
                    <a:pt x="320379" y="1161522"/>
                  </a:lnTo>
                  <a:lnTo>
                    <a:pt x="321343" y="1143155"/>
                  </a:lnTo>
                  <a:lnTo>
                    <a:pt x="322307" y="1124650"/>
                  </a:lnTo>
                  <a:lnTo>
                    <a:pt x="323271" y="1106077"/>
                  </a:lnTo>
                  <a:lnTo>
                    <a:pt x="324235" y="1087531"/>
                  </a:lnTo>
                  <a:lnTo>
                    <a:pt x="325199" y="1069099"/>
                  </a:lnTo>
                  <a:lnTo>
                    <a:pt x="326163" y="1050819"/>
                  </a:lnTo>
                  <a:lnTo>
                    <a:pt x="327127" y="1032693"/>
                  </a:lnTo>
                  <a:lnTo>
                    <a:pt x="328091" y="1014733"/>
                  </a:lnTo>
                  <a:lnTo>
                    <a:pt x="329055" y="996952"/>
                  </a:lnTo>
                  <a:lnTo>
                    <a:pt x="330019" y="979385"/>
                  </a:lnTo>
                  <a:lnTo>
                    <a:pt x="330983" y="962125"/>
                  </a:lnTo>
                  <a:lnTo>
                    <a:pt x="331947" y="945165"/>
                  </a:lnTo>
                  <a:lnTo>
                    <a:pt x="332911" y="928517"/>
                  </a:lnTo>
                  <a:lnTo>
                    <a:pt x="333875" y="912140"/>
                  </a:lnTo>
                  <a:lnTo>
                    <a:pt x="334839" y="895918"/>
                  </a:lnTo>
                  <a:lnTo>
                    <a:pt x="335803" y="879754"/>
                  </a:lnTo>
                  <a:lnTo>
                    <a:pt x="336767" y="863606"/>
                  </a:lnTo>
                  <a:lnTo>
                    <a:pt x="337731" y="847476"/>
                  </a:lnTo>
                  <a:lnTo>
                    <a:pt x="338695" y="831370"/>
                  </a:lnTo>
                  <a:lnTo>
                    <a:pt x="339659" y="815242"/>
                  </a:lnTo>
                  <a:lnTo>
                    <a:pt x="340623" y="799056"/>
                  </a:lnTo>
                  <a:lnTo>
                    <a:pt x="341587" y="782810"/>
                  </a:lnTo>
                  <a:lnTo>
                    <a:pt x="342551" y="766527"/>
                  </a:lnTo>
                  <a:lnTo>
                    <a:pt x="343515" y="750238"/>
                  </a:lnTo>
                  <a:lnTo>
                    <a:pt x="344479" y="733953"/>
                  </a:lnTo>
                  <a:lnTo>
                    <a:pt x="345443" y="717776"/>
                  </a:lnTo>
                  <a:lnTo>
                    <a:pt x="346407" y="701881"/>
                  </a:lnTo>
                  <a:lnTo>
                    <a:pt x="347371" y="686399"/>
                  </a:lnTo>
                  <a:lnTo>
                    <a:pt x="348335" y="671449"/>
                  </a:lnTo>
                  <a:lnTo>
                    <a:pt x="349299" y="657195"/>
                  </a:lnTo>
                  <a:lnTo>
                    <a:pt x="350263" y="643683"/>
                  </a:lnTo>
                  <a:lnTo>
                    <a:pt x="351227" y="630904"/>
                  </a:lnTo>
                  <a:lnTo>
                    <a:pt x="352191" y="618907"/>
                  </a:lnTo>
                  <a:lnTo>
                    <a:pt x="353155" y="607758"/>
                  </a:lnTo>
                  <a:lnTo>
                    <a:pt x="354119" y="597527"/>
                  </a:lnTo>
                  <a:lnTo>
                    <a:pt x="355083" y="588270"/>
                  </a:lnTo>
                  <a:lnTo>
                    <a:pt x="356047" y="580061"/>
                  </a:lnTo>
                  <a:lnTo>
                    <a:pt x="357011" y="573018"/>
                  </a:lnTo>
                  <a:lnTo>
                    <a:pt x="357975" y="567220"/>
                  </a:lnTo>
                  <a:lnTo>
                    <a:pt x="358939" y="562766"/>
                  </a:lnTo>
                  <a:lnTo>
                    <a:pt x="359903" y="559670"/>
                  </a:lnTo>
                  <a:lnTo>
                    <a:pt x="360867" y="557902"/>
                  </a:lnTo>
                  <a:lnTo>
                    <a:pt x="361831" y="557416"/>
                  </a:lnTo>
                  <a:lnTo>
                    <a:pt x="362795" y="558230"/>
                  </a:lnTo>
                  <a:lnTo>
                    <a:pt x="363759" y="560216"/>
                  </a:lnTo>
                  <a:lnTo>
                    <a:pt x="364723" y="563334"/>
                  </a:lnTo>
                  <a:lnTo>
                    <a:pt x="365687" y="567660"/>
                  </a:lnTo>
                  <a:lnTo>
                    <a:pt x="366651" y="573216"/>
                  </a:lnTo>
                  <a:lnTo>
                    <a:pt x="367615" y="579963"/>
                  </a:lnTo>
                  <a:lnTo>
                    <a:pt x="368579" y="587803"/>
                  </a:lnTo>
                  <a:lnTo>
                    <a:pt x="369543" y="596692"/>
                  </a:lnTo>
                  <a:lnTo>
                    <a:pt x="370508" y="606568"/>
                  </a:lnTo>
                  <a:lnTo>
                    <a:pt x="371472" y="617308"/>
                  </a:lnTo>
                  <a:lnTo>
                    <a:pt x="372436" y="628767"/>
                  </a:lnTo>
                  <a:lnTo>
                    <a:pt x="373400" y="640792"/>
                  </a:lnTo>
                  <a:lnTo>
                    <a:pt x="374364" y="653280"/>
                  </a:lnTo>
                  <a:lnTo>
                    <a:pt x="375328" y="666160"/>
                  </a:lnTo>
                  <a:lnTo>
                    <a:pt x="376292" y="679428"/>
                  </a:lnTo>
                  <a:lnTo>
                    <a:pt x="377256" y="692974"/>
                  </a:lnTo>
                  <a:lnTo>
                    <a:pt x="378220" y="706649"/>
                  </a:lnTo>
                  <a:lnTo>
                    <a:pt x="379184" y="720270"/>
                  </a:lnTo>
                  <a:lnTo>
                    <a:pt x="380148" y="733708"/>
                  </a:lnTo>
                  <a:lnTo>
                    <a:pt x="381112" y="746898"/>
                  </a:lnTo>
                  <a:lnTo>
                    <a:pt x="382076" y="759796"/>
                  </a:lnTo>
                  <a:lnTo>
                    <a:pt x="383040" y="772429"/>
                  </a:lnTo>
                  <a:lnTo>
                    <a:pt x="384004" y="784876"/>
                  </a:lnTo>
                  <a:lnTo>
                    <a:pt x="384968" y="797289"/>
                  </a:lnTo>
                  <a:lnTo>
                    <a:pt x="385932" y="809694"/>
                  </a:lnTo>
                  <a:lnTo>
                    <a:pt x="386896" y="822148"/>
                  </a:lnTo>
                  <a:lnTo>
                    <a:pt x="387860" y="834604"/>
                  </a:lnTo>
                  <a:lnTo>
                    <a:pt x="388824" y="847063"/>
                  </a:lnTo>
                  <a:lnTo>
                    <a:pt x="389788" y="859567"/>
                  </a:lnTo>
                  <a:lnTo>
                    <a:pt x="390752" y="872166"/>
                  </a:lnTo>
                  <a:lnTo>
                    <a:pt x="391716" y="884820"/>
                  </a:lnTo>
                  <a:lnTo>
                    <a:pt x="392680" y="897535"/>
                  </a:lnTo>
                  <a:lnTo>
                    <a:pt x="393644" y="910294"/>
                  </a:lnTo>
                  <a:lnTo>
                    <a:pt x="394608" y="923031"/>
                  </a:lnTo>
                  <a:lnTo>
                    <a:pt x="395572" y="935629"/>
                  </a:lnTo>
                  <a:lnTo>
                    <a:pt x="396536" y="948058"/>
                  </a:lnTo>
                  <a:lnTo>
                    <a:pt x="397500" y="960284"/>
                  </a:lnTo>
                  <a:lnTo>
                    <a:pt x="398464" y="972260"/>
                  </a:lnTo>
                  <a:lnTo>
                    <a:pt x="399428" y="983978"/>
                  </a:lnTo>
                  <a:lnTo>
                    <a:pt x="400392" y="995468"/>
                  </a:lnTo>
                  <a:lnTo>
                    <a:pt x="401356" y="1006706"/>
                  </a:lnTo>
                  <a:lnTo>
                    <a:pt x="402320" y="1017692"/>
                  </a:lnTo>
                  <a:lnTo>
                    <a:pt x="403284" y="1028424"/>
                  </a:lnTo>
                  <a:lnTo>
                    <a:pt x="404248" y="1038890"/>
                  </a:lnTo>
                  <a:lnTo>
                    <a:pt x="405212" y="1049018"/>
                  </a:lnTo>
                  <a:lnTo>
                    <a:pt x="406176" y="1058705"/>
                  </a:lnTo>
                  <a:lnTo>
                    <a:pt x="407140" y="1067960"/>
                  </a:lnTo>
                  <a:lnTo>
                    <a:pt x="408104" y="1076697"/>
                  </a:lnTo>
                  <a:lnTo>
                    <a:pt x="409068" y="1084909"/>
                  </a:lnTo>
                  <a:lnTo>
                    <a:pt x="410032" y="1092660"/>
                  </a:lnTo>
                  <a:lnTo>
                    <a:pt x="410996" y="1099980"/>
                  </a:lnTo>
                  <a:lnTo>
                    <a:pt x="411960" y="1106861"/>
                  </a:lnTo>
                  <a:lnTo>
                    <a:pt x="412924" y="1113357"/>
                  </a:lnTo>
                  <a:lnTo>
                    <a:pt x="413888" y="1119409"/>
                  </a:lnTo>
                  <a:lnTo>
                    <a:pt x="414852" y="1124909"/>
                  </a:lnTo>
                  <a:lnTo>
                    <a:pt x="415816" y="1129767"/>
                  </a:lnTo>
                  <a:lnTo>
                    <a:pt x="416780" y="1134017"/>
                  </a:lnTo>
                  <a:lnTo>
                    <a:pt x="417744" y="1137638"/>
                  </a:lnTo>
                  <a:lnTo>
                    <a:pt x="418708" y="1140599"/>
                  </a:lnTo>
                  <a:lnTo>
                    <a:pt x="419672" y="1142929"/>
                  </a:lnTo>
                  <a:lnTo>
                    <a:pt x="420636" y="1144747"/>
                  </a:lnTo>
                  <a:lnTo>
                    <a:pt x="421600" y="1146148"/>
                  </a:lnTo>
                  <a:lnTo>
                    <a:pt x="422564" y="1147169"/>
                  </a:lnTo>
                  <a:lnTo>
                    <a:pt x="423528" y="1147860"/>
                  </a:lnTo>
                  <a:lnTo>
                    <a:pt x="424492" y="1148137"/>
                  </a:lnTo>
                  <a:lnTo>
                    <a:pt x="425456" y="1147909"/>
                  </a:lnTo>
                  <a:lnTo>
                    <a:pt x="426420" y="1147286"/>
                  </a:lnTo>
                  <a:lnTo>
                    <a:pt x="427384" y="1146355"/>
                  </a:lnTo>
                  <a:lnTo>
                    <a:pt x="428348" y="1145260"/>
                  </a:lnTo>
                  <a:lnTo>
                    <a:pt x="429312" y="1144105"/>
                  </a:lnTo>
                  <a:lnTo>
                    <a:pt x="430276" y="1143002"/>
                  </a:lnTo>
                  <a:lnTo>
                    <a:pt x="431240" y="1141980"/>
                  </a:lnTo>
                  <a:lnTo>
                    <a:pt x="432204" y="1141032"/>
                  </a:lnTo>
                  <a:lnTo>
                    <a:pt x="433168" y="1140070"/>
                  </a:lnTo>
                  <a:lnTo>
                    <a:pt x="434132" y="1139014"/>
                  </a:lnTo>
                  <a:lnTo>
                    <a:pt x="435096" y="1137770"/>
                  </a:lnTo>
                  <a:lnTo>
                    <a:pt x="436060" y="1136329"/>
                  </a:lnTo>
                  <a:lnTo>
                    <a:pt x="437024" y="1134801"/>
                  </a:lnTo>
                  <a:lnTo>
                    <a:pt x="437988" y="1133199"/>
                  </a:lnTo>
                  <a:lnTo>
                    <a:pt x="438952" y="1131501"/>
                  </a:lnTo>
                  <a:lnTo>
                    <a:pt x="439916" y="1129698"/>
                  </a:lnTo>
                  <a:lnTo>
                    <a:pt x="440880" y="1127876"/>
                  </a:lnTo>
                  <a:lnTo>
                    <a:pt x="441844" y="1126102"/>
                  </a:lnTo>
                  <a:lnTo>
                    <a:pt x="442808" y="1124380"/>
                  </a:lnTo>
                  <a:lnTo>
                    <a:pt x="443772" y="1122732"/>
                  </a:lnTo>
                  <a:lnTo>
                    <a:pt x="444736" y="1121153"/>
                  </a:lnTo>
                  <a:lnTo>
                    <a:pt x="445700" y="1119602"/>
                  </a:lnTo>
                  <a:lnTo>
                    <a:pt x="446664" y="1118064"/>
                  </a:lnTo>
                  <a:lnTo>
                    <a:pt x="447628" y="1116620"/>
                  </a:lnTo>
                  <a:lnTo>
                    <a:pt x="448592" y="1115338"/>
                  </a:lnTo>
                  <a:lnTo>
                    <a:pt x="449556" y="1114247"/>
                  </a:lnTo>
                  <a:lnTo>
                    <a:pt x="450520" y="1113393"/>
                  </a:lnTo>
                  <a:lnTo>
                    <a:pt x="451484" y="1112820"/>
                  </a:lnTo>
                  <a:lnTo>
                    <a:pt x="452448" y="1112523"/>
                  </a:lnTo>
                  <a:lnTo>
                    <a:pt x="453412" y="1112541"/>
                  </a:lnTo>
                  <a:lnTo>
                    <a:pt x="454376" y="1112995"/>
                  </a:lnTo>
                  <a:lnTo>
                    <a:pt x="455340" y="1113739"/>
                  </a:lnTo>
                  <a:lnTo>
                    <a:pt x="456304" y="1114686"/>
                  </a:lnTo>
                  <a:lnTo>
                    <a:pt x="457268" y="1115871"/>
                  </a:lnTo>
                  <a:lnTo>
                    <a:pt x="458232" y="1117281"/>
                  </a:lnTo>
                  <a:lnTo>
                    <a:pt x="459196" y="1118815"/>
                  </a:lnTo>
                  <a:lnTo>
                    <a:pt x="460160" y="1120427"/>
                  </a:lnTo>
                  <a:lnTo>
                    <a:pt x="461124" y="1122051"/>
                  </a:lnTo>
                  <a:lnTo>
                    <a:pt x="462088" y="1123600"/>
                  </a:lnTo>
                  <a:lnTo>
                    <a:pt x="463052" y="1125062"/>
                  </a:lnTo>
                  <a:lnTo>
                    <a:pt x="464016" y="1126497"/>
                  </a:lnTo>
                  <a:lnTo>
                    <a:pt x="464980" y="1127904"/>
                  </a:lnTo>
                  <a:lnTo>
                    <a:pt x="465944" y="1129211"/>
                  </a:lnTo>
                  <a:lnTo>
                    <a:pt x="466908" y="1130448"/>
                  </a:lnTo>
                  <a:lnTo>
                    <a:pt x="467872" y="1131604"/>
                  </a:lnTo>
                  <a:lnTo>
                    <a:pt x="468836" y="1132593"/>
                  </a:lnTo>
                  <a:lnTo>
                    <a:pt x="469800" y="1133421"/>
                  </a:lnTo>
                  <a:lnTo>
                    <a:pt x="470764" y="1134135"/>
                  </a:lnTo>
                  <a:lnTo>
                    <a:pt x="471728" y="1134757"/>
                  </a:lnTo>
                  <a:lnTo>
                    <a:pt x="472692" y="1135246"/>
                  </a:lnTo>
                  <a:lnTo>
                    <a:pt x="473656" y="1135755"/>
                  </a:lnTo>
                  <a:lnTo>
                    <a:pt x="474620" y="1136333"/>
                  </a:lnTo>
                  <a:lnTo>
                    <a:pt x="475584" y="1136997"/>
                  </a:lnTo>
                  <a:lnTo>
                    <a:pt x="476548" y="1137759"/>
                  </a:lnTo>
                  <a:lnTo>
                    <a:pt x="477512" y="1138530"/>
                  </a:lnTo>
                  <a:lnTo>
                    <a:pt x="478476" y="1139218"/>
                  </a:lnTo>
                  <a:lnTo>
                    <a:pt x="479440" y="1139807"/>
                  </a:lnTo>
                  <a:lnTo>
                    <a:pt x="480404" y="1140307"/>
                  </a:lnTo>
                  <a:lnTo>
                    <a:pt x="481369" y="1140680"/>
                  </a:lnTo>
                  <a:lnTo>
                    <a:pt x="482333" y="1141013"/>
                  </a:lnTo>
                  <a:lnTo>
                    <a:pt x="483297" y="1141344"/>
                  </a:lnTo>
                  <a:lnTo>
                    <a:pt x="484261" y="1141779"/>
                  </a:lnTo>
                  <a:lnTo>
                    <a:pt x="485225" y="1142195"/>
                  </a:lnTo>
                  <a:lnTo>
                    <a:pt x="486189" y="1142561"/>
                  </a:lnTo>
                  <a:lnTo>
                    <a:pt x="487153" y="1142878"/>
                  </a:lnTo>
                  <a:lnTo>
                    <a:pt x="488117" y="1143153"/>
                  </a:lnTo>
                  <a:lnTo>
                    <a:pt x="489081" y="1143333"/>
                  </a:lnTo>
                  <a:lnTo>
                    <a:pt x="490045" y="1143309"/>
                  </a:lnTo>
                  <a:lnTo>
                    <a:pt x="491009" y="1143012"/>
                  </a:lnTo>
                  <a:lnTo>
                    <a:pt x="491973" y="1142442"/>
                  </a:lnTo>
                  <a:lnTo>
                    <a:pt x="492937" y="1141563"/>
                  </a:lnTo>
                  <a:lnTo>
                    <a:pt x="493901" y="1140363"/>
                  </a:lnTo>
                  <a:lnTo>
                    <a:pt x="494865" y="1138883"/>
                  </a:lnTo>
                  <a:lnTo>
                    <a:pt x="495829" y="1137140"/>
                  </a:lnTo>
                  <a:lnTo>
                    <a:pt x="496793" y="1134982"/>
                  </a:lnTo>
                  <a:lnTo>
                    <a:pt x="497757" y="1132307"/>
                  </a:lnTo>
                  <a:lnTo>
                    <a:pt x="498721" y="1129001"/>
                  </a:lnTo>
                  <a:lnTo>
                    <a:pt x="499685" y="1124950"/>
                  </a:lnTo>
                  <a:lnTo>
                    <a:pt x="500649" y="1120063"/>
                  </a:lnTo>
                  <a:lnTo>
                    <a:pt x="501613" y="1114326"/>
                  </a:lnTo>
                  <a:lnTo>
                    <a:pt x="502577" y="1107668"/>
                  </a:lnTo>
                  <a:lnTo>
                    <a:pt x="503541" y="1100139"/>
                  </a:lnTo>
                  <a:lnTo>
                    <a:pt x="504505" y="1091993"/>
                  </a:lnTo>
                  <a:lnTo>
                    <a:pt x="505469" y="1083221"/>
                  </a:lnTo>
                  <a:lnTo>
                    <a:pt x="506433" y="1073835"/>
                  </a:lnTo>
                  <a:lnTo>
                    <a:pt x="507397" y="1063910"/>
                  </a:lnTo>
                  <a:lnTo>
                    <a:pt x="508361" y="1053552"/>
                  </a:lnTo>
                  <a:lnTo>
                    <a:pt x="509325" y="1042870"/>
                  </a:lnTo>
                  <a:lnTo>
                    <a:pt x="510289" y="1031911"/>
                  </a:lnTo>
                  <a:lnTo>
                    <a:pt x="511253" y="1020809"/>
                  </a:lnTo>
                  <a:lnTo>
                    <a:pt x="512217" y="1009666"/>
                  </a:lnTo>
                  <a:lnTo>
                    <a:pt x="513181" y="998479"/>
                  </a:lnTo>
                  <a:lnTo>
                    <a:pt x="514145" y="987385"/>
                  </a:lnTo>
                  <a:lnTo>
                    <a:pt x="515109" y="976482"/>
                  </a:lnTo>
                  <a:lnTo>
                    <a:pt x="516073" y="965846"/>
                  </a:lnTo>
                  <a:lnTo>
                    <a:pt x="517037" y="955520"/>
                  </a:lnTo>
                  <a:lnTo>
                    <a:pt x="518001" y="945533"/>
                  </a:lnTo>
                  <a:lnTo>
                    <a:pt x="518965" y="935820"/>
                  </a:lnTo>
                  <a:lnTo>
                    <a:pt x="519929" y="926351"/>
                  </a:lnTo>
                  <a:lnTo>
                    <a:pt x="520893" y="917178"/>
                  </a:lnTo>
                  <a:lnTo>
                    <a:pt x="521857" y="908314"/>
                  </a:lnTo>
                  <a:lnTo>
                    <a:pt x="522821" y="899699"/>
                  </a:lnTo>
                  <a:lnTo>
                    <a:pt x="523785" y="891303"/>
                  </a:lnTo>
                  <a:lnTo>
                    <a:pt x="524749" y="883132"/>
                  </a:lnTo>
                  <a:lnTo>
                    <a:pt x="525713" y="875257"/>
                  </a:lnTo>
                  <a:lnTo>
                    <a:pt x="526677" y="867728"/>
                  </a:lnTo>
                  <a:lnTo>
                    <a:pt x="527641" y="860584"/>
                  </a:lnTo>
                  <a:lnTo>
                    <a:pt x="528605" y="853788"/>
                  </a:lnTo>
                  <a:lnTo>
                    <a:pt x="529569" y="847348"/>
                  </a:lnTo>
                  <a:lnTo>
                    <a:pt x="530533" y="841291"/>
                  </a:lnTo>
                  <a:lnTo>
                    <a:pt x="531497" y="835612"/>
                  </a:lnTo>
                  <a:lnTo>
                    <a:pt x="532461" y="830194"/>
                  </a:lnTo>
                  <a:lnTo>
                    <a:pt x="533425" y="824983"/>
                  </a:lnTo>
                  <a:lnTo>
                    <a:pt x="534389" y="820043"/>
                  </a:lnTo>
                  <a:lnTo>
                    <a:pt x="535353" y="815306"/>
                  </a:lnTo>
                  <a:lnTo>
                    <a:pt x="536317" y="810783"/>
                  </a:lnTo>
                  <a:lnTo>
                    <a:pt x="537281" y="806510"/>
                  </a:lnTo>
                  <a:lnTo>
                    <a:pt x="538245" y="802501"/>
                  </a:lnTo>
                  <a:lnTo>
                    <a:pt x="539209" y="798799"/>
                  </a:lnTo>
                  <a:lnTo>
                    <a:pt x="540173" y="795333"/>
                  </a:lnTo>
                  <a:lnTo>
                    <a:pt x="541137" y="792122"/>
                  </a:lnTo>
                  <a:lnTo>
                    <a:pt x="542101" y="789237"/>
                  </a:lnTo>
                  <a:lnTo>
                    <a:pt x="543065" y="786670"/>
                  </a:lnTo>
                  <a:lnTo>
                    <a:pt x="544029" y="784364"/>
                  </a:lnTo>
                  <a:lnTo>
                    <a:pt x="544993" y="782313"/>
                  </a:lnTo>
                  <a:lnTo>
                    <a:pt x="545957" y="780663"/>
                  </a:lnTo>
                  <a:lnTo>
                    <a:pt x="546921" y="779530"/>
                  </a:lnTo>
                  <a:lnTo>
                    <a:pt x="547885" y="779028"/>
                  </a:lnTo>
                  <a:lnTo>
                    <a:pt x="548849" y="779263"/>
                  </a:lnTo>
                  <a:lnTo>
                    <a:pt x="549813" y="780299"/>
                  </a:lnTo>
                  <a:lnTo>
                    <a:pt x="550777" y="782167"/>
                  </a:lnTo>
                  <a:lnTo>
                    <a:pt x="551741" y="784865"/>
                  </a:lnTo>
                  <a:lnTo>
                    <a:pt x="552705" y="788274"/>
                  </a:lnTo>
                  <a:lnTo>
                    <a:pt x="553669" y="792394"/>
                  </a:lnTo>
                  <a:lnTo>
                    <a:pt x="554633" y="797342"/>
                  </a:lnTo>
                  <a:lnTo>
                    <a:pt x="555597" y="803127"/>
                  </a:lnTo>
                  <a:lnTo>
                    <a:pt x="556561" y="809669"/>
                  </a:lnTo>
                  <a:lnTo>
                    <a:pt x="557525" y="816885"/>
                  </a:lnTo>
                  <a:lnTo>
                    <a:pt x="558489" y="824752"/>
                  </a:lnTo>
                  <a:lnTo>
                    <a:pt x="559453" y="833220"/>
                  </a:lnTo>
                  <a:lnTo>
                    <a:pt x="560417" y="842158"/>
                  </a:lnTo>
                  <a:lnTo>
                    <a:pt x="561381" y="851546"/>
                  </a:lnTo>
                  <a:lnTo>
                    <a:pt x="562345" y="861354"/>
                  </a:lnTo>
                  <a:lnTo>
                    <a:pt x="563309" y="871370"/>
                  </a:lnTo>
                  <a:lnTo>
                    <a:pt x="564273" y="881485"/>
                  </a:lnTo>
                  <a:lnTo>
                    <a:pt x="565237" y="891532"/>
                  </a:lnTo>
                  <a:lnTo>
                    <a:pt x="566201" y="901476"/>
                  </a:lnTo>
                  <a:lnTo>
                    <a:pt x="567165" y="911382"/>
                  </a:lnTo>
                  <a:lnTo>
                    <a:pt x="568129" y="921233"/>
                  </a:lnTo>
                  <a:lnTo>
                    <a:pt x="569093" y="930980"/>
                  </a:lnTo>
                  <a:lnTo>
                    <a:pt x="570057" y="940573"/>
                  </a:lnTo>
                  <a:lnTo>
                    <a:pt x="571021" y="950007"/>
                  </a:lnTo>
                  <a:lnTo>
                    <a:pt x="571985" y="959264"/>
                  </a:lnTo>
                  <a:lnTo>
                    <a:pt x="572949" y="968329"/>
                  </a:lnTo>
                  <a:lnTo>
                    <a:pt x="573913" y="977139"/>
                  </a:lnTo>
                  <a:lnTo>
                    <a:pt x="574877" y="985630"/>
                  </a:lnTo>
                  <a:lnTo>
                    <a:pt x="575841" y="993726"/>
                  </a:lnTo>
                  <a:lnTo>
                    <a:pt x="576805" y="1001410"/>
                  </a:lnTo>
                  <a:lnTo>
                    <a:pt x="577769" y="1008694"/>
                  </a:lnTo>
                  <a:lnTo>
                    <a:pt x="578733" y="1015550"/>
                  </a:lnTo>
                  <a:lnTo>
                    <a:pt x="579697" y="1021979"/>
                  </a:lnTo>
                  <a:lnTo>
                    <a:pt x="580661" y="1028031"/>
                  </a:lnTo>
                  <a:lnTo>
                    <a:pt x="581625" y="1033848"/>
                  </a:lnTo>
                  <a:lnTo>
                    <a:pt x="582589" y="1039446"/>
                  </a:lnTo>
                  <a:lnTo>
                    <a:pt x="583553" y="1044863"/>
                  </a:lnTo>
                  <a:lnTo>
                    <a:pt x="584517" y="1050114"/>
                  </a:lnTo>
                  <a:lnTo>
                    <a:pt x="585481" y="1055155"/>
                  </a:lnTo>
                  <a:lnTo>
                    <a:pt x="586445" y="1059966"/>
                  </a:lnTo>
                  <a:lnTo>
                    <a:pt x="587409" y="1064567"/>
                  </a:lnTo>
                  <a:lnTo>
                    <a:pt x="588373" y="1068949"/>
                  </a:lnTo>
                  <a:lnTo>
                    <a:pt x="589337" y="1073181"/>
                  </a:lnTo>
                  <a:lnTo>
                    <a:pt x="590301" y="1077350"/>
                  </a:lnTo>
                  <a:lnTo>
                    <a:pt x="591265" y="1081420"/>
                  </a:lnTo>
                  <a:lnTo>
                    <a:pt x="592230" y="1085460"/>
                  </a:lnTo>
                  <a:lnTo>
                    <a:pt x="593194" y="1089467"/>
                  </a:lnTo>
                  <a:lnTo>
                    <a:pt x="594158" y="1093353"/>
                  </a:lnTo>
                  <a:lnTo>
                    <a:pt x="595122" y="1097017"/>
                  </a:lnTo>
                  <a:lnTo>
                    <a:pt x="596086" y="1100342"/>
                  </a:lnTo>
                  <a:lnTo>
                    <a:pt x="597050" y="1103257"/>
                  </a:lnTo>
                  <a:lnTo>
                    <a:pt x="598014" y="1105687"/>
                  </a:lnTo>
                  <a:lnTo>
                    <a:pt x="598978" y="1107599"/>
                  </a:lnTo>
                  <a:lnTo>
                    <a:pt x="599942" y="1108994"/>
                  </a:lnTo>
                  <a:lnTo>
                    <a:pt x="600906" y="1109893"/>
                  </a:lnTo>
                  <a:lnTo>
                    <a:pt x="601870" y="1110292"/>
                  </a:lnTo>
                  <a:lnTo>
                    <a:pt x="602834" y="1110035"/>
                  </a:lnTo>
                  <a:lnTo>
                    <a:pt x="603798" y="1109031"/>
                  </a:lnTo>
                  <a:lnTo>
                    <a:pt x="604762" y="1107238"/>
                  </a:lnTo>
                  <a:lnTo>
                    <a:pt x="605726" y="1104624"/>
                  </a:lnTo>
                  <a:lnTo>
                    <a:pt x="606690" y="1101169"/>
                  </a:lnTo>
                  <a:lnTo>
                    <a:pt x="607654" y="1096869"/>
                  </a:lnTo>
                  <a:lnTo>
                    <a:pt x="608618" y="1091821"/>
                  </a:lnTo>
                  <a:lnTo>
                    <a:pt x="609582" y="1086014"/>
                  </a:lnTo>
                  <a:lnTo>
                    <a:pt x="610546" y="1079322"/>
                  </a:lnTo>
                  <a:lnTo>
                    <a:pt x="611510" y="1071823"/>
                  </a:lnTo>
                  <a:lnTo>
                    <a:pt x="612474" y="1063710"/>
                  </a:lnTo>
                  <a:lnTo>
                    <a:pt x="613438" y="1055147"/>
                  </a:lnTo>
                  <a:lnTo>
                    <a:pt x="614402" y="1046211"/>
                  </a:lnTo>
                  <a:lnTo>
                    <a:pt x="615366" y="1036877"/>
                  </a:lnTo>
                  <a:lnTo>
                    <a:pt x="616330" y="1027155"/>
                  </a:lnTo>
                  <a:lnTo>
                    <a:pt x="617294" y="1017080"/>
                  </a:lnTo>
                  <a:lnTo>
                    <a:pt x="618258" y="1006649"/>
                  </a:lnTo>
                  <a:lnTo>
                    <a:pt x="619222" y="995897"/>
                  </a:lnTo>
                  <a:lnTo>
                    <a:pt x="620186" y="984906"/>
                  </a:lnTo>
                  <a:lnTo>
                    <a:pt x="621150" y="973725"/>
                  </a:lnTo>
                  <a:lnTo>
                    <a:pt x="622114" y="962298"/>
                  </a:lnTo>
                  <a:lnTo>
                    <a:pt x="623078" y="950617"/>
                  </a:lnTo>
                  <a:lnTo>
                    <a:pt x="624042" y="938708"/>
                  </a:lnTo>
                  <a:lnTo>
                    <a:pt x="625006" y="926657"/>
                  </a:lnTo>
                  <a:lnTo>
                    <a:pt x="625970" y="914488"/>
                  </a:lnTo>
                  <a:lnTo>
                    <a:pt x="626934" y="902218"/>
                  </a:lnTo>
                  <a:lnTo>
                    <a:pt x="627898" y="889855"/>
                  </a:lnTo>
                  <a:lnTo>
                    <a:pt x="628862" y="877439"/>
                  </a:lnTo>
                  <a:lnTo>
                    <a:pt x="629826" y="864919"/>
                  </a:lnTo>
                  <a:lnTo>
                    <a:pt x="630790" y="852210"/>
                  </a:lnTo>
                  <a:lnTo>
                    <a:pt x="631754" y="839356"/>
                  </a:lnTo>
                  <a:lnTo>
                    <a:pt x="632718" y="826344"/>
                  </a:lnTo>
                  <a:lnTo>
                    <a:pt x="633682" y="813210"/>
                  </a:lnTo>
                  <a:lnTo>
                    <a:pt x="634646" y="799951"/>
                  </a:lnTo>
                  <a:lnTo>
                    <a:pt x="635610" y="786508"/>
                  </a:lnTo>
                  <a:lnTo>
                    <a:pt x="636574" y="773007"/>
                  </a:lnTo>
                  <a:lnTo>
                    <a:pt x="637538" y="759514"/>
                  </a:lnTo>
                  <a:lnTo>
                    <a:pt x="638502" y="745968"/>
                  </a:lnTo>
                  <a:lnTo>
                    <a:pt x="639466" y="732326"/>
                  </a:lnTo>
                  <a:lnTo>
                    <a:pt x="640430" y="718571"/>
                  </a:lnTo>
                  <a:lnTo>
                    <a:pt x="641394" y="704702"/>
                  </a:lnTo>
                  <a:lnTo>
                    <a:pt x="642358" y="690779"/>
                  </a:lnTo>
                  <a:lnTo>
                    <a:pt x="643322" y="676830"/>
                  </a:lnTo>
                  <a:lnTo>
                    <a:pt x="644286" y="662892"/>
                  </a:lnTo>
                  <a:lnTo>
                    <a:pt x="645250" y="649087"/>
                  </a:lnTo>
                  <a:lnTo>
                    <a:pt x="646214" y="635445"/>
                  </a:lnTo>
                  <a:lnTo>
                    <a:pt x="647178" y="622046"/>
                  </a:lnTo>
                  <a:lnTo>
                    <a:pt x="648142" y="608907"/>
                  </a:lnTo>
                  <a:lnTo>
                    <a:pt x="649106" y="596013"/>
                  </a:lnTo>
                  <a:lnTo>
                    <a:pt x="650070" y="583373"/>
                  </a:lnTo>
                  <a:lnTo>
                    <a:pt x="651034" y="571016"/>
                  </a:lnTo>
                  <a:lnTo>
                    <a:pt x="651998" y="558959"/>
                  </a:lnTo>
                  <a:lnTo>
                    <a:pt x="652962" y="547233"/>
                  </a:lnTo>
                  <a:lnTo>
                    <a:pt x="653926" y="535885"/>
                  </a:lnTo>
                  <a:lnTo>
                    <a:pt x="654890" y="525008"/>
                  </a:lnTo>
                  <a:lnTo>
                    <a:pt x="655854" y="514595"/>
                  </a:lnTo>
                  <a:lnTo>
                    <a:pt x="656818" y="504585"/>
                  </a:lnTo>
                  <a:lnTo>
                    <a:pt x="657782" y="494961"/>
                  </a:lnTo>
                  <a:lnTo>
                    <a:pt x="658746" y="485871"/>
                  </a:lnTo>
                  <a:lnTo>
                    <a:pt x="659710" y="477391"/>
                  </a:lnTo>
                  <a:lnTo>
                    <a:pt x="660674" y="469431"/>
                  </a:lnTo>
                  <a:lnTo>
                    <a:pt x="661638" y="461981"/>
                  </a:lnTo>
                  <a:lnTo>
                    <a:pt x="662602" y="454982"/>
                  </a:lnTo>
                  <a:lnTo>
                    <a:pt x="663566" y="448516"/>
                  </a:lnTo>
                  <a:lnTo>
                    <a:pt x="664530" y="442594"/>
                  </a:lnTo>
                  <a:lnTo>
                    <a:pt x="665494" y="437228"/>
                  </a:lnTo>
                  <a:lnTo>
                    <a:pt x="666458" y="432479"/>
                  </a:lnTo>
                  <a:lnTo>
                    <a:pt x="667422" y="428403"/>
                  </a:lnTo>
                  <a:lnTo>
                    <a:pt x="668386" y="424973"/>
                  </a:lnTo>
                  <a:lnTo>
                    <a:pt x="669350" y="422083"/>
                  </a:lnTo>
                  <a:lnTo>
                    <a:pt x="670314" y="419815"/>
                  </a:lnTo>
                  <a:lnTo>
                    <a:pt x="671278" y="418243"/>
                  </a:lnTo>
                  <a:lnTo>
                    <a:pt x="672242" y="417422"/>
                  </a:lnTo>
                  <a:lnTo>
                    <a:pt x="673206" y="417345"/>
                  </a:lnTo>
                  <a:lnTo>
                    <a:pt x="674170" y="418014"/>
                  </a:lnTo>
                  <a:lnTo>
                    <a:pt x="675134" y="419361"/>
                  </a:lnTo>
                  <a:lnTo>
                    <a:pt x="676098" y="421296"/>
                  </a:lnTo>
                  <a:lnTo>
                    <a:pt x="677062" y="423762"/>
                  </a:lnTo>
                  <a:lnTo>
                    <a:pt x="678026" y="426763"/>
                  </a:lnTo>
                  <a:lnTo>
                    <a:pt x="678990" y="430311"/>
                  </a:lnTo>
                  <a:lnTo>
                    <a:pt x="679954" y="434334"/>
                  </a:lnTo>
                  <a:lnTo>
                    <a:pt x="680918" y="438787"/>
                  </a:lnTo>
                  <a:lnTo>
                    <a:pt x="681882" y="443661"/>
                  </a:lnTo>
                  <a:lnTo>
                    <a:pt x="682846" y="448963"/>
                  </a:lnTo>
                  <a:lnTo>
                    <a:pt x="683810" y="454735"/>
                  </a:lnTo>
                  <a:lnTo>
                    <a:pt x="684774" y="460934"/>
                  </a:lnTo>
                  <a:lnTo>
                    <a:pt x="685738" y="467355"/>
                  </a:lnTo>
                  <a:lnTo>
                    <a:pt x="686702" y="473814"/>
                  </a:lnTo>
                  <a:lnTo>
                    <a:pt x="687666" y="480269"/>
                  </a:lnTo>
                  <a:lnTo>
                    <a:pt x="688630" y="486629"/>
                  </a:lnTo>
                  <a:lnTo>
                    <a:pt x="689594" y="492917"/>
                  </a:lnTo>
                  <a:lnTo>
                    <a:pt x="690558" y="499068"/>
                  </a:lnTo>
                  <a:lnTo>
                    <a:pt x="691522" y="505093"/>
                  </a:lnTo>
                  <a:lnTo>
                    <a:pt x="692486" y="511006"/>
                  </a:lnTo>
                  <a:lnTo>
                    <a:pt x="693450" y="516708"/>
                  </a:lnTo>
                  <a:lnTo>
                    <a:pt x="694414" y="522153"/>
                  </a:lnTo>
                  <a:lnTo>
                    <a:pt x="695378" y="527249"/>
                  </a:lnTo>
                  <a:lnTo>
                    <a:pt x="696342" y="531927"/>
                  </a:lnTo>
                  <a:lnTo>
                    <a:pt x="697306" y="536146"/>
                  </a:lnTo>
                  <a:lnTo>
                    <a:pt x="698270" y="539898"/>
                  </a:lnTo>
                  <a:lnTo>
                    <a:pt x="699234" y="543179"/>
                  </a:lnTo>
                  <a:lnTo>
                    <a:pt x="700198" y="546054"/>
                  </a:lnTo>
                  <a:lnTo>
                    <a:pt x="701162" y="548688"/>
                  </a:lnTo>
                  <a:lnTo>
                    <a:pt x="702126" y="551118"/>
                  </a:lnTo>
                  <a:lnTo>
                    <a:pt x="703090" y="553319"/>
                  </a:lnTo>
                  <a:lnTo>
                    <a:pt x="704055" y="555308"/>
                  </a:lnTo>
                  <a:lnTo>
                    <a:pt x="705019" y="557176"/>
                  </a:lnTo>
                  <a:lnTo>
                    <a:pt x="705983" y="558971"/>
                  </a:lnTo>
                  <a:lnTo>
                    <a:pt x="706947" y="560672"/>
                  </a:lnTo>
                  <a:lnTo>
                    <a:pt x="707911" y="562291"/>
                  </a:lnTo>
                  <a:lnTo>
                    <a:pt x="708875" y="563848"/>
                  </a:lnTo>
                  <a:lnTo>
                    <a:pt x="709839" y="565410"/>
                  </a:lnTo>
                  <a:lnTo>
                    <a:pt x="710803" y="566955"/>
                  </a:lnTo>
                  <a:lnTo>
                    <a:pt x="711767" y="568433"/>
                  </a:lnTo>
                  <a:lnTo>
                    <a:pt x="712731" y="569727"/>
                  </a:lnTo>
                  <a:lnTo>
                    <a:pt x="713695" y="570804"/>
                  </a:lnTo>
                  <a:lnTo>
                    <a:pt x="714659" y="571567"/>
                  </a:lnTo>
                  <a:lnTo>
                    <a:pt x="715623" y="571917"/>
                  </a:lnTo>
                  <a:lnTo>
                    <a:pt x="716587" y="571814"/>
                  </a:lnTo>
                  <a:lnTo>
                    <a:pt x="717551" y="571271"/>
                  </a:lnTo>
                  <a:lnTo>
                    <a:pt x="718515" y="570330"/>
                  </a:lnTo>
                  <a:lnTo>
                    <a:pt x="719479" y="568958"/>
                  </a:lnTo>
                  <a:lnTo>
                    <a:pt x="720443" y="567163"/>
                  </a:lnTo>
                  <a:lnTo>
                    <a:pt x="721407" y="564852"/>
                  </a:lnTo>
                  <a:lnTo>
                    <a:pt x="722371" y="561987"/>
                  </a:lnTo>
                  <a:lnTo>
                    <a:pt x="723335" y="558552"/>
                  </a:lnTo>
                  <a:lnTo>
                    <a:pt x="724299" y="554612"/>
                  </a:lnTo>
                  <a:lnTo>
                    <a:pt x="725263" y="550277"/>
                  </a:lnTo>
                  <a:lnTo>
                    <a:pt x="726227" y="545566"/>
                  </a:lnTo>
                  <a:lnTo>
                    <a:pt x="727191" y="540480"/>
                  </a:lnTo>
                  <a:lnTo>
                    <a:pt x="728155" y="535114"/>
                  </a:lnTo>
                  <a:lnTo>
                    <a:pt x="729119" y="529641"/>
                  </a:lnTo>
                  <a:lnTo>
                    <a:pt x="730083" y="524084"/>
                  </a:lnTo>
                  <a:lnTo>
                    <a:pt x="731047" y="518443"/>
                  </a:lnTo>
                  <a:lnTo>
                    <a:pt x="732011" y="512710"/>
                  </a:lnTo>
                  <a:lnTo>
                    <a:pt x="732975" y="506854"/>
                  </a:lnTo>
                  <a:lnTo>
                    <a:pt x="733939" y="500938"/>
                  </a:lnTo>
                  <a:lnTo>
                    <a:pt x="734903" y="495029"/>
                  </a:lnTo>
                  <a:lnTo>
                    <a:pt x="735867" y="489318"/>
                  </a:lnTo>
                  <a:lnTo>
                    <a:pt x="736831" y="483831"/>
                  </a:lnTo>
                  <a:lnTo>
                    <a:pt x="737795" y="478595"/>
                  </a:lnTo>
                  <a:lnTo>
                    <a:pt x="738759" y="473652"/>
                  </a:lnTo>
                  <a:lnTo>
                    <a:pt x="739723" y="469023"/>
                  </a:lnTo>
                  <a:lnTo>
                    <a:pt x="740687" y="464682"/>
                  </a:lnTo>
                  <a:lnTo>
                    <a:pt x="741651" y="460629"/>
                  </a:lnTo>
                  <a:lnTo>
                    <a:pt x="742615" y="456884"/>
                  </a:lnTo>
                  <a:lnTo>
                    <a:pt x="743579" y="453431"/>
                  </a:lnTo>
                  <a:lnTo>
                    <a:pt x="744543" y="450367"/>
                  </a:lnTo>
                  <a:lnTo>
                    <a:pt x="745507" y="447715"/>
                  </a:lnTo>
                  <a:lnTo>
                    <a:pt x="746471" y="445475"/>
                  </a:lnTo>
                  <a:lnTo>
                    <a:pt x="747435" y="443620"/>
                  </a:lnTo>
                  <a:lnTo>
                    <a:pt x="748399" y="442120"/>
                  </a:lnTo>
                  <a:lnTo>
                    <a:pt x="749363" y="440844"/>
                  </a:lnTo>
                  <a:lnTo>
                    <a:pt x="750327" y="439686"/>
                  </a:lnTo>
                  <a:lnTo>
                    <a:pt x="751291" y="438656"/>
                  </a:lnTo>
                  <a:lnTo>
                    <a:pt x="752255" y="437729"/>
                  </a:lnTo>
                  <a:lnTo>
                    <a:pt x="753219" y="436791"/>
                  </a:lnTo>
                  <a:lnTo>
                    <a:pt x="754183" y="435770"/>
                  </a:lnTo>
                  <a:lnTo>
                    <a:pt x="755147" y="434632"/>
                  </a:lnTo>
                  <a:lnTo>
                    <a:pt x="756111" y="433372"/>
                  </a:lnTo>
                  <a:lnTo>
                    <a:pt x="757075" y="431961"/>
                  </a:lnTo>
                  <a:lnTo>
                    <a:pt x="758039" y="430354"/>
                  </a:lnTo>
                  <a:lnTo>
                    <a:pt x="759003" y="428450"/>
                  </a:lnTo>
                  <a:lnTo>
                    <a:pt x="759967" y="426226"/>
                  </a:lnTo>
                  <a:lnTo>
                    <a:pt x="760931" y="423803"/>
                  </a:lnTo>
                  <a:lnTo>
                    <a:pt x="761895" y="421359"/>
                  </a:lnTo>
                  <a:lnTo>
                    <a:pt x="762859" y="419027"/>
                  </a:lnTo>
                  <a:lnTo>
                    <a:pt x="763823" y="416878"/>
                  </a:lnTo>
                  <a:lnTo>
                    <a:pt x="764787" y="414963"/>
                  </a:lnTo>
                  <a:lnTo>
                    <a:pt x="765751" y="413300"/>
                  </a:lnTo>
                  <a:lnTo>
                    <a:pt x="766715" y="411867"/>
                  </a:lnTo>
                  <a:lnTo>
                    <a:pt x="767679" y="410637"/>
                  </a:lnTo>
                  <a:lnTo>
                    <a:pt x="768643" y="409592"/>
                  </a:lnTo>
                  <a:lnTo>
                    <a:pt x="769607" y="408851"/>
                  </a:lnTo>
                  <a:lnTo>
                    <a:pt x="770571" y="408446"/>
                  </a:lnTo>
                  <a:lnTo>
                    <a:pt x="771535" y="408417"/>
                  </a:lnTo>
                  <a:lnTo>
                    <a:pt x="772499" y="408744"/>
                  </a:lnTo>
                  <a:lnTo>
                    <a:pt x="773463" y="409358"/>
                  </a:lnTo>
                  <a:lnTo>
                    <a:pt x="774427" y="410180"/>
                  </a:lnTo>
                  <a:lnTo>
                    <a:pt x="775391" y="411152"/>
                  </a:lnTo>
                  <a:lnTo>
                    <a:pt x="776355" y="412174"/>
                  </a:lnTo>
                  <a:lnTo>
                    <a:pt x="777319" y="413003"/>
                  </a:lnTo>
                  <a:lnTo>
                    <a:pt x="778283" y="413548"/>
                  </a:lnTo>
                  <a:lnTo>
                    <a:pt x="779247" y="413809"/>
                  </a:lnTo>
                  <a:lnTo>
                    <a:pt x="780211" y="413815"/>
                  </a:lnTo>
                  <a:lnTo>
                    <a:pt x="781175" y="413605"/>
                  </a:lnTo>
                  <a:lnTo>
                    <a:pt x="782139" y="413285"/>
                  </a:lnTo>
                  <a:lnTo>
                    <a:pt x="783103" y="412945"/>
                  </a:lnTo>
                  <a:lnTo>
                    <a:pt x="784067" y="412546"/>
                  </a:lnTo>
                  <a:lnTo>
                    <a:pt x="785031" y="412049"/>
                  </a:lnTo>
                  <a:lnTo>
                    <a:pt x="785995" y="411536"/>
                  </a:lnTo>
                  <a:lnTo>
                    <a:pt x="786959" y="410984"/>
                  </a:lnTo>
                  <a:lnTo>
                    <a:pt x="787923" y="410397"/>
                  </a:lnTo>
                  <a:lnTo>
                    <a:pt x="788887" y="409820"/>
                  </a:lnTo>
                  <a:lnTo>
                    <a:pt x="789851" y="409314"/>
                  </a:lnTo>
                  <a:lnTo>
                    <a:pt x="790815" y="408920"/>
                  </a:lnTo>
                  <a:lnTo>
                    <a:pt x="791779" y="408769"/>
                  </a:lnTo>
                  <a:lnTo>
                    <a:pt x="792743" y="408868"/>
                  </a:lnTo>
                  <a:lnTo>
                    <a:pt x="793707" y="409205"/>
                  </a:lnTo>
                  <a:lnTo>
                    <a:pt x="794671" y="409796"/>
                  </a:lnTo>
                  <a:lnTo>
                    <a:pt x="795635" y="410681"/>
                  </a:lnTo>
                  <a:lnTo>
                    <a:pt x="796599" y="411873"/>
                  </a:lnTo>
                  <a:lnTo>
                    <a:pt x="797563" y="413376"/>
                  </a:lnTo>
                  <a:lnTo>
                    <a:pt x="798527" y="415233"/>
                  </a:lnTo>
                  <a:lnTo>
                    <a:pt x="799491" y="417435"/>
                  </a:lnTo>
                  <a:lnTo>
                    <a:pt x="800455" y="419865"/>
                  </a:lnTo>
                  <a:lnTo>
                    <a:pt x="801419" y="422549"/>
                  </a:lnTo>
                  <a:lnTo>
                    <a:pt x="802383" y="425522"/>
                  </a:lnTo>
                  <a:lnTo>
                    <a:pt x="803347" y="428814"/>
                  </a:lnTo>
                  <a:lnTo>
                    <a:pt x="804311" y="432372"/>
                  </a:lnTo>
                  <a:lnTo>
                    <a:pt x="805275" y="436141"/>
                  </a:lnTo>
                  <a:lnTo>
                    <a:pt x="806239" y="440037"/>
                  </a:lnTo>
                  <a:lnTo>
                    <a:pt x="807203" y="444080"/>
                  </a:lnTo>
                  <a:lnTo>
                    <a:pt x="808167" y="448253"/>
                  </a:lnTo>
                  <a:lnTo>
                    <a:pt x="809131" y="452507"/>
                  </a:lnTo>
                  <a:lnTo>
                    <a:pt x="810095" y="456667"/>
                  </a:lnTo>
                  <a:lnTo>
                    <a:pt x="811059" y="460540"/>
                  </a:lnTo>
                  <a:lnTo>
                    <a:pt x="812023" y="464021"/>
                  </a:lnTo>
                  <a:lnTo>
                    <a:pt x="812987" y="467128"/>
                  </a:lnTo>
                  <a:lnTo>
                    <a:pt x="813951" y="469827"/>
                  </a:lnTo>
                  <a:lnTo>
                    <a:pt x="814916" y="472102"/>
                  </a:lnTo>
                  <a:lnTo>
                    <a:pt x="815880" y="473999"/>
                  </a:lnTo>
                  <a:lnTo>
                    <a:pt x="816844" y="475489"/>
                  </a:lnTo>
                  <a:lnTo>
                    <a:pt x="817808" y="476420"/>
                  </a:lnTo>
                  <a:lnTo>
                    <a:pt x="818772" y="476710"/>
                  </a:lnTo>
                  <a:lnTo>
                    <a:pt x="819736" y="476423"/>
                  </a:lnTo>
                  <a:lnTo>
                    <a:pt x="820700" y="475595"/>
                  </a:lnTo>
                  <a:lnTo>
                    <a:pt x="821664" y="474304"/>
                  </a:lnTo>
                  <a:lnTo>
                    <a:pt x="822628" y="472642"/>
                  </a:lnTo>
                  <a:lnTo>
                    <a:pt x="823592" y="470724"/>
                  </a:lnTo>
                  <a:lnTo>
                    <a:pt x="824556" y="468650"/>
                  </a:lnTo>
                  <a:lnTo>
                    <a:pt x="825520" y="466513"/>
                  </a:lnTo>
                  <a:lnTo>
                    <a:pt x="826484" y="464389"/>
                  </a:lnTo>
                  <a:lnTo>
                    <a:pt x="827448" y="462249"/>
                  </a:lnTo>
                  <a:lnTo>
                    <a:pt x="828412" y="460080"/>
                  </a:lnTo>
                  <a:lnTo>
                    <a:pt x="829376" y="457847"/>
                  </a:lnTo>
                  <a:lnTo>
                    <a:pt x="830340" y="455470"/>
                  </a:lnTo>
                  <a:lnTo>
                    <a:pt x="831304" y="452932"/>
                  </a:lnTo>
                  <a:lnTo>
                    <a:pt x="832268" y="450242"/>
                  </a:lnTo>
                  <a:lnTo>
                    <a:pt x="833232" y="447484"/>
                  </a:lnTo>
                  <a:lnTo>
                    <a:pt x="834196" y="444642"/>
                  </a:lnTo>
                  <a:lnTo>
                    <a:pt x="835160" y="441706"/>
                  </a:lnTo>
                  <a:lnTo>
                    <a:pt x="836124" y="438646"/>
                  </a:lnTo>
                  <a:lnTo>
                    <a:pt x="837088" y="435382"/>
                  </a:lnTo>
                  <a:lnTo>
                    <a:pt x="838052" y="431840"/>
                  </a:lnTo>
                  <a:lnTo>
                    <a:pt x="839016" y="427963"/>
                  </a:lnTo>
                  <a:lnTo>
                    <a:pt x="839980" y="423787"/>
                  </a:lnTo>
                  <a:lnTo>
                    <a:pt x="840944" y="419234"/>
                  </a:lnTo>
                  <a:lnTo>
                    <a:pt x="841908" y="414371"/>
                  </a:lnTo>
                  <a:lnTo>
                    <a:pt x="842872" y="409207"/>
                  </a:lnTo>
                  <a:lnTo>
                    <a:pt x="843836" y="403866"/>
                  </a:lnTo>
                  <a:lnTo>
                    <a:pt x="844800" y="398337"/>
                  </a:lnTo>
                  <a:lnTo>
                    <a:pt x="845764" y="392598"/>
                  </a:lnTo>
                  <a:lnTo>
                    <a:pt x="846728" y="386653"/>
                  </a:lnTo>
                  <a:lnTo>
                    <a:pt x="847692" y="380498"/>
                  </a:lnTo>
                  <a:lnTo>
                    <a:pt x="848656" y="374214"/>
                  </a:lnTo>
                  <a:lnTo>
                    <a:pt x="849620" y="367869"/>
                  </a:lnTo>
                  <a:lnTo>
                    <a:pt x="850584" y="361520"/>
                  </a:lnTo>
                  <a:lnTo>
                    <a:pt x="851548" y="355258"/>
                  </a:lnTo>
                  <a:lnTo>
                    <a:pt x="852512" y="349075"/>
                  </a:lnTo>
                  <a:lnTo>
                    <a:pt x="853476" y="343095"/>
                  </a:lnTo>
                  <a:lnTo>
                    <a:pt x="854440" y="337313"/>
                  </a:lnTo>
                  <a:lnTo>
                    <a:pt x="855404" y="331785"/>
                  </a:lnTo>
                  <a:lnTo>
                    <a:pt x="856368" y="326686"/>
                  </a:lnTo>
                  <a:lnTo>
                    <a:pt x="857332" y="322076"/>
                  </a:lnTo>
                  <a:lnTo>
                    <a:pt x="858296" y="317995"/>
                  </a:lnTo>
                  <a:lnTo>
                    <a:pt x="859260" y="314566"/>
                  </a:lnTo>
                  <a:lnTo>
                    <a:pt x="860224" y="311890"/>
                  </a:lnTo>
                  <a:lnTo>
                    <a:pt x="861188" y="309975"/>
                  </a:lnTo>
                  <a:lnTo>
                    <a:pt x="862152" y="308706"/>
                  </a:lnTo>
                  <a:lnTo>
                    <a:pt x="863116" y="308045"/>
                  </a:lnTo>
                  <a:lnTo>
                    <a:pt x="864080" y="307985"/>
                  </a:lnTo>
                  <a:lnTo>
                    <a:pt x="865044" y="308453"/>
                  </a:lnTo>
                  <a:lnTo>
                    <a:pt x="866008" y="309507"/>
                  </a:lnTo>
                  <a:lnTo>
                    <a:pt x="866972" y="311256"/>
                  </a:lnTo>
                  <a:lnTo>
                    <a:pt x="867936" y="313651"/>
                  </a:lnTo>
                  <a:lnTo>
                    <a:pt x="868900" y="316669"/>
                  </a:lnTo>
                  <a:lnTo>
                    <a:pt x="869864" y="320270"/>
                  </a:lnTo>
                  <a:lnTo>
                    <a:pt x="870828" y="324401"/>
                  </a:lnTo>
                  <a:lnTo>
                    <a:pt x="871792" y="328950"/>
                  </a:lnTo>
                  <a:lnTo>
                    <a:pt x="872756" y="333802"/>
                  </a:lnTo>
                  <a:lnTo>
                    <a:pt x="873720" y="338976"/>
                  </a:lnTo>
                  <a:lnTo>
                    <a:pt x="874684" y="344429"/>
                  </a:lnTo>
                  <a:lnTo>
                    <a:pt x="875648" y="350216"/>
                  </a:lnTo>
                  <a:lnTo>
                    <a:pt x="876612" y="356361"/>
                  </a:lnTo>
                  <a:lnTo>
                    <a:pt x="877576" y="362891"/>
                  </a:lnTo>
                  <a:lnTo>
                    <a:pt x="878540" y="369827"/>
                  </a:lnTo>
                  <a:lnTo>
                    <a:pt x="879504" y="377117"/>
                  </a:lnTo>
                  <a:lnTo>
                    <a:pt x="880468" y="384619"/>
                  </a:lnTo>
                  <a:lnTo>
                    <a:pt x="881432" y="392271"/>
                  </a:lnTo>
                  <a:lnTo>
                    <a:pt x="882396" y="400011"/>
                  </a:lnTo>
                  <a:lnTo>
                    <a:pt x="883360" y="407876"/>
                  </a:lnTo>
                  <a:lnTo>
                    <a:pt x="884324" y="415886"/>
                  </a:lnTo>
                  <a:lnTo>
                    <a:pt x="885288" y="424146"/>
                  </a:lnTo>
                  <a:lnTo>
                    <a:pt x="886252" y="432766"/>
                  </a:lnTo>
                  <a:lnTo>
                    <a:pt x="887216" y="441846"/>
                  </a:lnTo>
                  <a:lnTo>
                    <a:pt x="888180" y="451314"/>
                  </a:lnTo>
                  <a:lnTo>
                    <a:pt x="889144" y="461047"/>
                  </a:lnTo>
                  <a:lnTo>
                    <a:pt x="890108" y="471004"/>
                  </a:lnTo>
                  <a:lnTo>
                    <a:pt x="891072" y="481145"/>
                  </a:lnTo>
                  <a:lnTo>
                    <a:pt x="892036" y="491331"/>
                  </a:lnTo>
                  <a:lnTo>
                    <a:pt x="893000" y="501438"/>
                  </a:lnTo>
                  <a:lnTo>
                    <a:pt x="893964" y="511485"/>
                  </a:lnTo>
                  <a:lnTo>
                    <a:pt x="894928" y="521548"/>
                  </a:lnTo>
                  <a:lnTo>
                    <a:pt x="895892" y="531664"/>
                  </a:lnTo>
                  <a:lnTo>
                    <a:pt x="896856" y="541794"/>
                  </a:lnTo>
                  <a:lnTo>
                    <a:pt x="897820" y="551866"/>
                  </a:lnTo>
                  <a:lnTo>
                    <a:pt x="898784" y="561822"/>
                  </a:lnTo>
                  <a:lnTo>
                    <a:pt x="899748" y="571510"/>
                  </a:lnTo>
                  <a:lnTo>
                    <a:pt x="900712" y="580847"/>
                  </a:lnTo>
                  <a:lnTo>
                    <a:pt x="901676" y="589759"/>
                  </a:lnTo>
                  <a:lnTo>
                    <a:pt x="902640" y="598290"/>
                  </a:lnTo>
                  <a:lnTo>
                    <a:pt x="903604" y="606493"/>
                  </a:lnTo>
                  <a:lnTo>
                    <a:pt x="904568" y="614213"/>
                  </a:lnTo>
                  <a:lnTo>
                    <a:pt x="905532" y="621297"/>
                  </a:lnTo>
                  <a:lnTo>
                    <a:pt x="906496" y="627754"/>
                  </a:lnTo>
                  <a:lnTo>
                    <a:pt x="907460" y="633580"/>
                  </a:lnTo>
                  <a:lnTo>
                    <a:pt x="908424" y="638687"/>
                  </a:lnTo>
                  <a:lnTo>
                    <a:pt x="909388" y="643064"/>
                  </a:lnTo>
                  <a:lnTo>
                    <a:pt x="910352" y="646810"/>
                  </a:lnTo>
                  <a:lnTo>
                    <a:pt x="911316" y="650081"/>
                  </a:lnTo>
                  <a:lnTo>
                    <a:pt x="912280" y="652908"/>
                  </a:lnTo>
                  <a:lnTo>
                    <a:pt x="913244" y="655332"/>
                  </a:lnTo>
                  <a:lnTo>
                    <a:pt x="914208" y="657387"/>
                  </a:lnTo>
                  <a:lnTo>
                    <a:pt x="915172" y="659090"/>
                  </a:lnTo>
                  <a:lnTo>
                    <a:pt x="916136" y="660467"/>
                  </a:lnTo>
                  <a:lnTo>
                    <a:pt x="917100" y="661477"/>
                  </a:lnTo>
                  <a:lnTo>
                    <a:pt x="918064" y="662069"/>
                  </a:lnTo>
                  <a:lnTo>
                    <a:pt x="919028" y="662283"/>
                  </a:lnTo>
                  <a:lnTo>
                    <a:pt x="919992" y="662155"/>
                  </a:lnTo>
                  <a:lnTo>
                    <a:pt x="920956" y="661751"/>
                  </a:lnTo>
                  <a:lnTo>
                    <a:pt x="921920" y="661104"/>
                  </a:lnTo>
                  <a:lnTo>
                    <a:pt x="922884" y="660233"/>
                  </a:lnTo>
                  <a:lnTo>
                    <a:pt x="923848" y="659185"/>
                  </a:lnTo>
                  <a:lnTo>
                    <a:pt x="924812" y="657978"/>
                  </a:lnTo>
                  <a:lnTo>
                    <a:pt x="925776" y="656598"/>
                  </a:lnTo>
                  <a:lnTo>
                    <a:pt x="926741" y="655043"/>
                  </a:lnTo>
                  <a:lnTo>
                    <a:pt x="927705" y="653363"/>
                  </a:lnTo>
                  <a:lnTo>
                    <a:pt x="928669" y="651761"/>
                  </a:lnTo>
                  <a:lnTo>
                    <a:pt x="929633" y="650384"/>
                  </a:lnTo>
                  <a:lnTo>
                    <a:pt x="930597" y="649233"/>
                  </a:lnTo>
                  <a:lnTo>
                    <a:pt x="931561" y="648279"/>
                  </a:lnTo>
                  <a:lnTo>
                    <a:pt x="932525" y="647489"/>
                  </a:lnTo>
                  <a:lnTo>
                    <a:pt x="933489" y="646821"/>
                  </a:lnTo>
                  <a:lnTo>
                    <a:pt x="934453" y="646170"/>
                  </a:lnTo>
                  <a:lnTo>
                    <a:pt x="935417" y="645396"/>
                  </a:lnTo>
                  <a:lnTo>
                    <a:pt x="936381" y="644375"/>
                  </a:lnTo>
                  <a:lnTo>
                    <a:pt x="937345" y="643236"/>
                  </a:lnTo>
                  <a:lnTo>
                    <a:pt x="938309" y="642007"/>
                  </a:lnTo>
                  <a:lnTo>
                    <a:pt x="939273" y="640673"/>
                  </a:lnTo>
                  <a:lnTo>
                    <a:pt x="940237" y="639190"/>
                  </a:lnTo>
                  <a:lnTo>
                    <a:pt x="941201" y="637678"/>
                  </a:lnTo>
                  <a:lnTo>
                    <a:pt x="942165" y="636159"/>
                  </a:lnTo>
                  <a:lnTo>
                    <a:pt x="943129" y="634578"/>
                  </a:lnTo>
                  <a:lnTo>
                    <a:pt x="944093" y="632804"/>
                  </a:lnTo>
                  <a:lnTo>
                    <a:pt x="945057" y="630859"/>
                  </a:lnTo>
                  <a:lnTo>
                    <a:pt x="946021" y="628842"/>
                  </a:lnTo>
                  <a:lnTo>
                    <a:pt x="946985" y="626808"/>
                  </a:lnTo>
                  <a:lnTo>
                    <a:pt x="947949" y="624809"/>
                  </a:lnTo>
                  <a:lnTo>
                    <a:pt x="948913" y="622943"/>
                  </a:lnTo>
                  <a:lnTo>
                    <a:pt x="949877" y="621232"/>
                  </a:lnTo>
                  <a:lnTo>
                    <a:pt x="950841" y="619744"/>
                  </a:lnTo>
                  <a:lnTo>
                    <a:pt x="951805" y="618462"/>
                  </a:lnTo>
                  <a:lnTo>
                    <a:pt x="952769" y="617431"/>
                  </a:lnTo>
                  <a:lnTo>
                    <a:pt x="953733" y="616774"/>
                  </a:lnTo>
                  <a:lnTo>
                    <a:pt x="954697" y="616514"/>
                  </a:lnTo>
                  <a:lnTo>
                    <a:pt x="955661" y="616596"/>
                  </a:lnTo>
                  <a:lnTo>
                    <a:pt x="956625" y="617062"/>
                  </a:lnTo>
                  <a:lnTo>
                    <a:pt x="957589" y="617938"/>
                  </a:lnTo>
                  <a:lnTo>
                    <a:pt x="958553" y="619224"/>
                  </a:lnTo>
                  <a:lnTo>
                    <a:pt x="959517" y="620791"/>
                  </a:lnTo>
                  <a:lnTo>
                    <a:pt x="960481" y="622575"/>
                  </a:lnTo>
                  <a:lnTo>
                    <a:pt x="961445" y="624601"/>
                  </a:lnTo>
                  <a:lnTo>
                    <a:pt x="962409" y="626861"/>
                  </a:lnTo>
                  <a:lnTo>
                    <a:pt x="963373" y="629332"/>
                  </a:lnTo>
                  <a:lnTo>
                    <a:pt x="964337" y="631992"/>
                  </a:lnTo>
                  <a:lnTo>
                    <a:pt x="965301" y="634870"/>
                  </a:lnTo>
                  <a:lnTo>
                    <a:pt x="966265" y="638031"/>
                  </a:lnTo>
                  <a:lnTo>
                    <a:pt x="967229" y="641447"/>
                  </a:lnTo>
                  <a:lnTo>
                    <a:pt x="968193" y="645076"/>
                  </a:lnTo>
                  <a:lnTo>
                    <a:pt x="969157" y="648917"/>
                  </a:lnTo>
                  <a:lnTo>
                    <a:pt x="970121" y="652987"/>
                  </a:lnTo>
                  <a:lnTo>
                    <a:pt x="971085" y="657298"/>
                  </a:lnTo>
                  <a:lnTo>
                    <a:pt x="972049" y="661769"/>
                  </a:lnTo>
                  <a:lnTo>
                    <a:pt x="973013" y="666304"/>
                  </a:lnTo>
                  <a:lnTo>
                    <a:pt x="973977" y="670922"/>
                  </a:lnTo>
                  <a:lnTo>
                    <a:pt x="974941" y="675593"/>
                  </a:lnTo>
                  <a:lnTo>
                    <a:pt x="975905" y="680270"/>
                  </a:lnTo>
                  <a:lnTo>
                    <a:pt x="976869" y="684736"/>
                  </a:lnTo>
                  <a:lnTo>
                    <a:pt x="977833" y="688844"/>
                  </a:lnTo>
                  <a:lnTo>
                    <a:pt x="978797" y="692531"/>
                  </a:lnTo>
                  <a:lnTo>
                    <a:pt x="979761" y="695765"/>
                  </a:lnTo>
                  <a:lnTo>
                    <a:pt x="980725" y="698598"/>
                  </a:lnTo>
                  <a:lnTo>
                    <a:pt x="981689" y="700999"/>
                  </a:lnTo>
                  <a:lnTo>
                    <a:pt x="982653" y="702985"/>
                  </a:lnTo>
                  <a:lnTo>
                    <a:pt x="983617" y="704687"/>
                  </a:lnTo>
                  <a:lnTo>
                    <a:pt x="984581" y="706230"/>
                  </a:lnTo>
                  <a:lnTo>
                    <a:pt x="985545" y="707682"/>
                  </a:lnTo>
                  <a:lnTo>
                    <a:pt x="986509" y="709088"/>
                  </a:lnTo>
                  <a:lnTo>
                    <a:pt x="987473" y="710549"/>
                  </a:lnTo>
                  <a:lnTo>
                    <a:pt x="988437" y="712130"/>
                  </a:lnTo>
                  <a:lnTo>
                    <a:pt x="989401" y="713833"/>
                  </a:lnTo>
                  <a:lnTo>
                    <a:pt x="990365" y="715660"/>
                  </a:lnTo>
                  <a:lnTo>
                    <a:pt x="991329" y="717621"/>
                  </a:lnTo>
                  <a:lnTo>
                    <a:pt x="992293" y="719807"/>
                  </a:lnTo>
                  <a:lnTo>
                    <a:pt x="993257" y="722326"/>
                  </a:lnTo>
                  <a:lnTo>
                    <a:pt x="994221" y="725143"/>
                  </a:lnTo>
                  <a:lnTo>
                    <a:pt x="995185" y="728237"/>
                  </a:lnTo>
                  <a:lnTo>
                    <a:pt x="996149" y="731633"/>
                  </a:lnTo>
                  <a:lnTo>
                    <a:pt x="997113" y="735399"/>
                  </a:lnTo>
                  <a:lnTo>
                    <a:pt x="998077" y="739521"/>
                  </a:lnTo>
                  <a:lnTo>
                    <a:pt x="999041" y="743911"/>
                  </a:lnTo>
                  <a:lnTo>
                    <a:pt x="1000005" y="748487"/>
                  </a:lnTo>
                  <a:lnTo>
                    <a:pt x="1000969" y="753079"/>
                  </a:lnTo>
                  <a:lnTo>
                    <a:pt x="1001933" y="757622"/>
                  </a:lnTo>
                  <a:lnTo>
                    <a:pt x="1002897" y="762148"/>
                  </a:lnTo>
                  <a:lnTo>
                    <a:pt x="1003861" y="766693"/>
                  </a:lnTo>
                  <a:lnTo>
                    <a:pt x="1004825" y="771289"/>
                  </a:lnTo>
                  <a:lnTo>
                    <a:pt x="1005789" y="775866"/>
                  </a:lnTo>
                  <a:lnTo>
                    <a:pt x="1006753" y="780416"/>
                  </a:lnTo>
                  <a:lnTo>
                    <a:pt x="1007717" y="784932"/>
                  </a:lnTo>
                  <a:lnTo>
                    <a:pt x="1008681" y="789447"/>
                  </a:lnTo>
                  <a:lnTo>
                    <a:pt x="1009645" y="794028"/>
                  </a:lnTo>
                  <a:lnTo>
                    <a:pt x="1010609" y="798667"/>
                  </a:lnTo>
                  <a:lnTo>
                    <a:pt x="1011573" y="803337"/>
                  </a:lnTo>
                  <a:lnTo>
                    <a:pt x="1012537" y="808022"/>
                  </a:lnTo>
                  <a:lnTo>
                    <a:pt x="1013501" y="812732"/>
                  </a:lnTo>
                  <a:lnTo>
                    <a:pt x="1014465" y="817430"/>
                  </a:lnTo>
                  <a:lnTo>
                    <a:pt x="1015429" y="822054"/>
                  </a:lnTo>
                  <a:lnTo>
                    <a:pt x="1016393" y="826679"/>
                  </a:lnTo>
                  <a:lnTo>
                    <a:pt x="1017357" y="831237"/>
                  </a:lnTo>
                  <a:lnTo>
                    <a:pt x="1018321" y="835626"/>
                  </a:lnTo>
                  <a:lnTo>
                    <a:pt x="1019285" y="839791"/>
                  </a:lnTo>
                  <a:lnTo>
                    <a:pt x="1020249" y="843703"/>
                  </a:lnTo>
                  <a:lnTo>
                    <a:pt x="1021213" y="847395"/>
                  </a:lnTo>
                  <a:lnTo>
                    <a:pt x="1022177" y="850884"/>
                  </a:lnTo>
                  <a:lnTo>
                    <a:pt x="1023141" y="854146"/>
                  </a:lnTo>
                  <a:lnTo>
                    <a:pt x="1024105" y="857218"/>
                  </a:lnTo>
                  <a:lnTo>
                    <a:pt x="1025069" y="860203"/>
                  </a:lnTo>
                  <a:lnTo>
                    <a:pt x="1026033" y="863209"/>
                  </a:lnTo>
                  <a:lnTo>
                    <a:pt x="1026997" y="866245"/>
                  </a:lnTo>
                  <a:lnTo>
                    <a:pt x="1027961" y="869309"/>
                  </a:lnTo>
                  <a:lnTo>
                    <a:pt x="1028925" y="872423"/>
                  </a:lnTo>
                  <a:lnTo>
                    <a:pt x="1029889" y="875566"/>
                  </a:lnTo>
                  <a:lnTo>
                    <a:pt x="1030853" y="878780"/>
                  </a:lnTo>
                  <a:lnTo>
                    <a:pt x="1031817" y="881963"/>
                  </a:lnTo>
                  <a:lnTo>
                    <a:pt x="1032781" y="885015"/>
                  </a:lnTo>
                  <a:lnTo>
                    <a:pt x="1033745" y="887876"/>
                  </a:lnTo>
                  <a:lnTo>
                    <a:pt x="1034709" y="890504"/>
                  </a:lnTo>
                  <a:lnTo>
                    <a:pt x="1035673" y="892795"/>
                  </a:lnTo>
                  <a:lnTo>
                    <a:pt x="1036637" y="894746"/>
                  </a:lnTo>
                  <a:lnTo>
                    <a:pt x="1037602" y="896356"/>
                  </a:lnTo>
                  <a:lnTo>
                    <a:pt x="1038566" y="897604"/>
                  </a:lnTo>
                  <a:lnTo>
                    <a:pt x="1039530" y="898440"/>
                  </a:lnTo>
                  <a:lnTo>
                    <a:pt x="1040494" y="898815"/>
                  </a:lnTo>
                  <a:lnTo>
                    <a:pt x="1041458" y="898626"/>
                  </a:lnTo>
                  <a:lnTo>
                    <a:pt x="1042422" y="897831"/>
                  </a:lnTo>
                  <a:lnTo>
                    <a:pt x="1043386" y="896387"/>
                  </a:lnTo>
                  <a:lnTo>
                    <a:pt x="1044350" y="894253"/>
                  </a:lnTo>
                  <a:lnTo>
                    <a:pt x="1045314" y="891365"/>
                  </a:lnTo>
                  <a:lnTo>
                    <a:pt x="1046278" y="887665"/>
                  </a:lnTo>
                  <a:lnTo>
                    <a:pt x="1047242" y="883244"/>
                  </a:lnTo>
                  <a:lnTo>
                    <a:pt x="1048206" y="878206"/>
                  </a:lnTo>
                  <a:lnTo>
                    <a:pt x="1049170" y="872696"/>
                  </a:lnTo>
                  <a:lnTo>
                    <a:pt x="1050134" y="866850"/>
                  </a:lnTo>
                  <a:lnTo>
                    <a:pt x="1051098" y="860672"/>
                  </a:lnTo>
                  <a:lnTo>
                    <a:pt x="1052062" y="854134"/>
                  </a:lnTo>
                  <a:lnTo>
                    <a:pt x="1053026" y="847216"/>
                  </a:lnTo>
                  <a:lnTo>
                    <a:pt x="1053990" y="839934"/>
                  </a:lnTo>
                  <a:lnTo>
                    <a:pt x="1054954" y="832343"/>
                  </a:lnTo>
                  <a:lnTo>
                    <a:pt x="1055918" y="824516"/>
                  </a:lnTo>
                  <a:lnTo>
                    <a:pt x="1056882" y="816433"/>
                  </a:lnTo>
                  <a:lnTo>
                    <a:pt x="1057846" y="808080"/>
                  </a:lnTo>
                  <a:lnTo>
                    <a:pt x="1058810" y="799438"/>
                  </a:lnTo>
                  <a:lnTo>
                    <a:pt x="1059774" y="790529"/>
                  </a:lnTo>
                  <a:lnTo>
                    <a:pt x="1060738" y="781438"/>
                  </a:lnTo>
                  <a:lnTo>
                    <a:pt x="1061702" y="772192"/>
                  </a:lnTo>
                  <a:lnTo>
                    <a:pt x="1062666" y="762775"/>
                  </a:lnTo>
                  <a:lnTo>
                    <a:pt x="1063630" y="753235"/>
                  </a:lnTo>
                  <a:lnTo>
                    <a:pt x="1064594" y="743562"/>
                  </a:lnTo>
                  <a:lnTo>
                    <a:pt x="1065558" y="733797"/>
                  </a:lnTo>
                  <a:lnTo>
                    <a:pt x="1066522" y="724043"/>
                  </a:lnTo>
                  <a:lnTo>
                    <a:pt x="1067486" y="714431"/>
                  </a:lnTo>
                  <a:lnTo>
                    <a:pt x="1068450" y="705084"/>
                  </a:lnTo>
                  <a:lnTo>
                    <a:pt x="1069414" y="696124"/>
                  </a:lnTo>
                  <a:lnTo>
                    <a:pt x="1070378" y="687607"/>
                  </a:lnTo>
                  <a:lnTo>
                    <a:pt x="1071342" y="679622"/>
                  </a:lnTo>
                  <a:lnTo>
                    <a:pt x="1072306" y="672165"/>
                  </a:lnTo>
                  <a:lnTo>
                    <a:pt x="1073270" y="665203"/>
                  </a:lnTo>
                  <a:lnTo>
                    <a:pt x="1074234" y="658704"/>
                  </a:lnTo>
                  <a:lnTo>
                    <a:pt x="1075198" y="652713"/>
                  </a:lnTo>
                  <a:lnTo>
                    <a:pt x="1076162" y="647318"/>
                  </a:lnTo>
                  <a:lnTo>
                    <a:pt x="1077126" y="642573"/>
                  </a:lnTo>
                  <a:lnTo>
                    <a:pt x="1078090" y="638512"/>
                  </a:lnTo>
                  <a:lnTo>
                    <a:pt x="1079054" y="635170"/>
                  </a:lnTo>
                  <a:lnTo>
                    <a:pt x="1080018" y="632491"/>
                  </a:lnTo>
                  <a:lnTo>
                    <a:pt x="1080982" y="630542"/>
                  </a:lnTo>
                  <a:lnTo>
                    <a:pt x="1081946" y="629295"/>
                  </a:lnTo>
                  <a:lnTo>
                    <a:pt x="1082910" y="628701"/>
                  </a:lnTo>
                  <a:lnTo>
                    <a:pt x="1083874" y="628659"/>
                  </a:lnTo>
                  <a:lnTo>
                    <a:pt x="1084838" y="629079"/>
                  </a:lnTo>
                  <a:lnTo>
                    <a:pt x="1085802" y="629849"/>
                  </a:lnTo>
                  <a:lnTo>
                    <a:pt x="1086766" y="630996"/>
                  </a:lnTo>
                  <a:lnTo>
                    <a:pt x="1087730" y="632582"/>
                  </a:lnTo>
                  <a:lnTo>
                    <a:pt x="1088694" y="634644"/>
                  </a:lnTo>
                  <a:lnTo>
                    <a:pt x="1089658" y="637233"/>
                  </a:lnTo>
                  <a:lnTo>
                    <a:pt x="1090622" y="640394"/>
                  </a:lnTo>
                  <a:lnTo>
                    <a:pt x="1091586" y="644163"/>
                  </a:lnTo>
                  <a:lnTo>
                    <a:pt x="1092550" y="648556"/>
                  </a:lnTo>
                  <a:lnTo>
                    <a:pt x="1093514" y="653587"/>
                  </a:lnTo>
                  <a:lnTo>
                    <a:pt x="1094478" y="659268"/>
                  </a:lnTo>
                  <a:lnTo>
                    <a:pt x="1095442" y="665518"/>
                  </a:lnTo>
                  <a:lnTo>
                    <a:pt x="1096406" y="672286"/>
                  </a:lnTo>
                  <a:lnTo>
                    <a:pt x="1097370" y="679602"/>
                  </a:lnTo>
                  <a:lnTo>
                    <a:pt x="1098334" y="687394"/>
                  </a:lnTo>
                  <a:lnTo>
                    <a:pt x="1099298" y="695635"/>
                  </a:lnTo>
                  <a:lnTo>
                    <a:pt x="1100262" y="704275"/>
                  </a:lnTo>
                  <a:lnTo>
                    <a:pt x="1101226" y="713268"/>
                  </a:lnTo>
                  <a:lnTo>
                    <a:pt x="1102190" y="722567"/>
                  </a:lnTo>
                  <a:lnTo>
                    <a:pt x="1103154" y="732186"/>
                  </a:lnTo>
                  <a:lnTo>
                    <a:pt x="1104118" y="742128"/>
                  </a:lnTo>
                  <a:lnTo>
                    <a:pt x="1105082" y="752326"/>
                  </a:lnTo>
                  <a:lnTo>
                    <a:pt x="1106046" y="762777"/>
                  </a:lnTo>
                  <a:lnTo>
                    <a:pt x="1107010" y="773488"/>
                  </a:lnTo>
                  <a:lnTo>
                    <a:pt x="1107974" y="784437"/>
                  </a:lnTo>
                  <a:lnTo>
                    <a:pt x="1108938" y="795538"/>
                  </a:lnTo>
                  <a:lnTo>
                    <a:pt x="1109902" y="806751"/>
                  </a:lnTo>
                  <a:lnTo>
                    <a:pt x="1110866" y="818036"/>
                  </a:lnTo>
                  <a:lnTo>
                    <a:pt x="1111830" y="829372"/>
                  </a:lnTo>
                  <a:lnTo>
                    <a:pt x="1112794" y="840762"/>
                  </a:lnTo>
                  <a:lnTo>
                    <a:pt x="1113758" y="852331"/>
                  </a:lnTo>
                  <a:lnTo>
                    <a:pt x="1114722" y="864034"/>
                  </a:lnTo>
                  <a:lnTo>
                    <a:pt x="1115686" y="875835"/>
                  </a:lnTo>
                  <a:lnTo>
                    <a:pt x="1116650" y="887644"/>
                  </a:lnTo>
                  <a:lnTo>
                    <a:pt x="1117614" y="899301"/>
                  </a:lnTo>
                  <a:lnTo>
                    <a:pt x="1118578" y="910642"/>
                  </a:lnTo>
                  <a:lnTo>
                    <a:pt x="1119542" y="921546"/>
                  </a:lnTo>
                  <a:lnTo>
                    <a:pt x="1120506" y="931969"/>
                  </a:lnTo>
                  <a:lnTo>
                    <a:pt x="1121470" y="941967"/>
                  </a:lnTo>
                  <a:lnTo>
                    <a:pt x="1122434" y="951477"/>
                  </a:lnTo>
                  <a:lnTo>
                    <a:pt x="1123398" y="960457"/>
                  </a:lnTo>
                  <a:lnTo>
                    <a:pt x="1124362" y="968879"/>
                  </a:lnTo>
                  <a:lnTo>
                    <a:pt x="1125326" y="976585"/>
                  </a:lnTo>
                  <a:lnTo>
                    <a:pt x="1126290" y="983504"/>
                  </a:lnTo>
                  <a:lnTo>
                    <a:pt x="1127254" y="989548"/>
                  </a:lnTo>
                  <a:lnTo>
                    <a:pt x="1128218" y="994721"/>
                  </a:lnTo>
                  <a:lnTo>
                    <a:pt x="1129182" y="999134"/>
                  </a:lnTo>
                  <a:lnTo>
                    <a:pt x="1130146" y="1002852"/>
                  </a:lnTo>
                  <a:lnTo>
                    <a:pt x="1131110" y="1005935"/>
                  </a:lnTo>
                  <a:lnTo>
                    <a:pt x="1132074" y="1008475"/>
                  </a:lnTo>
                  <a:lnTo>
                    <a:pt x="1133038" y="1010653"/>
                  </a:lnTo>
                  <a:lnTo>
                    <a:pt x="1134002" y="1012595"/>
                  </a:lnTo>
                  <a:lnTo>
                    <a:pt x="1134966" y="1014356"/>
                  </a:lnTo>
                  <a:lnTo>
                    <a:pt x="1135930" y="1015908"/>
                  </a:lnTo>
                  <a:lnTo>
                    <a:pt x="1136894" y="1017168"/>
                  </a:lnTo>
                  <a:lnTo>
                    <a:pt x="1137858" y="1018126"/>
                  </a:lnTo>
                  <a:lnTo>
                    <a:pt x="1138822" y="1018690"/>
                  </a:lnTo>
                  <a:lnTo>
                    <a:pt x="1139786" y="1018911"/>
                  </a:lnTo>
                  <a:lnTo>
                    <a:pt x="1140750" y="1018773"/>
                  </a:lnTo>
                  <a:lnTo>
                    <a:pt x="1141714" y="1018284"/>
                  </a:lnTo>
                  <a:lnTo>
                    <a:pt x="1142678" y="1017438"/>
                  </a:lnTo>
                  <a:lnTo>
                    <a:pt x="1143642" y="1016227"/>
                  </a:lnTo>
                  <a:lnTo>
                    <a:pt x="1144606" y="1014724"/>
                  </a:lnTo>
                  <a:lnTo>
                    <a:pt x="1145570" y="1012856"/>
                  </a:lnTo>
                  <a:lnTo>
                    <a:pt x="1146534" y="1010593"/>
                  </a:lnTo>
                  <a:lnTo>
                    <a:pt x="1147498" y="1007884"/>
                  </a:lnTo>
                  <a:lnTo>
                    <a:pt x="1148463" y="1004771"/>
                  </a:lnTo>
                  <a:lnTo>
                    <a:pt x="1149427" y="1001366"/>
                  </a:lnTo>
                  <a:lnTo>
                    <a:pt x="1150391" y="997733"/>
                  </a:lnTo>
                  <a:lnTo>
                    <a:pt x="1151355" y="993942"/>
                  </a:lnTo>
                  <a:lnTo>
                    <a:pt x="1152319" y="989935"/>
                  </a:lnTo>
                  <a:lnTo>
                    <a:pt x="1153283" y="985729"/>
                  </a:lnTo>
                  <a:lnTo>
                    <a:pt x="1154247" y="981334"/>
                  </a:lnTo>
                  <a:lnTo>
                    <a:pt x="1155211" y="976776"/>
                  </a:lnTo>
                  <a:lnTo>
                    <a:pt x="1156175" y="972067"/>
                  </a:lnTo>
                  <a:lnTo>
                    <a:pt x="1157139" y="967226"/>
                  </a:lnTo>
                  <a:lnTo>
                    <a:pt x="1158103" y="962319"/>
                  </a:lnTo>
                  <a:lnTo>
                    <a:pt x="1159067" y="957347"/>
                  </a:lnTo>
                  <a:lnTo>
                    <a:pt x="1160031" y="952361"/>
                  </a:lnTo>
                  <a:lnTo>
                    <a:pt x="1160995" y="947356"/>
                  </a:lnTo>
                  <a:lnTo>
                    <a:pt x="1161959" y="942257"/>
                  </a:lnTo>
                  <a:lnTo>
                    <a:pt x="1162923" y="936994"/>
                  </a:lnTo>
                  <a:lnTo>
                    <a:pt x="1163887" y="931553"/>
                  </a:lnTo>
                  <a:lnTo>
                    <a:pt x="1164851" y="925901"/>
                  </a:lnTo>
                  <a:lnTo>
                    <a:pt x="1165815" y="920057"/>
                  </a:lnTo>
                  <a:lnTo>
                    <a:pt x="1166779" y="914151"/>
                  </a:lnTo>
                  <a:lnTo>
                    <a:pt x="1167743" y="908274"/>
                  </a:lnTo>
                  <a:lnTo>
                    <a:pt x="1168707" y="902481"/>
                  </a:lnTo>
                  <a:lnTo>
                    <a:pt x="1169671" y="896736"/>
                  </a:lnTo>
                  <a:lnTo>
                    <a:pt x="1170635" y="891048"/>
                  </a:lnTo>
                  <a:lnTo>
                    <a:pt x="1171599" y="885481"/>
                  </a:lnTo>
                  <a:lnTo>
                    <a:pt x="1172563" y="880031"/>
                  </a:lnTo>
                  <a:lnTo>
                    <a:pt x="1173527" y="874712"/>
                  </a:lnTo>
                  <a:lnTo>
                    <a:pt x="1174491" y="869641"/>
                  </a:lnTo>
                  <a:lnTo>
                    <a:pt x="1175455" y="864841"/>
                  </a:lnTo>
                  <a:lnTo>
                    <a:pt x="1176419" y="860412"/>
                  </a:lnTo>
                  <a:lnTo>
                    <a:pt x="1177383" y="856319"/>
                  </a:lnTo>
                  <a:lnTo>
                    <a:pt x="1178347" y="852507"/>
                  </a:lnTo>
                  <a:lnTo>
                    <a:pt x="1179311" y="848951"/>
                  </a:lnTo>
                  <a:lnTo>
                    <a:pt x="1180275" y="845683"/>
                  </a:lnTo>
                  <a:lnTo>
                    <a:pt x="1181239" y="842635"/>
                  </a:lnTo>
                  <a:lnTo>
                    <a:pt x="1182203" y="839783"/>
                  </a:lnTo>
                  <a:lnTo>
                    <a:pt x="1183167" y="837081"/>
                  </a:lnTo>
                  <a:lnTo>
                    <a:pt x="1184131" y="834518"/>
                  </a:lnTo>
                  <a:lnTo>
                    <a:pt x="1185095" y="832168"/>
                  </a:lnTo>
                  <a:lnTo>
                    <a:pt x="1186059" y="830134"/>
                  </a:lnTo>
                  <a:lnTo>
                    <a:pt x="1187023" y="828472"/>
                  </a:lnTo>
                  <a:lnTo>
                    <a:pt x="1187987" y="827171"/>
                  </a:lnTo>
                  <a:lnTo>
                    <a:pt x="1188951" y="826147"/>
                  </a:lnTo>
                  <a:lnTo>
                    <a:pt x="1189915" y="825392"/>
                  </a:lnTo>
                  <a:lnTo>
                    <a:pt x="1190879" y="824914"/>
                  </a:lnTo>
                  <a:lnTo>
                    <a:pt x="1191843" y="824740"/>
                  </a:lnTo>
                  <a:lnTo>
                    <a:pt x="1192807" y="824858"/>
                  </a:lnTo>
                  <a:lnTo>
                    <a:pt x="1193771" y="825292"/>
                  </a:lnTo>
                  <a:lnTo>
                    <a:pt x="1194735" y="826084"/>
                  </a:lnTo>
                  <a:lnTo>
                    <a:pt x="1195699" y="827255"/>
                  </a:lnTo>
                  <a:lnTo>
                    <a:pt x="1196663" y="828874"/>
                  </a:lnTo>
                  <a:lnTo>
                    <a:pt x="1197627" y="830849"/>
                  </a:lnTo>
                  <a:lnTo>
                    <a:pt x="1198591" y="833195"/>
                  </a:lnTo>
                  <a:lnTo>
                    <a:pt x="1199555" y="835745"/>
                  </a:lnTo>
                  <a:lnTo>
                    <a:pt x="1200519" y="838441"/>
                  </a:lnTo>
                  <a:lnTo>
                    <a:pt x="1201483" y="841282"/>
                  </a:lnTo>
                  <a:lnTo>
                    <a:pt x="1202447" y="844217"/>
                  </a:lnTo>
                  <a:lnTo>
                    <a:pt x="1203411" y="847281"/>
                  </a:lnTo>
                  <a:lnTo>
                    <a:pt x="1204375" y="850482"/>
                  </a:lnTo>
                  <a:lnTo>
                    <a:pt x="1205339" y="853812"/>
                  </a:lnTo>
                  <a:lnTo>
                    <a:pt x="1206303" y="857169"/>
                  </a:lnTo>
                  <a:lnTo>
                    <a:pt x="1207267" y="860569"/>
                  </a:lnTo>
                  <a:lnTo>
                    <a:pt x="1208231" y="863975"/>
                  </a:lnTo>
                  <a:lnTo>
                    <a:pt x="1209195" y="867332"/>
                  </a:lnTo>
                  <a:lnTo>
                    <a:pt x="1210159" y="870571"/>
                  </a:lnTo>
                  <a:lnTo>
                    <a:pt x="1211123" y="873721"/>
                  </a:lnTo>
                  <a:lnTo>
                    <a:pt x="1212087" y="876793"/>
                  </a:lnTo>
                  <a:lnTo>
                    <a:pt x="1213051" y="879780"/>
                  </a:lnTo>
                  <a:lnTo>
                    <a:pt x="1214015" y="882789"/>
                  </a:lnTo>
                  <a:lnTo>
                    <a:pt x="1214979" y="885774"/>
                  </a:lnTo>
                  <a:lnTo>
                    <a:pt x="1215943" y="888676"/>
                  </a:lnTo>
                  <a:lnTo>
                    <a:pt x="1216907" y="891477"/>
                  </a:lnTo>
                  <a:lnTo>
                    <a:pt x="1217871" y="894194"/>
                  </a:lnTo>
                  <a:lnTo>
                    <a:pt x="1218835" y="896857"/>
                  </a:lnTo>
                  <a:lnTo>
                    <a:pt x="1219799" y="899434"/>
                  </a:lnTo>
                  <a:lnTo>
                    <a:pt x="1220763" y="901981"/>
                  </a:lnTo>
                  <a:lnTo>
                    <a:pt x="1221727" y="904525"/>
                  </a:lnTo>
                  <a:lnTo>
                    <a:pt x="1222691" y="907054"/>
                  </a:lnTo>
                  <a:lnTo>
                    <a:pt x="1223655" y="909611"/>
                  </a:lnTo>
                  <a:lnTo>
                    <a:pt x="1224619" y="912281"/>
                  </a:lnTo>
                  <a:lnTo>
                    <a:pt x="1225583" y="914972"/>
                  </a:lnTo>
                  <a:lnTo>
                    <a:pt x="1226547" y="917695"/>
                  </a:lnTo>
                  <a:lnTo>
                    <a:pt x="1227511" y="920447"/>
                  </a:lnTo>
                  <a:lnTo>
                    <a:pt x="1228475" y="923178"/>
                  </a:lnTo>
                  <a:lnTo>
                    <a:pt x="1229439" y="925876"/>
                  </a:lnTo>
                  <a:lnTo>
                    <a:pt x="1230403" y="928625"/>
                  </a:lnTo>
                  <a:lnTo>
                    <a:pt x="1231367" y="931407"/>
                  </a:lnTo>
                  <a:lnTo>
                    <a:pt x="1232331" y="934229"/>
                  </a:lnTo>
                  <a:lnTo>
                    <a:pt x="1233295" y="937109"/>
                  </a:lnTo>
                  <a:lnTo>
                    <a:pt x="1234259" y="939937"/>
                  </a:lnTo>
                  <a:lnTo>
                    <a:pt x="1235223" y="942670"/>
                  </a:lnTo>
                  <a:lnTo>
                    <a:pt x="1236187" y="945283"/>
                  </a:lnTo>
                  <a:lnTo>
                    <a:pt x="1237151" y="947884"/>
                  </a:lnTo>
                  <a:lnTo>
                    <a:pt x="1238115" y="950428"/>
                  </a:lnTo>
                  <a:lnTo>
                    <a:pt x="1239079" y="952919"/>
                  </a:lnTo>
                  <a:lnTo>
                    <a:pt x="1240043" y="955385"/>
                  </a:lnTo>
                  <a:lnTo>
                    <a:pt x="1241007" y="957799"/>
                  </a:lnTo>
                  <a:lnTo>
                    <a:pt x="1241971" y="960148"/>
                  </a:lnTo>
                  <a:lnTo>
                    <a:pt x="1242935" y="962449"/>
                  </a:lnTo>
                  <a:lnTo>
                    <a:pt x="1243899" y="964705"/>
                  </a:lnTo>
                  <a:lnTo>
                    <a:pt x="1244863" y="966889"/>
                  </a:lnTo>
                  <a:lnTo>
                    <a:pt x="1245827" y="968978"/>
                  </a:lnTo>
                  <a:lnTo>
                    <a:pt x="1246791" y="970959"/>
                  </a:lnTo>
                  <a:lnTo>
                    <a:pt x="1247755" y="972846"/>
                  </a:lnTo>
                  <a:lnTo>
                    <a:pt x="1248719" y="974791"/>
                  </a:lnTo>
                  <a:lnTo>
                    <a:pt x="1249683" y="976847"/>
                  </a:lnTo>
                  <a:lnTo>
                    <a:pt x="1250647" y="979010"/>
                  </a:lnTo>
                  <a:lnTo>
                    <a:pt x="1251611" y="981218"/>
                  </a:lnTo>
                  <a:lnTo>
                    <a:pt x="1252575" y="983473"/>
                  </a:lnTo>
                  <a:lnTo>
                    <a:pt x="1253539" y="985705"/>
                  </a:lnTo>
                  <a:lnTo>
                    <a:pt x="1254503" y="987868"/>
                  </a:lnTo>
                  <a:lnTo>
                    <a:pt x="1255467" y="989967"/>
                  </a:lnTo>
                  <a:lnTo>
                    <a:pt x="1256431" y="992036"/>
                  </a:lnTo>
                  <a:lnTo>
                    <a:pt x="1257395" y="994101"/>
                  </a:lnTo>
                  <a:lnTo>
                    <a:pt x="1258359" y="996271"/>
                  </a:lnTo>
                  <a:lnTo>
                    <a:pt x="1259323" y="998651"/>
                  </a:lnTo>
                  <a:lnTo>
                    <a:pt x="1260288" y="1001197"/>
                  </a:lnTo>
                  <a:lnTo>
                    <a:pt x="1261252" y="1003926"/>
                  </a:lnTo>
                  <a:lnTo>
                    <a:pt x="1262216" y="1006760"/>
                  </a:lnTo>
                  <a:lnTo>
                    <a:pt x="1263180" y="1009607"/>
                  </a:lnTo>
                  <a:lnTo>
                    <a:pt x="1264144" y="1012467"/>
                  </a:lnTo>
                  <a:lnTo>
                    <a:pt x="1265108" y="1015332"/>
                  </a:lnTo>
                  <a:lnTo>
                    <a:pt x="1266072" y="1018194"/>
                  </a:lnTo>
                  <a:lnTo>
                    <a:pt x="1267036" y="1021044"/>
                  </a:lnTo>
                  <a:lnTo>
                    <a:pt x="1268000" y="1023901"/>
                  </a:lnTo>
                  <a:lnTo>
                    <a:pt x="1268964" y="1026713"/>
                  </a:lnTo>
                  <a:lnTo>
                    <a:pt x="1269928" y="1029452"/>
                  </a:lnTo>
                  <a:lnTo>
                    <a:pt x="1270892" y="1032064"/>
                  </a:lnTo>
                  <a:lnTo>
                    <a:pt x="1271856" y="1034504"/>
                  </a:lnTo>
                  <a:lnTo>
                    <a:pt x="1272820" y="1036627"/>
                  </a:lnTo>
                  <a:lnTo>
                    <a:pt x="1273784" y="1038353"/>
                  </a:lnTo>
                  <a:lnTo>
                    <a:pt x="1274748" y="1039697"/>
                  </a:lnTo>
                  <a:lnTo>
                    <a:pt x="1275712" y="1040666"/>
                  </a:lnTo>
                  <a:lnTo>
                    <a:pt x="1276676" y="1041296"/>
                  </a:lnTo>
                  <a:lnTo>
                    <a:pt x="1277640" y="1041623"/>
                  </a:lnTo>
                  <a:lnTo>
                    <a:pt x="1278604" y="1041596"/>
                  </a:lnTo>
                  <a:lnTo>
                    <a:pt x="1279568" y="1041167"/>
                  </a:lnTo>
                  <a:lnTo>
                    <a:pt x="1280532" y="1040313"/>
                  </a:lnTo>
                  <a:lnTo>
                    <a:pt x="1281496" y="1039055"/>
                  </a:lnTo>
                  <a:lnTo>
                    <a:pt x="1282460" y="1037393"/>
                  </a:lnTo>
                  <a:lnTo>
                    <a:pt x="1283424" y="1035403"/>
                  </a:lnTo>
                  <a:lnTo>
                    <a:pt x="1284388" y="1033099"/>
                  </a:lnTo>
                  <a:lnTo>
                    <a:pt x="1285352" y="1030498"/>
                  </a:lnTo>
                  <a:lnTo>
                    <a:pt x="1286316" y="1027657"/>
                  </a:lnTo>
                  <a:lnTo>
                    <a:pt x="1287280" y="1024678"/>
                  </a:lnTo>
                  <a:lnTo>
                    <a:pt x="1288244" y="1021561"/>
                  </a:lnTo>
                  <a:lnTo>
                    <a:pt x="1289208" y="1018295"/>
                  </a:lnTo>
                  <a:lnTo>
                    <a:pt x="1290172" y="1014935"/>
                  </a:lnTo>
                  <a:lnTo>
                    <a:pt x="1291136" y="1011455"/>
                  </a:lnTo>
                  <a:lnTo>
                    <a:pt x="1292100" y="1007833"/>
                  </a:lnTo>
                  <a:lnTo>
                    <a:pt x="1293064" y="1004107"/>
                  </a:lnTo>
                  <a:lnTo>
                    <a:pt x="1294028" y="1000360"/>
                  </a:lnTo>
                  <a:lnTo>
                    <a:pt x="1294992" y="996659"/>
                  </a:lnTo>
                  <a:lnTo>
                    <a:pt x="1295956" y="993061"/>
                  </a:lnTo>
                  <a:lnTo>
                    <a:pt x="1296920" y="989479"/>
                  </a:lnTo>
                  <a:lnTo>
                    <a:pt x="1297884" y="985929"/>
                  </a:lnTo>
                  <a:lnTo>
                    <a:pt x="1298848" y="982374"/>
                  </a:lnTo>
                  <a:lnTo>
                    <a:pt x="1299812" y="978835"/>
                  </a:lnTo>
                  <a:lnTo>
                    <a:pt x="1300776" y="975344"/>
                  </a:lnTo>
                  <a:lnTo>
                    <a:pt x="1301740" y="971866"/>
                  </a:lnTo>
                  <a:lnTo>
                    <a:pt x="1302704" y="968463"/>
                  </a:lnTo>
                  <a:lnTo>
                    <a:pt x="1303668" y="965235"/>
                  </a:lnTo>
                  <a:lnTo>
                    <a:pt x="1304632" y="962199"/>
                  </a:lnTo>
                  <a:lnTo>
                    <a:pt x="1305596" y="959319"/>
                  </a:lnTo>
                  <a:lnTo>
                    <a:pt x="1306560" y="956576"/>
                  </a:lnTo>
                  <a:lnTo>
                    <a:pt x="1307524" y="953852"/>
                  </a:lnTo>
                  <a:lnTo>
                    <a:pt x="1308488" y="951131"/>
                  </a:lnTo>
                  <a:lnTo>
                    <a:pt x="1309452" y="948373"/>
                  </a:lnTo>
                  <a:lnTo>
                    <a:pt x="1310416" y="945548"/>
                  </a:lnTo>
                  <a:lnTo>
                    <a:pt x="1311380" y="942758"/>
                  </a:lnTo>
                  <a:lnTo>
                    <a:pt x="1312344" y="940101"/>
                  </a:lnTo>
                  <a:lnTo>
                    <a:pt x="1313308" y="937658"/>
                  </a:lnTo>
                  <a:lnTo>
                    <a:pt x="1314272" y="935471"/>
                  </a:lnTo>
                  <a:lnTo>
                    <a:pt x="1315236" y="933532"/>
                  </a:lnTo>
                  <a:lnTo>
                    <a:pt x="1316200" y="931836"/>
                  </a:lnTo>
                  <a:lnTo>
                    <a:pt x="1317164" y="930408"/>
                  </a:lnTo>
                  <a:lnTo>
                    <a:pt x="1318128" y="929264"/>
                  </a:lnTo>
                  <a:lnTo>
                    <a:pt x="1319092" y="928451"/>
                  </a:lnTo>
                  <a:lnTo>
                    <a:pt x="1320056" y="928018"/>
                  </a:lnTo>
                  <a:lnTo>
                    <a:pt x="1321020" y="928016"/>
                  </a:lnTo>
                  <a:lnTo>
                    <a:pt x="1321984" y="928525"/>
                  </a:lnTo>
                  <a:lnTo>
                    <a:pt x="1322948" y="929567"/>
                  </a:lnTo>
                  <a:lnTo>
                    <a:pt x="1323912" y="931211"/>
                  </a:lnTo>
                  <a:lnTo>
                    <a:pt x="1324876" y="933539"/>
                  </a:lnTo>
                  <a:lnTo>
                    <a:pt x="1325840" y="936508"/>
                  </a:lnTo>
                  <a:lnTo>
                    <a:pt x="1326804" y="940015"/>
                  </a:lnTo>
                  <a:lnTo>
                    <a:pt x="1327768" y="944017"/>
                  </a:lnTo>
                  <a:lnTo>
                    <a:pt x="1328732" y="948539"/>
                  </a:lnTo>
                  <a:lnTo>
                    <a:pt x="1329696" y="953582"/>
                  </a:lnTo>
                  <a:lnTo>
                    <a:pt x="1330660" y="959119"/>
                  </a:lnTo>
                  <a:lnTo>
                    <a:pt x="1331624" y="965101"/>
                  </a:lnTo>
                  <a:lnTo>
                    <a:pt x="1332588" y="971457"/>
                  </a:lnTo>
                  <a:lnTo>
                    <a:pt x="1333552" y="978139"/>
                  </a:lnTo>
                  <a:lnTo>
                    <a:pt x="1334516" y="985098"/>
                  </a:lnTo>
                  <a:lnTo>
                    <a:pt x="1335480" y="992225"/>
                  </a:lnTo>
                  <a:lnTo>
                    <a:pt x="1336444" y="999482"/>
                  </a:lnTo>
                  <a:lnTo>
                    <a:pt x="1337408" y="1006849"/>
                  </a:lnTo>
                  <a:lnTo>
                    <a:pt x="1338372" y="1014264"/>
                  </a:lnTo>
                  <a:lnTo>
                    <a:pt x="1339336" y="1021653"/>
                  </a:lnTo>
                  <a:lnTo>
                    <a:pt x="1340300" y="1028991"/>
                  </a:lnTo>
                  <a:lnTo>
                    <a:pt x="1341264" y="1036225"/>
                  </a:lnTo>
                  <a:lnTo>
                    <a:pt x="1342228" y="1043261"/>
                  </a:lnTo>
                  <a:lnTo>
                    <a:pt x="1343192" y="1049936"/>
                  </a:lnTo>
                  <a:lnTo>
                    <a:pt x="1344156" y="1056173"/>
                  </a:lnTo>
                  <a:lnTo>
                    <a:pt x="1345120" y="1061906"/>
                  </a:lnTo>
                  <a:lnTo>
                    <a:pt x="1346084" y="1067110"/>
                  </a:lnTo>
                  <a:lnTo>
                    <a:pt x="1347048" y="1071741"/>
                  </a:lnTo>
                  <a:lnTo>
                    <a:pt x="1348012" y="1075780"/>
                  </a:lnTo>
                  <a:lnTo>
                    <a:pt x="1348976" y="1079211"/>
                  </a:lnTo>
                  <a:lnTo>
                    <a:pt x="1349940" y="1082108"/>
                  </a:lnTo>
                  <a:lnTo>
                    <a:pt x="1350904" y="1084549"/>
                  </a:lnTo>
                  <a:lnTo>
                    <a:pt x="1351868" y="1086546"/>
                  </a:lnTo>
                  <a:lnTo>
                    <a:pt x="1352832" y="1088093"/>
                  </a:lnTo>
                  <a:lnTo>
                    <a:pt x="1353796" y="1089245"/>
                  </a:lnTo>
                  <a:lnTo>
                    <a:pt x="1354760" y="1089990"/>
                  </a:lnTo>
                  <a:lnTo>
                    <a:pt x="1355724" y="1090375"/>
                  </a:lnTo>
                  <a:lnTo>
                    <a:pt x="1356688" y="1090485"/>
                  </a:lnTo>
                  <a:lnTo>
                    <a:pt x="1357652" y="1090410"/>
                  </a:lnTo>
                  <a:lnTo>
                    <a:pt x="1358616" y="1090271"/>
                  </a:lnTo>
                  <a:lnTo>
                    <a:pt x="1359580" y="1090113"/>
                  </a:lnTo>
                  <a:lnTo>
                    <a:pt x="1360544" y="1089928"/>
                  </a:lnTo>
                  <a:lnTo>
                    <a:pt x="1361508" y="1089647"/>
                  </a:lnTo>
                  <a:lnTo>
                    <a:pt x="1362472" y="1089245"/>
                  </a:lnTo>
                  <a:lnTo>
                    <a:pt x="1363436" y="1088704"/>
                  </a:lnTo>
                  <a:lnTo>
                    <a:pt x="1364400" y="1088040"/>
                  </a:lnTo>
                  <a:lnTo>
                    <a:pt x="1365364" y="1087203"/>
                  </a:lnTo>
                  <a:lnTo>
                    <a:pt x="1366328" y="1086150"/>
                  </a:lnTo>
                  <a:lnTo>
                    <a:pt x="1367292" y="1084870"/>
                  </a:lnTo>
                  <a:lnTo>
                    <a:pt x="1368256" y="1083352"/>
                  </a:lnTo>
                  <a:lnTo>
                    <a:pt x="1369220" y="1081599"/>
                  </a:lnTo>
                  <a:lnTo>
                    <a:pt x="1370184" y="1079608"/>
                  </a:lnTo>
                  <a:lnTo>
                    <a:pt x="1371149" y="1077341"/>
                  </a:lnTo>
                  <a:lnTo>
                    <a:pt x="1372113" y="1074682"/>
                  </a:lnTo>
                  <a:lnTo>
                    <a:pt x="1373077" y="1071462"/>
                  </a:lnTo>
                  <a:lnTo>
                    <a:pt x="1374041" y="1067557"/>
                  </a:lnTo>
                  <a:lnTo>
                    <a:pt x="1375005" y="1062993"/>
                  </a:lnTo>
                  <a:lnTo>
                    <a:pt x="1375969" y="1057943"/>
                  </a:lnTo>
                  <a:lnTo>
                    <a:pt x="1376933" y="1052478"/>
                  </a:lnTo>
                  <a:lnTo>
                    <a:pt x="1377897" y="1046576"/>
                  </a:lnTo>
                  <a:lnTo>
                    <a:pt x="1378861" y="1040244"/>
                  </a:lnTo>
                  <a:lnTo>
                    <a:pt x="1379825" y="1033486"/>
                  </a:lnTo>
                  <a:lnTo>
                    <a:pt x="1380789" y="1026357"/>
                  </a:lnTo>
                  <a:lnTo>
                    <a:pt x="1381753" y="1018878"/>
                  </a:lnTo>
                  <a:lnTo>
                    <a:pt x="1382717" y="1011054"/>
                  </a:lnTo>
                  <a:lnTo>
                    <a:pt x="1383681" y="1002882"/>
                  </a:lnTo>
                  <a:lnTo>
                    <a:pt x="1384645" y="994371"/>
                  </a:lnTo>
                  <a:lnTo>
                    <a:pt x="1385609" y="985519"/>
                  </a:lnTo>
                  <a:lnTo>
                    <a:pt x="1386573" y="976392"/>
                  </a:lnTo>
                  <a:lnTo>
                    <a:pt x="1387537" y="967091"/>
                  </a:lnTo>
                  <a:lnTo>
                    <a:pt x="1388501" y="957716"/>
                  </a:lnTo>
                  <a:lnTo>
                    <a:pt x="1389465" y="948324"/>
                  </a:lnTo>
                  <a:lnTo>
                    <a:pt x="1390429" y="938902"/>
                  </a:lnTo>
                  <a:lnTo>
                    <a:pt x="1391393" y="929501"/>
                  </a:lnTo>
                  <a:lnTo>
                    <a:pt x="1392357" y="920219"/>
                  </a:lnTo>
                  <a:lnTo>
                    <a:pt x="1393321" y="911139"/>
                  </a:lnTo>
                  <a:lnTo>
                    <a:pt x="1394285" y="902363"/>
                  </a:lnTo>
                  <a:lnTo>
                    <a:pt x="1395249" y="893927"/>
                  </a:lnTo>
                  <a:lnTo>
                    <a:pt x="1396213" y="885916"/>
                  </a:lnTo>
                  <a:lnTo>
                    <a:pt x="1397177" y="878346"/>
                  </a:lnTo>
                  <a:lnTo>
                    <a:pt x="1398141" y="871292"/>
                  </a:lnTo>
                  <a:lnTo>
                    <a:pt x="1399105" y="864731"/>
                  </a:lnTo>
                  <a:lnTo>
                    <a:pt x="1400069" y="858613"/>
                  </a:lnTo>
                  <a:lnTo>
                    <a:pt x="1401033" y="852911"/>
                  </a:lnTo>
                  <a:lnTo>
                    <a:pt x="1401997" y="847633"/>
                  </a:lnTo>
                  <a:lnTo>
                    <a:pt x="1402961" y="842765"/>
                  </a:lnTo>
                  <a:lnTo>
                    <a:pt x="1403925" y="838311"/>
                  </a:lnTo>
                  <a:lnTo>
                    <a:pt x="1404889" y="834210"/>
                  </a:lnTo>
                  <a:lnTo>
                    <a:pt x="1405853" y="830389"/>
                  </a:lnTo>
                  <a:lnTo>
                    <a:pt x="1406817" y="826769"/>
                  </a:lnTo>
                  <a:lnTo>
                    <a:pt x="1407781" y="823301"/>
                  </a:lnTo>
                  <a:lnTo>
                    <a:pt x="1408745" y="819936"/>
                  </a:lnTo>
                  <a:lnTo>
                    <a:pt x="1409709" y="816720"/>
                  </a:lnTo>
                  <a:lnTo>
                    <a:pt x="1410673" y="813613"/>
                  </a:lnTo>
                  <a:lnTo>
                    <a:pt x="1411637" y="810629"/>
                  </a:lnTo>
                  <a:lnTo>
                    <a:pt x="1412601" y="807735"/>
                  </a:lnTo>
                  <a:lnTo>
                    <a:pt x="1413565" y="804943"/>
                  </a:lnTo>
                  <a:lnTo>
                    <a:pt x="1414529" y="802267"/>
                  </a:lnTo>
                  <a:lnTo>
                    <a:pt x="1415493" y="799689"/>
                  </a:lnTo>
                  <a:lnTo>
                    <a:pt x="1416457" y="797169"/>
                  </a:lnTo>
                  <a:lnTo>
                    <a:pt x="1417421" y="794703"/>
                  </a:lnTo>
                  <a:lnTo>
                    <a:pt x="1418385" y="792291"/>
                  </a:lnTo>
                  <a:lnTo>
                    <a:pt x="1419349" y="790042"/>
                  </a:lnTo>
                  <a:lnTo>
                    <a:pt x="1420313" y="788064"/>
                  </a:lnTo>
                  <a:lnTo>
                    <a:pt x="1421277" y="786469"/>
                  </a:lnTo>
                  <a:lnTo>
                    <a:pt x="1422241" y="785355"/>
                  </a:lnTo>
                  <a:lnTo>
                    <a:pt x="1423205" y="784777"/>
                  </a:lnTo>
                  <a:lnTo>
                    <a:pt x="1424169" y="784673"/>
                  </a:lnTo>
                  <a:lnTo>
                    <a:pt x="1425133" y="784980"/>
                  </a:lnTo>
                  <a:lnTo>
                    <a:pt x="1426097" y="785663"/>
                  </a:lnTo>
                  <a:lnTo>
                    <a:pt x="1427061" y="786719"/>
                  </a:lnTo>
                  <a:lnTo>
                    <a:pt x="1428025" y="788142"/>
                  </a:lnTo>
                  <a:lnTo>
                    <a:pt x="1428989" y="789939"/>
                  </a:lnTo>
                  <a:lnTo>
                    <a:pt x="1429953" y="792121"/>
                  </a:lnTo>
                  <a:lnTo>
                    <a:pt x="1430917" y="794705"/>
                  </a:lnTo>
                  <a:lnTo>
                    <a:pt x="1431881" y="797708"/>
                  </a:lnTo>
                  <a:lnTo>
                    <a:pt x="1432845" y="801167"/>
                  </a:lnTo>
                  <a:lnTo>
                    <a:pt x="1433809" y="805102"/>
                  </a:lnTo>
                  <a:lnTo>
                    <a:pt x="1434773" y="809482"/>
                  </a:lnTo>
                  <a:lnTo>
                    <a:pt x="1435737" y="814220"/>
                  </a:lnTo>
                  <a:lnTo>
                    <a:pt x="1436701" y="819237"/>
                  </a:lnTo>
                  <a:lnTo>
                    <a:pt x="1437665" y="824465"/>
                  </a:lnTo>
                  <a:lnTo>
                    <a:pt x="1438629" y="829960"/>
                  </a:lnTo>
                  <a:lnTo>
                    <a:pt x="1439593" y="835779"/>
                  </a:lnTo>
                  <a:lnTo>
                    <a:pt x="1440557" y="841883"/>
                  </a:lnTo>
                  <a:lnTo>
                    <a:pt x="1441521" y="848237"/>
                  </a:lnTo>
                  <a:lnTo>
                    <a:pt x="1442485" y="854747"/>
                  </a:lnTo>
                  <a:lnTo>
                    <a:pt x="1443449" y="861480"/>
                  </a:lnTo>
                  <a:lnTo>
                    <a:pt x="1444413" y="868462"/>
                  </a:lnTo>
                  <a:lnTo>
                    <a:pt x="1445377" y="875538"/>
                  </a:lnTo>
                  <a:lnTo>
                    <a:pt x="1446341" y="882659"/>
                  </a:lnTo>
                  <a:lnTo>
                    <a:pt x="1447305" y="889725"/>
                  </a:lnTo>
                  <a:lnTo>
                    <a:pt x="1448269" y="896681"/>
                  </a:lnTo>
                  <a:lnTo>
                    <a:pt x="1449233" y="903503"/>
                  </a:lnTo>
                  <a:lnTo>
                    <a:pt x="1450197" y="910182"/>
                  </a:lnTo>
                  <a:lnTo>
                    <a:pt x="1451161" y="916669"/>
                  </a:lnTo>
                  <a:lnTo>
                    <a:pt x="1452125" y="922989"/>
                  </a:lnTo>
                  <a:lnTo>
                    <a:pt x="1453089" y="929139"/>
                  </a:lnTo>
                  <a:lnTo>
                    <a:pt x="1454053" y="935115"/>
                  </a:lnTo>
                  <a:lnTo>
                    <a:pt x="1455017" y="940960"/>
                  </a:lnTo>
                  <a:lnTo>
                    <a:pt x="1455981" y="946673"/>
                  </a:lnTo>
                  <a:lnTo>
                    <a:pt x="1456945" y="952246"/>
                  </a:lnTo>
                  <a:lnTo>
                    <a:pt x="1457909" y="957595"/>
                  </a:lnTo>
                  <a:lnTo>
                    <a:pt x="1458873" y="962655"/>
                  </a:lnTo>
                  <a:lnTo>
                    <a:pt x="1459837" y="967517"/>
                  </a:lnTo>
                  <a:lnTo>
                    <a:pt x="1460801" y="972191"/>
                  </a:lnTo>
                  <a:lnTo>
                    <a:pt x="1461765" y="976735"/>
                  </a:lnTo>
                  <a:lnTo>
                    <a:pt x="1462729" y="981193"/>
                  </a:lnTo>
                  <a:lnTo>
                    <a:pt x="1463693" y="985591"/>
                  </a:lnTo>
                  <a:lnTo>
                    <a:pt x="1464657" y="989937"/>
                  </a:lnTo>
                  <a:lnTo>
                    <a:pt x="1465621" y="994235"/>
                  </a:lnTo>
                  <a:lnTo>
                    <a:pt x="1466585" y="998447"/>
                  </a:lnTo>
                  <a:lnTo>
                    <a:pt x="1467549" y="1002486"/>
                  </a:lnTo>
                  <a:lnTo>
                    <a:pt x="1468513" y="1006273"/>
                  </a:lnTo>
                  <a:lnTo>
                    <a:pt x="1469477" y="1009736"/>
                  </a:lnTo>
                  <a:lnTo>
                    <a:pt x="1470441" y="1012893"/>
                  </a:lnTo>
                  <a:lnTo>
                    <a:pt x="1471405" y="1015770"/>
                  </a:lnTo>
                  <a:lnTo>
                    <a:pt x="1472369" y="1018356"/>
                  </a:lnTo>
                  <a:lnTo>
                    <a:pt x="1473333" y="1020642"/>
                  </a:lnTo>
                  <a:lnTo>
                    <a:pt x="1474297" y="1022643"/>
                  </a:lnTo>
                  <a:lnTo>
                    <a:pt x="1475261" y="1024359"/>
                  </a:lnTo>
                  <a:lnTo>
                    <a:pt x="1476225" y="1025797"/>
                  </a:lnTo>
                  <a:lnTo>
                    <a:pt x="1477189" y="1026942"/>
                  </a:lnTo>
                  <a:lnTo>
                    <a:pt x="1478153" y="1027812"/>
                  </a:lnTo>
                  <a:lnTo>
                    <a:pt x="1479117" y="1028477"/>
                  </a:lnTo>
                  <a:lnTo>
                    <a:pt x="1480081" y="1028998"/>
                  </a:lnTo>
                  <a:lnTo>
                    <a:pt x="1481045" y="1029375"/>
                  </a:lnTo>
                  <a:lnTo>
                    <a:pt x="1482010" y="1029612"/>
                  </a:lnTo>
                  <a:lnTo>
                    <a:pt x="1482974" y="1029692"/>
                  </a:lnTo>
                  <a:lnTo>
                    <a:pt x="1483938" y="1029698"/>
                  </a:lnTo>
                  <a:lnTo>
                    <a:pt x="1484902" y="1029684"/>
                  </a:lnTo>
                  <a:lnTo>
                    <a:pt x="1485866" y="1029741"/>
                  </a:lnTo>
                  <a:lnTo>
                    <a:pt x="1486830" y="1029884"/>
                  </a:lnTo>
                  <a:lnTo>
                    <a:pt x="1487794" y="1030068"/>
                  </a:lnTo>
                  <a:lnTo>
                    <a:pt x="1488758" y="1030310"/>
                  </a:lnTo>
                  <a:lnTo>
                    <a:pt x="1489722" y="1030682"/>
                  </a:lnTo>
                  <a:lnTo>
                    <a:pt x="1490686" y="1031236"/>
                  </a:lnTo>
                  <a:lnTo>
                    <a:pt x="1491650" y="1031983"/>
                  </a:lnTo>
                  <a:lnTo>
                    <a:pt x="1492614" y="1032808"/>
                  </a:lnTo>
                  <a:lnTo>
                    <a:pt x="1493578" y="1033752"/>
                  </a:lnTo>
                  <a:lnTo>
                    <a:pt x="1494542" y="1034772"/>
                  </a:lnTo>
                  <a:lnTo>
                    <a:pt x="1495506" y="1035948"/>
                  </a:lnTo>
                  <a:lnTo>
                    <a:pt x="1496470" y="1037343"/>
                  </a:lnTo>
                  <a:lnTo>
                    <a:pt x="1497434" y="1038966"/>
                  </a:lnTo>
                  <a:lnTo>
                    <a:pt x="1498398" y="1040768"/>
                  </a:lnTo>
                  <a:lnTo>
                    <a:pt x="1499362" y="1042766"/>
                  </a:lnTo>
                  <a:lnTo>
                    <a:pt x="1500326" y="1044957"/>
                  </a:lnTo>
                  <a:lnTo>
                    <a:pt x="1501290" y="1047330"/>
                  </a:lnTo>
                  <a:lnTo>
                    <a:pt x="1502254" y="1049953"/>
                  </a:lnTo>
                  <a:lnTo>
                    <a:pt x="1503218" y="1052766"/>
                  </a:lnTo>
                  <a:lnTo>
                    <a:pt x="1504182" y="1055715"/>
                  </a:lnTo>
                  <a:lnTo>
                    <a:pt x="1505146" y="1058787"/>
                  </a:lnTo>
                  <a:lnTo>
                    <a:pt x="1506110" y="1062003"/>
                  </a:lnTo>
                  <a:lnTo>
                    <a:pt x="1507074" y="1065466"/>
                  </a:lnTo>
                  <a:lnTo>
                    <a:pt x="1508038" y="1069106"/>
                  </a:lnTo>
                  <a:lnTo>
                    <a:pt x="1509002" y="1072870"/>
                  </a:lnTo>
                  <a:lnTo>
                    <a:pt x="1509966" y="1076674"/>
                  </a:lnTo>
                  <a:lnTo>
                    <a:pt x="1510930" y="1080472"/>
                  </a:lnTo>
                  <a:lnTo>
                    <a:pt x="1511894" y="1084236"/>
                  </a:lnTo>
                  <a:lnTo>
                    <a:pt x="1512858" y="1088022"/>
                  </a:lnTo>
                  <a:lnTo>
                    <a:pt x="1513822" y="1091840"/>
                  </a:lnTo>
                  <a:lnTo>
                    <a:pt x="1514786" y="1095700"/>
                  </a:lnTo>
                  <a:lnTo>
                    <a:pt x="1515750" y="1099610"/>
                  </a:lnTo>
                  <a:lnTo>
                    <a:pt x="1516714" y="1103567"/>
                  </a:lnTo>
                  <a:lnTo>
                    <a:pt x="1517678" y="1107631"/>
                  </a:lnTo>
                  <a:lnTo>
                    <a:pt x="1518642" y="1111831"/>
                  </a:lnTo>
                  <a:lnTo>
                    <a:pt x="1519606" y="1116141"/>
                  </a:lnTo>
                  <a:lnTo>
                    <a:pt x="1520570" y="1120565"/>
                  </a:lnTo>
                  <a:lnTo>
                    <a:pt x="1521534" y="1125094"/>
                  </a:lnTo>
                  <a:lnTo>
                    <a:pt x="1522498" y="1129747"/>
                  </a:lnTo>
                  <a:lnTo>
                    <a:pt x="1523462" y="1134584"/>
                  </a:lnTo>
                  <a:lnTo>
                    <a:pt x="1524426" y="1139636"/>
                  </a:lnTo>
                  <a:lnTo>
                    <a:pt x="1525390" y="1144918"/>
                  </a:lnTo>
                  <a:lnTo>
                    <a:pt x="1526354" y="1150450"/>
                  </a:lnTo>
                  <a:lnTo>
                    <a:pt x="1527318" y="1156148"/>
                  </a:lnTo>
                  <a:lnTo>
                    <a:pt x="1528282" y="1161943"/>
                  </a:lnTo>
                  <a:lnTo>
                    <a:pt x="1529246" y="1167859"/>
                  </a:lnTo>
                  <a:lnTo>
                    <a:pt x="1530210" y="1173887"/>
                  </a:lnTo>
                  <a:lnTo>
                    <a:pt x="1531174" y="1180014"/>
                  </a:lnTo>
                  <a:lnTo>
                    <a:pt x="1532138" y="1186199"/>
                  </a:lnTo>
                  <a:lnTo>
                    <a:pt x="1533102" y="1192372"/>
                  </a:lnTo>
                  <a:lnTo>
                    <a:pt x="1534066" y="1198462"/>
                  </a:lnTo>
                  <a:lnTo>
                    <a:pt x="1535030" y="1204392"/>
                  </a:lnTo>
                  <a:lnTo>
                    <a:pt x="1535994" y="1210145"/>
                  </a:lnTo>
                  <a:lnTo>
                    <a:pt x="1536958" y="1215737"/>
                  </a:lnTo>
                  <a:lnTo>
                    <a:pt x="1537922" y="1221123"/>
                  </a:lnTo>
                  <a:lnTo>
                    <a:pt x="1538886" y="1226241"/>
                  </a:lnTo>
                  <a:lnTo>
                    <a:pt x="1539850" y="1231026"/>
                  </a:lnTo>
                  <a:lnTo>
                    <a:pt x="1540814" y="1235515"/>
                  </a:lnTo>
                  <a:lnTo>
                    <a:pt x="1541778" y="1239778"/>
                  </a:lnTo>
                  <a:lnTo>
                    <a:pt x="1542742" y="1243934"/>
                  </a:lnTo>
                  <a:lnTo>
                    <a:pt x="1543706" y="1248107"/>
                  </a:lnTo>
                  <a:lnTo>
                    <a:pt x="1544670" y="1252242"/>
                  </a:lnTo>
                  <a:lnTo>
                    <a:pt x="1545634" y="1256372"/>
                  </a:lnTo>
                  <a:lnTo>
                    <a:pt x="1546598" y="1260534"/>
                  </a:lnTo>
                  <a:lnTo>
                    <a:pt x="1547562" y="1264801"/>
                  </a:lnTo>
                  <a:lnTo>
                    <a:pt x="1548526" y="1269106"/>
                  </a:lnTo>
                  <a:lnTo>
                    <a:pt x="1549490" y="1273453"/>
                  </a:lnTo>
                  <a:lnTo>
                    <a:pt x="1550454" y="1277852"/>
                  </a:lnTo>
                  <a:lnTo>
                    <a:pt x="1551418" y="1282268"/>
                  </a:lnTo>
                  <a:lnTo>
                    <a:pt x="1552382" y="1286814"/>
                  </a:lnTo>
                  <a:lnTo>
                    <a:pt x="1553346" y="1291576"/>
                  </a:lnTo>
                  <a:lnTo>
                    <a:pt x="1554310" y="1296583"/>
                  </a:lnTo>
                  <a:lnTo>
                    <a:pt x="1555274" y="1301782"/>
                  </a:lnTo>
                  <a:lnTo>
                    <a:pt x="1556238" y="1307123"/>
                  </a:lnTo>
                  <a:lnTo>
                    <a:pt x="1557202" y="1312651"/>
                  </a:lnTo>
                  <a:lnTo>
                    <a:pt x="1558166" y="1318354"/>
                  </a:lnTo>
                  <a:lnTo>
                    <a:pt x="1559130" y="1324257"/>
                  </a:lnTo>
                  <a:lnTo>
                    <a:pt x="1560094" y="1330328"/>
                  </a:lnTo>
                  <a:lnTo>
                    <a:pt x="1561058" y="1336492"/>
                  </a:lnTo>
                  <a:lnTo>
                    <a:pt x="1562022" y="1342682"/>
                  </a:lnTo>
                  <a:lnTo>
                    <a:pt x="1562986" y="1348931"/>
                  </a:lnTo>
                  <a:lnTo>
                    <a:pt x="1563950" y="1355232"/>
                  </a:lnTo>
                  <a:lnTo>
                    <a:pt x="1564914" y="1361619"/>
                  </a:lnTo>
                  <a:lnTo>
                    <a:pt x="1565878" y="1368088"/>
                  </a:lnTo>
                  <a:lnTo>
                    <a:pt x="1566842" y="1374487"/>
                  </a:lnTo>
                  <a:lnTo>
                    <a:pt x="1567806" y="1380776"/>
                  </a:lnTo>
                  <a:lnTo>
                    <a:pt x="1568770" y="1386898"/>
                  </a:lnTo>
                  <a:lnTo>
                    <a:pt x="1569734" y="1392809"/>
                  </a:lnTo>
                  <a:lnTo>
                    <a:pt x="1570698" y="1398551"/>
                  </a:lnTo>
                  <a:lnTo>
                    <a:pt x="1571662" y="1404120"/>
                  </a:lnTo>
                  <a:lnTo>
                    <a:pt x="1572626" y="1409416"/>
                  </a:lnTo>
                  <a:lnTo>
                    <a:pt x="1573590" y="1414488"/>
                  </a:lnTo>
                  <a:lnTo>
                    <a:pt x="1574554" y="1419302"/>
                  </a:lnTo>
                  <a:lnTo>
                    <a:pt x="1575518" y="1423841"/>
                  </a:lnTo>
                  <a:lnTo>
                    <a:pt x="1576482" y="1428102"/>
                  </a:lnTo>
                  <a:lnTo>
                    <a:pt x="1577446" y="1431980"/>
                  </a:lnTo>
                  <a:lnTo>
                    <a:pt x="1578410" y="1435390"/>
                  </a:lnTo>
                  <a:lnTo>
                    <a:pt x="1579374" y="1438338"/>
                  </a:lnTo>
                  <a:lnTo>
                    <a:pt x="1580338" y="1440855"/>
                  </a:lnTo>
                  <a:lnTo>
                    <a:pt x="1581302" y="1443031"/>
                  </a:lnTo>
                  <a:lnTo>
                    <a:pt x="1582266" y="1444852"/>
                  </a:lnTo>
                  <a:lnTo>
                    <a:pt x="1583230" y="1446427"/>
                  </a:lnTo>
                  <a:lnTo>
                    <a:pt x="1584194" y="1447821"/>
                  </a:lnTo>
                  <a:lnTo>
                    <a:pt x="1585158" y="1448977"/>
                  </a:lnTo>
                  <a:lnTo>
                    <a:pt x="1586122" y="1449870"/>
                  </a:lnTo>
                  <a:lnTo>
                    <a:pt x="1587086" y="1450489"/>
                  </a:lnTo>
                  <a:lnTo>
                    <a:pt x="1588050" y="1450866"/>
                  </a:lnTo>
                  <a:lnTo>
                    <a:pt x="1589014" y="1450946"/>
                  </a:lnTo>
                  <a:lnTo>
                    <a:pt x="1589978" y="1450665"/>
                  </a:lnTo>
                  <a:lnTo>
                    <a:pt x="1590942" y="1449966"/>
                  </a:lnTo>
                  <a:lnTo>
                    <a:pt x="1591906" y="1448677"/>
                  </a:lnTo>
                  <a:lnTo>
                    <a:pt x="1592870" y="1446858"/>
                  </a:lnTo>
                  <a:lnTo>
                    <a:pt x="1593835" y="1444523"/>
                  </a:lnTo>
                  <a:lnTo>
                    <a:pt x="1594799" y="1441640"/>
                  </a:lnTo>
                  <a:lnTo>
                    <a:pt x="1595763" y="1438157"/>
                  </a:lnTo>
                  <a:lnTo>
                    <a:pt x="1596727" y="1434122"/>
                  </a:lnTo>
                  <a:lnTo>
                    <a:pt x="1597691" y="1429621"/>
                  </a:lnTo>
                  <a:lnTo>
                    <a:pt x="1598655" y="1424672"/>
                  </a:lnTo>
                  <a:lnTo>
                    <a:pt x="1599619" y="1419348"/>
                  </a:lnTo>
                  <a:lnTo>
                    <a:pt x="1600583" y="1413640"/>
                  </a:lnTo>
                  <a:lnTo>
                    <a:pt x="1601547" y="1407510"/>
                  </a:lnTo>
                  <a:lnTo>
                    <a:pt x="1602511" y="1400948"/>
                  </a:lnTo>
                  <a:lnTo>
                    <a:pt x="1603475" y="1394020"/>
                  </a:lnTo>
                  <a:lnTo>
                    <a:pt x="1604439" y="1386875"/>
                  </a:lnTo>
                  <a:lnTo>
                    <a:pt x="1605403" y="1379563"/>
                  </a:lnTo>
                  <a:lnTo>
                    <a:pt x="1606367" y="1372132"/>
                  </a:lnTo>
                  <a:lnTo>
                    <a:pt x="1607331" y="1364640"/>
                  </a:lnTo>
                  <a:lnTo>
                    <a:pt x="1608295" y="1357140"/>
                  </a:lnTo>
                  <a:lnTo>
                    <a:pt x="1609259" y="1349756"/>
                  </a:lnTo>
                  <a:lnTo>
                    <a:pt x="1610223" y="1342612"/>
                  </a:lnTo>
                  <a:lnTo>
                    <a:pt x="1611187" y="1335735"/>
                  </a:lnTo>
                  <a:lnTo>
                    <a:pt x="1612151" y="1329142"/>
                  </a:lnTo>
                  <a:lnTo>
                    <a:pt x="1613115" y="1322841"/>
                  </a:lnTo>
                  <a:lnTo>
                    <a:pt x="1614079" y="1316800"/>
                  </a:lnTo>
                  <a:lnTo>
                    <a:pt x="1615043" y="1311109"/>
                  </a:lnTo>
                  <a:lnTo>
                    <a:pt x="1616007" y="1305851"/>
                  </a:lnTo>
                  <a:lnTo>
                    <a:pt x="1616971" y="1301067"/>
                  </a:lnTo>
                  <a:lnTo>
                    <a:pt x="1617935" y="1296836"/>
                  </a:lnTo>
                  <a:lnTo>
                    <a:pt x="1618899" y="1293160"/>
                  </a:lnTo>
                  <a:lnTo>
                    <a:pt x="1619863" y="1289973"/>
                  </a:lnTo>
                  <a:lnTo>
                    <a:pt x="1620827" y="1287315"/>
                  </a:lnTo>
                  <a:lnTo>
                    <a:pt x="1621791" y="1285146"/>
                  </a:lnTo>
                  <a:lnTo>
                    <a:pt x="1622755" y="1283385"/>
                  </a:lnTo>
                  <a:lnTo>
                    <a:pt x="1623719" y="1282032"/>
                  </a:lnTo>
                  <a:lnTo>
                    <a:pt x="1624683" y="1281102"/>
                  </a:lnTo>
                  <a:lnTo>
                    <a:pt x="1625647" y="1280653"/>
                  </a:lnTo>
                  <a:lnTo>
                    <a:pt x="1626611" y="1280769"/>
                  </a:lnTo>
                  <a:lnTo>
                    <a:pt x="1627575" y="1281441"/>
                  </a:lnTo>
                  <a:lnTo>
                    <a:pt x="1628539" y="1282659"/>
                  </a:lnTo>
                  <a:lnTo>
                    <a:pt x="1629503" y="1284356"/>
                  </a:lnTo>
                  <a:lnTo>
                    <a:pt x="1630467" y="1286503"/>
                  </a:lnTo>
                  <a:lnTo>
                    <a:pt x="1631431" y="1289028"/>
                  </a:lnTo>
                  <a:lnTo>
                    <a:pt x="1632395" y="1291845"/>
                  </a:lnTo>
                  <a:lnTo>
                    <a:pt x="1633359" y="1294905"/>
                  </a:lnTo>
                  <a:lnTo>
                    <a:pt x="1634323" y="1298258"/>
                  </a:lnTo>
                  <a:lnTo>
                    <a:pt x="1635287" y="1301948"/>
                  </a:lnTo>
                  <a:lnTo>
                    <a:pt x="1636251" y="1306020"/>
                  </a:lnTo>
                  <a:lnTo>
                    <a:pt x="1637215" y="1310528"/>
                  </a:lnTo>
                  <a:lnTo>
                    <a:pt x="1638179" y="1315586"/>
                  </a:lnTo>
                  <a:lnTo>
                    <a:pt x="1639143" y="1321177"/>
                  </a:lnTo>
                  <a:lnTo>
                    <a:pt x="1640107" y="1327273"/>
                  </a:lnTo>
                  <a:lnTo>
                    <a:pt x="1641071" y="1333839"/>
                  </a:lnTo>
                  <a:lnTo>
                    <a:pt x="1642035" y="1340765"/>
                  </a:lnTo>
                  <a:lnTo>
                    <a:pt x="1642999" y="1348060"/>
                  </a:lnTo>
                  <a:lnTo>
                    <a:pt x="1643963" y="1355715"/>
                  </a:lnTo>
                  <a:lnTo>
                    <a:pt x="1644927" y="1363755"/>
                  </a:lnTo>
                  <a:lnTo>
                    <a:pt x="1645891" y="1372110"/>
                  </a:lnTo>
                  <a:lnTo>
                    <a:pt x="1646855" y="1380689"/>
                  </a:lnTo>
                  <a:lnTo>
                    <a:pt x="1647819" y="1389410"/>
                  </a:lnTo>
                  <a:lnTo>
                    <a:pt x="1648783" y="1398143"/>
                  </a:lnTo>
                  <a:lnTo>
                    <a:pt x="1649747" y="1406805"/>
                  </a:lnTo>
                  <a:lnTo>
                    <a:pt x="1650711" y="1415342"/>
                  </a:lnTo>
                  <a:lnTo>
                    <a:pt x="1651675" y="1423654"/>
                  </a:lnTo>
                  <a:lnTo>
                    <a:pt x="1652639" y="1431574"/>
                  </a:lnTo>
                  <a:lnTo>
                    <a:pt x="1653603" y="1438979"/>
                  </a:lnTo>
                  <a:lnTo>
                    <a:pt x="1654567" y="1445852"/>
                  </a:lnTo>
                  <a:lnTo>
                    <a:pt x="1655531" y="1452155"/>
                  </a:lnTo>
                  <a:lnTo>
                    <a:pt x="1656495" y="1457831"/>
                  </a:lnTo>
                  <a:lnTo>
                    <a:pt x="1657459" y="1462809"/>
                  </a:lnTo>
                  <a:lnTo>
                    <a:pt x="1658423" y="1466989"/>
                  </a:lnTo>
                  <a:lnTo>
                    <a:pt x="1659387" y="1470310"/>
                  </a:lnTo>
                  <a:lnTo>
                    <a:pt x="1660351" y="1472719"/>
                  </a:lnTo>
                  <a:lnTo>
                    <a:pt x="1661315" y="1474180"/>
                  </a:lnTo>
                  <a:lnTo>
                    <a:pt x="1662279" y="1474753"/>
                  </a:lnTo>
                  <a:lnTo>
                    <a:pt x="1663243" y="1474504"/>
                  </a:lnTo>
                  <a:lnTo>
                    <a:pt x="1664207" y="1473419"/>
                  </a:lnTo>
                  <a:lnTo>
                    <a:pt x="1665171" y="1471524"/>
                  </a:lnTo>
                  <a:lnTo>
                    <a:pt x="1666135" y="1468813"/>
                  </a:lnTo>
                  <a:lnTo>
                    <a:pt x="1667099" y="1465268"/>
                  </a:lnTo>
                  <a:lnTo>
                    <a:pt x="1668063" y="1460944"/>
                  </a:lnTo>
                  <a:lnTo>
                    <a:pt x="1669027" y="1455891"/>
                  </a:lnTo>
                  <a:lnTo>
                    <a:pt x="1669991" y="1450098"/>
                  </a:lnTo>
                  <a:lnTo>
                    <a:pt x="1670955" y="1443675"/>
                  </a:lnTo>
                  <a:lnTo>
                    <a:pt x="1671919" y="1436653"/>
                  </a:lnTo>
                  <a:lnTo>
                    <a:pt x="1672883" y="1429049"/>
                  </a:lnTo>
                  <a:lnTo>
                    <a:pt x="1673847" y="1420883"/>
                  </a:lnTo>
                  <a:lnTo>
                    <a:pt x="1674811" y="1412195"/>
                  </a:lnTo>
                  <a:lnTo>
                    <a:pt x="1675775" y="1403006"/>
                  </a:lnTo>
                  <a:lnTo>
                    <a:pt x="1676739" y="1393342"/>
                  </a:lnTo>
                  <a:lnTo>
                    <a:pt x="1677703" y="1383222"/>
                  </a:lnTo>
                  <a:lnTo>
                    <a:pt x="1678667" y="1372702"/>
                  </a:lnTo>
                  <a:lnTo>
                    <a:pt x="1679631" y="1361792"/>
                  </a:lnTo>
                  <a:lnTo>
                    <a:pt x="1680595" y="1350580"/>
                  </a:lnTo>
                  <a:lnTo>
                    <a:pt x="1681559" y="1339126"/>
                  </a:lnTo>
                  <a:lnTo>
                    <a:pt x="1682523" y="1327480"/>
                  </a:lnTo>
                  <a:lnTo>
                    <a:pt x="1683487" y="1315658"/>
                  </a:lnTo>
                  <a:lnTo>
                    <a:pt x="1684451" y="1303627"/>
                  </a:lnTo>
                  <a:lnTo>
                    <a:pt x="1685415" y="1291369"/>
                  </a:lnTo>
                  <a:lnTo>
                    <a:pt x="1686379" y="1278767"/>
                  </a:lnTo>
                  <a:lnTo>
                    <a:pt x="1687343" y="1265787"/>
                  </a:lnTo>
                  <a:lnTo>
                    <a:pt x="1688307" y="1252514"/>
                  </a:lnTo>
                  <a:lnTo>
                    <a:pt x="1689271" y="1238988"/>
                  </a:lnTo>
                  <a:lnTo>
                    <a:pt x="1690235" y="1225329"/>
                  </a:lnTo>
                  <a:lnTo>
                    <a:pt x="1691199" y="1211639"/>
                  </a:lnTo>
                  <a:lnTo>
                    <a:pt x="1692163" y="1197931"/>
                  </a:lnTo>
                  <a:lnTo>
                    <a:pt x="1693127" y="1184228"/>
                  </a:lnTo>
                  <a:lnTo>
                    <a:pt x="1694091" y="1170489"/>
                  </a:lnTo>
                  <a:lnTo>
                    <a:pt x="1695055" y="1156675"/>
                  </a:lnTo>
                  <a:lnTo>
                    <a:pt x="1696019" y="1142891"/>
                  </a:lnTo>
                  <a:lnTo>
                    <a:pt x="1696983" y="1129207"/>
                  </a:lnTo>
                  <a:lnTo>
                    <a:pt x="1697947" y="1115682"/>
                  </a:lnTo>
                  <a:lnTo>
                    <a:pt x="1698911" y="1102399"/>
                  </a:lnTo>
                  <a:lnTo>
                    <a:pt x="1699875" y="1089474"/>
                  </a:lnTo>
                  <a:lnTo>
                    <a:pt x="1700839" y="1077066"/>
                  </a:lnTo>
                  <a:lnTo>
                    <a:pt x="1701803" y="1065306"/>
                  </a:lnTo>
                  <a:lnTo>
                    <a:pt x="1702767" y="1054175"/>
                  </a:lnTo>
                  <a:lnTo>
                    <a:pt x="1703731" y="1043654"/>
                  </a:lnTo>
                  <a:lnTo>
                    <a:pt x="1704696" y="1033788"/>
                  </a:lnTo>
                  <a:lnTo>
                    <a:pt x="1705660" y="1024559"/>
                  </a:lnTo>
                  <a:lnTo>
                    <a:pt x="1706624" y="1015987"/>
                  </a:lnTo>
                  <a:lnTo>
                    <a:pt x="1707588" y="1008078"/>
                  </a:lnTo>
                  <a:lnTo>
                    <a:pt x="1708552" y="1000866"/>
                  </a:lnTo>
                  <a:lnTo>
                    <a:pt x="1709516" y="994444"/>
                  </a:lnTo>
                  <a:lnTo>
                    <a:pt x="1710480" y="988798"/>
                  </a:lnTo>
                  <a:lnTo>
                    <a:pt x="1711444" y="983880"/>
                  </a:lnTo>
                  <a:lnTo>
                    <a:pt x="1712408" y="979615"/>
                  </a:lnTo>
                  <a:lnTo>
                    <a:pt x="1713372" y="975959"/>
                  </a:lnTo>
                  <a:lnTo>
                    <a:pt x="1714336" y="972864"/>
                  </a:lnTo>
                  <a:lnTo>
                    <a:pt x="1715300" y="970307"/>
                  </a:lnTo>
                  <a:lnTo>
                    <a:pt x="1716264" y="968227"/>
                  </a:lnTo>
                  <a:lnTo>
                    <a:pt x="1717228" y="966562"/>
                  </a:lnTo>
                  <a:lnTo>
                    <a:pt x="1718192" y="965297"/>
                  </a:lnTo>
                  <a:lnTo>
                    <a:pt x="1719156" y="964316"/>
                  </a:lnTo>
                  <a:lnTo>
                    <a:pt x="1720120" y="963564"/>
                  </a:lnTo>
                  <a:lnTo>
                    <a:pt x="1721084" y="963020"/>
                  </a:lnTo>
                  <a:lnTo>
                    <a:pt x="1722048" y="962662"/>
                  </a:lnTo>
                  <a:lnTo>
                    <a:pt x="1723012" y="962456"/>
                  </a:lnTo>
                  <a:lnTo>
                    <a:pt x="1723976" y="962355"/>
                  </a:lnTo>
                  <a:lnTo>
                    <a:pt x="1724940" y="962314"/>
                  </a:lnTo>
                  <a:lnTo>
                    <a:pt x="1725904" y="962297"/>
                  </a:lnTo>
                  <a:lnTo>
                    <a:pt x="1726868" y="962303"/>
                  </a:lnTo>
                  <a:lnTo>
                    <a:pt x="1727832" y="962324"/>
                  </a:lnTo>
                  <a:lnTo>
                    <a:pt x="1728796" y="962337"/>
                  </a:lnTo>
                  <a:lnTo>
                    <a:pt x="1729760" y="962366"/>
                  </a:lnTo>
                  <a:lnTo>
                    <a:pt x="1730724" y="962371"/>
                  </a:lnTo>
                  <a:lnTo>
                    <a:pt x="1731688" y="962329"/>
                  </a:lnTo>
                  <a:lnTo>
                    <a:pt x="1732652" y="962230"/>
                  </a:lnTo>
                  <a:lnTo>
                    <a:pt x="1733616" y="962155"/>
                  </a:lnTo>
                  <a:lnTo>
                    <a:pt x="1734580" y="962179"/>
                  </a:lnTo>
                  <a:lnTo>
                    <a:pt x="1735544" y="962395"/>
                  </a:lnTo>
                  <a:lnTo>
                    <a:pt x="1736508" y="962820"/>
                  </a:lnTo>
                  <a:lnTo>
                    <a:pt x="1737472" y="963464"/>
                  </a:lnTo>
                  <a:lnTo>
                    <a:pt x="1738436" y="964313"/>
                  </a:lnTo>
                  <a:lnTo>
                    <a:pt x="1739400" y="965300"/>
                  </a:lnTo>
                  <a:lnTo>
                    <a:pt x="1740364" y="966386"/>
                  </a:lnTo>
                  <a:lnTo>
                    <a:pt x="1741328" y="967525"/>
                  </a:lnTo>
                  <a:lnTo>
                    <a:pt x="1742292" y="968778"/>
                  </a:lnTo>
                  <a:lnTo>
                    <a:pt x="1743256" y="970283"/>
                  </a:lnTo>
                  <a:lnTo>
                    <a:pt x="1744220" y="972073"/>
                  </a:lnTo>
                  <a:lnTo>
                    <a:pt x="1745184" y="974136"/>
                  </a:lnTo>
                  <a:lnTo>
                    <a:pt x="1746148" y="976489"/>
                  </a:lnTo>
                  <a:lnTo>
                    <a:pt x="1747112" y="979125"/>
                  </a:lnTo>
                  <a:lnTo>
                    <a:pt x="1748076" y="982008"/>
                  </a:lnTo>
                  <a:lnTo>
                    <a:pt x="1749040" y="985012"/>
                  </a:lnTo>
                  <a:lnTo>
                    <a:pt x="1750004" y="988031"/>
                  </a:lnTo>
                  <a:lnTo>
                    <a:pt x="1750968" y="991066"/>
                  </a:lnTo>
                  <a:lnTo>
                    <a:pt x="1751932" y="994113"/>
                  </a:lnTo>
                  <a:lnTo>
                    <a:pt x="1752896" y="997205"/>
                  </a:lnTo>
                  <a:lnTo>
                    <a:pt x="1753860" y="1000336"/>
                  </a:lnTo>
                  <a:lnTo>
                    <a:pt x="1754824" y="1003554"/>
                  </a:lnTo>
                  <a:lnTo>
                    <a:pt x="1755788" y="1006938"/>
                  </a:lnTo>
                  <a:lnTo>
                    <a:pt x="1756752" y="1010489"/>
                  </a:lnTo>
                  <a:lnTo>
                    <a:pt x="1757716" y="1014109"/>
                  </a:lnTo>
                  <a:lnTo>
                    <a:pt x="1758680" y="1017736"/>
                  </a:lnTo>
                  <a:lnTo>
                    <a:pt x="1759644" y="1021377"/>
                  </a:lnTo>
                  <a:lnTo>
                    <a:pt x="1760608" y="1025056"/>
                  </a:lnTo>
                  <a:lnTo>
                    <a:pt x="1761572" y="1028804"/>
                  </a:lnTo>
                  <a:lnTo>
                    <a:pt x="1762536" y="1032642"/>
                  </a:lnTo>
                  <a:lnTo>
                    <a:pt x="1763500" y="1036544"/>
                  </a:lnTo>
                  <a:lnTo>
                    <a:pt x="1764464" y="1040518"/>
                  </a:lnTo>
                  <a:lnTo>
                    <a:pt x="1765428" y="1044628"/>
                  </a:lnTo>
                  <a:lnTo>
                    <a:pt x="1766392" y="1048971"/>
                  </a:lnTo>
                  <a:lnTo>
                    <a:pt x="1767356" y="1053614"/>
                  </a:lnTo>
                  <a:lnTo>
                    <a:pt x="1768320" y="1058674"/>
                  </a:lnTo>
                  <a:lnTo>
                    <a:pt x="1769284" y="1064170"/>
                  </a:lnTo>
                  <a:lnTo>
                    <a:pt x="1770248" y="1070108"/>
                  </a:lnTo>
                  <a:lnTo>
                    <a:pt x="1771212" y="1076508"/>
                  </a:lnTo>
                  <a:lnTo>
                    <a:pt x="1772176" y="1083353"/>
                  </a:lnTo>
                  <a:lnTo>
                    <a:pt x="1773140" y="1090637"/>
                  </a:lnTo>
                  <a:lnTo>
                    <a:pt x="1774104" y="1098386"/>
                  </a:lnTo>
                  <a:lnTo>
                    <a:pt x="1775068" y="1106609"/>
                  </a:lnTo>
                  <a:lnTo>
                    <a:pt x="1776032" y="1115258"/>
                  </a:lnTo>
                  <a:lnTo>
                    <a:pt x="1776996" y="1124353"/>
                  </a:lnTo>
                  <a:lnTo>
                    <a:pt x="1777960" y="1133944"/>
                  </a:lnTo>
                  <a:lnTo>
                    <a:pt x="1778924" y="1143960"/>
                  </a:lnTo>
                  <a:lnTo>
                    <a:pt x="1779888" y="1154372"/>
                  </a:lnTo>
                  <a:lnTo>
                    <a:pt x="1780852" y="1165117"/>
                  </a:lnTo>
                  <a:lnTo>
                    <a:pt x="1781816" y="1176101"/>
                  </a:lnTo>
                  <a:lnTo>
                    <a:pt x="1782780" y="1187230"/>
                  </a:lnTo>
                  <a:lnTo>
                    <a:pt x="1783744" y="1198371"/>
                  </a:lnTo>
                  <a:lnTo>
                    <a:pt x="1784708" y="1209438"/>
                  </a:lnTo>
                  <a:lnTo>
                    <a:pt x="1785672" y="1220348"/>
                  </a:lnTo>
                  <a:lnTo>
                    <a:pt x="1786636" y="1231044"/>
                  </a:lnTo>
                  <a:lnTo>
                    <a:pt x="1787600" y="1241513"/>
                  </a:lnTo>
                  <a:lnTo>
                    <a:pt x="1788564" y="1251712"/>
                  </a:lnTo>
                  <a:lnTo>
                    <a:pt x="1789528" y="1261617"/>
                  </a:lnTo>
                  <a:lnTo>
                    <a:pt x="1790492" y="1271269"/>
                  </a:lnTo>
                  <a:lnTo>
                    <a:pt x="1791456" y="1280533"/>
                  </a:lnTo>
                  <a:lnTo>
                    <a:pt x="1792420" y="1289299"/>
                  </a:lnTo>
                  <a:lnTo>
                    <a:pt x="1793384" y="1297610"/>
                  </a:lnTo>
                  <a:lnTo>
                    <a:pt x="1794348" y="1305420"/>
                  </a:lnTo>
                  <a:lnTo>
                    <a:pt x="1795312" y="1312694"/>
                  </a:lnTo>
                  <a:lnTo>
                    <a:pt x="1796276" y="1319411"/>
                  </a:lnTo>
                  <a:lnTo>
                    <a:pt x="1797240" y="1325592"/>
                  </a:lnTo>
                  <a:lnTo>
                    <a:pt x="1798204" y="1331295"/>
                  </a:lnTo>
                  <a:lnTo>
                    <a:pt x="1799168" y="1336512"/>
                  </a:lnTo>
                  <a:lnTo>
                    <a:pt x="1800132" y="1341259"/>
                  </a:lnTo>
                  <a:lnTo>
                    <a:pt x="1801096" y="1345554"/>
                  </a:lnTo>
                  <a:lnTo>
                    <a:pt x="1802060" y="1349386"/>
                  </a:lnTo>
                  <a:lnTo>
                    <a:pt x="1803024" y="1352725"/>
                  </a:lnTo>
                  <a:lnTo>
                    <a:pt x="1803988" y="1355527"/>
                  </a:lnTo>
                  <a:lnTo>
                    <a:pt x="1804952" y="1357733"/>
                  </a:lnTo>
                  <a:lnTo>
                    <a:pt x="1805916" y="1359415"/>
                  </a:lnTo>
                  <a:lnTo>
                    <a:pt x="1806880" y="1360658"/>
                  </a:lnTo>
                  <a:lnTo>
                    <a:pt x="1807844" y="1361477"/>
                  </a:lnTo>
                  <a:lnTo>
                    <a:pt x="1808808" y="1361898"/>
                  </a:lnTo>
                  <a:lnTo>
                    <a:pt x="1809772" y="1361935"/>
                  </a:lnTo>
                  <a:lnTo>
                    <a:pt x="1810736" y="1361596"/>
                  </a:lnTo>
                  <a:lnTo>
                    <a:pt x="1811700" y="1360934"/>
                  </a:lnTo>
                  <a:lnTo>
                    <a:pt x="1812664" y="1360053"/>
                  </a:lnTo>
                  <a:lnTo>
                    <a:pt x="1813628" y="1359044"/>
                  </a:lnTo>
                  <a:lnTo>
                    <a:pt x="1814592" y="1357824"/>
                  </a:lnTo>
                  <a:lnTo>
                    <a:pt x="1815557" y="1356376"/>
                  </a:lnTo>
                  <a:lnTo>
                    <a:pt x="1816521" y="1354672"/>
                  </a:lnTo>
                  <a:lnTo>
                    <a:pt x="1817485" y="1352721"/>
                  </a:lnTo>
                  <a:lnTo>
                    <a:pt x="1818449" y="1350515"/>
                  </a:lnTo>
                  <a:lnTo>
                    <a:pt x="1819413" y="1347999"/>
                  </a:lnTo>
                  <a:lnTo>
                    <a:pt x="1820377" y="1345181"/>
                  </a:lnTo>
                  <a:lnTo>
                    <a:pt x="1821341" y="1342110"/>
                  </a:lnTo>
                  <a:lnTo>
                    <a:pt x="1822305" y="1338799"/>
                  </a:lnTo>
                  <a:lnTo>
                    <a:pt x="1823269" y="1335132"/>
                  </a:lnTo>
                  <a:lnTo>
                    <a:pt x="1824233" y="1331136"/>
                  </a:lnTo>
                  <a:lnTo>
                    <a:pt x="1825197" y="1326836"/>
                  </a:lnTo>
                  <a:lnTo>
                    <a:pt x="1826161" y="1322165"/>
                  </a:lnTo>
                  <a:lnTo>
                    <a:pt x="1827125" y="1317085"/>
                  </a:lnTo>
                  <a:lnTo>
                    <a:pt x="1828089" y="1311613"/>
                  </a:lnTo>
                  <a:lnTo>
                    <a:pt x="1829053" y="1305781"/>
                  </a:lnTo>
                  <a:lnTo>
                    <a:pt x="1830017" y="1299623"/>
                  </a:lnTo>
                  <a:lnTo>
                    <a:pt x="1830981" y="1293172"/>
                  </a:lnTo>
                  <a:lnTo>
                    <a:pt x="1831945" y="1286496"/>
                  </a:lnTo>
                  <a:lnTo>
                    <a:pt x="1832909" y="1279709"/>
                  </a:lnTo>
                  <a:lnTo>
                    <a:pt x="1833873" y="1272904"/>
                  </a:lnTo>
                  <a:lnTo>
                    <a:pt x="1834837" y="1266142"/>
                  </a:lnTo>
                  <a:lnTo>
                    <a:pt x="1835801" y="1259398"/>
                  </a:lnTo>
                  <a:lnTo>
                    <a:pt x="1836765" y="1252676"/>
                  </a:lnTo>
                  <a:lnTo>
                    <a:pt x="1837729" y="1246027"/>
                  </a:lnTo>
                  <a:lnTo>
                    <a:pt x="1838693" y="1239415"/>
                  </a:lnTo>
                  <a:lnTo>
                    <a:pt x="1839657" y="1232860"/>
                  </a:lnTo>
                  <a:lnTo>
                    <a:pt x="1840621" y="1226442"/>
                  </a:lnTo>
                  <a:lnTo>
                    <a:pt x="1841585" y="1220199"/>
                  </a:lnTo>
                  <a:lnTo>
                    <a:pt x="1842549" y="1214153"/>
                  </a:lnTo>
                  <a:lnTo>
                    <a:pt x="1843513" y="1208273"/>
                  </a:lnTo>
                  <a:lnTo>
                    <a:pt x="1844477" y="1202551"/>
                  </a:lnTo>
                  <a:lnTo>
                    <a:pt x="1845441" y="1196960"/>
                  </a:lnTo>
                  <a:lnTo>
                    <a:pt x="1846405" y="1191467"/>
                  </a:lnTo>
                  <a:lnTo>
                    <a:pt x="1847369" y="1186052"/>
                  </a:lnTo>
                  <a:lnTo>
                    <a:pt x="1848333" y="1180740"/>
                  </a:lnTo>
                  <a:lnTo>
                    <a:pt x="1849297" y="1175478"/>
                  </a:lnTo>
                  <a:lnTo>
                    <a:pt x="1850261" y="1170330"/>
                  </a:lnTo>
                  <a:lnTo>
                    <a:pt x="1851225" y="1165292"/>
                  </a:lnTo>
                  <a:lnTo>
                    <a:pt x="1852189" y="1160370"/>
                  </a:lnTo>
                  <a:lnTo>
                    <a:pt x="1853153" y="1155590"/>
                  </a:lnTo>
                  <a:lnTo>
                    <a:pt x="1854117" y="1150868"/>
                  </a:lnTo>
                  <a:lnTo>
                    <a:pt x="1855081" y="1146097"/>
                  </a:lnTo>
                  <a:lnTo>
                    <a:pt x="1856045" y="1141240"/>
                  </a:lnTo>
                  <a:lnTo>
                    <a:pt x="1857009" y="1136269"/>
                  </a:lnTo>
                  <a:lnTo>
                    <a:pt x="1857973" y="1131181"/>
                  </a:lnTo>
                  <a:lnTo>
                    <a:pt x="1858937" y="1125979"/>
                  </a:lnTo>
                  <a:lnTo>
                    <a:pt x="1859901" y="1120628"/>
                  </a:lnTo>
                  <a:lnTo>
                    <a:pt x="1860865" y="1115042"/>
                  </a:lnTo>
                  <a:lnTo>
                    <a:pt x="1861829" y="1109082"/>
                  </a:lnTo>
                  <a:lnTo>
                    <a:pt x="1862793" y="1102639"/>
                  </a:lnTo>
                  <a:lnTo>
                    <a:pt x="1863757" y="1095720"/>
                  </a:lnTo>
                  <a:lnTo>
                    <a:pt x="1864721" y="1088254"/>
                  </a:lnTo>
                  <a:lnTo>
                    <a:pt x="1865685" y="1080230"/>
                  </a:lnTo>
                  <a:lnTo>
                    <a:pt x="1866649" y="1071629"/>
                  </a:lnTo>
                  <a:lnTo>
                    <a:pt x="1867613" y="1062561"/>
                  </a:lnTo>
                  <a:lnTo>
                    <a:pt x="1868577" y="1053165"/>
                  </a:lnTo>
                  <a:lnTo>
                    <a:pt x="1869541" y="1043460"/>
                  </a:lnTo>
                  <a:lnTo>
                    <a:pt x="1870505" y="1033434"/>
                  </a:lnTo>
                  <a:lnTo>
                    <a:pt x="1871469" y="1023238"/>
                  </a:lnTo>
                  <a:lnTo>
                    <a:pt x="1872433" y="1013026"/>
                  </a:lnTo>
                  <a:lnTo>
                    <a:pt x="1873397" y="1002757"/>
                  </a:lnTo>
                  <a:lnTo>
                    <a:pt x="1874361" y="992509"/>
                  </a:lnTo>
                  <a:lnTo>
                    <a:pt x="1875325" y="982327"/>
                  </a:lnTo>
                  <a:lnTo>
                    <a:pt x="1876289" y="972272"/>
                  </a:lnTo>
                  <a:lnTo>
                    <a:pt x="1877253" y="962314"/>
                  </a:lnTo>
                  <a:lnTo>
                    <a:pt x="1878217" y="952482"/>
                  </a:lnTo>
                  <a:lnTo>
                    <a:pt x="1879181" y="942834"/>
                  </a:lnTo>
                  <a:lnTo>
                    <a:pt x="1880145" y="933411"/>
                  </a:lnTo>
                  <a:lnTo>
                    <a:pt x="1881109" y="924160"/>
                  </a:lnTo>
                  <a:lnTo>
                    <a:pt x="1882073" y="914930"/>
                  </a:lnTo>
                  <a:lnTo>
                    <a:pt x="1883037" y="905672"/>
                  </a:lnTo>
                  <a:lnTo>
                    <a:pt x="1884001" y="896461"/>
                  </a:lnTo>
                  <a:lnTo>
                    <a:pt x="1884965" y="887337"/>
                  </a:lnTo>
                  <a:lnTo>
                    <a:pt x="1885929" y="878312"/>
                  </a:lnTo>
                  <a:lnTo>
                    <a:pt x="1886893" y="869376"/>
                  </a:lnTo>
                  <a:lnTo>
                    <a:pt x="1887857" y="860640"/>
                  </a:lnTo>
                  <a:lnTo>
                    <a:pt x="1888821" y="852070"/>
                  </a:lnTo>
                  <a:lnTo>
                    <a:pt x="1889785" y="843612"/>
                  </a:lnTo>
                  <a:lnTo>
                    <a:pt x="1890749" y="835230"/>
                  </a:lnTo>
                  <a:lnTo>
                    <a:pt x="1891713" y="826987"/>
                  </a:lnTo>
                  <a:lnTo>
                    <a:pt x="1892677" y="818958"/>
                  </a:lnTo>
                  <a:lnTo>
                    <a:pt x="1893641" y="811157"/>
                  </a:lnTo>
                  <a:lnTo>
                    <a:pt x="1894605" y="803620"/>
                  </a:lnTo>
                  <a:lnTo>
                    <a:pt x="1895569" y="796452"/>
                  </a:lnTo>
                  <a:lnTo>
                    <a:pt x="1896533" y="789654"/>
                  </a:lnTo>
                  <a:lnTo>
                    <a:pt x="1897497" y="783222"/>
                  </a:lnTo>
                  <a:lnTo>
                    <a:pt x="1898461" y="777099"/>
                  </a:lnTo>
                  <a:lnTo>
                    <a:pt x="1899425" y="771254"/>
                  </a:lnTo>
                  <a:lnTo>
                    <a:pt x="1900389" y="765676"/>
                  </a:lnTo>
                  <a:lnTo>
                    <a:pt x="1901353" y="760350"/>
                  </a:lnTo>
                  <a:lnTo>
                    <a:pt x="1902317" y="755247"/>
                  </a:lnTo>
                  <a:lnTo>
                    <a:pt x="1903281" y="750394"/>
                  </a:lnTo>
                  <a:lnTo>
                    <a:pt x="1904245" y="745807"/>
                  </a:lnTo>
                  <a:lnTo>
                    <a:pt x="1905209" y="741436"/>
                  </a:lnTo>
                  <a:lnTo>
                    <a:pt x="1906173" y="737258"/>
                  </a:lnTo>
                  <a:lnTo>
                    <a:pt x="1907137" y="733223"/>
                  </a:lnTo>
                  <a:lnTo>
                    <a:pt x="1908101" y="729296"/>
                  </a:lnTo>
                  <a:lnTo>
                    <a:pt x="1909065" y="725492"/>
                  </a:lnTo>
                  <a:lnTo>
                    <a:pt x="1910029" y="721813"/>
                  </a:lnTo>
                  <a:lnTo>
                    <a:pt x="1910993" y="718342"/>
                  </a:lnTo>
                  <a:lnTo>
                    <a:pt x="1911957" y="715102"/>
                  </a:lnTo>
                  <a:lnTo>
                    <a:pt x="1912921" y="712107"/>
                  </a:lnTo>
                  <a:lnTo>
                    <a:pt x="1913885" y="709344"/>
                  </a:lnTo>
                  <a:lnTo>
                    <a:pt x="1914849" y="706764"/>
                  </a:lnTo>
                  <a:lnTo>
                    <a:pt x="1915813" y="704272"/>
                  </a:lnTo>
                  <a:lnTo>
                    <a:pt x="1916777" y="701689"/>
                  </a:lnTo>
                  <a:lnTo>
                    <a:pt x="1917741" y="698900"/>
                  </a:lnTo>
                  <a:lnTo>
                    <a:pt x="1918705" y="695886"/>
                  </a:lnTo>
                  <a:lnTo>
                    <a:pt x="1919669" y="692609"/>
                  </a:lnTo>
                  <a:lnTo>
                    <a:pt x="1920633" y="688919"/>
                  </a:lnTo>
                  <a:lnTo>
                    <a:pt x="1921597" y="684782"/>
                  </a:lnTo>
                  <a:lnTo>
                    <a:pt x="1922561" y="680184"/>
                  </a:lnTo>
                  <a:lnTo>
                    <a:pt x="1923525" y="675094"/>
                  </a:lnTo>
                  <a:lnTo>
                    <a:pt x="1924489" y="669491"/>
                  </a:lnTo>
                  <a:lnTo>
                    <a:pt x="1925453" y="663418"/>
                  </a:lnTo>
                  <a:lnTo>
                    <a:pt x="1926417" y="656957"/>
                  </a:lnTo>
                  <a:lnTo>
                    <a:pt x="1927382" y="650124"/>
                  </a:lnTo>
                  <a:lnTo>
                    <a:pt x="1928346" y="642878"/>
                  </a:lnTo>
                  <a:lnTo>
                    <a:pt x="1929310" y="635214"/>
                  </a:lnTo>
                  <a:lnTo>
                    <a:pt x="1930274" y="627220"/>
                  </a:lnTo>
                  <a:lnTo>
                    <a:pt x="1931238" y="618984"/>
                  </a:lnTo>
                  <a:lnTo>
                    <a:pt x="1932202" y="610498"/>
                  </a:lnTo>
                  <a:lnTo>
                    <a:pt x="1933166" y="601733"/>
                  </a:lnTo>
                  <a:lnTo>
                    <a:pt x="1934130" y="592722"/>
                  </a:lnTo>
                  <a:lnTo>
                    <a:pt x="1935094" y="583433"/>
                  </a:lnTo>
                  <a:lnTo>
                    <a:pt x="1936058" y="573819"/>
                  </a:lnTo>
                  <a:lnTo>
                    <a:pt x="1937022" y="563797"/>
                  </a:lnTo>
                  <a:lnTo>
                    <a:pt x="1937986" y="553344"/>
                  </a:lnTo>
                  <a:lnTo>
                    <a:pt x="1938950" y="542518"/>
                  </a:lnTo>
                  <a:lnTo>
                    <a:pt x="1939914" y="531315"/>
                  </a:lnTo>
                  <a:lnTo>
                    <a:pt x="1940878" y="519620"/>
                  </a:lnTo>
                  <a:lnTo>
                    <a:pt x="1941842" y="507436"/>
                  </a:lnTo>
                  <a:lnTo>
                    <a:pt x="1942806" y="494795"/>
                  </a:lnTo>
                  <a:lnTo>
                    <a:pt x="1943770" y="481695"/>
                  </a:lnTo>
                  <a:lnTo>
                    <a:pt x="1944734" y="468101"/>
                  </a:lnTo>
                  <a:lnTo>
                    <a:pt x="1945698" y="454080"/>
                  </a:lnTo>
                  <a:lnTo>
                    <a:pt x="1946662" y="439630"/>
                  </a:lnTo>
                  <a:lnTo>
                    <a:pt x="1947626" y="424811"/>
                  </a:lnTo>
                  <a:lnTo>
                    <a:pt x="1948590" y="409632"/>
                  </a:lnTo>
                  <a:lnTo>
                    <a:pt x="1949554" y="394150"/>
                  </a:lnTo>
                  <a:lnTo>
                    <a:pt x="1950518" y="378441"/>
                  </a:lnTo>
                  <a:lnTo>
                    <a:pt x="1951482" y="362650"/>
                  </a:lnTo>
                  <a:lnTo>
                    <a:pt x="1952446" y="346928"/>
                  </a:lnTo>
                  <a:lnTo>
                    <a:pt x="1953410" y="331402"/>
                  </a:lnTo>
                  <a:lnTo>
                    <a:pt x="1954374" y="316146"/>
                  </a:lnTo>
                  <a:lnTo>
                    <a:pt x="1955338" y="301277"/>
                  </a:lnTo>
                  <a:lnTo>
                    <a:pt x="1956302" y="286881"/>
                  </a:lnTo>
                  <a:lnTo>
                    <a:pt x="1957266" y="273018"/>
                  </a:lnTo>
                  <a:lnTo>
                    <a:pt x="1958230" y="259743"/>
                  </a:lnTo>
                  <a:lnTo>
                    <a:pt x="1959194" y="247086"/>
                  </a:lnTo>
                  <a:lnTo>
                    <a:pt x="1960158" y="235106"/>
                  </a:lnTo>
                  <a:lnTo>
                    <a:pt x="1961122" y="223878"/>
                  </a:lnTo>
                  <a:lnTo>
                    <a:pt x="1962086" y="213423"/>
                  </a:lnTo>
                  <a:lnTo>
                    <a:pt x="1963050" y="203847"/>
                  </a:lnTo>
                  <a:lnTo>
                    <a:pt x="1964014" y="195212"/>
                  </a:lnTo>
                  <a:lnTo>
                    <a:pt x="1964978" y="187614"/>
                  </a:lnTo>
                  <a:lnTo>
                    <a:pt x="1965942" y="181097"/>
                  </a:lnTo>
                  <a:lnTo>
                    <a:pt x="1966906" y="175592"/>
                  </a:lnTo>
                  <a:lnTo>
                    <a:pt x="1967870" y="171008"/>
                  </a:lnTo>
                  <a:lnTo>
                    <a:pt x="1968834" y="167327"/>
                  </a:lnTo>
                  <a:lnTo>
                    <a:pt x="1969798" y="164563"/>
                  </a:lnTo>
                  <a:lnTo>
                    <a:pt x="1970762" y="162717"/>
                  </a:lnTo>
                  <a:lnTo>
                    <a:pt x="1971726" y="161781"/>
                  </a:lnTo>
                  <a:lnTo>
                    <a:pt x="1972690" y="161645"/>
                  </a:lnTo>
                  <a:lnTo>
                    <a:pt x="1973654" y="162278"/>
                  </a:lnTo>
                  <a:lnTo>
                    <a:pt x="1974618" y="163537"/>
                  </a:lnTo>
                  <a:lnTo>
                    <a:pt x="1975582" y="165376"/>
                  </a:lnTo>
                  <a:lnTo>
                    <a:pt x="1976546" y="167772"/>
                  </a:lnTo>
                  <a:lnTo>
                    <a:pt x="1977510" y="170704"/>
                  </a:lnTo>
                  <a:lnTo>
                    <a:pt x="1978474" y="174182"/>
                  </a:lnTo>
                  <a:lnTo>
                    <a:pt x="1979438" y="178139"/>
                  </a:lnTo>
                  <a:lnTo>
                    <a:pt x="1980402" y="182539"/>
                  </a:lnTo>
                  <a:lnTo>
                    <a:pt x="1981366" y="187409"/>
                  </a:lnTo>
                  <a:lnTo>
                    <a:pt x="1982330" y="192710"/>
                  </a:lnTo>
                  <a:lnTo>
                    <a:pt x="1983294" y="198440"/>
                  </a:lnTo>
                  <a:lnTo>
                    <a:pt x="1984258" y="204613"/>
                  </a:lnTo>
                  <a:lnTo>
                    <a:pt x="1985222" y="211273"/>
                  </a:lnTo>
                  <a:lnTo>
                    <a:pt x="1986186" y="218498"/>
                  </a:lnTo>
                  <a:lnTo>
                    <a:pt x="1987150" y="226349"/>
                  </a:lnTo>
                  <a:lnTo>
                    <a:pt x="1988114" y="234866"/>
                  </a:lnTo>
                  <a:lnTo>
                    <a:pt x="1989078" y="244129"/>
                  </a:lnTo>
                  <a:lnTo>
                    <a:pt x="1990042" y="254166"/>
                  </a:lnTo>
                  <a:lnTo>
                    <a:pt x="1991006" y="264901"/>
                  </a:lnTo>
                  <a:lnTo>
                    <a:pt x="1991970" y="276300"/>
                  </a:lnTo>
                  <a:lnTo>
                    <a:pt x="1992934" y="288341"/>
                  </a:lnTo>
                  <a:lnTo>
                    <a:pt x="1993898" y="300950"/>
                  </a:lnTo>
                  <a:lnTo>
                    <a:pt x="1994862" y="314078"/>
                  </a:lnTo>
                  <a:lnTo>
                    <a:pt x="1995826" y="327728"/>
                  </a:lnTo>
                  <a:lnTo>
                    <a:pt x="1996790" y="341884"/>
                  </a:lnTo>
                  <a:lnTo>
                    <a:pt x="1997754" y="356526"/>
                  </a:lnTo>
                  <a:lnTo>
                    <a:pt x="1998718" y="371635"/>
                  </a:lnTo>
                  <a:lnTo>
                    <a:pt x="1999682" y="387130"/>
                  </a:lnTo>
                  <a:lnTo>
                    <a:pt x="2000646" y="402822"/>
                  </a:lnTo>
                  <a:lnTo>
                    <a:pt x="2001610" y="418574"/>
                  </a:lnTo>
                  <a:lnTo>
                    <a:pt x="2002574" y="434230"/>
                  </a:lnTo>
                  <a:lnTo>
                    <a:pt x="2003538" y="449707"/>
                  </a:lnTo>
                  <a:lnTo>
                    <a:pt x="2004502" y="464878"/>
                  </a:lnTo>
                  <a:lnTo>
                    <a:pt x="2005466" y="479682"/>
                  </a:lnTo>
                  <a:lnTo>
                    <a:pt x="2006430" y="494029"/>
                  </a:lnTo>
                  <a:lnTo>
                    <a:pt x="2007394" y="507841"/>
                  </a:lnTo>
                  <a:lnTo>
                    <a:pt x="2008358" y="521047"/>
                  </a:lnTo>
                  <a:lnTo>
                    <a:pt x="2009322" y="533579"/>
                  </a:lnTo>
                  <a:lnTo>
                    <a:pt x="2010286" y="545326"/>
                  </a:lnTo>
                  <a:lnTo>
                    <a:pt x="2011250" y="556243"/>
                  </a:lnTo>
                  <a:lnTo>
                    <a:pt x="2012214" y="566278"/>
                  </a:lnTo>
                  <a:lnTo>
                    <a:pt x="2013178" y="575404"/>
                  </a:lnTo>
                  <a:lnTo>
                    <a:pt x="2014142" y="583637"/>
                  </a:lnTo>
                  <a:lnTo>
                    <a:pt x="2015106" y="591090"/>
                  </a:lnTo>
                  <a:lnTo>
                    <a:pt x="2016070" y="597956"/>
                  </a:lnTo>
                  <a:lnTo>
                    <a:pt x="2017034" y="604404"/>
                  </a:lnTo>
                  <a:lnTo>
                    <a:pt x="2017998" y="610482"/>
                  </a:lnTo>
                  <a:lnTo>
                    <a:pt x="2018962" y="616154"/>
                  </a:lnTo>
                  <a:lnTo>
                    <a:pt x="2019926" y="621436"/>
                  </a:lnTo>
                  <a:lnTo>
                    <a:pt x="2020890" y="626431"/>
                  </a:lnTo>
                  <a:lnTo>
                    <a:pt x="2021854" y="631273"/>
                  </a:lnTo>
                  <a:lnTo>
                    <a:pt x="2022818" y="636009"/>
                  </a:lnTo>
                  <a:lnTo>
                    <a:pt x="2023782" y="640647"/>
                  </a:lnTo>
                  <a:lnTo>
                    <a:pt x="2024746" y="645250"/>
                  </a:lnTo>
                  <a:lnTo>
                    <a:pt x="2025710" y="649818"/>
                  </a:lnTo>
                  <a:lnTo>
                    <a:pt x="2026674" y="654387"/>
                  </a:lnTo>
                  <a:lnTo>
                    <a:pt x="2027638" y="658923"/>
                  </a:lnTo>
                  <a:lnTo>
                    <a:pt x="2028602" y="663436"/>
                  </a:lnTo>
                  <a:lnTo>
                    <a:pt x="2029566" y="667920"/>
                  </a:lnTo>
                  <a:lnTo>
                    <a:pt x="2030530" y="672330"/>
                  </a:lnTo>
                  <a:lnTo>
                    <a:pt x="2031494" y="676606"/>
                  </a:lnTo>
                  <a:lnTo>
                    <a:pt x="2032458" y="680704"/>
                  </a:lnTo>
                  <a:lnTo>
                    <a:pt x="2033422" y="684631"/>
                  </a:lnTo>
                  <a:lnTo>
                    <a:pt x="2034386" y="688270"/>
                  </a:lnTo>
                  <a:lnTo>
                    <a:pt x="2035350" y="691502"/>
                  </a:lnTo>
                  <a:lnTo>
                    <a:pt x="2036314" y="694209"/>
                  </a:lnTo>
                  <a:lnTo>
                    <a:pt x="2037278" y="696319"/>
                  </a:lnTo>
                  <a:lnTo>
                    <a:pt x="2038243" y="697801"/>
                  </a:lnTo>
                  <a:lnTo>
                    <a:pt x="2039207" y="698696"/>
                  </a:lnTo>
                  <a:lnTo>
                    <a:pt x="2040171" y="699069"/>
                  </a:lnTo>
                  <a:lnTo>
                    <a:pt x="2041135" y="698922"/>
                  </a:lnTo>
                  <a:lnTo>
                    <a:pt x="2042099" y="698273"/>
                  </a:lnTo>
                  <a:lnTo>
                    <a:pt x="2043063" y="697196"/>
                  </a:lnTo>
                  <a:lnTo>
                    <a:pt x="2044027" y="695685"/>
                  </a:lnTo>
                  <a:lnTo>
                    <a:pt x="2044991" y="693744"/>
                  </a:lnTo>
                  <a:lnTo>
                    <a:pt x="2045955" y="691427"/>
                  </a:lnTo>
                  <a:lnTo>
                    <a:pt x="2046919" y="688754"/>
                  </a:lnTo>
                  <a:lnTo>
                    <a:pt x="2047883" y="685757"/>
                  </a:lnTo>
                  <a:lnTo>
                    <a:pt x="2048847" y="682557"/>
                  </a:lnTo>
                  <a:lnTo>
                    <a:pt x="2049811" y="679254"/>
                  </a:lnTo>
                  <a:lnTo>
                    <a:pt x="2050775" y="675965"/>
                  </a:lnTo>
                  <a:lnTo>
                    <a:pt x="2051739" y="672732"/>
                  </a:lnTo>
                  <a:lnTo>
                    <a:pt x="2052703" y="669636"/>
                  </a:lnTo>
                  <a:lnTo>
                    <a:pt x="2053667" y="666657"/>
                  </a:lnTo>
                  <a:lnTo>
                    <a:pt x="2054631" y="663784"/>
                  </a:lnTo>
                  <a:lnTo>
                    <a:pt x="2055595" y="661119"/>
                  </a:lnTo>
                  <a:lnTo>
                    <a:pt x="2056559" y="658779"/>
                  </a:lnTo>
                  <a:lnTo>
                    <a:pt x="2057523" y="656758"/>
                  </a:lnTo>
                  <a:lnTo>
                    <a:pt x="2058487" y="655108"/>
                  </a:lnTo>
                  <a:lnTo>
                    <a:pt x="2059451" y="653870"/>
                  </a:lnTo>
                  <a:lnTo>
                    <a:pt x="2060415" y="653041"/>
                  </a:lnTo>
                  <a:lnTo>
                    <a:pt x="2061379" y="652605"/>
                  </a:lnTo>
                  <a:lnTo>
                    <a:pt x="2062343" y="652598"/>
                  </a:lnTo>
                  <a:lnTo>
                    <a:pt x="2063307" y="653002"/>
                  </a:lnTo>
                  <a:lnTo>
                    <a:pt x="2064271" y="653706"/>
                  </a:lnTo>
                  <a:lnTo>
                    <a:pt x="2065235" y="654560"/>
                  </a:lnTo>
                  <a:lnTo>
                    <a:pt x="2066199" y="655472"/>
                  </a:lnTo>
                  <a:lnTo>
                    <a:pt x="2067163" y="656402"/>
                  </a:lnTo>
                  <a:lnTo>
                    <a:pt x="2068127" y="657372"/>
                  </a:lnTo>
                  <a:lnTo>
                    <a:pt x="2069091" y="658368"/>
                  </a:lnTo>
                  <a:lnTo>
                    <a:pt x="2070055" y="659269"/>
                  </a:lnTo>
                  <a:lnTo>
                    <a:pt x="2071019" y="660032"/>
                  </a:lnTo>
                  <a:lnTo>
                    <a:pt x="2071983" y="660680"/>
                  </a:lnTo>
                  <a:lnTo>
                    <a:pt x="2072947" y="661172"/>
                  </a:lnTo>
                  <a:lnTo>
                    <a:pt x="2073911" y="661501"/>
                  </a:lnTo>
                  <a:lnTo>
                    <a:pt x="2074875" y="661645"/>
                  </a:lnTo>
                  <a:lnTo>
                    <a:pt x="2075839" y="661619"/>
                  </a:lnTo>
                  <a:lnTo>
                    <a:pt x="2076803" y="661450"/>
                  </a:lnTo>
                  <a:lnTo>
                    <a:pt x="2077767" y="661107"/>
                  </a:lnTo>
                  <a:lnTo>
                    <a:pt x="2078731" y="660598"/>
                  </a:lnTo>
                  <a:lnTo>
                    <a:pt x="2079695" y="659981"/>
                  </a:lnTo>
                  <a:lnTo>
                    <a:pt x="2080659" y="659342"/>
                  </a:lnTo>
                  <a:lnTo>
                    <a:pt x="2081623" y="658751"/>
                  </a:lnTo>
                  <a:lnTo>
                    <a:pt x="2082587" y="658296"/>
                  </a:lnTo>
                  <a:lnTo>
                    <a:pt x="2083551" y="658077"/>
                  </a:lnTo>
                  <a:lnTo>
                    <a:pt x="2084515" y="658213"/>
                  </a:lnTo>
                  <a:lnTo>
                    <a:pt x="2085479" y="658749"/>
                  </a:lnTo>
                  <a:lnTo>
                    <a:pt x="2086443" y="659636"/>
                  </a:lnTo>
                  <a:lnTo>
                    <a:pt x="2087407" y="660898"/>
                  </a:lnTo>
                  <a:lnTo>
                    <a:pt x="2088371" y="662393"/>
                  </a:lnTo>
                  <a:lnTo>
                    <a:pt x="2089335" y="664089"/>
                  </a:lnTo>
                  <a:lnTo>
                    <a:pt x="2090299" y="666030"/>
                  </a:lnTo>
                  <a:lnTo>
                    <a:pt x="2091263" y="668239"/>
                  </a:lnTo>
                  <a:lnTo>
                    <a:pt x="2092227" y="670747"/>
                  </a:lnTo>
                  <a:lnTo>
                    <a:pt x="2093191" y="673574"/>
                  </a:lnTo>
                  <a:lnTo>
                    <a:pt x="2094155" y="676694"/>
                  </a:lnTo>
                  <a:lnTo>
                    <a:pt x="2095119" y="680090"/>
                  </a:lnTo>
                  <a:lnTo>
                    <a:pt x="2096083" y="683670"/>
                  </a:lnTo>
                  <a:lnTo>
                    <a:pt x="2097047" y="687246"/>
                  </a:lnTo>
                  <a:lnTo>
                    <a:pt x="2098011" y="690767"/>
                  </a:lnTo>
                  <a:lnTo>
                    <a:pt x="2098975" y="694164"/>
                  </a:lnTo>
                  <a:lnTo>
                    <a:pt x="2099939" y="697364"/>
                  </a:lnTo>
                  <a:lnTo>
                    <a:pt x="2100903" y="700446"/>
                  </a:lnTo>
                  <a:lnTo>
                    <a:pt x="2101867" y="703425"/>
                  </a:lnTo>
                  <a:lnTo>
                    <a:pt x="2102831" y="706416"/>
                  </a:lnTo>
                  <a:lnTo>
                    <a:pt x="2103795" y="709432"/>
                  </a:lnTo>
                  <a:lnTo>
                    <a:pt x="2104759" y="712347"/>
                  </a:lnTo>
                  <a:lnTo>
                    <a:pt x="2105723" y="715090"/>
                  </a:lnTo>
                  <a:lnTo>
                    <a:pt x="2106687" y="717791"/>
                  </a:lnTo>
                  <a:lnTo>
                    <a:pt x="2107651" y="720430"/>
                  </a:lnTo>
                  <a:lnTo>
                    <a:pt x="2108615" y="723028"/>
                  </a:lnTo>
                  <a:lnTo>
                    <a:pt x="2109579" y="725647"/>
                  </a:lnTo>
                  <a:lnTo>
                    <a:pt x="2110543" y="728224"/>
                  </a:lnTo>
                  <a:lnTo>
                    <a:pt x="2111507" y="730762"/>
                  </a:lnTo>
                  <a:lnTo>
                    <a:pt x="2112471" y="733265"/>
                  </a:lnTo>
                  <a:lnTo>
                    <a:pt x="2113435" y="735705"/>
                  </a:lnTo>
                  <a:lnTo>
                    <a:pt x="2114399" y="738102"/>
                  </a:lnTo>
                  <a:lnTo>
                    <a:pt x="2115363" y="740528"/>
                  </a:lnTo>
                  <a:lnTo>
                    <a:pt x="2116327" y="743015"/>
                  </a:lnTo>
                  <a:lnTo>
                    <a:pt x="2117291" y="745574"/>
                  </a:lnTo>
                  <a:lnTo>
                    <a:pt x="2118255" y="748258"/>
                  </a:lnTo>
                  <a:lnTo>
                    <a:pt x="2119219" y="751144"/>
                  </a:lnTo>
                  <a:lnTo>
                    <a:pt x="2120183" y="754179"/>
                  </a:lnTo>
                  <a:lnTo>
                    <a:pt x="2121147" y="757312"/>
                  </a:lnTo>
                  <a:lnTo>
                    <a:pt x="2122111" y="760537"/>
                  </a:lnTo>
                  <a:lnTo>
                    <a:pt x="2123075" y="763847"/>
                  </a:lnTo>
                  <a:lnTo>
                    <a:pt x="2124039" y="767233"/>
                  </a:lnTo>
                  <a:lnTo>
                    <a:pt x="2125003" y="770659"/>
                  </a:lnTo>
                  <a:lnTo>
                    <a:pt x="2125967" y="774180"/>
                  </a:lnTo>
                  <a:lnTo>
                    <a:pt x="2126931" y="777847"/>
                  </a:lnTo>
                  <a:lnTo>
                    <a:pt x="2127895" y="781765"/>
                  </a:lnTo>
                  <a:lnTo>
                    <a:pt x="2128859" y="785900"/>
                  </a:lnTo>
                  <a:lnTo>
                    <a:pt x="2129823" y="790180"/>
                  </a:lnTo>
                  <a:lnTo>
                    <a:pt x="2130787" y="794536"/>
                  </a:lnTo>
                  <a:lnTo>
                    <a:pt x="2131751" y="798894"/>
                  </a:lnTo>
                  <a:lnTo>
                    <a:pt x="2132715" y="803178"/>
                  </a:lnTo>
                  <a:lnTo>
                    <a:pt x="2133679" y="807335"/>
                  </a:lnTo>
                  <a:lnTo>
                    <a:pt x="2134643" y="811450"/>
                  </a:lnTo>
                  <a:lnTo>
                    <a:pt x="2135607" y="815609"/>
                  </a:lnTo>
                  <a:lnTo>
                    <a:pt x="2136571" y="819853"/>
                  </a:lnTo>
                  <a:lnTo>
                    <a:pt x="2137535" y="824296"/>
                  </a:lnTo>
                  <a:lnTo>
                    <a:pt x="2138499" y="828971"/>
                  </a:lnTo>
                  <a:lnTo>
                    <a:pt x="2139463" y="833800"/>
                  </a:lnTo>
                  <a:lnTo>
                    <a:pt x="2140427" y="838703"/>
                  </a:lnTo>
                  <a:lnTo>
                    <a:pt x="2141391" y="843628"/>
                  </a:lnTo>
                  <a:lnTo>
                    <a:pt x="2142355" y="848571"/>
                  </a:lnTo>
                  <a:lnTo>
                    <a:pt x="2143319" y="853553"/>
                  </a:lnTo>
                  <a:lnTo>
                    <a:pt x="2144283" y="858571"/>
                  </a:lnTo>
                  <a:lnTo>
                    <a:pt x="2145247" y="863723"/>
                  </a:lnTo>
                  <a:lnTo>
                    <a:pt x="2146211" y="869102"/>
                  </a:lnTo>
                  <a:lnTo>
                    <a:pt x="2147175" y="874680"/>
                  </a:lnTo>
                  <a:lnTo>
                    <a:pt x="2148139" y="880503"/>
                  </a:lnTo>
                  <a:lnTo>
                    <a:pt x="2149103" y="886511"/>
                  </a:lnTo>
                  <a:lnTo>
                    <a:pt x="2150068" y="892659"/>
                  </a:lnTo>
                  <a:lnTo>
                    <a:pt x="2151032" y="898944"/>
                  </a:lnTo>
                  <a:lnTo>
                    <a:pt x="2151996" y="905313"/>
                  </a:lnTo>
                  <a:lnTo>
                    <a:pt x="2152960" y="911728"/>
                  </a:lnTo>
                  <a:lnTo>
                    <a:pt x="2153924" y="918255"/>
                  </a:lnTo>
                  <a:lnTo>
                    <a:pt x="2154888" y="924760"/>
                  </a:lnTo>
                  <a:lnTo>
                    <a:pt x="2155852" y="931198"/>
                  </a:lnTo>
                  <a:lnTo>
                    <a:pt x="2156816" y="937540"/>
                  </a:lnTo>
                  <a:lnTo>
                    <a:pt x="2157780" y="943753"/>
                  </a:lnTo>
                  <a:lnTo>
                    <a:pt x="2158744" y="949865"/>
                  </a:lnTo>
                  <a:lnTo>
                    <a:pt x="2159708" y="955912"/>
                  </a:lnTo>
                  <a:lnTo>
                    <a:pt x="2160672" y="961831"/>
                  </a:lnTo>
                  <a:lnTo>
                    <a:pt x="2161636" y="967612"/>
                  </a:lnTo>
                  <a:lnTo>
                    <a:pt x="2162600" y="973320"/>
                  </a:lnTo>
                  <a:lnTo>
                    <a:pt x="2163564" y="978957"/>
                  </a:lnTo>
                  <a:lnTo>
                    <a:pt x="2164528" y="984453"/>
                  </a:lnTo>
                  <a:lnTo>
                    <a:pt x="2165492" y="989796"/>
                  </a:lnTo>
                  <a:lnTo>
                    <a:pt x="2166456" y="994954"/>
                  </a:lnTo>
                  <a:lnTo>
                    <a:pt x="2167420" y="999879"/>
                  </a:lnTo>
                  <a:lnTo>
                    <a:pt x="2168384" y="1004617"/>
                  </a:lnTo>
                  <a:lnTo>
                    <a:pt x="2169348" y="1009296"/>
                  </a:lnTo>
                  <a:lnTo>
                    <a:pt x="2170312" y="1013975"/>
                  </a:lnTo>
                  <a:lnTo>
                    <a:pt x="2171276" y="1018705"/>
                  </a:lnTo>
                  <a:lnTo>
                    <a:pt x="2172240" y="1023483"/>
                  </a:lnTo>
                  <a:lnTo>
                    <a:pt x="2173204" y="1028334"/>
                  </a:lnTo>
                  <a:lnTo>
                    <a:pt x="2174168" y="1033236"/>
                  </a:lnTo>
                  <a:lnTo>
                    <a:pt x="2175132" y="1038145"/>
                  </a:lnTo>
                  <a:lnTo>
                    <a:pt x="2176096" y="1043072"/>
                  </a:lnTo>
                  <a:lnTo>
                    <a:pt x="2177060" y="1047997"/>
                  </a:lnTo>
                  <a:lnTo>
                    <a:pt x="2178024" y="1052921"/>
                  </a:lnTo>
                  <a:lnTo>
                    <a:pt x="2178988" y="1057937"/>
                  </a:lnTo>
                  <a:lnTo>
                    <a:pt x="2179952" y="1063101"/>
                  </a:lnTo>
                  <a:lnTo>
                    <a:pt x="2180916" y="1068393"/>
                  </a:lnTo>
                  <a:lnTo>
                    <a:pt x="2181880" y="1073804"/>
                  </a:lnTo>
                  <a:lnTo>
                    <a:pt x="2182844" y="1079293"/>
                  </a:lnTo>
                  <a:lnTo>
                    <a:pt x="2183808" y="1084740"/>
                  </a:lnTo>
                  <a:lnTo>
                    <a:pt x="2184772" y="1090079"/>
                  </a:lnTo>
                  <a:lnTo>
                    <a:pt x="2185736" y="1095214"/>
                  </a:lnTo>
                  <a:lnTo>
                    <a:pt x="2186700" y="1100050"/>
                  </a:lnTo>
                  <a:lnTo>
                    <a:pt x="2187664" y="1104539"/>
                  </a:lnTo>
                  <a:lnTo>
                    <a:pt x="2188628" y="1108764"/>
                  </a:lnTo>
                  <a:lnTo>
                    <a:pt x="2189592" y="1112745"/>
                  </a:lnTo>
                  <a:lnTo>
                    <a:pt x="2190556" y="1116428"/>
                  </a:lnTo>
                  <a:lnTo>
                    <a:pt x="2191520" y="1119770"/>
                  </a:lnTo>
                  <a:lnTo>
                    <a:pt x="2192484" y="1122749"/>
                  </a:lnTo>
                  <a:lnTo>
                    <a:pt x="2193448" y="1125391"/>
                  </a:lnTo>
                  <a:lnTo>
                    <a:pt x="2194412" y="1127649"/>
                  </a:lnTo>
                  <a:lnTo>
                    <a:pt x="2195376" y="1129573"/>
                  </a:lnTo>
                  <a:lnTo>
                    <a:pt x="2196340" y="1131173"/>
                  </a:lnTo>
                  <a:lnTo>
                    <a:pt x="2197304" y="1132397"/>
                  </a:lnTo>
                  <a:lnTo>
                    <a:pt x="2198268" y="1133265"/>
                  </a:lnTo>
                  <a:lnTo>
                    <a:pt x="2199232" y="1133726"/>
                  </a:lnTo>
                  <a:lnTo>
                    <a:pt x="2200196" y="1133785"/>
                  </a:lnTo>
                  <a:lnTo>
                    <a:pt x="2201160" y="1133475"/>
                  </a:lnTo>
                  <a:lnTo>
                    <a:pt x="2202124" y="1132898"/>
                  </a:lnTo>
                  <a:lnTo>
                    <a:pt x="2203088" y="1132128"/>
                  </a:lnTo>
                  <a:lnTo>
                    <a:pt x="2204052" y="1131280"/>
                  </a:lnTo>
                  <a:lnTo>
                    <a:pt x="2205016" y="1130327"/>
                  </a:lnTo>
                  <a:lnTo>
                    <a:pt x="2205980" y="1129297"/>
                  </a:lnTo>
                  <a:lnTo>
                    <a:pt x="2206944" y="1128195"/>
                  </a:lnTo>
                  <a:lnTo>
                    <a:pt x="2207908" y="1126910"/>
                  </a:lnTo>
                  <a:lnTo>
                    <a:pt x="2208872" y="1125454"/>
                  </a:lnTo>
                  <a:lnTo>
                    <a:pt x="2209836" y="1123934"/>
                  </a:lnTo>
                  <a:lnTo>
                    <a:pt x="2210800" y="1122417"/>
                  </a:lnTo>
                  <a:lnTo>
                    <a:pt x="2211764" y="1120903"/>
                  </a:lnTo>
                  <a:lnTo>
                    <a:pt x="2212728" y="1119585"/>
                  </a:lnTo>
                  <a:lnTo>
                    <a:pt x="2213692" y="1118576"/>
                  </a:lnTo>
                  <a:lnTo>
                    <a:pt x="2214656" y="1117893"/>
                  </a:lnTo>
                  <a:lnTo>
                    <a:pt x="2215620" y="1117506"/>
                  </a:lnTo>
                  <a:lnTo>
                    <a:pt x="2216584" y="1117381"/>
                  </a:lnTo>
                  <a:lnTo>
                    <a:pt x="2217548" y="1117422"/>
                  </a:lnTo>
                  <a:lnTo>
                    <a:pt x="2218512" y="1117513"/>
                  </a:lnTo>
                  <a:lnTo>
                    <a:pt x="2219476" y="1117658"/>
                  </a:lnTo>
                  <a:lnTo>
                    <a:pt x="2220440" y="1117834"/>
                  </a:lnTo>
                  <a:lnTo>
                    <a:pt x="2221404" y="1118033"/>
                  </a:lnTo>
                  <a:lnTo>
                    <a:pt x="2222368" y="1118295"/>
                  </a:lnTo>
                  <a:lnTo>
                    <a:pt x="2223332" y="1118655"/>
                  </a:lnTo>
                  <a:lnTo>
                    <a:pt x="2224296" y="1118978"/>
                  </a:lnTo>
                  <a:lnTo>
                    <a:pt x="2225260" y="1119160"/>
                  </a:lnTo>
                  <a:lnTo>
                    <a:pt x="2226224" y="1119097"/>
                  </a:lnTo>
                  <a:lnTo>
                    <a:pt x="2227188" y="1118728"/>
                  </a:lnTo>
                  <a:lnTo>
                    <a:pt x="2228152" y="1117958"/>
                  </a:lnTo>
                  <a:lnTo>
                    <a:pt x="2229116" y="1116779"/>
                  </a:lnTo>
                  <a:lnTo>
                    <a:pt x="2230080" y="1115284"/>
                  </a:lnTo>
                  <a:lnTo>
                    <a:pt x="2231044" y="1113510"/>
                  </a:lnTo>
                  <a:lnTo>
                    <a:pt x="2232008" y="1111467"/>
                  </a:lnTo>
                  <a:lnTo>
                    <a:pt x="2232972" y="1109232"/>
                  </a:lnTo>
                  <a:lnTo>
                    <a:pt x="2233936" y="1106830"/>
                  </a:lnTo>
                  <a:lnTo>
                    <a:pt x="2234900" y="1104282"/>
                  </a:lnTo>
                  <a:lnTo>
                    <a:pt x="2235864" y="1101700"/>
                  </a:lnTo>
                  <a:lnTo>
                    <a:pt x="2236828" y="1099077"/>
                  </a:lnTo>
                  <a:lnTo>
                    <a:pt x="2237792" y="1096370"/>
                  </a:lnTo>
                  <a:lnTo>
                    <a:pt x="2238756" y="1093587"/>
                  </a:lnTo>
                  <a:lnTo>
                    <a:pt x="2239720" y="1090742"/>
                  </a:lnTo>
                  <a:lnTo>
                    <a:pt x="2240684" y="1087933"/>
                  </a:lnTo>
                  <a:lnTo>
                    <a:pt x="2241648" y="1085178"/>
                  </a:lnTo>
                  <a:lnTo>
                    <a:pt x="2242612" y="1082431"/>
                  </a:lnTo>
                  <a:lnTo>
                    <a:pt x="2243576" y="1079709"/>
                  </a:lnTo>
                  <a:lnTo>
                    <a:pt x="2244540" y="1076984"/>
                  </a:lnTo>
                  <a:lnTo>
                    <a:pt x="2245504" y="1074310"/>
                  </a:lnTo>
                  <a:lnTo>
                    <a:pt x="2246468" y="1071729"/>
                  </a:lnTo>
                  <a:lnTo>
                    <a:pt x="2247432" y="1069294"/>
                  </a:lnTo>
                  <a:lnTo>
                    <a:pt x="2248396" y="1066989"/>
                  </a:lnTo>
                  <a:lnTo>
                    <a:pt x="2249360" y="1064801"/>
                  </a:lnTo>
                  <a:lnTo>
                    <a:pt x="2250324" y="1062666"/>
                  </a:lnTo>
                  <a:lnTo>
                    <a:pt x="2251288" y="1060530"/>
                  </a:lnTo>
                  <a:lnTo>
                    <a:pt x="2252252" y="1058321"/>
                  </a:lnTo>
                  <a:lnTo>
                    <a:pt x="2253216" y="1056097"/>
                  </a:lnTo>
                  <a:lnTo>
                    <a:pt x="2254180" y="1053881"/>
                  </a:lnTo>
                  <a:lnTo>
                    <a:pt x="2255144" y="1051620"/>
                  </a:lnTo>
                  <a:lnTo>
                    <a:pt x="2256108" y="1049372"/>
                  </a:lnTo>
                  <a:lnTo>
                    <a:pt x="2257072" y="1047219"/>
                  </a:lnTo>
                  <a:lnTo>
                    <a:pt x="2258036" y="1045166"/>
                  </a:lnTo>
                  <a:lnTo>
                    <a:pt x="2259000" y="1043096"/>
                  </a:lnTo>
                  <a:lnTo>
                    <a:pt x="2259964" y="1040961"/>
                  </a:lnTo>
                  <a:lnTo>
                    <a:pt x="2260929" y="1038632"/>
                  </a:lnTo>
                  <a:lnTo>
                    <a:pt x="2261893" y="1035841"/>
                  </a:lnTo>
                  <a:lnTo>
                    <a:pt x="2262857" y="1032543"/>
                  </a:lnTo>
                  <a:lnTo>
                    <a:pt x="2263821" y="1028796"/>
                  </a:lnTo>
                  <a:lnTo>
                    <a:pt x="2264785" y="1024659"/>
                  </a:lnTo>
                  <a:lnTo>
                    <a:pt x="2265749" y="1020145"/>
                  </a:lnTo>
                  <a:lnTo>
                    <a:pt x="2266713" y="1015312"/>
                  </a:lnTo>
                  <a:lnTo>
                    <a:pt x="2267677" y="1010176"/>
                  </a:lnTo>
                  <a:lnTo>
                    <a:pt x="2268641" y="1004742"/>
                  </a:lnTo>
                  <a:lnTo>
                    <a:pt x="2269605" y="999072"/>
                  </a:lnTo>
                  <a:lnTo>
                    <a:pt x="2270569" y="993141"/>
                  </a:lnTo>
                  <a:lnTo>
                    <a:pt x="2271533" y="986932"/>
                  </a:lnTo>
                  <a:lnTo>
                    <a:pt x="2272497" y="980468"/>
                  </a:lnTo>
                  <a:lnTo>
                    <a:pt x="2273461" y="973832"/>
                  </a:lnTo>
                  <a:lnTo>
                    <a:pt x="2274425" y="967152"/>
                  </a:lnTo>
                  <a:lnTo>
                    <a:pt x="2275389" y="960528"/>
                  </a:lnTo>
                  <a:lnTo>
                    <a:pt x="2276353" y="953960"/>
                  </a:lnTo>
                  <a:lnTo>
                    <a:pt x="2277317" y="947470"/>
                  </a:lnTo>
                  <a:lnTo>
                    <a:pt x="2278281" y="941022"/>
                  </a:lnTo>
                  <a:lnTo>
                    <a:pt x="2279245" y="934602"/>
                  </a:lnTo>
                  <a:lnTo>
                    <a:pt x="2280209" y="928254"/>
                  </a:lnTo>
                  <a:lnTo>
                    <a:pt x="2281173" y="922027"/>
                  </a:lnTo>
                  <a:lnTo>
                    <a:pt x="2282137" y="915933"/>
                  </a:lnTo>
                  <a:lnTo>
                    <a:pt x="2283101" y="909940"/>
                  </a:lnTo>
                  <a:lnTo>
                    <a:pt x="2284065" y="904026"/>
                  </a:lnTo>
                  <a:lnTo>
                    <a:pt x="2285029" y="898087"/>
                  </a:lnTo>
                  <a:lnTo>
                    <a:pt x="2285993" y="892193"/>
                  </a:lnTo>
                  <a:lnTo>
                    <a:pt x="2286957" y="886375"/>
                  </a:lnTo>
                  <a:lnTo>
                    <a:pt x="2287921" y="880699"/>
                  </a:lnTo>
                  <a:lnTo>
                    <a:pt x="2288885" y="875157"/>
                  </a:lnTo>
                  <a:lnTo>
                    <a:pt x="2289849" y="869677"/>
                  </a:lnTo>
                  <a:lnTo>
                    <a:pt x="2290813" y="864324"/>
                  </a:lnTo>
                  <a:lnTo>
                    <a:pt x="2291777" y="859131"/>
                  </a:lnTo>
                  <a:lnTo>
                    <a:pt x="2292741" y="854097"/>
                  </a:lnTo>
                  <a:lnTo>
                    <a:pt x="2293705" y="849197"/>
                  </a:lnTo>
                  <a:lnTo>
                    <a:pt x="2294669" y="844404"/>
                  </a:lnTo>
                  <a:lnTo>
                    <a:pt x="2295633" y="839712"/>
                  </a:lnTo>
                  <a:lnTo>
                    <a:pt x="2296597" y="835156"/>
                  </a:lnTo>
                  <a:lnTo>
                    <a:pt x="2297561" y="830869"/>
                  </a:lnTo>
                  <a:lnTo>
                    <a:pt x="2298525" y="826887"/>
                  </a:lnTo>
                  <a:lnTo>
                    <a:pt x="2299489" y="823276"/>
                  </a:lnTo>
                  <a:lnTo>
                    <a:pt x="2300453" y="819977"/>
                  </a:lnTo>
                  <a:lnTo>
                    <a:pt x="2301417" y="816931"/>
                  </a:lnTo>
                  <a:lnTo>
                    <a:pt x="2302381" y="814071"/>
                  </a:lnTo>
                  <a:lnTo>
                    <a:pt x="2303345" y="811414"/>
                  </a:lnTo>
                  <a:lnTo>
                    <a:pt x="2304309" y="808954"/>
                  </a:lnTo>
                  <a:lnTo>
                    <a:pt x="2305273" y="806657"/>
                  </a:lnTo>
                  <a:lnTo>
                    <a:pt x="2306237" y="804460"/>
                  </a:lnTo>
                  <a:lnTo>
                    <a:pt x="2307201" y="802377"/>
                  </a:lnTo>
                  <a:lnTo>
                    <a:pt x="2308165" y="800435"/>
                  </a:lnTo>
                  <a:lnTo>
                    <a:pt x="2309129" y="798610"/>
                  </a:lnTo>
                  <a:lnTo>
                    <a:pt x="2310093" y="797037"/>
                  </a:lnTo>
                  <a:lnTo>
                    <a:pt x="2311057" y="795756"/>
                  </a:lnTo>
                  <a:lnTo>
                    <a:pt x="2312021" y="794581"/>
                  </a:lnTo>
                  <a:lnTo>
                    <a:pt x="2312985" y="793377"/>
                  </a:lnTo>
                  <a:lnTo>
                    <a:pt x="2313949" y="792164"/>
                  </a:lnTo>
                  <a:lnTo>
                    <a:pt x="2314913" y="790957"/>
                  </a:lnTo>
                  <a:lnTo>
                    <a:pt x="2315877" y="789711"/>
                  </a:lnTo>
                  <a:lnTo>
                    <a:pt x="2316841" y="788433"/>
                  </a:lnTo>
                  <a:lnTo>
                    <a:pt x="2317805" y="787085"/>
                  </a:lnTo>
                  <a:lnTo>
                    <a:pt x="2318769" y="785687"/>
                  </a:lnTo>
                  <a:lnTo>
                    <a:pt x="2319733" y="784252"/>
                  </a:lnTo>
                  <a:lnTo>
                    <a:pt x="2320697" y="782774"/>
                  </a:lnTo>
                  <a:lnTo>
                    <a:pt x="2321661" y="781268"/>
                  </a:lnTo>
                  <a:lnTo>
                    <a:pt x="2322625" y="779781"/>
                  </a:lnTo>
                  <a:lnTo>
                    <a:pt x="2323589" y="778183"/>
                  </a:lnTo>
                  <a:lnTo>
                    <a:pt x="2324553" y="776506"/>
                  </a:lnTo>
                  <a:lnTo>
                    <a:pt x="2325517" y="774853"/>
                  </a:lnTo>
                  <a:lnTo>
                    <a:pt x="2326481" y="773368"/>
                  </a:lnTo>
                  <a:lnTo>
                    <a:pt x="2327445" y="772139"/>
                  </a:lnTo>
                  <a:lnTo>
                    <a:pt x="2328409" y="771114"/>
                  </a:lnTo>
                  <a:lnTo>
                    <a:pt x="2329373" y="770356"/>
                  </a:lnTo>
                  <a:lnTo>
                    <a:pt x="2330337" y="769854"/>
                  </a:lnTo>
                  <a:lnTo>
                    <a:pt x="2331301" y="769689"/>
                  </a:lnTo>
                  <a:lnTo>
                    <a:pt x="2332265" y="769914"/>
                  </a:lnTo>
                  <a:lnTo>
                    <a:pt x="2333229" y="770574"/>
                  </a:lnTo>
                  <a:lnTo>
                    <a:pt x="2334193" y="771699"/>
                  </a:lnTo>
                  <a:lnTo>
                    <a:pt x="2335157" y="773288"/>
                  </a:lnTo>
                  <a:lnTo>
                    <a:pt x="2336121" y="775365"/>
                  </a:lnTo>
                  <a:lnTo>
                    <a:pt x="2337085" y="777893"/>
                  </a:lnTo>
                  <a:lnTo>
                    <a:pt x="2338049" y="780974"/>
                  </a:lnTo>
                  <a:lnTo>
                    <a:pt x="2339013" y="784568"/>
                  </a:lnTo>
                  <a:lnTo>
                    <a:pt x="2339977" y="788577"/>
                  </a:lnTo>
                  <a:lnTo>
                    <a:pt x="2340941" y="792977"/>
                  </a:lnTo>
                  <a:lnTo>
                    <a:pt x="2341905" y="797790"/>
                  </a:lnTo>
                  <a:lnTo>
                    <a:pt x="2342869" y="803041"/>
                  </a:lnTo>
                  <a:lnTo>
                    <a:pt x="2343833" y="808673"/>
                  </a:lnTo>
                  <a:lnTo>
                    <a:pt x="2344797" y="814642"/>
                  </a:lnTo>
                  <a:lnTo>
                    <a:pt x="2345761" y="820767"/>
                  </a:lnTo>
                  <a:lnTo>
                    <a:pt x="2346725" y="826882"/>
                  </a:lnTo>
                  <a:lnTo>
                    <a:pt x="2347689" y="832875"/>
                  </a:lnTo>
                  <a:lnTo>
                    <a:pt x="2348653" y="838725"/>
                  </a:lnTo>
                  <a:lnTo>
                    <a:pt x="2349617" y="844521"/>
                  </a:lnTo>
                  <a:lnTo>
                    <a:pt x="2350581" y="850303"/>
                  </a:lnTo>
                  <a:lnTo>
                    <a:pt x="2351545" y="856111"/>
                  </a:lnTo>
                  <a:lnTo>
                    <a:pt x="2352509" y="861954"/>
                  </a:lnTo>
                  <a:lnTo>
                    <a:pt x="2353473" y="867840"/>
                  </a:lnTo>
                  <a:lnTo>
                    <a:pt x="2354437" y="873801"/>
                  </a:lnTo>
                  <a:lnTo>
                    <a:pt x="2355401" y="879881"/>
                  </a:lnTo>
                  <a:lnTo>
                    <a:pt x="2356365" y="886044"/>
                  </a:lnTo>
                  <a:lnTo>
                    <a:pt x="2357329" y="892276"/>
                  </a:lnTo>
                  <a:lnTo>
                    <a:pt x="2358293" y="898587"/>
                  </a:lnTo>
                  <a:lnTo>
                    <a:pt x="2359257" y="904991"/>
                  </a:lnTo>
                  <a:lnTo>
                    <a:pt x="2360221" y="911688"/>
                  </a:lnTo>
                  <a:lnTo>
                    <a:pt x="2361185" y="918847"/>
                  </a:lnTo>
                  <a:lnTo>
                    <a:pt x="2362149" y="926522"/>
                  </a:lnTo>
                  <a:lnTo>
                    <a:pt x="2363113" y="934715"/>
                  </a:lnTo>
                  <a:lnTo>
                    <a:pt x="2364077" y="943417"/>
                  </a:lnTo>
                  <a:lnTo>
                    <a:pt x="2365041" y="952656"/>
                  </a:lnTo>
                  <a:lnTo>
                    <a:pt x="2366005" y="962344"/>
                  </a:lnTo>
                  <a:lnTo>
                    <a:pt x="2366969" y="972409"/>
                  </a:lnTo>
                  <a:lnTo>
                    <a:pt x="2367933" y="982806"/>
                  </a:lnTo>
                  <a:lnTo>
                    <a:pt x="2368897" y="993544"/>
                  </a:lnTo>
                  <a:lnTo>
                    <a:pt x="2369861" y="1004592"/>
                  </a:lnTo>
                  <a:lnTo>
                    <a:pt x="2370825" y="1015889"/>
                  </a:lnTo>
                  <a:lnTo>
                    <a:pt x="2371790" y="1027431"/>
                  </a:lnTo>
                  <a:lnTo>
                    <a:pt x="2372754" y="1039233"/>
                  </a:lnTo>
                  <a:lnTo>
                    <a:pt x="2373718" y="1051205"/>
                  </a:lnTo>
                  <a:lnTo>
                    <a:pt x="2374682" y="1063164"/>
                  </a:lnTo>
                  <a:lnTo>
                    <a:pt x="2375646" y="1074901"/>
                  </a:lnTo>
                  <a:lnTo>
                    <a:pt x="2376610" y="1086335"/>
                  </a:lnTo>
                  <a:lnTo>
                    <a:pt x="2377574" y="1097354"/>
                  </a:lnTo>
                  <a:lnTo>
                    <a:pt x="2378538" y="1107895"/>
                  </a:lnTo>
                  <a:lnTo>
                    <a:pt x="2379502" y="1117904"/>
                  </a:lnTo>
                  <a:lnTo>
                    <a:pt x="2380466" y="1127314"/>
                  </a:lnTo>
                  <a:lnTo>
                    <a:pt x="2381430" y="1136136"/>
                  </a:lnTo>
                  <a:lnTo>
                    <a:pt x="2382394" y="1144348"/>
                  </a:lnTo>
                  <a:lnTo>
                    <a:pt x="2383358" y="1151927"/>
                  </a:lnTo>
                  <a:lnTo>
                    <a:pt x="2384322" y="1158781"/>
                  </a:lnTo>
                  <a:lnTo>
                    <a:pt x="2385286" y="1164851"/>
                  </a:lnTo>
                  <a:lnTo>
                    <a:pt x="2386250" y="1170119"/>
                  </a:lnTo>
                  <a:lnTo>
                    <a:pt x="2387214" y="1174556"/>
                  </a:lnTo>
                  <a:lnTo>
                    <a:pt x="2388178" y="1178233"/>
                  </a:lnTo>
                  <a:lnTo>
                    <a:pt x="2389142" y="1181226"/>
                  </a:lnTo>
                  <a:lnTo>
                    <a:pt x="2390106" y="1183615"/>
                  </a:lnTo>
                  <a:lnTo>
                    <a:pt x="2391070" y="1185373"/>
                  </a:lnTo>
                  <a:lnTo>
                    <a:pt x="2392034" y="1186580"/>
                  </a:lnTo>
                  <a:lnTo>
                    <a:pt x="2392998" y="1187236"/>
                  </a:lnTo>
                  <a:lnTo>
                    <a:pt x="2393962" y="1187421"/>
                  </a:lnTo>
                  <a:lnTo>
                    <a:pt x="2394926" y="1187284"/>
                  </a:lnTo>
                  <a:lnTo>
                    <a:pt x="2395890" y="1186942"/>
                  </a:lnTo>
                  <a:lnTo>
                    <a:pt x="2396854" y="1186496"/>
                  </a:lnTo>
                  <a:lnTo>
                    <a:pt x="2397818" y="1185962"/>
                  </a:lnTo>
                  <a:lnTo>
                    <a:pt x="2398782" y="1185326"/>
                  </a:lnTo>
                  <a:lnTo>
                    <a:pt x="2399746" y="1184581"/>
                  </a:lnTo>
                  <a:lnTo>
                    <a:pt x="2400710" y="1183701"/>
                  </a:lnTo>
                  <a:lnTo>
                    <a:pt x="2401674" y="1182677"/>
                  </a:lnTo>
                  <a:lnTo>
                    <a:pt x="2402638" y="1181480"/>
                  </a:lnTo>
                  <a:lnTo>
                    <a:pt x="2403602" y="1180074"/>
                  </a:lnTo>
                  <a:lnTo>
                    <a:pt x="2404566" y="1178443"/>
                  </a:lnTo>
                  <a:lnTo>
                    <a:pt x="2405530" y="1176654"/>
                  </a:lnTo>
                  <a:lnTo>
                    <a:pt x="2406494" y="1174723"/>
                  </a:lnTo>
                  <a:lnTo>
                    <a:pt x="2407458" y="1172651"/>
                  </a:lnTo>
                  <a:lnTo>
                    <a:pt x="2408422" y="1170383"/>
                  </a:lnTo>
                  <a:lnTo>
                    <a:pt x="2409386" y="1167852"/>
                  </a:lnTo>
                  <a:lnTo>
                    <a:pt x="2410350" y="1165075"/>
                  </a:lnTo>
                  <a:lnTo>
                    <a:pt x="2411314" y="1162021"/>
                  </a:lnTo>
                  <a:lnTo>
                    <a:pt x="2412278" y="1158646"/>
                  </a:lnTo>
                  <a:lnTo>
                    <a:pt x="2413242" y="1154988"/>
                  </a:lnTo>
                  <a:lnTo>
                    <a:pt x="2414206" y="1151057"/>
                  </a:lnTo>
                  <a:lnTo>
                    <a:pt x="2415170" y="1146976"/>
                  </a:lnTo>
                  <a:lnTo>
                    <a:pt x="2416134" y="1142772"/>
                  </a:lnTo>
                  <a:lnTo>
                    <a:pt x="2417098" y="1138465"/>
                  </a:lnTo>
                  <a:lnTo>
                    <a:pt x="2418062" y="1134078"/>
                  </a:lnTo>
                  <a:lnTo>
                    <a:pt x="2419026" y="1129630"/>
                  </a:lnTo>
                  <a:lnTo>
                    <a:pt x="2419990" y="1125189"/>
                  </a:lnTo>
                  <a:lnTo>
                    <a:pt x="2420954" y="1120791"/>
                  </a:lnTo>
                  <a:lnTo>
                    <a:pt x="2421918" y="1116492"/>
                  </a:lnTo>
                  <a:lnTo>
                    <a:pt x="2422882" y="1112289"/>
                  </a:lnTo>
                  <a:lnTo>
                    <a:pt x="2423846" y="1108320"/>
                  </a:lnTo>
                  <a:lnTo>
                    <a:pt x="2424810" y="1104624"/>
                  </a:lnTo>
                  <a:lnTo>
                    <a:pt x="2425774" y="1101194"/>
                  </a:lnTo>
                  <a:lnTo>
                    <a:pt x="2426738" y="1098088"/>
                  </a:lnTo>
                  <a:lnTo>
                    <a:pt x="2427702" y="1095266"/>
                  </a:lnTo>
                  <a:lnTo>
                    <a:pt x="2428666" y="1092747"/>
                  </a:lnTo>
                  <a:lnTo>
                    <a:pt x="2429630" y="1090495"/>
                  </a:lnTo>
                  <a:lnTo>
                    <a:pt x="2430594" y="1088450"/>
                  </a:lnTo>
                  <a:lnTo>
                    <a:pt x="2431558" y="1086568"/>
                  </a:lnTo>
                  <a:lnTo>
                    <a:pt x="2432522" y="1084855"/>
                  </a:lnTo>
                  <a:lnTo>
                    <a:pt x="2433486" y="1083368"/>
                  </a:lnTo>
                  <a:lnTo>
                    <a:pt x="2434450" y="1082069"/>
                  </a:lnTo>
                  <a:lnTo>
                    <a:pt x="2435414" y="1080938"/>
                  </a:lnTo>
                  <a:lnTo>
                    <a:pt x="2436378" y="1079925"/>
                  </a:lnTo>
                  <a:lnTo>
                    <a:pt x="2437342" y="1078999"/>
                  </a:lnTo>
                  <a:lnTo>
                    <a:pt x="2438306" y="1078075"/>
                  </a:lnTo>
                  <a:lnTo>
                    <a:pt x="2439270" y="1077046"/>
                  </a:lnTo>
                  <a:lnTo>
                    <a:pt x="2440234" y="1075874"/>
                  </a:lnTo>
                  <a:lnTo>
                    <a:pt x="2441198" y="1074562"/>
                  </a:lnTo>
                  <a:lnTo>
                    <a:pt x="2442162" y="1073145"/>
                  </a:lnTo>
                  <a:lnTo>
                    <a:pt x="2443126" y="1071589"/>
                  </a:lnTo>
                  <a:lnTo>
                    <a:pt x="2444090" y="1069891"/>
                  </a:lnTo>
                  <a:lnTo>
                    <a:pt x="2445054" y="1068050"/>
                  </a:lnTo>
                  <a:lnTo>
                    <a:pt x="2446018" y="1066104"/>
                  </a:lnTo>
                  <a:lnTo>
                    <a:pt x="2446982" y="1063989"/>
                  </a:lnTo>
                  <a:lnTo>
                    <a:pt x="2447946" y="1061646"/>
                  </a:lnTo>
                  <a:lnTo>
                    <a:pt x="2448910" y="1059047"/>
                  </a:lnTo>
                  <a:lnTo>
                    <a:pt x="2449874" y="1056180"/>
                  </a:lnTo>
                  <a:lnTo>
                    <a:pt x="2450838" y="1053089"/>
                  </a:lnTo>
                  <a:lnTo>
                    <a:pt x="2451802" y="1049815"/>
                  </a:lnTo>
                  <a:lnTo>
                    <a:pt x="2452766" y="1046418"/>
                  </a:lnTo>
                  <a:lnTo>
                    <a:pt x="2453730" y="1042923"/>
                  </a:lnTo>
                  <a:lnTo>
                    <a:pt x="2454694" y="1039293"/>
                  </a:lnTo>
                  <a:lnTo>
                    <a:pt x="2455658" y="1035530"/>
                  </a:lnTo>
                  <a:lnTo>
                    <a:pt x="2456622" y="1031636"/>
                  </a:lnTo>
                  <a:lnTo>
                    <a:pt x="2457586" y="1027632"/>
                  </a:lnTo>
                  <a:lnTo>
                    <a:pt x="2458550" y="1023354"/>
                  </a:lnTo>
                  <a:lnTo>
                    <a:pt x="2459514" y="1018770"/>
                  </a:lnTo>
                  <a:lnTo>
                    <a:pt x="2460478" y="1013953"/>
                  </a:lnTo>
                  <a:lnTo>
                    <a:pt x="2461442" y="1008879"/>
                  </a:lnTo>
                  <a:lnTo>
                    <a:pt x="2462406" y="1003598"/>
                  </a:lnTo>
                  <a:lnTo>
                    <a:pt x="2463370" y="998128"/>
                  </a:lnTo>
                  <a:lnTo>
                    <a:pt x="2464334" y="992495"/>
                  </a:lnTo>
                  <a:lnTo>
                    <a:pt x="2465298" y="986704"/>
                  </a:lnTo>
                  <a:lnTo>
                    <a:pt x="2466262" y="980774"/>
                  </a:lnTo>
                  <a:lnTo>
                    <a:pt x="2467226" y="974667"/>
                  </a:lnTo>
                  <a:lnTo>
                    <a:pt x="2468190" y="968314"/>
                  </a:lnTo>
                  <a:lnTo>
                    <a:pt x="2469154" y="961664"/>
                  </a:lnTo>
                  <a:lnTo>
                    <a:pt x="2470118" y="954636"/>
                  </a:lnTo>
                  <a:lnTo>
                    <a:pt x="2471082" y="947245"/>
                  </a:lnTo>
                  <a:lnTo>
                    <a:pt x="2472046" y="939534"/>
                  </a:lnTo>
                  <a:lnTo>
                    <a:pt x="2473010" y="931583"/>
                  </a:lnTo>
                  <a:lnTo>
                    <a:pt x="2473974" y="923483"/>
                  </a:lnTo>
                  <a:lnTo>
                    <a:pt x="2474938" y="915259"/>
                  </a:lnTo>
                  <a:lnTo>
                    <a:pt x="2475902" y="906987"/>
                  </a:lnTo>
                  <a:lnTo>
                    <a:pt x="2476866" y="898669"/>
                  </a:lnTo>
                  <a:lnTo>
                    <a:pt x="2477830" y="890274"/>
                  </a:lnTo>
                  <a:lnTo>
                    <a:pt x="2478794" y="881845"/>
                  </a:lnTo>
                  <a:lnTo>
                    <a:pt x="2479758" y="873447"/>
                  </a:lnTo>
                  <a:lnTo>
                    <a:pt x="2480722" y="865122"/>
                  </a:lnTo>
                  <a:lnTo>
                    <a:pt x="2481686" y="856897"/>
                  </a:lnTo>
                  <a:lnTo>
                    <a:pt x="2482650" y="848832"/>
                  </a:lnTo>
                  <a:lnTo>
                    <a:pt x="2483615" y="841008"/>
                  </a:lnTo>
                  <a:lnTo>
                    <a:pt x="2484579" y="833479"/>
                  </a:lnTo>
                  <a:lnTo>
                    <a:pt x="2485543" y="826225"/>
                  </a:lnTo>
                  <a:lnTo>
                    <a:pt x="2486507" y="819194"/>
                  </a:lnTo>
                  <a:lnTo>
                    <a:pt x="2487471" y="812480"/>
                  </a:lnTo>
                  <a:lnTo>
                    <a:pt x="2488435" y="806075"/>
                  </a:lnTo>
                  <a:lnTo>
                    <a:pt x="2489399" y="800019"/>
                  </a:lnTo>
                  <a:lnTo>
                    <a:pt x="2490363" y="794268"/>
                  </a:lnTo>
                  <a:lnTo>
                    <a:pt x="2491327" y="788865"/>
                  </a:lnTo>
                  <a:lnTo>
                    <a:pt x="2492291" y="783863"/>
                  </a:lnTo>
                  <a:lnTo>
                    <a:pt x="2493255" y="779224"/>
                  </a:lnTo>
                  <a:lnTo>
                    <a:pt x="2494219" y="774847"/>
                  </a:lnTo>
                  <a:lnTo>
                    <a:pt x="2495183" y="770688"/>
                  </a:lnTo>
                  <a:lnTo>
                    <a:pt x="2496147" y="766815"/>
                  </a:lnTo>
                  <a:lnTo>
                    <a:pt x="2497111" y="763232"/>
                  </a:lnTo>
                  <a:lnTo>
                    <a:pt x="2498075" y="760001"/>
                  </a:lnTo>
                  <a:lnTo>
                    <a:pt x="2499039" y="757162"/>
                  </a:lnTo>
                  <a:lnTo>
                    <a:pt x="2500003" y="754700"/>
                  </a:lnTo>
                  <a:lnTo>
                    <a:pt x="2500967" y="752615"/>
                  </a:lnTo>
                  <a:lnTo>
                    <a:pt x="2501931" y="750825"/>
                  </a:lnTo>
                  <a:lnTo>
                    <a:pt x="2502895" y="749362"/>
                  </a:lnTo>
                  <a:lnTo>
                    <a:pt x="2503859" y="748175"/>
                  </a:lnTo>
                  <a:lnTo>
                    <a:pt x="2504823" y="747247"/>
                  </a:lnTo>
                  <a:lnTo>
                    <a:pt x="2505787" y="746530"/>
                  </a:lnTo>
                  <a:lnTo>
                    <a:pt x="2506751" y="746055"/>
                  </a:lnTo>
                  <a:lnTo>
                    <a:pt x="2507715" y="745931"/>
                  </a:lnTo>
                  <a:lnTo>
                    <a:pt x="2508679" y="746113"/>
                  </a:lnTo>
                  <a:lnTo>
                    <a:pt x="2509643" y="746609"/>
                  </a:lnTo>
                  <a:lnTo>
                    <a:pt x="2510607" y="747455"/>
                  </a:lnTo>
                  <a:lnTo>
                    <a:pt x="2511571" y="748639"/>
                  </a:lnTo>
                  <a:lnTo>
                    <a:pt x="2512535" y="750031"/>
                  </a:lnTo>
                  <a:lnTo>
                    <a:pt x="2513499" y="751553"/>
                  </a:lnTo>
                  <a:lnTo>
                    <a:pt x="2514463" y="753220"/>
                  </a:lnTo>
                  <a:lnTo>
                    <a:pt x="2515427" y="755039"/>
                  </a:lnTo>
                  <a:lnTo>
                    <a:pt x="2516391" y="757082"/>
                  </a:lnTo>
                  <a:lnTo>
                    <a:pt x="2517355" y="759404"/>
                  </a:lnTo>
                  <a:lnTo>
                    <a:pt x="2518319" y="762117"/>
                  </a:lnTo>
                  <a:lnTo>
                    <a:pt x="2519283" y="765256"/>
                  </a:lnTo>
                  <a:lnTo>
                    <a:pt x="2520247" y="768768"/>
                  </a:lnTo>
                  <a:lnTo>
                    <a:pt x="2521211" y="772652"/>
                  </a:lnTo>
                  <a:lnTo>
                    <a:pt x="2522175" y="776827"/>
                  </a:lnTo>
                  <a:lnTo>
                    <a:pt x="2523139" y="781276"/>
                  </a:lnTo>
                  <a:lnTo>
                    <a:pt x="2524103" y="785980"/>
                  </a:lnTo>
                  <a:lnTo>
                    <a:pt x="2525067" y="790936"/>
                  </a:lnTo>
                  <a:lnTo>
                    <a:pt x="2526031" y="796226"/>
                  </a:lnTo>
                  <a:lnTo>
                    <a:pt x="2526995" y="801957"/>
                  </a:lnTo>
                  <a:lnTo>
                    <a:pt x="2527959" y="808163"/>
                  </a:lnTo>
                  <a:lnTo>
                    <a:pt x="2528923" y="814831"/>
                  </a:lnTo>
                  <a:lnTo>
                    <a:pt x="2529887" y="821964"/>
                  </a:lnTo>
                  <a:lnTo>
                    <a:pt x="2530851" y="829506"/>
                  </a:lnTo>
                  <a:lnTo>
                    <a:pt x="2531815" y="837361"/>
                  </a:lnTo>
                  <a:lnTo>
                    <a:pt x="2532779" y="845475"/>
                  </a:lnTo>
                  <a:lnTo>
                    <a:pt x="2533743" y="853828"/>
                  </a:lnTo>
                  <a:lnTo>
                    <a:pt x="2534707" y="862499"/>
                  </a:lnTo>
                  <a:lnTo>
                    <a:pt x="2535671" y="871537"/>
                  </a:lnTo>
                  <a:lnTo>
                    <a:pt x="2536635" y="880912"/>
                  </a:lnTo>
                  <a:lnTo>
                    <a:pt x="2537599" y="890616"/>
                  </a:lnTo>
                  <a:lnTo>
                    <a:pt x="2538563" y="900641"/>
                  </a:lnTo>
                  <a:lnTo>
                    <a:pt x="2539527" y="910916"/>
                  </a:lnTo>
                  <a:lnTo>
                    <a:pt x="2540491" y="921324"/>
                  </a:lnTo>
                  <a:lnTo>
                    <a:pt x="2541455" y="931788"/>
                  </a:lnTo>
                  <a:lnTo>
                    <a:pt x="2542419" y="942302"/>
                  </a:lnTo>
                  <a:lnTo>
                    <a:pt x="2543383" y="952859"/>
                  </a:lnTo>
                  <a:lnTo>
                    <a:pt x="2544347" y="963409"/>
                  </a:lnTo>
                  <a:lnTo>
                    <a:pt x="2545311" y="974019"/>
                  </a:lnTo>
                  <a:lnTo>
                    <a:pt x="2546275" y="984749"/>
                  </a:lnTo>
                  <a:lnTo>
                    <a:pt x="2547239" y="995512"/>
                  </a:lnTo>
                  <a:lnTo>
                    <a:pt x="2548203" y="1006225"/>
                  </a:lnTo>
                  <a:lnTo>
                    <a:pt x="2549167" y="1016836"/>
                  </a:lnTo>
                  <a:lnTo>
                    <a:pt x="2550131" y="1027238"/>
                  </a:lnTo>
                  <a:lnTo>
                    <a:pt x="2551095" y="1037388"/>
                  </a:lnTo>
                  <a:lnTo>
                    <a:pt x="2552059" y="1047302"/>
                  </a:lnTo>
                  <a:lnTo>
                    <a:pt x="2553023" y="1057039"/>
                  </a:lnTo>
                  <a:lnTo>
                    <a:pt x="2553987" y="1066624"/>
                  </a:lnTo>
                  <a:lnTo>
                    <a:pt x="2554951" y="1076100"/>
                  </a:lnTo>
                  <a:lnTo>
                    <a:pt x="2555915" y="1085407"/>
                  </a:lnTo>
                  <a:lnTo>
                    <a:pt x="2556879" y="1094547"/>
                  </a:lnTo>
                  <a:lnTo>
                    <a:pt x="2557843" y="1103531"/>
                  </a:lnTo>
                  <a:lnTo>
                    <a:pt x="2558807" y="1112325"/>
                  </a:lnTo>
                  <a:lnTo>
                    <a:pt x="2559771" y="1120841"/>
                  </a:lnTo>
                  <a:lnTo>
                    <a:pt x="2560735" y="1129050"/>
                  </a:lnTo>
                  <a:lnTo>
                    <a:pt x="2561699" y="1137020"/>
                  </a:lnTo>
                  <a:lnTo>
                    <a:pt x="2562663" y="1144806"/>
                  </a:lnTo>
                  <a:lnTo>
                    <a:pt x="2563627" y="1152379"/>
                  </a:lnTo>
                  <a:lnTo>
                    <a:pt x="2564591" y="1159759"/>
                  </a:lnTo>
                  <a:lnTo>
                    <a:pt x="2565555" y="1166897"/>
                  </a:lnTo>
                  <a:lnTo>
                    <a:pt x="2566519" y="1173710"/>
                  </a:lnTo>
                  <a:lnTo>
                    <a:pt x="2567483" y="1180119"/>
                  </a:lnTo>
                  <a:lnTo>
                    <a:pt x="2568447" y="1186153"/>
                  </a:lnTo>
                  <a:lnTo>
                    <a:pt x="2569411" y="1191786"/>
                  </a:lnTo>
                  <a:lnTo>
                    <a:pt x="2570375" y="1197045"/>
                  </a:lnTo>
                  <a:lnTo>
                    <a:pt x="2571339" y="1201928"/>
                  </a:lnTo>
                  <a:lnTo>
                    <a:pt x="2572303" y="1206440"/>
                  </a:lnTo>
                  <a:lnTo>
                    <a:pt x="2573267" y="1210594"/>
                  </a:lnTo>
                  <a:lnTo>
                    <a:pt x="2574231" y="1214361"/>
                  </a:lnTo>
                  <a:lnTo>
                    <a:pt x="2575195" y="1217661"/>
                  </a:lnTo>
                  <a:lnTo>
                    <a:pt x="2576159" y="1220457"/>
                  </a:lnTo>
                  <a:lnTo>
                    <a:pt x="2577123" y="1222658"/>
                  </a:lnTo>
                  <a:lnTo>
                    <a:pt x="2578087" y="1224285"/>
                  </a:lnTo>
                  <a:lnTo>
                    <a:pt x="2579051" y="1225332"/>
                  </a:lnTo>
                  <a:lnTo>
                    <a:pt x="2580015" y="1225801"/>
                  </a:lnTo>
                  <a:lnTo>
                    <a:pt x="2580979" y="1225694"/>
                  </a:lnTo>
                  <a:lnTo>
                    <a:pt x="2581943" y="1225050"/>
                  </a:lnTo>
                  <a:lnTo>
                    <a:pt x="2582907" y="1223845"/>
                  </a:lnTo>
                  <a:lnTo>
                    <a:pt x="2583871" y="1222060"/>
                  </a:lnTo>
                  <a:lnTo>
                    <a:pt x="2584835" y="1219713"/>
                  </a:lnTo>
                  <a:lnTo>
                    <a:pt x="2585799" y="1216776"/>
                  </a:lnTo>
                  <a:lnTo>
                    <a:pt x="2586763" y="1213210"/>
                  </a:lnTo>
                  <a:lnTo>
                    <a:pt x="2587727" y="1208986"/>
                  </a:lnTo>
                  <a:lnTo>
                    <a:pt x="2588691" y="1204122"/>
                  </a:lnTo>
                  <a:lnTo>
                    <a:pt x="2589655" y="1198649"/>
                  </a:lnTo>
                  <a:lnTo>
                    <a:pt x="2590619" y="1192568"/>
                  </a:lnTo>
                  <a:lnTo>
                    <a:pt x="2591583" y="1185975"/>
                  </a:lnTo>
                  <a:lnTo>
                    <a:pt x="2592547" y="1178952"/>
                  </a:lnTo>
                  <a:lnTo>
                    <a:pt x="2593511" y="1171486"/>
                  </a:lnTo>
                  <a:lnTo>
                    <a:pt x="2594476" y="1163500"/>
                  </a:lnTo>
                  <a:lnTo>
                    <a:pt x="2595440" y="1155036"/>
                  </a:lnTo>
                  <a:lnTo>
                    <a:pt x="2596404" y="1146171"/>
                  </a:lnTo>
                  <a:lnTo>
                    <a:pt x="2597368" y="1136957"/>
                  </a:lnTo>
                  <a:lnTo>
                    <a:pt x="2598332" y="1127479"/>
                  </a:lnTo>
                  <a:lnTo>
                    <a:pt x="2599296" y="1117879"/>
                  </a:lnTo>
                  <a:lnTo>
                    <a:pt x="2600260" y="1108190"/>
                  </a:lnTo>
                  <a:lnTo>
                    <a:pt x="2601224" y="1098366"/>
                  </a:lnTo>
                  <a:lnTo>
                    <a:pt x="2602188" y="1088421"/>
                  </a:lnTo>
                  <a:lnTo>
                    <a:pt x="2603152" y="1078377"/>
                  </a:lnTo>
                  <a:lnTo>
                    <a:pt x="2604116" y="1068292"/>
                  </a:lnTo>
                  <a:lnTo>
                    <a:pt x="2605080" y="1058230"/>
                  </a:lnTo>
                  <a:lnTo>
                    <a:pt x="2606044" y="1048195"/>
                  </a:lnTo>
                  <a:lnTo>
                    <a:pt x="2607008" y="1038182"/>
                  </a:lnTo>
                  <a:lnTo>
                    <a:pt x="2607972" y="1028229"/>
                  </a:lnTo>
                  <a:lnTo>
                    <a:pt x="2608936" y="1018494"/>
                  </a:lnTo>
                  <a:lnTo>
                    <a:pt x="2609900" y="1009000"/>
                  </a:lnTo>
                  <a:lnTo>
                    <a:pt x="2610864" y="999730"/>
                  </a:lnTo>
                  <a:lnTo>
                    <a:pt x="2611828" y="990720"/>
                  </a:lnTo>
                  <a:lnTo>
                    <a:pt x="2612792" y="981996"/>
                  </a:lnTo>
                  <a:lnTo>
                    <a:pt x="2613756" y="973471"/>
                  </a:lnTo>
                  <a:lnTo>
                    <a:pt x="2614720" y="965196"/>
                  </a:lnTo>
                  <a:lnTo>
                    <a:pt x="2615684" y="957297"/>
                  </a:lnTo>
                  <a:lnTo>
                    <a:pt x="2616648" y="949724"/>
                  </a:lnTo>
                  <a:lnTo>
                    <a:pt x="2617612" y="942446"/>
                  </a:lnTo>
                  <a:lnTo>
                    <a:pt x="2618576" y="935452"/>
                  </a:lnTo>
                  <a:lnTo>
                    <a:pt x="2619540" y="928665"/>
                  </a:lnTo>
                  <a:lnTo>
                    <a:pt x="2620504" y="922006"/>
                  </a:lnTo>
                  <a:lnTo>
                    <a:pt x="2621468" y="915411"/>
                  </a:lnTo>
                  <a:lnTo>
                    <a:pt x="2622432" y="908874"/>
                  </a:lnTo>
                  <a:lnTo>
                    <a:pt x="2623396" y="902375"/>
                  </a:lnTo>
                  <a:lnTo>
                    <a:pt x="2624360" y="895882"/>
                  </a:lnTo>
                  <a:lnTo>
                    <a:pt x="2625324" y="889360"/>
                  </a:lnTo>
                  <a:lnTo>
                    <a:pt x="2626288" y="882777"/>
                  </a:lnTo>
                  <a:lnTo>
                    <a:pt x="2627252" y="876098"/>
                  </a:lnTo>
                  <a:lnTo>
                    <a:pt x="2628216" y="869354"/>
                  </a:lnTo>
                  <a:lnTo>
                    <a:pt x="2629180" y="862633"/>
                  </a:lnTo>
                  <a:lnTo>
                    <a:pt x="2630144" y="855950"/>
                  </a:lnTo>
                  <a:lnTo>
                    <a:pt x="2631108" y="849244"/>
                  </a:lnTo>
                  <a:lnTo>
                    <a:pt x="2632072" y="842499"/>
                  </a:lnTo>
                  <a:lnTo>
                    <a:pt x="2633036" y="835696"/>
                  </a:lnTo>
                  <a:lnTo>
                    <a:pt x="2634000" y="828844"/>
                  </a:lnTo>
                  <a:lnTo>
                    <a:pt x="2634964" y="822062"/>
                  </a:lnTo>
                  <a:lnTo>
                    <a:pt x="2635928" y="815454"/>
                  </a:lnTo>
                  <a:lnTo>
                    <a:pt x="2636892" y="809118"/>
                  </a:lnTo>
                  <a:lnTo>
                    <a:pt x="2637856" y="803073"/>
                  </a:lnTo>
                  <a:lnTo>
                    <a:pt x="2638820" y="797345"/>
                  </a:lnTo>
                  <a:lnTo>
                    <a:pt x="2639784" y="791974"/>
                  </a:lnTo>
                  <a:lnTo>
                    <a:pt x="2640748" y="786927"/>
                  </a:lnTo>
                  <a:lnTo>
                    <a:pt x="2641712" y="782241"/>
                  </a:lnTo>
                  <a:lnTo>
                    <a:pt x="2642676" y="777945"/>
                  </a:lnTo>
                  <a:lnTo>
                    <a:pt x="2643640" y="774009"/>
                  </a:lnTo>
                  <a:lnTo>
                    <a:pt x="2644604" y="770402"/>
                  </a:lnTo>
                  <a:lnTo>
                    <a:pt x="2645568" y="767140"/>
                  </a:lnTo>
                  <a:lnTo>
                    <a:pt x="2646532" y="764263"/>
                  </a:lnTo>
                  <a:lnTo>
                    <a:pt x="2647496" y="761703"/>
                  </a:lnTo>
                  <a:lnTo>
                    <a:pt x="2648460" y="759456"/>
                  </a:lnTo>
                  <a:lnTo>
                    <a:pt x="2649424" y="757505"/>
                  </a:lnTo>
                  <a:lnTo>
                    <a:pt x="2650388" y="755834"/>
                  </a:lnTo>
                  <a:lnTo>
                    <a:pt x="2651352" y="754372"/>
                  </a:lnTo>
                  <a:lnTo>
                    <a:pt x="2652316" y="753117"/>
                  </a:lnTo>
                  <a:lnTo>
                    <a:pt x="2653280" y="752004"/>
                  </a:lnTo>
                  <a:lnTo>
                    <a:pt x="2654244" y="750987"/>
                  </a:lnTo>
                  <a:lnTo>
                    <a:pt x="2655208" y="750062"/>
                  </a:lnTo>
                  <a:lnTo>
                    <a:pt x="2656172" y="749206"/>
                  </a:lnTo>
                  <a:lnTo>
                    <a:pt x="2657136" y="748354"/>
                  </a:lnTo>
                  <a:lnTo>
                    <a:pt x="2658100" y="747380"/>
                  </a:lnTo>
                  <a:lnTo>
                    <a:pt x="2659064" y="746183"/>
                  </a:lnTo>
                  <a:lnTo>
                    <a:pt x="2660028" y="744767"/>
                  </a:lnTo>
                  <a:lnTo>
                    <a:pt x="2660992" y="743061"/>
                  </a:lnTo>
                  <a:lnTo>
                    <a:pt x="2661956" y="741078"/>
                  </a:lnTo>
                  <a:lnTo>
                    <a:pt x="2662920" y="738808"/>
                  </a:lnTo>
                  <a:lnTo>
                    <a:pt x="2663884" y="736165"/>
                  </a:lnTo>
                  <a:lnTo>
                    <a:pt x="2664848" y="733174"/>
                  </a:lnTo>
                  <a:lnTo>
                    <a:pt x="2665812" y="729911"/>
                  </a:lnTo>
                  <a:lnTo>
                    <a:pt x="2666776" y="726334"/>
                  </a:lnTo>
                  <a:lnTo>
                    <a:pt x="2667740" y="722492"/>
                  </a:lnTo>
                  <a:lnTo>
                    <a:pt x="2668704" y="718466"/>
                  </a:lnTo>
                  <a:lnTo>
                    <a:pt x="2669668" y="714343"/>
                  </a:lnTo>
                  <a:lnTo>
                    <a:pt x="2670632" y="710109"/>
                  </a:lnTo>
                  <a:lnTo>
                    <a:pt x="2671596" y="705725"/>
                  </a:lnTo>
                  <a:lnTo>
                    <a:pt x="2672560" y="701251"/>
                  </a:lnTo>
                  <a:lnTo>
                    <a:pt x="2673524" y="696790"/>
                  </a:lnTo>
                  <a:lnTo>
                    <a:pt x="2674488" y="692412"/>
                  </a:lnTo>
                  <a:lnTo>
                    <a:pt x="2675452" y="688168"/>
                  </a:lnTo>
                  <a:lnTo>
                    <a:pt x="2676416" y="684084"/>
                  </a:lnTo>
                  <a:lnTo>
                    <a:pt x="2677380" y="680132"/>
                  </a:lnTo>
                  <a:lnTo>
                    <a:pt x="2678344" y="676309"/>
                  </a:lnTo>
                  <a:lnTo>
                    <a:pt x="2679308" y="672663"/>
                  </a:lnTo>
                  <a:lnTo>
                    <a:pt x="2680272" y="669218"/>
                  </a:lnTo>
                  <a:lnTo>
                    <a:pt x="2681236" y="666070"/>
                  </a:lnTo>
                  <a:lnTo>
                    <a:pt x="2682200" y="663233"/>
                  </a:lnTo>
                  <a:lnTo>
                    <a:pt x="2683164" y="660678"/>
                  </a:lnTo>
                  <a:lnTo>
                    <a:pt x="2684128" y="658313"/>
                  </a:lnTo>
                  <a:lnTo>
                    <a:pt x="2685092" y="656118"/>
                  </a:lnTo>
                  <a:lnTo>
                    <a:pt x="2686056" y="654109"/>
                  </a:lnTo>
                  <a:lnTo>
                    <a:pt x="2687020" y="652301"/>
                  </a:lnTo>
                  <a:lnTo>
                    <a:pt x="2687984" y="650687"/>
                  </a:lnTo>
                  <a:lnTo>
                    <a:pt x="2688948" y="649211"/>
                  </a:lnTo>
                  <a:lnTo>
                    <a:pt x="2689912" y="647821"/>
                  </a:lnTo>
                  <a:lnTo>
                    <a:pt x="2690876" y="646480"/>
                  </a:lnTo>
                  <a:lnTo>
                    <a:pt x="2691840" y="645164"/>
                  </a:lnTo>
                  <a:lnTo>
                    <a:pt x="2692804" y="643873"/>
                  </a:lnTo>
                  <a:lnTo>
                    <a:pt x="2693768" y="642557"/>
                  </a:lnTo>
                  <a:lnTo>
                    <a:pt x="2694732" y="641224"/>
                  </a:lnTo>
                  <a:lnTo>
                    <a:pt x="2695696" y="639784"/>
                  </a:lnTo>
                  <a:lnTo>
                    <a:pt x="2696660" y="638235"/>
                  </a:lnTo>
                  <a:lnTo>
                    <a:pt x="2697624" y="636565"/>
                  </a:lnTo>
                  <a:lnTo>
                    <a:pt x="2698588" y="634823"/>
                  </a:lnTo>
                  <a:lnTo>
                    <a:pt x="2699552" y="633068"/>
                  </a:lnTo>
                  <a:lnTo>
                    <a:pt x="2700516" y="631311"/>
                  </a:lnTo>
                  <a:lnTo>
                    <a:pt x="2701480" y="629523"/>
                  </a:lnTo>
                  <a:lnTo>
                    <a:pt x="2702444" y="627707"/>
                  </a:lnTo>
                  <a:lnTo>
                    <a:pt x="2703408" y="625868"/>
                  </a:lnTo>
                  <a:lnTo>
                    <a:pt x="2704372" y="623926"/>
                  </a:lnTo>
                  <a:lnTo>
                    <a:pt x="2705337" y="621877"/>
                  </a:lnTo>
                  <a:lnTo>
                    <a:pt x="2706301" y="619815"/>
                  </a:lnTo>
                  <a:lnTo>
                    <a:pt x="2707265" y="617827"/>
                  </a:lnTo>
                  <a:lnTo>
                    <a:pt x="2708229" y="615949"/>
                  </a:lnTo>
                  <a:lnTo>
                    <a:pt x="2709193" y="614168"/>
                  </a:lnTo>
                  <a:lnTo>
                    <a:pt x="2710157" y="612576"/>
                  </a:lnTo>
                  <a:lnTo>
                    <a:pt x="2711121" y="611159"/>
                  </a:lnTo>
                  <a:lnTo>
                    <a:pt x="2712085" y="609964"/>
                  </a:lnTo>
                  <a:lnTo>
                    <a:pt x="2713049" y="608954"/>
                  </a:lnTo>
                  <a:lnTo>
                    <a:pt x="2714013" y="608031"/>
                  </a:lnTo>
                  <a:lnTo>
                    <a:pt x="2714977" y="607235"/>
                  </a:lnTo>
                  <a:lnTo>
                    <a:pt x="2715941" y="606669"/>
                  </a:lnTo>
                  <a:lnTo>
                    <a:pt x="2716905" y="606389"/>
                  </a:lnTo>
                  <a:lnTo>
                    <a:pt x="2717869" y="606415"/>
                  </a:lnTo>
                  <a:lnTo>
                    <a:pt x="2718833" y="606865"/>
                  </a:lnTo>
                  <a:lnTo>
                    <a:pt x="2719797" y="607871"/>
                  </a:lnTo>
                  <a:lnTo>
                    <a:pt x="2720761" y="609432"/>
                  </a:lnTo>
                  <a:lnTo>
                    <a:pt x="2721725" y="611558"/>
                  </a:lnTo>
                  <a:lnTo>
                    <a:pt x="2722689" y="614187"/>
                  </a:lnTo>
                  <a:lnTo>
                    <a:pt x="2723653" y="617273"/>
                  </a:lnTo>
                  <a:lnTo>
                    <a:pt x="2724617" y="620824"/>
                  </a:lnTo>
                  <a:lnTo>
                    <a:pt x="2725581" y="624878"/>
                  </a:lnTo>
                  <a:lnTo>
                    <a:pt x="2726545" y="629422"/>
                  </a:lnTo>
                  <a:lnTo>
                    <a:pt x="2727509" y="634506"/>
                  </a:lnTo>
                  <a:lnTo>
                    <a:pt x="2728473" y="640143"/>
                  </a:lnTo>
                  <a:lnTo>
                    <a:pt x="2729437" y="646301"/>
                  </a:lnTo>
                  <a:lnTo>
                    <a:pt x="2730401" y="652916"/>
                  </a:lnTo>
                  <a:lnTo>
                    <a:pt x="2731365" y="659947"/>
                  </a:lnTo>
                  <a:lnTo>
                    <a:pt x="2732329" y="667419"/>
                  </a:lnTo>
                  <a:lnTo>
                    <a:pt x="2733293" y="675273"/>
                  </a:lnTo>
                  <a:lnTo>
                    <a:pt x="2734257" y="683477"/>
                  </a:lnTo>
                  <a:lnTo>
                    <a:pt x="2735221" y="691984"/>
                  </a:lnTo>
                  <a:lnTo>
                    <a:pt x="2736185" y="700800"/>
                  </a:lnTo>
                  <a:lnTo>
                    <a:pt x="2737149" y="709979"/>
                  </a:lnTo>
                  <a:lnTo>
                    <a:pt x="2738113" y="719580"/>
                  </a:lnTo>
                  <a:lnTo>
                    <a:pt x="2739077" y="729576"/>
                  </a:lnTo>
                  <a:lnTo>
                    <a:pt x="2740041" y="739817"/>
                  </a:lnTo>
                  <a:lnTo>
                    <a:pt x="2741005" y="750216"/>
                  </a:lnTo>
                  <a:lnTo>
                    <a:pt x="2741969" y="760757"/>
                  </a:lnTo>
                  <a:lnTo>
                    <a:pt x="2742933" y="771429"/>
                  </a:lnTo>
                  <a:lnTo>
                    <a:pt x="2743897" y="782231"/>
                  </a:lnTo>
                  <a:lnTo>
                    <a:pt x="2744861" y="793157"/>
                  </a:lnTo>
                  <a:lnTo>
                    <a:pt x="2745825" y="804218"/>
                  </a:lnTo>
                  <a:lnTo>
                    <a:pt x="2746789" y="815406"/>
                  </a:lnTo>
                  <a:lnTo>
                    <a:pt x="2747753" y="826669"/>
                  </a:lnTo>
                  <a:lnTo>
                    <a:pt x="2748717" y="837899"/>
                  </a:lnTo>
                  <a:lnTo>
                    <a:pt x="2749681" y="849069"/>
                  </a:lnTo>
                  <a:lnTo>
                    <a:pt x="2750645" y="860165"/>
                  </a:lnTo>
                  <a:lnTo>
                    <a:pt x="2751609" y="871179"/>
                  </a:lnTo>
                  <a:lnTo>
                    <a:pt x="2752573" y="882171"/>
                  </a:lnTo>
                  <a:lnTo>
                    <a:pt x="2753537" y="893241"/>
                  </a:lnTo>
                  <a:lnTo>
                    <a:pt x="2754501" y="904448"/>
                  </a:lnTo>
                  <a:lnTo>
                    <a:pt x="2755465" y="915815"/>
                  </a:lnTo>
                  <a:lnTo>
                    <a:pt x="2756429" y="927329"/>
                  </a:lnTo>
                  <a:lnTo>
                    <a:pt x="2757393" y="938965"/>
                  </a:lnTo>
                  <a:lnTo>
                    <a:pt x="2758357" y="950663"/>
                  </a:lnTo>
                  <a:lnTo>
                    <a:pt x="2759321" y="962384"/>
                  </a:lnTo>
                  <a:lnTo>
                    <a:pt x="2760285" y="974124"/>
                  </a:lnTo>
                  <a:lnTo>
                    <a:pt x="2761249" y="985875"/>
                  </a:lnTo>
                  <a:lnTo>
                    <a:pt x="2762213" y="997714"/>
                  </a:lnTo>
                  <a:lnTo>
                    <a:pt x="2763177" y="1009719"/>
                  </a:lnTo>
                  <a:lnTo>
                    <a:pt x="2764141" y="1021807"/>
                  </a:lnTo>
                  <a:lnTo>
                    <a:pt x="2765105" y="1033881"/>
                  </a:lnTo>
                  <a:lnTo>
                    <a:pt x="2766069" y="1045826"/>
                  </a:lnTo>
                  <a:lnTo>
                    <a:pt x="2767033" y="1057491"/>
                  </a:lnTo>
                  <a:lnTo>
                    <a:pt x="2767997" y="1068727"/>
                  </a:lnTo>
                  <a:lnTo>
                    <a:pt x="2768961" y="1079487"/>
                  </a:lnTo>
                  <a:lnTo>
                    <a:pt x="2769925" y="1089754"/>
                  </a:lnTo>
                  <a:lnTo>
                    <a:pt x="2770889" y="1099472"/>
                  </a:lnTo>
                  <a:lnTo>
                    <a:pt x="2771853" y="1108707"/>
                  </a:lnTo>
                  <a:lnTo>
                    <a:pt x="2772817" y="1117522"/>
                  </a:lnTo>
                  <a:lnTo>
                    <a:pt x="2773781" y="1125868"/>
                  </a:lnTo>
                  <a:lnTo>
                    <a:pt x="2774745" y="1133670"/>
                  </a:lnTo>
                  <a:lnTo>
                    <a:pt x="2775709" y="1140895"/>
                  </a:lnTo>
                  <a:lnTo>
                    <a:pt x="2776673" y="1147482"/>
                  </a:lnTo>
                  <a:lnTo>
                    <a:pt x="2777637" y="1153339"/>
                  </a:lnTo>
                  <a:lnTo>
                    <a:pt x="2778601" y="1158538"/>
                  </a:lnTo>
                  <a:lnTo>
                    <a:pt x="2779565" y="1163124"/>
                  </a:lnTo>
                  <a:lnTo>
                    <a:pt x="2780529" y="1167164"/>
                  </a:lnTo>
                  <a:lnTo>
                    <a:pt x="2781493" y="1170649"/>
                  </a:lnTo>
                  <a:lnTo>
                    <a:pt x="2782457" y="1173603"/>
                  </a:lnTo>
                  <a:lnTo>
                    <a:pt x="2783421" y="1176044"/>
                  </a:lnTo>
                  <a:lnTo>
                    <a:pt x="2784385" y="1177942"/>
                  </a:lnTo>
                  <a:lnTo>
                    <a:pt x="2785349" y="1179229"/>
                  </a:lnTo>
                  <a:lnTo>
                    <a:pt x="2786313" y="1179818"/>
                  </a:lnTo>
                  <a:lnTo>
                    <a:pt x="2787277" y="1179688"/>
                  </a:lnTo>
                  <a:lnTo>
                    <a:pt x="2788241" y="1179080"/>
                  </a:lnTo>
                  <a:lnTo>
                    <a:pt x="2789205" y="1178198"/>
                  </a:lnTo>
                  <a:lnTo>
                    <a:pt x="2790169" y="1177142"/>
                  </a:lnTo>
                  <a:lnTo>
                    <a:pt x="2791133" y="1175924"/>
                  </a:lnTo>
                  <a:lnTo>
                    <a:pt x="2792097" y="1174641"/>
                  </a:lnTo>
                  <a:lnTo>
                    <a:pt x="2793061" y="1173305"/>
                  </a:lnTo>
                  <a:lnTo>
                    <a:pt x="2794025" y="1171973"/>
                  </a:lnTo>
                  <a:lnTo>
                    <a:pt x="2794989" y="1170585"/>
                  </a:lnTo>
                  <a:lnTo>
                    <a:pt x="2795953" y="1169176"/>
                  </a:lnTo>
                  <a:lnTo>
                    <a:pt x="2796917" y="1167779"/>
                  </a:lnTo>
                  <a:lnTo>
                    <a:pt x="2797881" y="1166458"/>
                  </a:lnTo>
                  <a:lnTo>
                    <a:pt x="2798845" y="1165314"/>
                  </a:lnTo>
                  <a:lnTo>
                    <a:pt x="2799809" y="1164328"/>
                  </a:lnTo>
                  <a:lnTo>
                    <a:pt x="2800773" y="1163547"/>
                  </a:lnTo>
                  <a:lnTo>
                    <a:pt x="2801737" y="1162915"/>
                  </a:lnTo>
                  <a:lnTo>
                    <a:pt x="2802701" y="1162398"/>
                  </a:lnTo>
                  <a:lnTo>
                    <a:pt x="2803665" y="1161854"/>
                  </a:lnTo>
                  <a:lnTo>
                    <a:pt x="2804629" y="1161202"/>
                  </a:lnTo>
                  <a:lnTo>
                    <a:pt x="2805593" y="1160435"/>
                  </a:lnTo>
                  <a:lnTo>
                    <a:pt x="2806557" y="1159603"/>
                  </a:lnTo>
                  <a:lnTo>
                    <a:pt x="2807521" y="1158838"/>
                  </a:lnTo>
                  <a:lnTo>
                    <a:pt x="2808485" y="1158110"/>
                  </a:lnTo>
                  <a:lnTo>
                    <a:pt x="2809449" y="1157487"/>
                  </a:lnTo>
                  <a:lnTo>
                    <a:pt x="2810413" y="1156958"/>
                  </a:lnTo>
                  <a:lnTo>
                    <a:pt x="2811377" y="1156448"/>
                  </a:lnTo>
                  <a:lnTo>
                    <a:pt x="2812341" y="1155885"/>
                  </a:lnTo>
                  <a:lnTo>
                    <a:pt x="2813305" y="1155262"/>
                  </a:lnTo>
                  <a:lnTo>
                    <a:pt x="2814269" y="1154634"/>
                  </a:lnTo>
                  <a:lnTo>
                    <a:pt x="2815233" y="1154053"/>
                  </a:lnTo>
                  <a:lnTo>
                    <a:pt x="2816197" y="1153558"/>
                  </a:lnTo>
                  <a:lnTo>
                    <a:pt x="2817162" y="1153120"/>
                  </a:lnTo>
                  <a:lnTo>
                    <a:pt x="2818126" y="1152724"/>
                  </a:lnTo>
                  <a:lnTo>
                    <a:pt x="2819090" y="1152424"/>
                  </a:lnTo>
                  <a:lnTo>
                    <a:pt x="2820054" y="1152198"/>
                  </a:lnTo>
                  <a:lnTo>
                    <a:pt x="2821018" y="1151966"/>
                  </a:lnTo>
                  <a:lnTo>
                    <a:pt x="2821982" y="1151672"/>
                  </a:lnTo>
                  <a:lnTo>
                    <a:pt x="2822946" y="1151366"/>
                  </a:lnTo>
                  <a:lnTo>
                    <a:pt x="2823910" y="1151001"/>
                  </a:lnTo>
                  <a:lnTo>
                    <a:pt x="2824874" y="1150603"/>
                  </a:lnTo>
                  <a:lnTo>
                    <a:pt x="2825838" y="1150136"/>
                  </a:lnTo>
                  <a:lnTo>
                    <a:pt x="2826802" y="1149593"/>
                  </a:lnTo>
                  <a:lnTo>
                    <a:pt x="2827766" y="1148894"/>
                  </a:lnTo>
                  <a:lnTo>
                    <a:pt x="2828730" y="1148005"/>
                  </a:lnTo>
                  <a:lnTo>
                    <a:pt x="2829694" y="1146877"/>
                  </a:lnTo>
                  <a:lnTo>
                    <a:pt x="2830658" y="1145594"/>
                  </a:lnTo>
                  <a:lnTo>
                    <a:pt x="2831622" y="1144199"/>
                  </a:lnTo>
                  <a:lnTo>
                    <a:pt x="2832586" y="1142729"/>
                  </a:lnTo>
                  <a:lnTo>
                    <a:pt x="2833550" y="1141224"/>
                  </a:lnTo>
                  <a:lnTo>
                    <a:pt x="2834514" y="1139752"/>
                  </a:lnTo>
                  <a:lnTo>
                    <a:pt x="2835478" y="1138355"/>
                  </a:lnTo>
                  <a:lnTo>
                    <a:pt x="2836442" y="1136991"/>
                  </a:lnTo>
                  <a:lnTo>
                    <a:pt x="2837406" y="1135535"/>
                  </a:lnTo>
                  <a:lnTo>
                    <a:pt x="2838370" y="1134043"/>
                  </a:lnTo>
                  <a:lnTo>
                    <a:pt x="2839334" y="1132556"/>
                  </a:lnTo>
                  <a:lnTo>
                    <a:pt x="2840298" y="1131067"/>
                  </a:lnTo>
                  <a:lnTo>
                    <a:pt x="2841262" y="1129577"/>
                  </a:lnTo>
                  <a:lnTo>
                    <a:pt x="2842226" y="1128027"/>
                  </a:lnTo>
                  <a:lnTo>
                    <a:pt x="2843190" y="1126445"/>
                  </a:lnTo>
                  <a:lnTo>
                    <a:pt x="2844154" y="1124851"/>
                  </a:lnTo>
                  <a:lnTo>
                    <a:pt x="2845118" y="1123273"/>
                  </a:lnTo>
                  <a:lnTo>
                    <a:pt x="2846082" y="1121741"/>
                  </a:lnTo>
                  <a:lnTo>
                    <a:pt x="2847046" y="1120181"/>
                  </a:lnTo>
                  <a:lnTo>
                    <a:pt x="2848010" y="1118622"/>
                  </a:lnTo>
                  <a:lnTo>
                    <a:pt x="2848974" y="1117134"/>
                  </a:lnTo>
                  <a:lnTo>
                    <a:pt x="2849938" y="1115701"/>
                  </a:lnTo>
                  <a:lnTo>
                    <a:pt x="2850902" y="1114299"/>
                  </a:lnTo>
                  <a:lnTo>
                    <a:pt x="2851866" y="1112963"/>
                  </a:lnTo>
                  <a:lnTo>
                    <a:pt x="2852830" y="1111787"/>
                  </a:lnTo>
                  <a:lnTo>
                    <a:pt x="2853794" y="1110788"/>
                  </a:lnTo>
                  <a:lnTo>
                    <a:pt x="2854758" y="1109976"/>
                  </a:lnTo>
                  <a:lnTo>
                    <a:pt x="2855722" y="1109255"/>
                  </a:lnTo>
                  <a:lnTo>
                    <a:pt x="2856686" y="1108636"/>
                  </a:lnTo>
                  <a:lnTo>
                    <a:pt x="2857650" y="1108064"/>
                  </a:lnTo>
                  <a:lnTo>
                    <a:pt x="2858614" y="1107498"/>
                  </a:lnTo>
                  <a:lnTo>
                    <a:pt x="2859578" y="1106905"/>
                  </a:lnTo>
                  <a:lnTo>
                    <a:pt x="2860542" y="1106404"/>
                  </a:lnTo>
                  <a:lnTo>
                    <a:pt x="2861506" y="1106040"/>
                  </a:lnTo>
                  <a:lnTo>
                    <a:pt x="2862470" y="1105755"/>
                  </a:lnTo>
                  <a:lnTo>
                    <a:pt x="2863434" y="1105559"/>
                  </a:lnTo>
                  <a:lnTo>
                    <a:pt x="2864398" y="1105492"/>
                  </a:lnTo>
                  <a:lnTo>
                    <a:pt x="2865362" y="1105638"/>
                  </a:lnTo>
                  <a:lnTo>
                    <a:pt x="2866326" y="1106051"/>
                  </a:lnTo>
                  <a:lnTo>
                    <a:pt x="2867290" y="1106711"/>
                  </a:lnTo>
                  <a:lnTo>
                    <a:pt x="2868254" y="1107628"/>
                  </a:lnTo>
                  <a:lnTo>
                    <a:pt x="2869218" y="1108804"/>
                  </a:lnTo>
                  <a:lnTo>
                    <a:pt x="2870182" y="1110228"/>
                  </a:lnTo>
                  <a:lnTo>
                    <a:pt x="2871146" y="1111857"/>
                  </a:lnTo>
                  <a:lnTo>
                    <a:pt x="2872110" y="1113718"/>
                  </a:lnTo>
                  <a:lnTo>
                    <a:pt x="2873074" y="1115880"/>
                  </a:lnTo>
                  <a:lnTo>
                    <a:pt x="2874038" y="1118445"/>
                  </a:lnTo>
                  <a:lnTo>
                    <a:pt x="2875002" y="1121446"/>
                  </a:lnTo>
                  <a:lnTo>
                    <a:pt x="2875966" y="1124979"/>
                  </a:lnTo>
                  <a:lnTo>
                    <a:pt x="2876930" y="1129136"/>
                  </a:lnTo>
                  <a:lnTo>
                    <a:pt x="2877894" y="1133927"/>
                  </a:lnTo>
                  <a:lnTo>
                    <a:pt x="2878858" y="1139294"/>
                  </a:lnTo>
                  <a:lnTo>
                    <a:pt x="2879822" y="1145127"/>
                  </a:lnTo>
                  <a:lnTo>
                    <a:pt x="2880786" y="1151340"/>
                  </a:lnTo>
                  <a:lnTo>
                    <a:pt x="2881750" y="1157859"/>
                  </a:lnTo>
                  <a:lnTo>
                    <a:pt x="2882714" y="1164681"/>
                  </a:lnTo>
                  <a:lnTo>
                    <a:pt x="2883678" y="1171819"/>
                  </a:lnTo>
                  <a:lnTo>
                    <a:pt x="2884642" y="1179288"/>
                  </a:lnTo>
                  <a:lnTo>
                    <a:pt x="2885606" y="1187123"/>
                  </a:lnTo>
                  <a:lnTo>
                    <a:pt x="2886570" y="1195141"/>
                  </a:lnTo>
                  <a:lnTo>
                    <a:pt x="2887534" y="1203199"/>
                  </a:lnTo>
                  <a:lnTo>
                    <a:pt x="2888498" y="1211251"/>
                  </a:lnTo>
                  <a:lnTo>
                    <a:pt x="2889462" y="1219266"/>
                  </a:lnTo>
                  <a:lnTo>
                    <a:pt x="2890426" y="1227203"/>
                  </a:lnTo>
                  <a:lnTo>
                    <a:pt x="2891390" y="1235067"/>
                  </a:lnTo>
                  <a:lnTo>
                    <a:pt x="2892354" y="1242858"/>
                  </a:lnTo>
                  <a:lnTo>
                    <a:pt x="2893318" y="1250600"/>
                  </a:lnTo>
                  <a:lnTo>
                    <a:pt x="2894282" y="1258247"/>
                  </a:lnTo>
                  <a:lnTo>
                    <a:pt x="2895246" y="1265822"/>
                  </a:lnTo>
                  <a:lnTo>
                    <a:pt x="2896210" y="1273431"/>
                  </a:lnTo>
                  <a:lnTo>
                    <a:pt x="2897174" y="1280955"/>
                  </a:lnTo>
                  <a:lnTo>
                    <a:pt x="2898138" y="1288300"/>
                  </a:lnTo>
                  <a:lnTo>
                    <a:pt x="2899102" y="1295410"/>
                  </a:lnTo>
                  <a:lnTo>
                    <a:pt x="2900066" y="1302349"/>
                  </a:lnTo>
                  <a:lnTo>
                    <a:pt x="2901030" y="1309136"/>
                  </a:lnTo>
                  <a:lnTo>
                    <a:pt x="2901994" y="1315806"/>
                  </a:lnTo>
                  <a:lnTo>
                    <a:pt x="2902958" y="1322335"/>
                  </a:lnTo>
                  <a:lnTo>
                    <a:pt x="2903922" y="1328707"/>
                  </a:lnTo>
                  <a:lnTo>
                    <a:pt x="2904886" y="1334914"/>
                  </a:lnTo>
                  <a:lnTo>
                    <a:pt x="2905850" y="1340949"/>
                  </a:lnTo>
                  <a:lnTo>
                    <a:pt x="2906814" y="1346848"/>
                  </a:lnTo>
                  <a:lnTo>
                    <a:pt x="2907778" y="1352641"/>
                  </a:lnTo>
                  <a:lnTo>
                    <a:pt x="2908742" y="1358281"/>
                  </a:lnTo>
                  <a:lnTo>
                    <a:pt x="2909706" y="1363712"/>
                  </a:lnTo>
                  <a:lnTo>
                    <a:pt x="2910670" y="1368899"/>
                  </a:lnTo>
                  <a:lnTo>
                    <a:pt x="2911634" y="1373826"/>
                  </a:lnTo>
                  <a:lnTo>
                    <a:pt x="2912598" y="1378468"/>
                  </a:lnTo>
                  <a:lnTo>
                    <a:pt x="2913562" y="1382809"/>
                  </a:lnTo>
                  <a:lnTo>
                    <a:pt x="2914526" y="1386809"/>
                  </a:lnTo>
                  <a:lnTo>
                    <a:pt x="2915490" y="1390439"/>
                  </a:lnTo>
                  <a:lnTo>
                    <a:pt x="2916454" y="1393651"/>
                  </a:lnTo>
                  <a:lnTo>
                    <a:pt x="2917418" y="1396435"/>
                  </a:lnTo>
                  <a:lnTo>
                    <a:pt x="2918382" y="1398838"/>
                  </a:lnTo>
                  <a:lnTo>
                    <a:pt x="2919346" y="1400951"/>
                  </a:lnTo>
                  <a:lnTo>
                    <a:pt x="2920310" y="1402803"/>
                  </a:lnTo>
                  <a:lnTo>
                    <a:pt x="2921274" y="1404301"/>
                  </a:lnTo>
                  <a:lnTo>
                    <a:pt x="2922238" y="1405417"/>
                  </a:lnTo>
                  <a:lnTo>
                    <a:pt x="2923202" y="1406110"/>
                  </a:lnTo>
                  <a:lnTo>
                    <a:pt x="2924166" y="1406307"/>
                  </a:lnTo>
                  <a:lnTo>
                    <a:pt x="2925130" y="1405937"/>
                  </a:lnTo>
                  <a:lnTo>
                    <a:pt x="2926094" y="1404988"/>
                  </a:lnTo>
                  <a:lnTo>
                    <a:pt x="2927058" y="1403448"/>
                  </a:lnTo>
                  <a:lnTo>
                    <a:pt x="2928023" y="1401386"/>
                  </a:lnTo>
                  <a:lnTo>
                    <a:pt x="2928987" y="1398861"/>
                  </a:lnTo>
                  <a:lnTo>
                    <a:pt x="2929951" y="1395997"/>
                  </a:lnTo>
                  <a:lnTo>
                    <a:pt x="2930915" y="1392796"/>
                  </a:lnTo>
                  <a:lnTo>
                    <a:pt x="2931879" y="1389232"/>
                  </a:lnTo>
                  <a:lnTo>
                    <a:pt x="2932843" y="1385296"/>
                  </a:lnTo>
                  <a:lnTo>
                    <a:pt x="2933807" y="1380935"/>
                  </a:lnTo>
                  <a:lnTo>
                    <a:pt x="2934771" y="1376201"/>
                  </a:lnTo>
                  <a:lnTo>
                    <a:pt x="2935735" y="1371219"/>
                  </a:lnTo>
                  <a:lnTo>
                    <a:pt x="2936699" y="1365984"/>
                  </a:lnTo>
                  <a:lnTo>
                    <a:pt x="2937663" y="1360485"/>
                  </a:lnTo>
                  <a:lnTo>
                    <a:pt x="2938627" y="1354805"/>
                  </a:lnTo>
                  <a:lnTo>
                    <a:pt x="2939591" y="1348909"/>
                  </a:lnTo>
                  <a:lnTo>
                    <a:pt x="2940555" y="1342781"/>
                  </a:lnTo>
                  <a:lnTo>
                    <a:pt x="2941519" y="1336373"/>
                  </a:lnTo>
                  <a:lnTo>
                    <a:pt x="2942483" y="1329669"/>
                  </a:lnTo>
                  <a:lnTo>
                    <a:pt x="2943447" y="1322647"/>
                  </a:lnTo>
                  <a:lnTo>
                    <a:pt x="2944411" y="1315216"/>
                  </a:lnTo>
                  <a:lnTo>
                    <a:pt x="2945375" y="1307328"/>
                  </a:lnTo>
                  <a:lnTo>
                    <a:pt x="2946339" y="1299056"/>
                  </a:lnTo>
                  <a:lnTo>
                    <a:pt x="2947303" y="1290480"/>
                  </a:lnTo>
                  <a:lnTo>
                    <a:pt x="2948267" y="1281625"/>
                  </a:lnTo>
                  <a:lnTo>
                    <a:pt x="2949231" y="1272385"/>
                  </a:lnTo>
                  <a:lnTo>
                    <a:pt x="2950195" y="1262716"/>
                  </a:lnTo>
                  <a:lnTo>
                    <a:pt x="2951159" y="1252593"/>
                  </a:lnTo>
                  <a:lnTo>
                    <a:pt x="2952123" y="1242014"/>
                  </a:lnTo>
                  <a:lnTo>
                    <a:pt x="2953087" y="1231024"/>
                  </a:lnTo>
                  <a:lnTo>
                    <a:pt x="2954051" y="1219644"/>
                  </a:lnTo>
                  <a:lnTo>
                    <a:pt x="2955015" y="1207856"/>
                  </a:lnTo>
                  <a:lnTo>
                    <a:pt x="2955979" y="1195700"/>
                  </a:lnTo>
                  <a:lnTo>
                    <a:pt x="2956943" y="1183210"/>
                  </a:lnTo>
                  <a:lnTo>
                    <a:pt x="2957907" y="1170448"/>
                  </a:lnTo>
                  <a:lnTo>
                    <a:pt x="2958871" y="1157492"/>
                  </a:lnTo>
                  <a:lnTo>
                    <a:pt x="2959835" y="1144458"/>
                  </a:lnTo>
                  <a:lnTo>
                    <a:pt x="2960799" y="1131430"/>
                  </a:lnTo>
                  <a:lnTo>
                    <a:pt x="2961763" y="1118388"/>
                  </a:lnTo>
                  <a:lnTo>
                    <a:pt x="2962727" y="1105303"/>
                  </a:lnTo>
                  <a:lnTo>
                    <a:pt x="2963691" y="1092243"/>
                  </a:lnTo>
                  <a:lnTo>
                    <a:pt x="2964655" y="1079271"/>
                  </a:lnTo>
                  <a:lnTo>
                    <a:pt x="2965619" y="1066464"/>
                  </a:lnTo>
                  <a:lnTo>
                    <a:pt x="2966583" y="1053851"/>
                  </a:lnTo>
                  <a:lnTo>
                    <a:pt x="2967547" y="1041423"/>
                  </a:lnTo>
                  <a:lnTo>
                    <a:pt x="2968511" y="1029186"/>
                  </a:lnTo>
                  <a:lnTo>
                    <a:pt x="2969475" y="1017192"/>
                  </a:lnTo>
                  <a:lnTo>
                    <a:pt x="2970439" y="1005483"/>
                  </a:lnTo>
                  <a:lnTo>
                    <a:pt x="2971403" y="994041"/>
                  </a:lnTo>
                  <a:lnTo>
                    <a:pt x="2972367" y="982868"/>
                  </a:lnTo>
                  <a:lnTo>
                    <a:pt x="2973331" y="971897"/>
                  </a:lnTo>
                  <a:lnTo>
                    <a:pt x="2974295" y="961132"/>
                  </a:lnTo>
                  <a:lnTo>
                    <a:pt x="2975259" y="950546"/>
                  </a:lnTo>
                  <a:lnTo>
                    <a:pt x="2976223" y="940119"/>
                  </a:lnTo>
                  <a:lnTo>
                    <a:pt x="2977187" y="929809"/>
                  </a:lnTo>
                  <a:lnTo>
                    <a:pt x="2978151" y="919535"/>
                  </a:lnTo>
                  <a:lnTo>
                    <a:pt x="2979115" y="909248"/>
                  </a:lnTo>
                  <a:lnTo>
                    <a:pt x="2980079" y="898963"/>
                  </a:lnTo>
                  <a:lnTo>
                    <a:pt x="2981043" y="888632"/>
                  </a:lnTo>
                  <a:lnTo>
                    <a:pt x="2982007" y="878230"/>
                  </a:lnTo>
                  <a:lnTo>
                    <a:pt x="2982971" y="867791"/>
                  </a:lnTo>
                  <a:lnTo>
                    <a:pt x="2983935" y="857244"/>
                  </a:lnTo>
                  <a:lnTo>
                    <a:pt x="2984899" y="846588"/>
                  </a:lnTo>
                  <a:lnTo>
                    <a:pt x="2985863" y="835864"/>
                  </a:lnTo>
                  <a:lnTo>
                    <a:pt x="2986827" y="825102"/>
                  </a:lnTo>
                  <a:lnTo>
                    <a:pt x="2987791" y="814305"/>
                  </a:lnTo>
                  <a:lnTo>
                    <a:pt x="2988755" y="803501"/>
                  </a:lnTo>
                  <a:lnTo>
                    <a:pt x="2989719" y="792719"/>
                  </a:lnTo>
                  <a:lnTo>
                    <a:pt x="2990683" y="781994"/>
                  </a:lnTo>
                  <a:lnTo>
                    <a:pt x="2991647" y="771393"/>
                  </a:lnTo>
                  <a:lnTo>
                    <a:pt x="2992611" y="760903"/>
                  </a:lnTo>
                  <a:lnTo>
                    <a:pt x="2993575" y="750555"/>
                  </a:lnTo>
                  <a:lnTo>
                    <a:pt x="2994539" y="740367"/>
                  </a:lnTo>
                  <a:lnTo>
                    <a:pt x="2995503" y="730352"/>
                  </a:lnTo>
                  <a:lnTo>
                    <a:pt x="2996467" y="720537"/>
                  </a:lnTo>
                  <a:lnTo>
                    <a:pt x="2997431" y="710918"/>
                  </a:lnTo>
                  <a:lnTo>
                    <a:pt x="2998395" y="701596"/>
                  </a:lnTo>
                  <a:lnTo>
                    <a:pt x="2999359" y="692582"/>
                  </a:lnTo>
                  <a:lnTo>
                    <a:pt x="3000323" y="683907"/>
                  </a:lnTo>
                  <a:lnTo>
                    <a:pt x="3001287" y="675577"/>
                  </a:lnTo>
                  <a:lnTo>
                    <a:pt x="3002251" y="667578"/>
                  </a:lnTo>
                  <a:lnTo>
                    <a:pt x="3003215" y="660006"/>
                  </a:lnTo>
                  <a:lnTo>
                    <a:pt x="3004179" y="652849"/>
                  </a:lnTo>
                  <a:lnTo>
                    <a:pt x="3005143" y="646069"/>
                  </a:lnTo>
                  <a:lnTo>
                    <a:pt x="3006107" y="639619"/>
                  </a:lnTo>
                  <a:lnTo>
                    <a:pt x="3007071" y="633547"/>
                  </a:lnTo>
                  <a:lnTo>
                    <a:pt x="3008035" y="627741"/>
                  </a:lnTo>
                  <a:lnTo>
                    <a:pt x="3008999" y="622145"/>
                  </a:lnTo>
                  <a:lnTo>
                    <a:pt x="3009963" y="616736"/>
                  </a:lnTo>
                  <a:lnTo>
                    <a:pt x="3010927" y="611553"/>
                  </a:lnTo>
                  <a:lnTo>
                    <a:pt x="3011891" y="606604"/>
                  </a:lnTo>
                  <a:lnTo>
                    <a:pt x="3012855" y="601831"/>
                  </a:lnTo>
                  <a:lnTo>
                    <a:pt x="3013819" y="597225"/>
                  </a:lnTo>
                  <a:lnTo>
                    <a:pt x="3014783" y="592784"/>
                  </a:lnTo>
                  <a:lnTo>
                    <a:pt x="3015747" y="588439"/>
                  </a:lnTo>
                  <a:lnTo>
                    <a:pt x="3016711" y="584138"/>
                  </a:lnTo>
                  <a:lnTo>
                    <a:pt x="3017675" y="579817"/>
                  </a:lnTo>
                  <a:lnTo>
                    <a:pt x="3018639" y="575437"/>
                  </a:lnTo>
                  <a:lnTo>
                    <a:pt x="3019603" y="571034"/>
                  </a:lnTo>
                  <a:lnTo>
                    <a:pt x="3020567" y="566679"/>
                  </a:lnTo>
                  <a:lnTo>
                    <a:pt x="3021531" y="562416"/>
                  </a:lnTo>
                  <a:lnTo>
                    <a:pt x="3022495" y="558401"/>
                  </a:lnTo>
                  <a:lnTo>
                    <a:pt x="3023459" y="554665"/>
                  </a:lnTo>
                  <a:lnTo>
                    <a:pt x="3024423" y="551237"/>
                  </a:lnTo>
                  <a:lnTo>
                    <a:pt x="3025387" y="548159"/>
                  </a:lnTo>
                  <a:lnTo>
                    <a:pt x="3026351" y="545528"/>
                  </a:lnTo>
                  <a:lnTo>
                    <a:pt x="3027315" y="543415"/>
                  </a:lnTo>
                  <a:lnTo>
                    <a:pt x="3028279" y="541803"/>
                  </a:lnTo>
                  <a:lnTo>
                    <a:pt x="3029243" y="540668"/>
                  </a:lnTo>
                  <a:lnTo>
                    <a:pt x="3030207" y="540097"/>
                  </a:lnTo>
                  <a:lnTo>
                    <a:pt x="3031171" y="540117"/>
                  </a:lnTo>
                  <a:lnTo>
                    <a:pt x="3032135" y="540699"/>
                  </a:lnTo>
                  <a:lnTo>
                    <a:pt x="3033099" y="541866"/>
                  </a:lnTo>
                  <a:lnTo>
                    <a:pt x="3034063" y="543618"/>
                  </a:lnTo>
                  <a:lnTo>
                    <a:pt x="3035027" y="545898"/>
                  </a:lnTo>
                  <a:lnTo>
                    <a:pt x="3035991" y="548683"/>
                  </a:lnTo>
                  <a:lnTo>
                    <a:pt x="3036955" y="551978"/>
                  </a:lnTo>
                  <a:lnTo>
                    <a:pt x="3037919" y="555766"/>
                  </a:lnTo>
                  <a:lnTo>
                    <a:pt x="3038883" y="560025"/>
                  </a:lnTo>
                  <a:lnTo>
                    <a:pt x="3039848" y="564690"/>
                  </a:lnTo>
                  <a:lnTo>
                    <a:pt x="3040812" y="569731"/>
                  </a:lnTo>
                  <a:lnTo>
                    <a:pt x="3041776" y="575181"/>
                  </a:lnTo>
                  <a:lnTo>
                    <a:pt x="3042740" y="581082"/>
                  </a:lnTo>
                  <a:lnTo>
                    <a:pt x="3043704" y="587409"/>
                  </a:lnTo>
                  <a:lnTo>
                    <a:pt x="3044668" y="594065"/>
                  </a:lnTo>
                  <a:lnTo>
                    <a:pt x="3045632" y="601020"/>
                  </a:lnTo>
                  <a:lnTo>
                    <a:pt x="3046596" y="608298"/>
                  </a:lnTo>
                  <a:lnTo>
                    <a:pt x="3047560" y="615879"/>
                  </a:lnTo>
                  <a:lnTo>
                    <a:pt x="3048524" y="623685"/>
                  </a:lnTo>
                  <a:lnTo>
                    <a:pt x="3049488" y="631688"/>
                  </a:lnTo>
                  <a:lnTo>
                    <a:pt x="3050452" y="639792"/>
                  </a:lnTo>
                  <a:lnTo>
                    <a:pt x="3051416" y="647902"/>
                  </a:lnTo>
                  <a:lnTo>
                    <a:pt x="3052380" y="655947"/>
                  </a:lnTo>
                  <a:lnTo>
                    <a:pt x="3053344" y="663923"/>
                  </a:lnTo>
                  <a:lnTo>
                    <a:pt x="3054308" y="671860"/>
                  </a:lnTo>
                  <a:lnTo>
                    <a:pt x="3055272" y="679704"/>
                  </a:lnTo>
                  <a:lnTo>
                    <a:pt x="3056236" y="687449"/>
                  </a:lnTo>
                  <a:lnTo>
                    <a:pt x="3057200" y="695073"/>
                  </a:lnTo>
                  <a:lnTo>
                    <a:pt x="3058164" y="702586"/>
                  </a:lnTo>
                  <a:lnTo>
                    <a:pt x="3059128" y="710022"/>
                  </a:lnTo>
                  <a:lnTo>
                    <a:pt x="3060092" y="717322"/>
                  </a:lnTo>
                  <a:lnTo>
                    <a:pt x="3061056" y="724459"/>
                  </a:lnTo>
                  <a:lnTo>
                    <a:pt x="3062020" y="731362"/>
                  </a:lnTo>
                  <a:lnTo>
                    <a:pt x="3062984" y="737995"/>
                  </a:lnTo>
                  <a:lnTo>
                    <a:pt x="3063948" y="744373"/>
                  </a:lnTo>
                  <a:lnTo>
                    <a:pt x="3064912" y="750623"/>
                  </a:lnTo>
                  <a:lnTo>
                    <a:pt x="3065876" y="756763"/>
                  </a:lnTo>
                  <a:lnTo>
                    <a:pt x="3066840" y="762812"/>
                  </a:lnTo>
                  <a:lnTo>
                    <a:pt x="3067804" y="768740"/>
                  </a:lnTo>
                  <a:lnTo>
                    <a:pt x="3068768" y="774475"/>
                  </a:lnTo>
                  <a:lnTo>
                    <a:pt x="3069732" y="779930"/>
                  </a:lnTo>
                  <a:lnTo>
                    <a:pt x="3070696" y="784967"/>
                  </a:lnTo>
                  <a:lnTo>
                    <a:pt x="3071660" y="789519"/>
                  </a:lnTo>
                  <a:lnTo>
                    <a:pt x="3072624" y="793571"/>
                  </a:lnTo>
                  <a:lnTo>
                    <a:pt x="3073588" y="797060"/>
                  </a:lnTo>
                  <a:lnTo>
                    <a:pt x="3074552" y="799935"/>
                  </a:lnTo>
                  <a:lnTo>
                    <a:pt x="3075516" y="802152"/>
                  </a:lnTo>
                  <a:lnTo>
                    <a:pt x="3076480" y="803693"/>
                  </a:lnTo>
                  <a:lnTo>
                    <a:pt x="3077444" y="804639"/>
                  </a:lnTo>
                  <a:lnTo>
                    <a:pt x="3078408" y="805032"/>
                  </a:lnTo>
                  <a:lnTo>
                    <a:pt x="3079372" y="804825"/>
                  </a:lnTo>
                  <a:lnTo>
                    <a:pt x="3080336" y="804072"/>
                  </a:lnTo>
                  <a:lnTo>
                    <a:pt x="3081300" y="802798"/>
                  </a:lnTo>
                  <a:lnTo>
                    <a:pt x="3082264" y="800996"/>
                  </a:lnTo>
                  <a:lnTo>
                    <a:pt x="3083228" y="798663"/>
                  </a:lnTo>
                  <a:lnTo>
                    <a:pt x="3084192" y="795872"/>
                  </a:lnTo>
                  <a:lnTo>
                    <a:pt x="3085156" y="792640"/>
                  </a:lnTo>
                  <a:lnTo>
                    <a:pt x="3086120" y="789001"/>
                  </a:lnTo>
                  <a:lnTo>
                    <a:pt x="3087084" y="785007"/>
                  </a:lnTo>
                  <a:lnTo>
                    <a:pt x="3088048" y="780733"/>
                  </a:lnTo>
                  <a:lnTo>
                    <a:pt x="3089012" y="776233"/>
                  </a:lnTo>
                  <a:lnTo>
                    <a:pt x="3089976" y="771502"/>
                  </a:lnTo>
                  <a:lnTo>
                    <a:pt x="3090940" y="766520"/>
                  </a:lnTo>
                  <a:lnTo>
                    <a:pt x="3091904" y="761266"/>
                  </a:lnTo>
                  <a:lnTo>
                    <a:pt x="3092868" y="755774"/>
                  </a:lnTo>
                  <a:lnTo>
                    <a:pt x="3093832" y="750155"/>
                  </a:lnTo>
                  <a:lnTo>
                    <a:pt x="3094796" y="744356"/>
                  </a:lnTo>
                  <a:lnTo>
                    <a:pt x="3095760" y="738465"/>
                  </a:lnTo>
                  <a:lnTo>
                    <a:pt x="3096724" y="732588"/>
                  </a:lnTo>
                  <a:lnTo>
                    <a:pt x="3097688" y="726805"/>
                  </a:lnTo>
                  <a:lnTo>
                    <a:pt x="3098652" y="721197"/>
                  </a:lnTo>
                  <a:lnTo>
                    <a:pt x="3099616" y="715819"/>
                  </a:lnTo>
                  <a:lnTo>
                    <a:pt x="3100580" y="710771"/>
                  </a:lnTo>
                  <a:lnTo>
                    <a:pt x="3101544" y="706048"/>
                  </a:lnTo>
                  <a:lnTo>
                    <a:pt x="3102508" y="701663"/>
                  </a:lnTo>
                  <a:lnTo>
                    <a:pt x="3103472" y="697632"/>
                  </a:lnTo>
                  <a:lnTo>
                    <a:pt x="3104436" y="693884"/>
                  </a:lnTo>
                  <a:lnTo>
                    <a:pt x="3105400" y="690382"/>
                  </a:lnTo>
                  <a:lnTo>
                    <a:pt x="3106364" y="687116"/>
                  </a:lnTo>
                  <a:lnTo>
                    <a:pt x="3107328" y="683964"/>
                  </a:lnTo>
                  <a:lnTo>
                    <a:pt x="3108292" y="680886"/>
                  </a:lnTo>
                  <a:lnTo>
                    <a:pt x="3109256" y="677907"/>
                  </a:lnTo>
                  <a:lnTo>
                    <a:pt x="3110220" y="675032"/>
                  </a:lnTo>
                  <a:lnTo>
                    <a:pt x="3111184" y="672288"/>
                  </a:lnTo>
                  <a:lnTo>
                    <a:pt x="3112148" y="669639"/>
                  </a:lnTo>
                  <a:lnTo>
                    <a:pt x="3113112" y="666939"/>
                  </a:lnTo>
                  <a:lnTo>
                    <a:pt x="3114076" y="664119"/>
                  </a:lnTo>
                  <a:lnTo>
                    <a:pt x="3115040" y="661190"/>
                  </a:lnTo>
                  <a:lnTo>
                    <a:pt x="3116004" y="658105"/>
                  </a:lnTo>
                  <a:lnTo>
                    <a:pt x="3116968" y="654854"/>
                  </a:lnTo>
                  <a:lnTo>
                    <a:pt x="3117932" y="651498"/>
                  </a:lnTo>
                  <a:lnTo>
                    <a:pt x="3118896" y="648114"/>
                  </a:lnTo>
                  <a:lnTo>
                    <a:pt x="3119860" y="644789"/>
                  </a:lnTo>
                  <a:lnTo>
                    <a:pt x="3120824" y="641544"/>
                  </a:lnTo>
                  <a:lnTo>
                    <a:pt x="3121788" y="638397"/>
                  </a:lnTo>
                  <a:lnTo>
                    <a:pt x="3122752" y="635424"/>
                  </a:lnTo>
                  <a:lnTo>
                    <a:pt x="3123716" y="632633"/>
                  </a:lnTo>
                  <a:lnTo>
                    <a:pt x="3124680" y="630036"/>
                  </a:lnTo>
                  <a:lnTo>
                    <a:pt x="3125644" y="627603"/>
                  </a:lnTo>
                  <a:lnTo>
                    <a:pt x="3126608" y="625269"/>
                  </a:lnTo>
                  <a:lnTo>
                    <a:pt x="3127572" y="623030"/>
                  </a:lnTo>
                  <a:lnTo>
                    <a:pt x="3128536" y="620851"/>
                  </a:lnTo>
                  <a:lnTo>
                    <a:pt x="3129500" y="618682"/>
                  </a:lnTo>
                  <a:lnTo>
                    <a:pt x="3130464" y="616535"/>
                  </a:lnTo>
                  <a:lnTo>
                    <a:pt x="3131428" y="614421"/>
                  </a:lnTo>
                  <a:lnTo>
                    <a:pt x="3132392" y="612322"/>
                  </a:lnTo>
                  <a:lnTo>
                    <a:pt x="3133356" y="610186"/>
                  </a:lnTo>
                  <a:lnTo>
                    <a:pt x="3134320" y="607967"/>
                  </a:lnTo>
                  <a:lnTo>
                    <a:pt x="3135284" y="605586"/>
                  </a:lnTo>
                  <a:lnTo>
                    <a:pt x="3136248" y="602979"/>
                  </a:lnTo>
                  <a:lnTo>
                    <a:pt x="3137212" y="600074"/>
                  </a:lnTo>
                  <a:lnTo>
                    <a:pt x="3138176" y="596860"/>
                  </a:lnTo>
                  <a:lnTo>
                    <a:pt x="3139140" y="593308"/>
                  </a:lnTo>
                  <a:lnTo>
                    <a:pt x="3140104" y="589425"/>
                  </a:lnTo>
                  <a:lnTo>
                    <a:pt x="3141068" y="585183"/>
                  </a:lnTo>
                  <a:lnTo>
                    <a:pt x="3142032" y="580540"/>
                  </a:lnTo>
                  <a:lnTo>
                    <a:pt x="3142996" y="575477"/>
                  </a:lnTo>
                  <a:lnTo>
                    <a:pt x="3143960" y="569919"/>
                  </a:lnTo>
                  <a:lnTo>
                    <a:pt x="3144924" y="563763"/>
                  </a:lnTo>
                  <a:lnTo>
                    <a:pt x="3145888" y="556910"/>
                  </a:lnTo>
                  <a:lnTo>
                    <a:pt x="3146852" y="549444"/>
                  </a:lnTo>
                  <a:lnTo>
                    <a:pt x="3147816" y="541382"/>
                  </a:lnTo>
                  <a:lnTo>
                    <a:pt x="3148780" y="532758"/>
                  </a:lnTo>
                  <a:lnTo>
                    <a:pt x="3149744" y="523611"/>
                  </a:lnTo>
                  <a:lnTo>
                    <a:pt x="3150709" y="513915"/>
                  </a:lnTo>
                  <a:lnTo>
                    <a:pt x="3151673" y="503645"/>
                  </a:lnTo>
                  <a:lnTo>
                    <a:pt x="3152637" y="492874"/>
                  </a:lnTo>
                  <a:lnTo>
                    <a:pt x="3153601" y="481718"/>
                  </a:lnTo>
                  <a:lnTo>
                    <a:pt x="3154565" y="470265"/>
                  </a:lnTo>
                  <a:lnTo>
                    <a:pt x="3155529" y="458614"/>
                  </a:lnTo>
                  <a:lnTo>
                    <a:pt x="3156493" y="446877"/>
                  </a:lnTo>
                  <a:lnTo>
                    <a:pt x="3157457" y="435131"/>
                  </a:lnTo>
                  <a:lnTo>
                    <a:pt x="3158421" y="423486"/>
                  </a:lnTo>
                  <a:lnTo>
                    <a:pt x="3159385" y="412001"/>
                  </a:lnTo>
                  <a:lnTo>
                    <a:pt x="3160349" y="400695"/>
                  </a:lnTo>
                  <a:lnTo>
                    <a:pt x="3161313" y="389625"/>
                  </a:lnTo>
                  <a:lnTo>
                    <a:pt x="3162277" y="378885"/>
                  </a:lnTo>
                  <a:lnTo>
                    <a:pt x="3163241" y="368447"/>
                  </a:lnTo>
                  <a:lnTo>
                    <a:pt x="3164205" y="358386"/>
                  </a:lnTo>
                  <a:lnTo>
                    <a:pt x="3165169" y="348831"/>
                  </a:lnTo>
                  <a:lnTo>
                    <a:pt x="3166133" y="339820"/>
                  </a:lnTo>
                  <a:lnTo>
                    <a:pt x="3167097" y="331326"/>
                  </a:lnTo>
                  <a:lnTo>
                    <a:pt x="3168061" y="323302"/>
                  </a:lnTo>
                  <a:lnTo>
                    <a:pt x="3169025" y="315703"/>
                  </a:lnTo>
                  <a:lnTo>
                    <a:pt x="3169989" y="308595"/>
                  </a:lnTo>
                  <a:lnTo>
                    <a:pt x="3170953" y="301960"/>
                  </a:lnTo>
                  <a:lnTo>
                    <a:pt x="3171917" y="295795"/>
                  </a:lnTo>
                  <a:lnTo>
                    <a:pt x="3172881" y="290131"/>
                  </a:lnTo>
                  <a:lnTo>
                    <a:pt x="3173845" y="284966"/>
                  </a:lnTo>
                  <a:lnTo>
                    <a:pt x="3174809" y="280385"/>
                  </a:lnTo>
                  <a:lnTo>
                    <a:pt x="3175773" y="276352"/>
                  </a:lnTo>
                  <a:lnTo>
                    <a:pt x="3176737" y="272928"/>
                  </a:lnTo>
                  <a:lnTo>
                    <a:pt x="3177701" y="270171"/>
                  </a:lnTo>
                  <a:lnTo>
                    <a:pt x="3178665" y="268065"/>
                  </a:lnTo>
                  <a:lnTo>
                    <a:pt x="3179629" y="266597"/>
                  </a:lnTo>
                  <a:lnTo>
                    <a:pt x="3180593" y="265790"/>
                  </a:lnTo>
                  <a:lnTo>
                    <a:pt x="3181557" y="265731"/>
                  </a:lnTo>
                  <a:lnTo>
                    <a:pt x="3182521" y="266541"/>
                  </a:lnTo>
                  <a:lnTo>
                    <a:pt x="3183485" y="268282"/>
                  </a:lnTo>
                  <a:lnTo>
                    <a:pt x="3184449" y="270991"/>
                  </a:lnTo>
                  <a:lnTo>
                    <a:pt x="3185413" y="274622"/>
                  </a:lnTo>
                  <a:lnTo>
                    <a:pt x="3186377" y="279159"/>
                  </a:lnTo>
                  <a:lnTo>
                    <a:pt x="3187341" y="284621"/>
                  </a:lnTo>
                  <a:lnTo>
                    <a:pt x="3188305" y="291013"/>
                  </a:lnTo>
                  <a:lnTo>
                    <a:pt x="3189269" y="298364"/>
                  </a:lnTo>
                  <a:lnTo>
                    <a:pt x="3190233" y="306729"/>
                  </a:lnTo>
                  <a:lnTo>
                    <a:pt x="3191197" y="316101"/>
                  </a:lnTo>
                  <a:lnTo>
                    <a:pt x="3192161" y="326522"/>
                  </a:lnTo>
                  <a:lnTo>
                    <a:pt x="3193125" y="338004"/>
                  </a:lnTo>
                  <a:lnTo>
                    <a:pt x="3194089" y="350478"/>
                  </a:lnTo>
                  <a:lnTo>
                    <a:pt x="3195053" y="363868"/>
                  </a:lnTo>
                  <a:lnTo>
                    <a:pt x="3196017" y="378022"/>
                  </a:lnTo>
                  <a:lnTo>
                    <a:pt x="3196981" y="392801"/>
                  </a:lnTo>
                  <a:lnTo>
                    <a:pt x="3197945" y="408138"/>
                  </a:lnTo>
                  <a:lnTo>
                    <a:pt x="3198909" y="424001"/>
                  </a:lnTo>
                  <a:lnTo>
                    <a:pt x="3199873" y="440473"/>
                  </a:lnTo>
                  <a:lnTo>
                    <a:pt x="3200837" y="457487"/>
                  </a:lnTo>
                  <a:lnTo>
                    <a:pt x="3201801" y="474882"/>
                  </a:lnTo>
                  <a:lnTo>
                    <a:pt x="3202765" y="492588"/>
                  </a:lnTo>
                  <a:lnTo>
                    <a:pt x="3203729" y="510547"/>
                  </a:lnTo>
                  <a:lnTo>
                    <a:pt x="3204693" y="528692"/>
                  </a:lnTo>
                  <a:lnTo>
                    <a:pt x="3205657" y="546959"/>
                  </a:lnTo>
                  <a:lnTo>
                    <a:pt x="3206621" y="565224"/>
                  </a:lnTo>
                  <a:lnTo>
                    <a:pt x="3207585" y="583398"/>
                  </a:lnTo>
                  <a:lnTo>
                    <a:pt x="3208549" y="601530"/>
                  </a:lnTo>
                  <a:lnTo>
                    <a:pt x="3209513" y="619597"/>
                  </a:lnTo>
                  <a:lnTo>
                    <a:pt x="3210477" y="637573"/>
                  </a:lnTo>
                  <a:lnTo>
                    <a:pt x="3211441" y="655501"/>
                  </a:lnTo>
                  <a:lnTo>
                    <a:pt x="3212405" y="673319"/>
                  </a:lnTo>
                  <a:lnTo>
                    <a:pt x="3213369" y="690918"/>
                  </a:lnTo>
                  <a:lnTo>
                    <a:pt x="3214333" y="708255"/>
                  </a:lnTo>
                  <a:lnTo>
                    <a:pt x="3215297" y="725409"/>
                  </a:lnTo>
                  <a:lnTo>
                    <a:pt x="3216261" y="742406"/>
                  </a:lnTo>
                  <a:lnTo>
                    <a:pt x="3217225" y="759321"/>
                  </a:lnTo>
                  <a:lnTo>
                    <a:pt x="3218189" y="776183"/>
                  </a:lnTo>
                  <a:lnTo>
                    <a:pt x="3219153" y="792957"/>
                  </a:lnTo>
                  <a:lnTo>
                    <a:pt x="3220117" y="809632"/>
                  </a:lnTo>
                  <a:lnTo>
                    <a:pt x="3221081" y="826129"/>
                  </a:lnTo>
                  <a:lnTo>
                    <a:pt x="3222045" y="842406"/>
                  </a:lnTo>
                  <a:lnTo>
                    <a:pt x="3223009" y="858373"/>
                  </a:lnTo>
                  <a:lnTo>
                    <a:pt x="3223973" y="874026"/>
                  </a:lnTo>
                  <a:lnTo>
                    <a:pt x="3224937" y="889383"/>
                  </a:lnTo>
                  <a:lnTo>
                    <a:pt x="3225901" y="904434"/>
                  </a:lnTo>
                  <a:lnTo>
                    <a:pt x="3226865" y="919189"/>
                  </a:lnTo>
                  <a:lnTo>
                    <a:pt x="3227829" y="933679"/>
                  </a:lnTo>
                  <a:lnTo>
                    <a:pt x="3228793" y="947854"/>
                  </a:lnTo>
                  <a:lnTo>
                    <a:pt x="3229757" y="961584"/>
                  </a:lnTo>
                  <a:lnTo>
                    <a:pt x="3230721" y="974682"/>
                  </a:lnTo>
                  <a:lnTo>
                    <a:pt x="3231685" y="987030"/>
                  </a:lnTo>
                  <a:lnTo>
                    <a:pt x="3232649" y="998463"/>
                  </a:lnTo>
                  <a:lnTo>
                    <a:pt x="3233613" y="1009016"/>
                  </a:lnTo>
                  <a:lnTo>
                    <a:pt x="3234577" y="1018700"/>
                  </a:lnTo>
                  <a:lnTo>
                    <a:pt x="3235541" y="1027522"/>
                  </a:lnTo>
                  <a:lnTo>
                    <a:pt x="3236505" y="1035506"/>
                  </a:lnTo>
                  <a:lnTo>
                    <a:pt x="3237469" y="1042613"/>
                  </a:lnTo>
                  <a:lnTo>
                    <a:pt x="3238433" y="1048789"/>
                  </a:lnTo>
                  <a:lnTo>
                    <a:pt x="3239397" y="1053961"/>
                  </a:lnTo>
                  <a:lnTo>
                    <a:pt x="3240361" y="1058101"/>
                  </a:lnTo>
                  <a:lnTo>
                    <a:pt x="3241325" y="1061165"/>
                  </a:lnTo>
                  <a:lnTo>
                    <a:pt x="3242289" y="1063276"/>
                  </a:lnTo>
                  <a:lnTo>
                    <a:pt x="3243253" y="1064505"/>
                  </a:lnTo>
                  <a:lnTo>
                    <a:pt x="3244217" y="1064933"/>
                  </a:lnTo>
                  <a:lnTo>
                    <a:pt x="3245181" y="1064650"/>
                  </a:lnTo>
                  <a:lnTo>
                    <a:pt x="3246145" y="1063712"/>
                  </a:lnTo>
                  <a:lnTo>
                    <a:pt x="3247109" y="1062232"/>
                  </a:lnTo>
                  <a:lnTo>
                    <a:pt x="3248073" y="1060104"/>
                  </a:lnTo>
                  <a:lnTo>
                    <a:pt x="3249037" y="1057422"/>
                  </a:lnTo>
                  <a:lnTo>
                    <a:pt x="3250001" y="1054323"/>
                  </a:lnTo>
                  <a:lnTo>
                    <a:pt x="3250965" y="1050878"/>
                  </a:lnTo>
                  <a:lnTo>
                    <a:pt x="3251929" y="1047176"/>
                  </a:lnTo>
                  <a:lnTo>
                    <a:pt x="3252893" y="1043220"/>
                  </a:lnTo>
                  <a:lnTo>
                    <a:pt x="3253857" y="1039061"/>
                  </a:lnTo>
                  <a:lnTo>
                    <a:pt x="3254821" y="1034751"/>
                  </a:lnTo>
                  <a:lnTo>
                    <a:pt x="3255785" y="1030393"/>
                  </a:lnTo>
                  <a:lnTo>
                    <a:pt x="3256749" y="1025975"/>
                  </a:lnTo>
                  <a:lnTo>
                    <a:pt x="3257713" y="1021513"/>
                  </a:lnTo>
                  <a:lnTo>
                    <a:pt x="3258677" y="1017117"/>
                  </a:lnTo>
                  <a:lnTo>
                    <a:pt x="3259641" y="1012789"/>
                  </a:lnTo>
                  <a:lnTo>
                    <a:pt x="3260605" y="1008576"/>
                  </a:lnTo>
                  <a:lnTo>
                    <a:pt x="3261570" y="1004594"/>
                  </a:lnTo>
                  <a:lnTo>
                    <a:pt x="3262534" y="1000910"/>
                  </a:lnTo>
                  <a:lnTo>
                    <a:pt x="3263498" y="997448"/>
                  </a:lnTo>
                  <a:lnTo>
                    <a:pt x="3264462" y="994246"/>
                  </a:lnTo>
                  <a:lnTo>
                    <a:pt x="3265426" y="991273"/>
                  </a:lnTo>
                  <a:lnTo>
                    <a:pt x="3266390" y="988449"/>
                  </a:lnTo>
                  <a:lnTo>
                    <a:pt x="3267354" y="985747"/>
                  </a:lnTo>
                  <a:lnTo>
                    <a:pt x="3268318" y="983166"/>
                  </a:lnTo>
                  <a:lnTo>
                    <a:pt x="3269282" y="980761"/>
                  </a:lnTo>
                  <a:lnTo>
                    <a:pt x="3270246" y="978604"/>
                  </a:lnTo>
                  <a:lnTo>
                    <a:pt x="3271210" y="976699"/>
                  </a:lnTo>
                  <a:lnTo>
                    <a:pt x="3272174" y="975057"/>
                  </a:lnTo>
                  <a:lnTo>
                    <a:pt x="3273138" y="973602"/>
                  </a:lnTo>
                  <a:lnTo>
                    <a:pt x="3274102" y="972263"/>
                  </a:lnTo>
                  <a:lnTo>
                    <a:pt x="3275066" y="970999"/>
                  </a:lnTo>
                  <a:lnTo>
                    <a:pt x="3276030" y="969783"/>
                  </a:lnTo>
                  <a:lnTo>
                    <a:pt x="3276994" y="968598"/>
                  </a:lnTo>
                  <a:lnTo>
                    <a:pt x="3277958" y="967523"/>
                  </a:lnTo>
                  <a:lnTo>
                    <a:pt x="3278922" y="966669"/>
                  </a:lnTo>
                  <a:lnTo>
                    <a:pt x="3279886" y="966143"/>
                  </a:lnTo>
                  <a:lnTo>
                    <a:pt x="3280850" y="965994"/>
                  </a:lnTo>
                  <a:lnTo>
                    <a:pt x="3281814" y="966353"/>
                  </a:lnTo>
                  <a:lnTo>
                    <a:pt x="3282778" y="967229"/>
                  </a:lnTo>
                  <a:lnTo>
                    <a:pt x="3283742" y="968690"/>
                  </a:lnTo>
                  <a:lnTo>
                    <a:pt x="3284706" y="970720"/>
                  </a:lnTo>
                  <a:lnTo>
                    <a:pt x="3285670" y="973319"/>
                  </a:lnTo>
                  <a:lnTo>
                    <a:pt x="3286634" y="976449"/>
                  </a:lnTo>
                  <a:lnTo>
                    <a:pt x="3287598" y="980172"/>
                  </a:lnTo>
                  <a:lnTo>
                    <a:pt x="3288562" y="984446"/>
                  </a:lnTo>
                  <a:lnTo>
                    <a:pt x="3289526" y="989286"/>
                  </a:lnTo>
                  <a:lnTo>
                    <a:pt x="3290490" y="994626"/>
                  </a:lnTo>
                  <a:lnTo>
                    <a:pt x="3291454" y="1000419"/>
                  </a:lnTo>
                  <a:lnTo>
                    <a:pt x="3292418" y="1006654"/>
                  </a:lnTo>
                  <a:lnTo>
                    <a:pt x="3293382" y="1013303"/>
                  </a:lnTo>
                  <a:lnTo>
                    <a:pt x="3294346" y="1020328"/>
                  </a:lnTo>
                  <a:lnTo>
                    <a:pt x="3295310" y="1027681"/>
                  </a:lnTo>
                  <a:lnTo>
                    <a:pt x="3296274" y="1035356"/>
                  </a:lnTo>
                  <a:lnTo>
                    <a:pt x="3297238" y="1043368"/>
                  </a:lnTo>
                  <a:lnTo>
                    <a:pt x="3298202" y="1051606"/>
                  </a:lnTo>
                  <a:lnTo>
                    <a:pt x="3299166" y="1060044"/>
                  </a:lnTo>
                  <a:lnTo>
                    <a:pt x="3300130" y="1068623"/>
                  </a:lnTo>
                  <a:lnTo>
                    <a:pt x="3301094" y="1077363"/>
                  </a:lnTo>
                  <a:lnTo>
                    <a:pt x="3302058" y="1086252"/>
                  </a:lnTo>
                  <a:lnTo>
                    <a:pt x="3303022" y="1095258"/>
                  </a:lnTo>
                  <a:lnTo>
                    <a:pt x="3303986" y="1104320"/>
                  </a:lnTo>
                  <a:lnTo>
                    <a:pt x="3304950" y="1113442"/>
                  </a:lnTo>
                  <a:lnTo>
                    <a:pt x="3305914" y="1122545"/>
                  </a:lnTo>
                  <a:lnTo>
                    <a:pt x="3306878" y="1131482"/>
                  </a:lnTo>
                  <a:lnTo>
                    <a:pt x="3307842" y="1140225"/>
                  </a:lnTo>
                  <a:lnTo>
                    <a:pt x="3308806" y="1148735"/>
                  </a:lnTo>
                  <a:lnTo>
                    <a:pt x="3309770" y="1156948"/>
                  </a:lnTo>
                  <a:lnTo>
                    <a:pt x="3310734" y="1164755"/>
                  </a:lnTo>
                  <a:lnTo>
                    <a:pt x="3311698" y="1172090"/>
                  </a:lnTo>
                  <a:lnTo>
                    <a:pt x="3312662" y="1178876"/>
                  </a:lnTo>
                  <a:lnTo>
                    <a:pt x="3313626" y="1185000"/>
                  </a:lnTo>
                  <a:lnTo>
                    <a:pt x="3314590" y="1190484"/>
                  </a:lnTo>
                  <a:lnTo>
                    <a:pt x="3315554" y="1195314"/>
                  </a:lnTo>
                  <a:lnTo>
                    <a:pt x="3316518" y="1199449"/>
                  </a:lnTo>
                  <a:lnTo>
                    <a:pt x="3317482" y="1202856"/>
                  </a:lnTo>
                  <a:lnTo>
                    <a:pt x="3318446" y="1205543"/>
                  </a:lnTo>
                  <a:lnTo>
                    <a:pt x="3319410" y="1207454"/>
                  </a:lnTo>
                  <a:lnTo>
                    <a:pt x="3320374" y="1208708"/>
                  </a:lnTo>
                  <a:lnTo>
                    <a:pt x="3321338" y="1209351"/>
                  </a:lnTo>
                  <a:lnTo>
                    <a:pt x="3322302" y="1209403"/>
                  </a:lnTo>
                  <a:lnTo>
                    <a:pt x="3323266" y="1208916"/>
                  </a:lnTo>
                  <a:lnTo>
                    <a:pt x="3324230" y="1207886"/>
                  </a:lnTo>
                  <a:lnTo>
                    <a:pt x="3325194" y="1206344"/>
                  </a:lnTo>
                  <a:lnTo>
                    <a:pt x="3326158" y="1204279"/>
                  </a:lnTo>
                  <a:lnTo>
                    <a:pt x="3327122" y="1201685"/>
                  </a:lnTo>
                  <a:lnTo>
                    <a:pt x="3328086" y="1198460"/>
                  </a:lnTo>
                  <a:lnTo>
                    <a:pt x="3329050" y="1194609"/>
                  </a:lnTo>
                  <a:lnTo>
                    <a:pt x="3330014" y="1190118"/>
                  </a:lnTo>
                  <a:lnTo>
                    <a:pt x="3330978" y="1184954"/>
                  </a:lnTo>
                  <a:lnTo>
                    <a:pt x="3331942" y="1179046"/>
                  </a:lnTo>
                  <a:lnTo>
                    <a:pt x="3332906" y="1172355"/>
                  </a:lnTo>
                  <a:lnTo>
                    <a:pt x="3333870" y="1164915"/>
                  </a:lnTo>
                  <a:lnTo>
                    <a:pt x="3334834" y="1156764"/>
                  </a:lnTo>
                  <a:lnTo>
                    <a:pt x="3335798" y="1147935"/>
                  </a:lnTo>
                  <a:lnTo>
                    <a:pt x="3336762" y="1138487"/>
                  </a:lnTo>
                  <a:lnTo>
                    <a:pt x="3337726" y="1128552"/>
                  </a:lnTo>
                  <a:lnTo>
                    <a:pt x="3338690" y="1118237"/>
                  </a:lnTo>
                  <a:lnTo>
                    <a:pt x="3339654" y="1107549"/>
                  </a:lnTo>
                  <a:lnTo>
                    <a:pt x="3340618" y="1096498"/>
                  </a:lnTo>
                  <a:lnTo>
                    <a:pt x="3341582" y="1085107"/>
                  </a:lnTo>
                  <a:lnTo>
                    <a:pt x="3342546" y="1073392"/>
                  </a:lnTo>
                  <a:lnTo>
                    <a:pt x="3343510" y="1061361"/>
                  </a:lnTo>
                  <a:lnTo>
                    <a:pt x="3344474" y="1049090"/>
                  </a:lnTo>
                  <a:lnTo>
                    <a:pt x="3345438" y="1036543"/>
                  </a:lnTo>
                  <a:lnTo>
                    <a:pt x="3346402" y="1023787"/>
                  </a:lnTo>
                  <a:lnTo>
                    <a:pt x="3347366" y="1010816"/>
                  </a:lnTo>
                  <a:lnTo>
                    <a:pt x="3348330" y="997608"/>
                  </a:lnTo>
                  <a:lnTo>
                    <a:pt x="3349294" y="984189"/>
                  </a:lnTo>
                  <a:lnTo>
                    <a:pt x="3350258" y="970521"/>
                  </a:lnTo>
                  <a:lnTo>
                    <a:pt x="3351222" y="956639"/>
                  </a:lnTo>
                  <a:lnTo>
                    <a:pt x="3352186" y="942553"/>
                  </a:lnTo>
                  <a:lnTo>
                    <a:pt x="3353150" y="928240"/>
                  </a:lnTo>
                  <a:lnTo>
                    <a:pt x="3354114" y="913734"/>
                  </a:lnTo>
                  <a:lnTo>
                    <a:pt x="3355078" y="899227"/>
                  </a:lnTo>
                  <a:lnTo>
                    <a:pt x="3356042" y="884739"/>
                  </a:lnTo>
                  <a:lnTo>
                    <a:pt x="3357006" y="870357"/>
                  </a:lnTo>
                  <a:lnTo>
                    <a:pt x="3357970" y="856109"/>
                  </a:lnTo>
                  <a:lnTo>
                    <a:pt x="3358934" y="841983"/>
                  </a:lnTo>
                  <a:lnTo>
                    <a:pt x="3359898" y="828047"/>
                  </a:lnTo>
                  <a:lnTo>
                    <a:pt x="3360862" y="814337"/>
                  </a:lnTo>
                  <a:lnTo>
                    <a:pt x="3361826" y="801024"/>
                  </a:lnTo>
                  <a:lnTo>
                    <a:pt x="3362790" y="788091"/>
                  </a:lnTo>
                  <a:lnTo>
                    <a:pt x="3363754" y="775569"/>
                  </a:lnTo>
                  <a:lnTo>
                    <a:pt x="3364718" y="763558"/>
                  </a:lnTo>
                  <a:lnTo>
                    <a:pt x="3365682" y="752114"/>
                  </a:lnTo>
                  <a:lnTo>
                    <a:pt x="3366646" y="741234"/>
                  </a:lnTo>
                  <a:lnTo>
                    <a:pt x="3367610" y="730943"/>
                  </a:lnTo>
                  <a:lnTo>
                    <a:pt x="3368574" y="721179"/>
                  </a:lnTo>
                  <a:lnTo>
                    <a:pt x="3369538" y="711844"/>
                  </a:lnTo>
                  <a:lnTo>
                    <a:pt x="3370502" y="703025"/>
                  </a:lnTo>
                  <a:lnTo>
                    <a:pt x="3371466" y="694744"/>
                  </a:lnTo>
                  <a:lnTo>
                    <a:pt x="3372430" y="686958"/>
                  </a:lnTo>
                  <a:lnTo>
                    <a:pt x="3373395" y="679656"/>
                  </a:lnTo>
                  <a:lnTo>
                    <a:pt x="3374359" y="672787"/>
                  </a:lnTo>
                  <a:lnTo>
                    <a:pt x="3375323" y="666343"/>
                  </a:lnTo>
                  <a:lnTo>
                    <a:pt x="3376287" y="660372"/>
                  </a:lnTo>
                  <a:lnTo>
                    <a:pt x="3377251" y="655003"/>
                  </a:lnTo>
                  <a:lnTo>
                    <a:pt x="3378215" y="650207"/>
                  </a:lnTo>
                  <a:lnTo>
                    <a:pt x="3379179" y="645976"/>
                  </a:lnTo>
                  <a:lnTo>
                    <a:pt x="3380143" y="642313"/>
                  </a:lnTo>
                  <a:lnTo>
                    <a:pt x="3381107" y="639229"/>
                  </a:lnTo>
                  <a:lnTo>
                    <a:pt x="3382071" y="636741"/>
                  </a:lnTo>
                  <a:lnTo>
                    <a:pt x="3383035" y="634875"/>
                  </a:lnTo>
                  <a:lnTo>
                    <a:pt x="3383999" y="633611"/>
                  </a:lnTo>
                  <a:lnTo>
                    <a:pt x="3384963" y="632931"/>
                  </a:lnTo>
                  <a:lnTo>
                    <a:pt x="3385927" y="632703"/>
                  </a:lnTo>
                  <a:lnTo>
                    <a:pt x="3386891" y="632873"/>
                  </a:lnTo>
                  <a:lnTo>
                    <a:pt x="3387855" y="633407"/>
                  </a:lnTo>
                  <a:lnTo>
                    <a:pt x="3388819" y="634272"/>
                  </a:lnTo>
                  <a:lnTo>
                    <a:pt x="3389783" y="635436"/>
                  </a:lnTo>
                  <a:lnTo>
                    <a:pt x="3390747" y="636900"/>
                  </a:lnTo>
                  <a:lnTo>
                    <a:pt x="3391711" y="638659"/>
                  </a:lnTo>
                  <a:lnTo>
                    <a:pt x="3392675" y="640675"/>
                  </a:lnTo>
                  <a:lnTo>
                    <a:pt x="3393639" y="642942"/>
                  </a:lnTo>
                  <a:lnTo>
                    <a:pt x="3394603" y="645455"/>
                  </a:lnTo>
                  <a:lnTo>
                    <a:pt x="3395567" y="648165"/>
                  </a:lnTo>
                  <a:lnTo>
                    <a:pt x="3396531" y="651032"/>
                  </a:lnTo>
                  <a:lnTo>
                    <a:pt x="3397495" y="653994"/>
                  </a:lnTo>
                  <a:lnTo>
                    <a:pt x="3398459" y="657052"/>
                  </a:lnTo>
                  <a:lnTo>
                    <a:pt x="3399423" y="660155"/>
                  </a:lnTo>
                  <a:lnTo>
                    <a:pt x="3400387" y="663251"/>
                  </a:lnTo>
                  <a:lnTo>
                    <a:pt x="3401351" y="666389"/>
                  </a:lnTo>
                  <a:lnTo>
                    <a:pt x="3402315" y="669588"/>
                  </a:lnTo>
                  <a:lnTo>
                    <a:pt x="3403279" y="672790"/>
                  </a:lnTo>
                  <a:lnTo>
                    <a:pt x="3404243" y="675918"/>
                  </a:lnTo>
                  <a:lnTo>
                    <a:pt x="3405207" y="678935"/>
                  </a:lnTo>
                  <a:lnTo>
                    <a:pt x="3406171" y="681693"/>
                  </a:lnTo>
                  <a:lnTo>
                    <a:pt x="3407135" y="684229"/>
                  </a:lnTo>
                  <a:lnTo>
                    <a:pt x="3408099" y="686537"/>
                  </a:lnTo>
                  <a:lnTo>
                    <a:pt x="3409063" y="688642"/>
                  </a:lnTo>
                  <a:lnTo>
                    <a:pt x="3410027" y="690505"/>
                  </a:lnTo>
                  <a:lnTo>
                    <a:pt x="3410991" y="692119"/>
                  </a:lnTo>
                  <a:lnTo>
                    <a:pt x="3411955" y="693535"/>
                  </a:lnTo>
                  <a:lnTo>
                    <a:pt x="3412919" y="694675"/>
                  </a:lnTo>
                  <a:lnTo>
                    <a:pt x="3413883" y="695532"/>
                  </a:lnTo>
                  <a:lnTo>
                    <a:pt x="3414847" y="696096"/>
                  </a:lnTo>
                  <a:lnTo>
                    <a:pt x="3415811" y="696361"/>
                  </a:lnTo>
                  <a:lnTo>
                    <a:pt x="3416775" y="696306"/>
                  </a:lnTo>
                  <a:lnTo>
                    <a:pt x="3417739" y="696049"/>
                  </a:lnTo>
                  <a:lnTo>
                    <a:pt x="3418703" y="695547"/>
                  </a:lnTo>
                  <a:lnTo>
                    <a:pt x="3419667" y="694680"/>
                  </a:lnTo>
                  <a:lnTo>
                    <a:pt x="3420631" y="693442"/>
                  </a:lnTo>
                  <a:lnTo>
                    <a:pt x="3421595" y="691915"/>
                  </a:lnTo>
                  <a:lnTo>
                    <a:pt x="3422559" y="690156"/>
                  </a:lnTo>
                  <a:lnTo>
                    <a:pt x="3423523" y="688136"/>
                  </a:lnTo>
                  <a:lnTo>
                    <a:pt x="3424487" y="685877"/>
                  </a:lnTo>
                  <a:lnTo>
                    <a:pt x="3425451" y="683319"/>
                  </a:lnTo>
                  <a:lnTo>
                    <a:pt x="3426415" y="680411"/>
                  </a:lnTo>
                  <a:lnTo>
                    <a:pt x="3427379" y="677253"/>
                  </a:lnTo>
                  <a:lnTo>
                    <a:pt x="3428343" y="673859"/>
                  </a:lnTo>
                  <a:lnTo>
                    <a:pt x="3429307" y="670307"/>
                  </a:lnTo>
                  <a:lnTo>
                    <a:pt x="3430271" y="666600"/>
                  </a:lnTo>
                  <a:lnTo>
                    <a:pt x="3431235" y="662724"/>
                  </a:lnTo>
                  <a:lnTo>
                    <a:pt x="3432199" y="658681"/>
                  </a:lnTo>
                  <a:lnTo>
                    <a:pt x="3433163" y="654411"/>
                  </a:lnTo>
                  <a:lnTo>
                    <a:pt x="3434127" y="649998"/>
                  </a:lnTo>
                  <a:lnTo>
                    <a:pt x="3435091" y="645461"/>
                  </a:lnTo>
                  <a:lnTo>
                    <a:pt x="3436055" y="640834"/>
                  </a:lnTo>
                  <a:lnTo>
                    <a:pt x="3437019" y="636165"/>
                  </a:lnTo>
                  <a:lnTo>
                    <a:pt x="3437983" y="631588"/>
                  </a:lnTo>
                  <a:lnTo>
                    <a:pt x="3438947" y="627122"/>
                  </a:lnTo>
                  <a:lnTo>
                    <a:pt x="3439911" y="622739"/>
                  </a:lnTo>
                  <a:lnTo>
                    <a:pt x="3440875" y="618463"/>
                  </a:lnTo>
                  <a:lnTo>
                    <a:pt x="3441839" y="614269"/>
                  </a:lnTo>
                  <a:lnTo>
                    <a:pt x="3442803" y="610132"/>
                  </a:lnTo>
                  <a:lnTo>
                    <a:pt x="3443767" y="606067"/>
                  </a:lnTo>
                  <a:lnTo>
                    <a:pt x="3444731" y="602153"/>
                  </a:lnTo>
                  <a:lnTo>
                    <a:pt x="3445695" y="598498"/>
                  </a:lnTo>
                  <a:lnTo>
                    <a:pt x="3446659" y="595130"/>
                  </a:lnTo>
                  <a:lnTo>
                    <a:pt x="3447623" y="592119"/>
                  </a:lnTo>
                  <a:lnTo>
                    <a:pt x="3448587" y="589556"/>
                  </a:lnTo>
                  <a:lnTo>
                    <a:pt x="3449551" y="587464"/>
                  </a:lnTo>
                  <a:lnTo>
                    <a:pt x="3450515" y="585805"/>
                  </a:lnTo>
                  <a:lnTo>
                    <a:pt x="3451479" y="584530"/>
                  </a:lnTo>
                  <a:lnTo>
                    <a:pt x="3452443" y="583598"/>
                  </a:lnTo>
                  <a:lnTo>
                    <a:pt x="3453407" y="582990"/>
                  </a:lnTo>
                  <a:lnTo>
                    <a:pt x="3454371" y="582835"/>
                  </a:lnTo>
                  <a:lnTo>
                    <a:pt x="3455335" y="583173"/>
                  </a:lnTo>
                  <a:lnTo>
                    <a:pt x="3456299" y="584099"/>
                  </a:lnTo>
                  <a:lnTo>
                    <a:pt x="3457263" y="585663"/>
                  </a:lnTo>
                  <a:lnTo>
                    <a:pt x="3458227" y="587818"/>
                  </a:lnTo>
                  <a:lnTo>
                    <a:pt x="3459191" y="590586"/>
                  </a:lnTo>
                  <a:lnTo>
                    <a:pt x="3460155" y="593852"/>
                  </a:lnTo>
                  <a:lnTo>
                    <a:pt x="3461119" y="597585"/>
                  </a:lnTo>
                  <a:lnTo>
                    <a:pt x="3462083" y="601737"/>
                  </a:lnTo>
                  <a:lnTo>
                    <a:pt x="3463047" y="606226"/>
                  </a:lnTo>
                  <a:lnTo>
                    <a:pt x="3464011" y="611069"/>
                  </a:lnTo>
                  <a:lnTo>
                    <a:pt x="3464975" y="616258"/>
                  </a:lnTo>
                  <a:lnTo>
                    <a:pt x="3465939" y="621736"/>
                  </a:lnTo>
                  <a:lnTo>
                    <a:pt x="3466903" y="627414"/>
                  </a:lnTo>
                  <a:lnTo>
                    <a:pt x="3467867" y="633371"/>
                  </a:lnTo>
                  <a:lnTo>
                    <a:pt x="3468831" y="639684"/>
                  </a:lnTo>
                  <a:lnTo>
                    <a:pt x="3469795" y="646315"/>
                  </a:lnTo>
                  <a:lnTo>
                    <a:pt x="3470759" y="653190"/>
                  </a:lnTo>
                  <a:lnTo>
                    <a:pt x="3471723" y="660296"/>
                  </a:lnTo>
                  <a:lnTo>
                    <a:pt x="3472687" y="667694"/>
                  </a:lnTo>
                  <a:lnTo>
                    <a:pt x="3473651" y="675383"/>
                  </a:lnTo>
                  <a:lnTo>
                    <a:pt x="3474615" y="683400"/>
                  </a:lnTo>
                  <a:lnTo>
                    <a:pt x="3475579" y="691720"/>
                  </a:lnTo>
                  <a:lnTo>
                    <a:pt x="3476543" y="700345"/>
                  </a:lnTo>
                  <a:lnTo>
                    <a:pt x="3477507" y="709246"/>
                  </a:lnTo>
                  <a:lnTo>
                    <a:pt x="3478471" y="718401"/>
                  </a:lnTo>
                  <a:lnTo>
                    <a:pt x="3479435" y="727837"/>
                  </a:lnTo>
                  <a:lnTo>
                    <a:pt x="3480399" y="737553"/>
                  </a:lnTo>
                  <a:lnTo>
                    <a:pt x="3481363" y="747652"/>
                  </a:lnTo>
                  <a:lnTo>
                    <a:pt x="3482327" y="758180"/>
                  </a:lnTo>
                  <a:lnTo>
                    <a:pt x="3483291" y="769148"/>
                  </a:lnTo>
                  <a:lnTo>
                    <a:pt x="3484256" y="780575"/>
                  </a:lnTo>
                  <a:lnTo>
                    <a:pt x="3485220" y="792501"/>
                  </a:lnTo>
                  <a:lnTo>
                    <a:pt x="3486184" y="804835"/>
                  </a:lnTo>
                  <a:lnTo>
                    <a:pt x="3487148" y="817539"/>
                  </a:lnTo>
                  <a:lnTo>
                    <a:pt x="3488112" y="830639"/>
                  </a:lnTo>
                  <a:lnTo>
                    <a:pt x="3489076" y="844140"/>
                  </a:lnTo>
                  <a:lnTo>
                    <a:pt x="3490040" y="858052"/>
                  </a:lnTo>
                  <a:lnTo>
                    <a:pt x="3491004" y="872431"/>
                  </a:lnTo>
                  <a:lnTo>
                    <a:pt x="3491968" y="887276"/>
                  </a:lnTo>
                  <a:lnTo>
                    <a:pt x="3492932" y="902562"/>
                  </a:lnTo>
                  <a:lnTo>
                    <a:pt x="3493896" y="918210"/>
                  </a:lnTo>
                  <a:lnTo>
                    <a:pt x="3494860" y="934172"/>
                  </a:lnTo>
                  <a:lnTo>
                    <a:pt x="3495824" y="950414"/>
                  </a:lnTo>
                  <a:lnTo>
                    <a:pt x="3496788" y="966815"/>
                  </a:lnTo>
                  <a:lnTo>
                    <a:pt x="3497752" y="983263"/>
                  </a:lnTo>
                  <a:lnTo>
                    <a:pt x="3498716" y="999764"/>
                  </a:lnTo>
                  <a:lnTo>
                    <a:pt x="3499680" y="1016310"/>
                  </a:lnTo>
                  <a:lnTo>
                    <a:pt x="3500644" y="1032969"/>
                  </a:lnTo>
                  <a:lnTo>
                    <a:pt x="3501608" y="1049750"/>
                  </a:lnTo>
                  <a:lnTo>
                    <a:pt x="3502572" y="1066582"/>
                  </a:lnTo>
                  <a:lnTo>
                    <a:pt x="3503536" y="1083336"/>
                  </a:lnTo>
                  <a:lnTo>
                    <a:pt x="3504500" y="1099899"/>
                  </a:lnTo>
                  <a:lnTo>
                    <a:pt x="3505464" y="1116083"/>
                  </a:lnTo>
                  <a:lnTo>
                    <a:pt x="3506428" y="1131794"/>
                  </a:lnTo>
                  <a:lnTo>
                    <a:pt x="3507392" y="1147035"/>
                  </a:lnTo>
                  <a:lnTo>
                    <a:pt x="3508356" y="1161839"/>
                  </a:lnTo>
                  <a:lnTo>
                    <a:pt x="3509320" y="1176226"/>
                  </a:lnTo>
                  <a:lnTo>
                    <a:pt x="3510284" y="1190174"/>
                  </a:lnTo>
                  <a:lnTo>
                    <a:pt x="3511248" y="1203788"/>
                  </a:lnTo>
                  <a:lnTo>
                    <a:pt x="3512212" y="1217042"/>
                  </a:lnTo>
                  <a:lnTo>
                    <a:pt x="3513176" y="1229887"/>
                  </a:lnTo>
                  <a:lnTo>
                    <a:pt x="3514140" y="1242354"/>
                  </a:lnTo>
                  <a:lnTo>
                    <a:pt x="3515104" y="1254472"/>
                  </a:lnTo>
                  <a:lnTo>
                    <a:pt x="3516068" y="1266247"/>
                  </a:lnTo>
                  <a:lnTo>
                    <a:pt x="3517032" y="1277635"/>
                  </a:lnTo>
                  <a:lnTo>
                    <a:pt x="3517996" y="1288618"/>
                  </a:lnTo>
                  <a:lnTo>
                    <a:pt x="3518960" y="1299247"/>
                  </a:lnTo>
                  <a:lnTo>
                    <a:pt x="3519924" y="1309593"/>
                  </a:lnTo>
                  <a:lnTo>
                    <a:pt x="3520888" y="1319630"/>
                  </a:lnTo>
                  <a:lnTo>
                    <a:pt x="3521852" y="1329335"/>
                  </a:lnTo>
                  <a:lnTo>
                    <a:pt x="3522816" y="1338690"/>
                  </a:lnTo>
                  <a:lnTo>
                    <a:pt x="3523780" y="1347647"/>
                  </a:lnTo>
                  <a:lnTo>
                    <a:pt x="3524744" y="1356172"/>
                  </a:lnTo>
                  <a:lnTo>
                    <a:pt x="3525708" y="1364180"/>
                  </a:lnTo>
                  <a:lnTo>
                    <a:pt x="3526672" y="1371696"/>
                  </a:lnTo>
                  <a:lnTo>
                    <a:pt x="3527636" y="1378693"/>
                  </a:lnTo>
                  <a:lnTo>
                    <a:pt x="3528600" y="1385124"/>
                  </a:lnTo>
                  <a:lnTo>
                    <a:pt x="3529564" y="1390964"/>
                  </a:lnTo>
                  <a:lnTo>
                    <a:pt x="3530528" y="1396132"/>
                  </a:lnTo>
                  <a:lnTo>
                    <a:pt x="3531492" y="1400570"/>
                  </a:lnTo>
                  <a:lnTo>
                    <a:pt x="3532456" y="1404254"/>
                  </a:lnTo>
                  <a:lnTo>
                    <a:pt x="3533420" y="1407121"/>
                  </a:lnTo>
                  <a:lnTo>
                    <a:pt x="3534384" y="1409066"/>
                  </a:lnTo>
                  <a:lnTo>
                    <a:pt x="3535348" y="1410086"/>
                  </a:lnTo>
                  <a:lnTo>
                    <a:pt x="3536312" y="1410124"/>
                  </a:lnTo>
                  <a:lnTo>
                    <a:pt x="3537276" y="1409154"/>
                  </a:lnTo>
                  <a:lnTo>
                    <a:pt x="3538240" y="1407211"/>
                  </a:lnTo>
                  <a:lnTo>
                    <a:pt x="3539204" y="1404306"/>
                  </a:lnTo>
                  <a:lnTo>
                    <a:pt x="3540168" y="1400417"/>
                  </a:lnTo>
                  <a:lnTo>
                    <a:pt x="3541132" y="1395565"/>
                  </a:lnTo>
                  <a:lnTo>
                    <a:pt x="3542096" y="1389762"/>
                  </a:lnTo>
                  <a:lnTo>
                    <a:pt x="3543060" y="1383022"/>
                  </a:lnTo>
                  <a:lnTo>
                    <a:pt x="3544024" y="1375272"/>
                  </a:lnTo>
                  <a:lnTo>
                    <a:pt x="3544988" y="1366546"/>
                  </a:lnTo>
                  <a:lnTo>
                    <a:pt x="3545952" y="1356930"/>
                  </a:lnTo>
                  <a:lnTo>
                    <a:pt x="3546916" y="1346473"/>
                  </a:lnTo>
                  <a:lnTo>
                    <a:pt x="3547880" y="1335168"/>
                  </a:lnTo>
                  <a:lnTo>
                    <a:pt x="3548844" y="1323020"/>
                  </a:lnTo>
                  <a:lnTo>
                    <a:pt x="3549808" y="1310044"/>
                  </a:lnTo>
                  <a:lnTo>
                    <a:pt x="3550772" y="1296308"/>
                  </a:lnTo>
                  <a:lnTo>
                    <a:pt x="3551736" y="1281955"/>
                  </a:lnTo>
                  <a:lnTo>
                    <a:pt x="3552700" y="1267030"/>
                  </a:lnTo>
                  <a:lnTo>
                    <a:pt x="3553664" y="1251635"/>
                  </a:lnTo>
                  <a:lnTo>
                    <a:pt x="3554628" y="1235900"/>
                  </a:lnTo>
                  <a:lnTo>
                    <a:pt x="3555592" y="1219854"/>
                  </a:lnTo>
                  <a:lnTo>
                    <a:pt x="3556556" y="1203507"/>
                  </a:lnTo>
                  <a:lnTo>
                    <a:pt x="3557520" y="1186902"/>
                  </a:lnTo>
                  <a:lnTo>
                    <a:pt x="3558484" y="1170227"/>
                  </a:lnTo>
                  <a:lnTo>
                    <a:pt x="3559448" y="1153468"/>
                  </a:lnTo>
                  <a:lnTo>
                    <a:pt x="3560412" y="1136627"/>
                  </a:lnTo>
                  <a:lnTo>
                    <a:pt x="3561376" y="1119794"/>
                  </a:lnTo>
                  <a:lnTo>
                    <a:pt x="3562340" y="1102973"/>
                  </a:lnTo>
                  <a:lnTo>
                    <a:pt x="3563304" y="1086203"/>
                  </a:lnTo>
                  <a:lnTo>
                    <a:pt x="3564268" y="1069483"/>
                  </a:lnTo>
                  <a:lnTo>
                    <a:pt x="3565232" y="1052869"/>
                  </a:lnTo>
                  <a:lnTo>
                    <a:pt x="3566196" y="1036330"/>
                  </a:lnTo>
                  <a:lnTo>
                    <a:pt x="3567160" y="1019894"/>
                  </a:lnTo>
                  <a:lnTo>
                    <a:pt x="3568124" y="1003547"/>
                  </a:lnTo>
                  <a:lnTo>
                    <a:pt x="3569088" y="987273"/>
                  </a:lnTo>
                  <a:lnTo>
                    <a:pt x="3570052" y="971056"/>
                  </a:lnTo>
                  <a:lnTo>
                    <a:pt x="3571016" y="954891"/>
                  </a:lnTo>
                  <a:lnTo>
                    <a:pt x="3571980" y="938800"/>
                  </a:lnTo>
                  <a:lnTo>
                    <a:pt x="3572944" y="922803"/>
                  </a:lnTo>
                  <a:lnTo>
                    <a:pt x="3573908" y="906977"/>
                  </a:lnTo>
                  <a:lnTo>
                    <a:pt x="3574872" y="891309"/>
                  </a:lnTo>
                  <a:lnTo>
                    <a:pt x="3575836" y="875741"/>
                  </a:lnTo>
                  <a:lnTo>
                    <a:pt x="3576800" y="860258"/>
                  </a:lnTo>
                  <a:lnTo>
                    <a:pt x="3577764" y="844894"/>
                  </a:lnTo>
                  <a:lnTo>
                    <a:pt x="3578728" y="829648"/>
                  </a:lnTo>
                  <a:lnTo>
                    <a:pt x="3579692" y="814486"/>
                  </a:lnTo>
                  <a:lnTo>
                    <a:pt x="3580656" y="799448"/>
                  </a:lnTo>
                  <a:lnTo>
                    <a:pt x="3581620" y="784538"/>
                  </a:lnTo>
                  <a:lnTo>
                    <a:pt x="3582584" y="769808"/>
                  </a:lnTo>
                  <a:lnTo>
                    <a:pt x="3583548" y="755308"/>
                  </a:lnTo>
                  <a:lnTo>
                    <a:pt x="3584512" y="741145"/>
                  </a:lnTo>
                  <a:lnTo>
                    <a:pt x="3585476" y="727365"/>
                  </a:lnTo>
                  <a:lnTo>
                    <a:pt x="3586440" y="713979"/>
                  </a:lnTo>
                  <a:lnTo>
                    <a:pt x="3587404" y="700925"/>
                  </a:lnTo>
                  <a:lnTo>
                    <a:pt x="3588368" y="688152"/>
                  </a:lnTo>
                  <a:lnTo>
                    <a:pt x="3589332" y="675706"/>
                  </a:lnTo>
                  <a:lnTo>
                    <a:pt x="3590296" y="663601"/>
                  </a:lnTo>
                  <a:lnTo>
                    <a:pt x="3591260" y="651908"/>
                  </a:lnTo>
                  <a:lnTo>
                    <a:pt x="3592224" y="640699"/>
                  </a:lnTo>
                  <a:lnTo>
                    <a:pt x="3593188" y="630073"/>
                  </a:lnTo>
                  <a:lnTo>
                    <a:pt x="3594152" y="620031"/>
                  </a:lnTo>
                  <a:lnTo>
                    <a:pt x="3595117" y="610515"/>
                  </a:lnTo>
                  <a:lnTo>
                    <a:pt x="3596081" y="601513"/>
                  </a:lnTo>
                  <a:lnTo>
                    <a:pt x="3597045" y="593036"/>
                  </a:lnTo>
                  <a:lnTo>
                    <a:pt x="3598009" y="585057"/>
                  </a:lnTo>
                  <a:lnTo>
                    <a:pt x="3598973" y="577486"/>
                  </a:lnTo>
                  <a:lnTo>
                    <a:pt x="3599937" y="570308"/>
                  </a:lnTo>
                  <a:lnTo>
                    <a:pt x="3600901" y="563435"/>
                  </a:lnTo>
                  <a:lnTo>
                    <a:pt x="3601865" y="556885"/>
                  </a:lnTo>
                  <a:lnTo>
                    <a:pt x="3602829" y="550681"/>
                  </a:lnTo>
                  <a:lnTo>
                    <a:pt x="3603793" y="544782"/>
                  </a:lnTo>
                  <a:lnTo>
                    <a:pt x="3604757" y="539221"/>
                  </a:lnTo>
                  <a:lnTo>
                    <a:pt x="3605721" y="533980"/>
                  </a:lnTo>
                  <a:lnTo>
                    <a:pt x="3606685" y="528920"/>
                  </a:lnTo>
                  <a:lnTo>
                    <a:pt x="3607649" y="523921"/>
                  </a:lnTo>
                  <a:lnTo>
                    <a:pt x="3608613" y="519087"/>
                  </a:lnTo>
                  <a:lnTo>
                    <a:pt x="3609577" y="514467"/>
                  </a:lnTo>
                  <a:lnTo>
                    <a:pt x="3610541" y="510074"/>
                  </a:lnTo>
                  <a:lnTo>
                    <a:pt x="3611505" y="505933"/>
                  </a:lnTo>
                  <a:lnTo>
                    <a:pt x="3612469" y="502076"/>
                  </a:lnTo>
                  <a:lnTo>
                    <a:pt x="3613433" y="498522"/>
                  </a:lnTo>
                  <a:lnTo>
                    <a:pt x="3614397" y="495299"/>
                  </a:lnTo>
                  <a:lnTo>
                    <a:pt x="3615361" y="492444"/>
                  </a:lnTo>
                  <a:lnTo>
                    <a:pt x="3616325" y="489932"/>
                  </a:lnTo>
                  <a:lnTo>
                    <a:pt x="3617289" y="487771"/>
                  </a:lnTo>
                  <a:lnTo>
                    <a:pt x="3618253" y="485942"/>
                  </a:lnTo>
                  <a:lnTo>
                    <a:pt x="3619217" y="484460"/>
                  </a:lnTo>
                  <a:lnTo>
                    <a:pt x="3620181" y="483310"/>
                  </a:lnTo>
                  <a:lnTo>
                    <a:pt x="3621145" y="482492"/>
                  </a:lnTo>
                  <a:lnTo>
                    <a:pt x="3622109" y="481976"/>
                  </a:lnTo>
                  <a:lnTo>
                    <a:pt x="3623073" y="481773"/>
                  </a:lnTo>
                  <a:lnTo>
                    <a:pt x="3624037" y="481918"/>
                  </a:lnTo>
                  <a:lnTo>
                    <a:pt x="3625001" y="482422"/>
                  </a:lnTo>
                  <a:lnTo>
                    <a:pt x="3625965" y="483302"/>
                  </a:lnTo>
                  <a:lnTo>
                    <a:pt x="3626929" y="484543"/>
                  </a:lnTo>
                  <a:lnTo>
                    <a:pt x="3627893" y="486187"/>
                  </a:lnTo>
                  <a:lnTo>
                    <a:pt x="3628857" y="488166"/>
                  </a:lnTo>
                  <a:lnTo>
                    <a:pt x="3629821" y="490460"/>
                  </a:lnTo>
                  <a:lnTo>
                    <a:pt x="3630785" y="493091"/>
                  </a:lnTo>
                  <a:lnTo>
                    <a:pt x="3631749" y="496084"/>
                  </a:lnTo>
                  <a:lnTo>
                    <a:pt x="3632713" y="499418"/>
                  </a:lnTo>
                  <a:lnTo>
                    <a:pt x="3633677" y="502990"/>
                  </a:lnTo>
                  <a:lnTo>
                    <a:pt x="3634641" y="506777"/>
                  </a:lnTo>
                  <a:lnTo>
                    <a:pt x="3635605" y="510754"/>
                  </a:lnTo>
                  <a:lnTo>
                    <a:pt x="3636569" y="514974"/>
                  </a:lnTo>
                  <a:lnTo>
                    <a:pt x="3637533" y="519418"/>
                  </a:lnTo>
                  <a:lnTo>
                    <a:pt x="3638497" y="524026"/>
                  </a:lnTo>
                  <a:lnTo>
                    <a:pt x="3639461" y="528724"/>
                  </a:lnTo>
                  <a:lnTo>
                    <a:pt x="3640425" y="533434"/>
                  </a:lnTo>
                  <a:lnTo>
                    <a:pt x="3641389" y="538070"/>
                  </a:lnTo>
                  <a:lnTo>
                    <a:pt x="3642353" y="542543"/>
                  </a:lnTo>
                  <a:lnTo>
                    <a:pt x="3643317" y="546934"/>
                  </a:lnTo>
                  <a:lnTo>
                    <a:pt x="3644281" y="551249"/>
                  </a:lnTo>
                  <a:lnTo>
                    <a:pt x="3645245" y="555517"/>
                  </a:lnTo>
                  <a:lnTo>
                    <a:pt x="3646209" y="559760"/>
                  </a:lnTo>
                  <a:lnTo>
                    <a:pt x="3647173" y="564077"/>
                  </a:lnTo>
                  <a:lnTo>
                    <a:pt x="3648137" y="568488"/>
                  </a:lnTo>
                  <a:lnTo>
                    <a:pt x="3649101" y="572993"/>
                  </a:lnTo>
                  <a:lnTo>
                    <a:pt x="3650065" y="577623"/>
                  </a:lnTo>
                  <a:lnTo>
                    <a:pt x="3651029" y="582330"/>
                  </a:lnTo>
                  <a:lnTo>
                    <a:pt x="3651993" y="587089"/>
                  </a:lnTo>
                  <a:lnTo>
                    <a:pt x="3652957" y="591886"/>
                  </a:lnTo>
                  <a:lnTo>
                    <a:pt x="3653921" y="596727"/>
                  </a:lnTo>
                  <a:lnTo>
                    <a:pt x="3654885" y="601643"/>
                  </a:lnTo>
                  <a:lnTo>
                    <a:pt x="3655849" y="606662"/>
                  </a:lnTo>
                  <a:lnTo>
                    <a:pt x="3656813" y="611754"/>
                  </a:lnTo>
                  <a:lnTo>
                    <a:pt x="3657777" y="616800"/>
                  </a:lnTo>
                  <a:lnTo>
                    <a:pt x="3658741" y="621710"/>
                  </a:lnTo>
                  <a:lnTo>
                    <a:pt x="3659705" y="626448"/>
                  </a:lnTo>
                  <a:lnTo>
                    <a:pt x="3660669" y="630892"/>
                  </a:lnTo>
                  <a:lnTo>
                    <a:pt x="3661633" y="634900"/>
                  </a:lnTo>
                  <a:lnTo>
                    <a:pt x="3662597" y="638471"/>
                  </a:lnTo>
                  <a:lnTo>
                    <a:pt x="3663561" y="641520"/>
                  </a:lnTo>
                  <a:lnTo>
                    <a:pt x="3664525" y="643969"/>
                  </a:lnTo>
                  <a:lnTo>
                    <a:pt x="3665489" y="645785"/>
                  </a:lnTo>
                  <a:lnTo>
                    <a:pt x="3666453" y="646999"/>
                  </a:lnTo>
                  <a:lnTo>
                    <a:pt x="3667417" y="647604"/>
                  </a:lnTo>
                  <a:lnTo>
                    <a:pt x="3668381" y="647616"/>
                  </a:lnTo>
                  <a:lnTo>
                    <a:pt x="3669345" y="647051"/>
                  </a:lnTo>
                  <a:lnTo>
                    <a:pt x="3670309" y="645925"/>
                  </a:lnTo>
                  <a:lnTo>
                    <a:pt x="3671273" y="644205"/>
                  </a:lnTo>
                  <a:lnTo>
                    <a:pt x="3672237" y="641887"/>
                  </a:lnTo>
                  <a:lnTo>
                    <a:pt x="3673201" y="639065"/>
                  </a:lnTo>
                  <a:lnTo>
                    <a:pt x="3674165" y="635765"/>
                  </a:lnTo>
                  <a:lnTo>
                    <a:pt x="3675129" y="632001"/>
                  </a:lnTo>
                  <a:lnTo>
                    <a:pt x="3676093" y="627792"/>
                  </a:lnTo>
                  <a:lnTo>
                    <a:pt x="3677057" y="623177"/>
                  </a:lnTo>
                  <a:lnTo>
                    <a:pt x="3678021" y="618241"/>
                  </a:lnTo>
                  <a:lnTo>
                    <a:pt x="3678985" y="612995"/>
                  </a:lnTo>
                  <a:lnTo>
                    <a:pt x="3679949" y="607393"/>
                  </a:lnTo>
                  <a:lnTo>
                    <a:pt x="3680913" y="601348"/>
                  </a:lnTo>
                  <a:lnTo>
                    <a:pt x="3681877" y="594893"/>
                  </a:lnTo>
                  <a:lnTo>
                    <a:pt x="3682841" y="588000"/>
                  </a:lnTo>
                  <a:lnTo>
                    <a:pt x="3683805" y="580677"/>
                  </a:lnTo>
                  <a:lnTo>
                    <a:pt x="3684769" y="572956"/>
                  </a:lnTo>
                  <a:lnTo>
                    <a:pt x="3685733" y="564819"/>
                  </a:lnTo>
                  <a:lnTo>
                    <a:pt x="3686697" y="556306"/>
                  </a:lnTo>
                  <a:lnTo>
                    <a:pt x="3687661" y="547434"/>
                  </a:lnTo>
                  <a:lnTo>
                    <a:pt x="3688625" y="538250"/>
                  </a:lnTo>
                  <a:lnTo>
                    <a:pt x="3689589" y="528783"/>
                  </a:lnTo>
                  <a:lnTo>
                    <a:pt x="3690553" y="519099"/>
                  </a:lnTo>
                  <a:lnTo>
                    <a:pt x="3691517" y="509194"/>
                  </a:lnTo>
                  <a:lnTo>
                    <a:pt x="3692481" y="499027"/>
                  </a:lnTo>
                  <a:lnTo>
                    <a:pt x="3693445" y="488603"/>
                  </a:lnTo>
                  <a:lnTo>
                    <a:pt x="3694409" y="477935"/>
                  </a:lnTo>
                  <a:lnTo>
                    <a:pt x="3695373" y="466971"/>
                  </a:lnTo>
                  <a:lnTo>
                    <a:pt x="3696337" y="455643"/>
                  </a:lnTo>
                  <a:lnTo>
                    <a:pt x="3697301" y="444049"/>
                  </a:lnTo>
                  <a:lnTo>
                    <a:pt x="3698265" y="432207"/>
                  </a:lnTo>
                  <a:lnTo>
                    <a:pt x="3699229" y="420083"/>
                  </a:lnTo>
                  <a:lnTo>
                    <a:pt x="3700193" y="407704"/>
                  </a:lnTo>
                  <a:lnTo>
                    <a:pt x="3701157" y="395122"/>
                  </a:lnTo>
                  <a:lnTo>
                    <a:pt x="3702121" y="382306"/>
                  </a:lnTo>
                  <a:lnTo>
                    <a:pt x="3703085" y="369217"/>
                  </a:lnTo>
                  <a:lnTo>
                    <a:pt x="3704049" y="355886"/>
                  </a:lnTo>
                  <a:lnTo>
                    <a:pt x="3705013" y="342371"/>
                  </a:lnTo>
                  <a:lnTo>
                    <a:pt x="3705977" y="328673"/>
                  </a:lnTo>
                  <a:lnTo>
                    <a:pt x="3706942" y="314859"/>
                  </a:lnTo>
                  <a:lnTo>
                    <a:pt x="3707906" y="300922"/>
                  </a:lnTo>
                  <a:lnTo>
                    <a:pt x="3708870" y="286954"/>
                  </a:lnTo>
                  <a:lnTo>
                    <a:pt x="3709834" y="273119"/>
                  </a:lnTo>
                  <a:lnTo>
                    <a:pt x="3710798" y="259488"/>
                  </a:lnTo>
                  <a:lnTo>
                    <a:pt x="3711762" y="246054"/>
                  </a:lnTo>
                  <a:lnTo>
                    <a:pt x="3712726" y="232878"/>
                  </a:lnTo>
                  <a:lnTo>
                    <a:pt x="3713690" y="220103"/>
                  </a:lnTo>
                  <a:lnTo>
                    <a:pt x="3714654" y="207736"/>
                  </a:lnTo>
                  <a:lnTo>
                    <a:pt x="3715618" y="195805"/>
                  </a:lnTo>
                  <a:lnTo>
                    <a:pt x="3716582" y="184351"/>
                  </a:lnTo>
                  <a:lnTo>
                    <a:pt x="3717546" y="173434"/>
                  </a:lnTo>
                  <a:lnTo>
                    <a:pt x="3718510" y="163051"/>
                  </a:lnTo>
                  <a:lnTo>
                    <a:pt x="3719474" y="153205"/>
                  </a:lnTo>
                  <a:lnTo>
                    <a:pt x="3720438" y="143988"/>
                  </a:lnTo>
                  <a:lnTo>
                    <a:pt x="3721402" y="135362"/>
                  </a:lnTo>
                  <a:lnTo>
                    <a:pt x="3722366" y="127226"/>
                  </a:lnTo>
                  <a:lnTo>
                    <a:pt x="3723330" y="119556"/>
                  </a:lnTo>
                  <a:lnTo>
                    <a:pt x="3724294" y="112312"/>
                  </a:lnTo>
                  <a:lnTo>
                    <a:pt x="3725258" y="105473"/>
                  </a:lnTo>
                  <a:lnTo>
                    <a:pt x="3726222" y="98970"/>
                  </a:lnTo>
                  <a:lnTo>
                    <a:pt x="3727186" y="92774"/>
                  </a:lnTo>
                  <a:lnTo>
                    <a:pt x="3728150" y="86876"/>
                  </a:lnTo>
                  <a:lnTo>
                    <a:pt x="3729114" y="81301"/>
                  </a:lnTo>
                  <a:lnTo>
                    <a:pt x="3730078" y="76146"/>
                  </a:lnTo>
                  <a:lnTo>
                    <a:pt x="3731042" y="71418"/>
                  </a:lnTo>
                  <a:lnTo>
                    <a:pt x="3732006" y="67170"/>
                  </a:lnTo>
                  <a:lnTo>
                    <a:pt x="3732970" y="63438"/>
                  </a:lnTo>
                  <a:lnTo>
                    <a:pt x="3733934" y="60147"/>
                  </a:lnTo>
                  <a:lnTo>
                    <a:pt x="3734898" y="57276"/>
                  </a:lnTo>
                  <a:lnTo>
                    <a:pt x="3735862" y="54775"/>
                  </a:lnTo>
                  <a:lnTo>
                    <a:pt x="3736826" y="52680"/>
                  </a:lnTo>
                  <a:lnTo>
                    <a:pt x="3737790" y="51011"/>
                  </a:lnTo>
                  <a:lnTo>
                    <a:pt x="3738754" y="49755"/>
                  </a:lnTo>
                  <a:lnTo>
                    <a:pt x="3739718" y="48897"/>
                  </a:lnTo>
                  <a:lnTo>
                    <a:pt x="3740682" y="48495"/>
                  </a:lnTo>
                  <a:lnTo>
                    <a:pt x="3741646" y="48547"/>
                  </a:lnTo>
                  <a:lnTo>
                    <a:pt x="3742610" y="49032"/>
                  </a:lnTo>
                  <a:lnTo>
                    <a:pt x="3743574" y="49838"/>
                  </a:lnTo>
                  <a:lnTo>
                    <a:pt x="3744538" y="50987"/>
                  </a:lnTo>
                  <a:lnTo>
                    <a:pt x="3745502" y="52452"/>
                  </a:lnTo>
                  <a:lnTo>
                    <a:pt x="3746466" y="54122"/>
                  </a:lnTo>
                  <a:lnTo>
                    <a:pt x="3747430" y="56012"/>
                  </a:lnTo>
                  <a:lnTo>
                    <a:pt x="3748394" y="58233"/>
                  </a:lnTo>
                  <a:lnTo>
                    <a:pt x="3749358" y="60762"/>
                  </a:lnTo>
                  <a:lnTo>
                    <a:pt x="3750322" y="63620"/>
                  </a:lnTo>
                  <a:lnTo>
                    <a:pt x="3751286" y="66825"/>
                  </a:lnTo>
                  <a:lnTo>
                    <a:pt x="3752250" y="70386"/>
                  </a:lnTo>
                  <a:lnTo>
                    <a:pt x="3753214" y="74199"/>
                  </a:lnTo>
                  <a:lnTo>
                    <a:pt x="3754178" y="78214"/>
                  </a:lnTo>
                  <a:lnTo>
                    <a:pt x="3755142" y="82363"/>
                  </a:lnTo>
                  <a:lnTo>
                    <a:pt x="3756106" y="86662"/>
                  </a:lnTo>
                  <a:lnTo>
                    <a:pt x="3757070" y="91137"/>
                  </a:lnTo>
                  <a:lnTo>
                    <a:pt x="3758034" y="95687"/>
                  </a:lnTo>
                  <a:lnTo>
                    <a:pt x="3758998" y="100221"/>
                  </a:lnTo>
                  <a:lnTo>
                    <a:pt x="3759962" y="104727"/>
                  </a:lnTo>
                  <a:lnTo>
                    <a:pt x="3760926" y="109218"/>
                  </a:lnTo>
                  <a:lnTo>
                    <a:pt x="3761890" y="113570"/>
                  </a:lnTo>
                  <a:lnTo>
                    <a:pt x="3762854" y="117700"/>
                  </a:lnTo>
                  <a:lnTo>
                    <a:pt x="3763818" y="121566"/>
                  </a:lnTo>
                  <a:lnTo>
                    <a:pt x="3764782" y="125102"/>
                  </a:lnTo>
                  <a:lnTo>
                    <a:pt x="3765746" y="128222"/>
                  </a:lnTo>
                  <a:lnTo>
                    <a:pt x="3766710" y="130868"/>
                  </a:lnTo>
                  <a:lnTo>
                    <a:pt x="3767674" y="133074"/>
                  </a:lnTo>
                  <a:lnTo>
                    <a:pt x="3768638" y="134821"/>
                  </a:lnTo>
                  <a:lnTo>
                    <a:pt x="3769602" y="136061"/>
                  </a:lnTo>
                  <a:lnTo>
                    <a:pt x="3770566" y="136846"/>
                  </a:lnTo>
                  <a:lnTo>
                    <a:pt x="3771530" y="137231"/>
                  </a:lnTo>
                  <a:lnTo>
                    <a:pt x="3772494" y="137323"/>
                  </a:lnTo>
                  <a:lnTo>
                    <a:pt x="3773458" y="137167"/>
                  </a:lnTo>
                  <a:lnTo>
                    <a:pt x="3774422" y="136783"/>
                  </a:lnTo>
                  <a:lnTo>
                    <a:pt x="3775386" y="136231"/>
                  </a:lnTo>
                  <a:lnTo>
                    <a:pt x="3776350" y="135566"/>
                  </a:lnTo>
                  <a:lnTo>
                    <a:pt x="3777314" y="134838"/>
                  </a:lnTo>
                  <a:lnTo>
                    <a:pt x="3778278" y="134047"/>
                  </a:lnTo>
                  <a:lnTo>
                    <a:pt x="3779242" y="133201"/>
                  </a:lnTo>
                  <a:lnTo>
                    <a:pt x="3780206" y="132356"/>
                  </a:lnTo>
                  <a:lnTo>
                    <a:pt x="3781170" y="131473"/>
                  </a:lnTo>
                  <a:lnTo>
                    <a:pt x="3782134" y="130622"/>
                  </a:lnTo>
                  <a:lnTo>
                    <a:pt x="3783098" y="129919"/>
                  </a:lnTo>
                  <a:lnTo>
                    <a:pt x="3784062" y="129461"/>
                  </a:lnTo>
                  <a:lnTo>
                    <a:pt x="3785026" y="129313"/>
                  </a:lnTo>
                  <a:lnTo>
                    <a:pt x="3785990" y="129400"/>
                  </a:lnTo>
                  <a:lnTo>
                    <a:pt x="3786954" y="129713"/>
                  </a:lnTo>
                  <a:lnTo>
                    <a:pt x="3787918" y="130204"/>
                  </a:lnTo>
                  <a:lnTo>
                    <a:pt x="3788882" y="130861"/>
                  </a:lnTo>
                  <a:lnTo>
                    <a:pt x="3789846" y="131672"/>
                  </a:lnTo>
                  <a:lnTo>
                    <a:pt x="3790810" y="132652"/>
                  </a:lnTo>
                  <a:lnTo>
                    <a:pt x="3791774" y="133894"/>
                  </a:lnTo>
                  <a:lnTo>
                    <a:pt x="3792738" y="135438"/>
                  </a:lnTo>
                  <a:lnTo>
                    <a:pt x="3793702" y="137229"/>
                  </a:lnTo>
                  <a:lnTo>
                    <a:pt x="3794666" y="139328"/>
                  </a:lnTo>
                  <a:lnTo>
                    <a:pt x="3795630" y="141772"/>
                  </a:lnTo>
                  <a:lnTo>
                    <a:pt x="3796594" y="144391"/>
                  </a:lnTo>
                  <a:lnTo>
                    <a:pt x="3797558" y="147097"/>
                  </a:lnTo>
                  <a:lnTo>
                    <a:pt x="3798522" y="149871"/>
                  </a:lnTo>
                  <a:lnTo>
                    <a:pt x="3799486" y="152636"/>
                  </a:lnTo>
                  <a:lnTo>
                    <a:pt x="3800450" y="155418"/>
                  </a:lnTo>
                  <a:lnTo>
                    <a:pt x="3801414" y="158224"/>
                  </a:lnTo>
                  <a:lnTo>
                    <a:pt x="3802378" y="161084"/>
                  </a:lnTo>
                  <a:lnTo>
                    <a:pt x="3803342" y="164065"/>
                  </a:lnTo>
                  <a:lnTo>
                    <a:pt x="3804306" y="167195"/>
                  </a:lnTo>
                  <a:lnTo>
                    <a:pt x="3805270" y="170430"/>
                  </a:lnTo>
                  <a:lnTo>
                    <a:pt x="3806234" y="173811"/>
                  </a:lnTo>
                  <a:lnTo>
                    <a:pt x="3807198" y="177369"/>
                  </a:lnTo>
                  <a:lnTo>
                    <a:pt x="3808162" y="181160"/>
                  </a:lnTo>
                  <a:lnTo>
                    <a:pt x="3809126" y="185200"/>
                  </a:lnTo>
                  <a:lnTo>
                    <a:pt x="3810090" y="189486"/>
                  </a:lnTo>
                  <a:lnTo>
                    <a:pt x="3811054" y="194142"/>
                  </a:lnTo>
                  <a:lnTo>
                    <a:pt x="3812018" y="199209"/>
                  </a:lnTo>
                  <a:lnTo>
                    <a:pt x="3812982" y="204702"/>
                  </a:lnTo>
                  <a:lnTo>
                    <a:pt x="3813946" y="210632"/>
                  </a:lnTo>
                  <a:lnTo>
                    <a:pt x="3814910" y="217063"/>
                  </a:lnTo>
                  <a:lnTo>
                    <a:pt x="3815874" y="223988"/>
                  </a:lnTo>
                  <a:lnTo>
                    <a:pt x="3816838" y="231409"/>
                  </a:lnTo>
                  <a:lnTo>
                    <a:pt x="3817803" y="239347"/>
                  </a:lnTo>
                  <a:lnTo>
                    <a:pt x="3818767" y="247787"/>
                  </a:lnTo>
                  <a:lnTo>
                    <a:pt x="3819731" y="256672"/>
                  </a:lnTo>
                  <a:lnTo>
                    <a:pt x="3820695" y="265889"/>
                  </a:lnTo>
                  <a:lnTo>
                    <a:pt x="3821659" y="275328"/>
                  </a:lnTo>
                  <a:lnTo>
                    <a:pt x="3822623" y="285014"/>
                  </a:lnTo>
                  <a:lnTo>
                    <a:pt x="3823587" y="294881"/>
                  </a:lnTo>
                  <a:lnTo>
                    <a:pt x="3824551" y="304899"/>
                  </a:lnTo>
                  <a:lnTo>
                    <a:pt x="3825515" y="314990"/>
                  </a:lnTo>
                  <a:lnTo>
                    <a:pt x="3826479" y="325040"/>
                  </a:lnTo>
                  <a:lnTo>
                    <a:pt x="3827443" y="335022"/>
                  </a:lnTo>
                  <a:lnTo>
                    <a:pt x="3828407" y="344847"/>
                  </a:lnTo>
                  <a:lnTo>
                    <a:pt x="3829371" y="354448"/>
                  </a:lnTo>
                  <a:lnTo>
                    <a:pt x="3830335" y="363778"/>
                  </a:lnTo>
                  <a:lnTo>
                    <a:pt x="3831299" y="372720"/>
                  </a:lnTo>
                  <a:lnTo>
                    <a:pt x="3832263" y="381194"/>
                  </a:lnTo>
                  <a:lnTo>
                    <a:pt x="3833227" y="389037"/>
                  </a:lnTo>
                  <a:lnTo>
                    <a:pt x="3834191" y="396204"/>
                  </a:lnTo>
                  <a:lnTo>
                    <a:pt x="3835155" y="402778"/>
                  </a:lnTo>
                  <a:lnTo>
                    <a:pt x="3836119" y="408748"/>
                  </a:lnTo>
                  <a:lnTo>
                    <a:pt x="3837083" y="414069"/>
                  </a:lnTo>
                  <a:lnTo>
                    <a:pt x="3838047" y="418707"/>
                  </a:lnTo>
                  <a:lnTo>
                    <a:pt x="3839011" y="422615"/>
                  </a:lnTo>
                  <a:lnTo>
                    <a:pt x="3839975" y="425789"/>
                  </a:lnTo>
                  <a:lnTo>
                    <a:pt x="3840939" y="428221"/>
                  </a:lnTo>
                  <a:lnTo>
                    <a:pt x="3841903" y="429964"/>
                  </a:lnTo>
                  <a:lnTo>
                    <a:pt x="3842867" y="431029"/>
                  </a:lnTo>
                  <a:lnTo>
                    <a:pt x="3843831" y="431383"/>
                  </a:lnTo>
                  <a:lnTo>
                    <a:pt x="3844795" y="431106"/>
                  </a:lnTo>
                  <a:lnTo>
                    <a:pt x="3845759" y="430298"/>
                  </a:lnTo>
                  <a:lnTo>
                    <a:pt x="3846723" y="428950"/>
                  </a:lnTo>
                  <a:lnTo>
                    <a:pt x="3847687" y="427174"/>
                  </a:lnTo>
                  <a:lnTo>
                    <a:pt x="3848651" y="424973"/>
                  </a:lnTo>
                  <a:lnTo>
                    <a:pt x="3849615" y="422348"/>
                  </a:lnTo>
                  <a:lnTo>
                    <a:pt x="3850579" y="419399"/>
                  </a:lnTo>
                  <a:lnTo>
                    <a:pt x="3851543" y="416265"/>
                  </a:lnTo>
                  <a:lnTo>
                    <a:pt x="3852507" y="412990"/>
                  </a:lnTo>
                  <a:lnTo>
                    <a:pt x="3853471" y="409626"/>
                  </a:lnTo>
                  <a:lnTo>
                    <a:pt x="3854435" y="406144"/>
                  </a:lnTo>
                  <a:lnTo>
                    <a:pt x="3855399" y="402509"/>
                  </a:lnTo>
                  <a:lnTo>
                    <a:pt x="3856363" y="398729"/>
                  </a:lnTo>
                  <a:lnTo>
                    <a:pt x="3857327" y="394799"/>
                  </a:lnTo>
                  <a:lnTo>
                    <a:pt x="3858291" y="390742"/>
                  </a:lnTo>
                  <a:lnTo>
                    <a:pt x="3859255" y="386514"/>
                  </a:lnTo>
                  <a:lnTo>
                    <a:pt x="3860219" y="382101"/>
                  </a:lnTo>
                  <a:lnTo>
                    <a:pt x="3861183" y="377516"/>
                  </a:lnTo>
                  <a:lnTo>
                    <a:pt x="3862147" y="372796"/>
                  </a:lnTo>
                  <a:lnTo>
                    <a:pt x="3863111" y="367930"/>
                  </a:lnTo>
                  <a:lnTo>
                    <a:pt x="3864075" y="362892"/>
                  </a:lnTo>
                  <a:lnTo>
                    <a:pt x="3865039" y="357565"/>
                  </a:lnTo>
                  <a:lnTo>
                    <a:pt x="3866003" y="351896"/>
                  </a:lnTo>
                  <a:lnTo>
                    <a:pt x="3866967" y="345818"/>
                  </a:lnTo>
                  <a:lnTo>
                    <a:pt x="3867931" y="339354"/>
                  </a:lnTo>
                  <a:lnTo>
                    <a:pt x="3868895" y="332556"/>
                  </a:lnTo>
                  <a:lnTo>
                    <a:pt x="3869859" y="325483"/>
                  </a:lnTo>
                  <a:lnTo>
                    <a:pt x="3870823" y="318108"/>
                  </a:lnTo>
                  <a:lnTo>
                    <a:pt x="3871787" y="310378"/>
                  </a:lnTo>
                  <a:lnTo>
                    <a:pt x="3872751" y="302271"/>
                  </a:lnTo>
                  <a:lnTo>
                    <a:pt x="3873715" y="293796"/>
                  </a:lnTo>
                  <a:lnTo>
                    <a:pt x="3874679" y="284977"/>
                  </a:lnTo>
                  <a:lnTo>
                    <a:pt x="3875643" y="275886"/>
                  </a:lnTo>
                  <a:lnTo>
                    <a:pt x="3876607" y="266523"/>
                  </a:lnTo>
                  <a:lnTo>
                    <a:pt x="3877571" y="256930"/>
                  </a:lnTo>
                  <a:lnTo>
                    <a:pt x="3878535" y="247122"/>
                  </a:lnTo>
                  <a:lnTo>
                    <a:pt x="3879499" y="237172"/>
                  </a:lnTo>
                  <a:lnTo>
                    <a:pt x="3880463" y="227109"/>
                  </a:lnTo>
                  <a:lnTo>
                    <a:pt x="3881427" y="216983"/>
                  </a:lnTo>
                  <a:lnTo>
                    <a:pt x="3882391" y="206872"/>
                  </a:lnTo>
                  <a:lnTo>
                    <a:pt x="3883355" y="196769"/>
                  </a:lnTo>
                  <a:lnTo>
                    <a:pt x="3884319" y="186702"/>
                  </a:lnTo>
                  <a:lnTo>
                    <a:pt x="3885283" y="176778"/>
                  </a:lnTo>
                  <a:lnTo>
                    <a:pt x="3886247" y="167122"/>
                  </a:lnTo>
                  <a:lnTo>
                    <a:pt x="3887211" y="157796"/>
                  </a:lnTo>
                  <a:lnTo>
                    <a:pt x="3888175" y="148817"/>
                  </a:lnTo>
                  <a:lnTo>
                    <a:pt x="3889139" y="140169"/>
                  </a:lnTo>
                  <a:lnTo>
                    <a:pt x="3890103" y="131847"/>
                  </a:lnTo>
                  <a:lnTo>
                    <a:pt x="3891067" y="123880"/>
                  </a:lnTo>
                  <a:lnTo>
                    <a:pt x="3892031" y="116320"/>
                  </a:lnTo>
                  <a:lnTo>
                    <a:pt x="3892995" y="109189"/>
                  </a:lnTo>
                  <a:lnTo>
                    <a:pt x="3893959" y="102432"/>
                  </a:lnTo>
                  <a:lnTo>
                    <a:pt x="3894923" y="96082"/>
                  </a:lnTo>
                  <a:lnTo>
                    <a:pt x="3895887" y="90181"/>
                  </a:lnTo>
                  <a:lnTo>
                    <a:pt x="3896851" y="84729"/>
                  </a:lnTo>
                  <a:lnTo>
                    <a:pt x="3897815" y="79725"/>
                  </a:lnTo>
                  <a:lnTo>
                    <a:pt x="3898779" y="75133"/>
                  </a:lnTo>
                  <a:lnTo>
                    <a:pt x="3899743" y="70816"/>
                  </a:lnTo>
                  <a:lnTo>
                    <a:pt x="3900707" y="66647"/>
                  </a:lnTo>
                  <a:lnTo>
                    <a:pt x="3901671" y="62581"/>
                  </a:lnTo>
                  <a:lnTo>
                    <a:pt x="3902635" y="58662"/>
                  </a:lnTo>
                  <a:lnTo>
                    <a:pt x="3903599" y="54919"/>
                  </a:lnTo>
                  <a:lnTo>
                    <a:pt x="3904563" y="51292"/>
                  </a:lnTo>
                  <a:lnTo>
                    <a:pt x="3905527" y="47728"/>
                  </a:lnTo>
                  <a:lnTo>
                    <a:pt x="3906491" y="44179"/>
                  </a:lnTo>
                  <a:lnTo>
                    <a:pt x="3907455" y="40622"/>
                  </a:lnTo>
                  <a:lnTo>
                    <a:pt x="3908419" y="37093"/>
                  </a:lnTo>
                  <a:lnTo>
                    <a:pt x="3909383" y="33594"/>
                  </a:lnTo>
                  <a:lnTo>
                    <a:pt x="3910347" y="30064"/>
                  </a:lnTo>
                  <a:lnTo>
                    <a:pt x="3911311" y="26502"/>
                  </a:lnTo>
                  <a:lnTo>
                    <a:pt x="3912275" y="22949"/>
                  </a:lnTo>
                  <a:lnTo>
                    <a:pt x="3913239" y="19496"/>
                  </a:lnTo>
                  <a:lnTo>
                    <a:pt x="3914203" y="16205"/>
                  </a:lnTo>
                  <a:lnTo>
                    <a:pt x="3915167" y="13117"/>
                  </a:lnTo>
                  <a:lnTo>
                    <a:pt x="3916131" y="10270"/>
                  </a:lnTo>
                  <a:lnTo>
                    <a:pt x="3917095" y="7645"/>
                  </a:lnTo>
                  <a:lnTo>
                    <a:pt x="3918059" y="5283"/>
                  </a:lnTo>
                  <a:lnTo>
                    <a:pt x="3919023" y="3245"/>
                  </a:lnTo>
                  <a:lnTo>
                    <a:pt x="3919987" y="1623"/>
                  </a:lnTo>
                  <a:lnTo>
                    <a:pt x="3920951" y="511"/>
                  </a:lnTo>
                  <a:lnTo>
                    <a:pt x="3921915" y="0"/>
                  </a:lnTo>
                  <a:lnTo>
                    <a:pt x="3922879" y="119"/>
                  </a:lnTo>
                  <a:lnTo>
                    <a:pt x="3923843" y="884"/>
                  </a:lnTo>
                  <a:lnTo>
                    <a:pt x="3924807" y="2292"/>
                  </a:lnTo>
                  <a:lnTo>
                    <a:pt x="3925771" y="4407"/>
                  </a:lnTo>
                  <a:lnTo>
                    <a:pt x="3926735" y="7235"/>
                  </a:lnTo>
                  <a:lnTo>
                    <a:pt x="3927699" y="10716"/>
                  </a:lnTo>
                  <a:lnTo>
                    <a:pt x="3928663" y="14855"/>
                  </a:lnTo>
                  <a:lnTo>
                    <a:pt x="3929628" y="19661"/>
                  </a:lnTo>
                  <a:lnTo>
                    <a:pt x="3930592" y="25144"/>
                  </a:lnTo>
                  <a:lnTo>
                    <a:pt x="3931556" y="31296"/>
                  </a:lnTo>
                  <a:lnTo>
                    <a:pt x="3932520" y="38074"/>
                  </a:lnTo>
                  <a:lnTo>
                    <a:pt x="3933484" y="45391"/>
                  </a:lnTo>
                  <a:lnTo>
                    <a:pt x="3934448" y="53182"/>
                  </a:lnTo>
                  <a:lnTo>
                    <a:pt x="3935412" y="61404"/>
                  </a:lnTo>
                  <a:lnTo>
                    <a:pt x="3936376" y="70031"/>
                  </a:lnTo>
                  <a:lnTo>
                    <a:pt x="3937340" y="79042"/>
                  </a:lnTo>
                  <a:lnTo>
                    <a:pt x="3938304" y="88416"/>
                  </a:lnTo>
                  <a:lnTo>
                    <a:pt x="3939268" y="98093"/>
                  </a:lnTo>
                  <a:lnTo>
                    <a:pt x="3940232" y="107986"/>
                  </a:lnTo>
                  <a:lnTo>
                    <a:pt x="3941196" y="117987"/>
                  </a:lnTo>
                  <a:lnTo>
                    <a:pt x="3942160" y="128078"/>
                  </a:lnTo>
                  <a:lnTo>
                    <a:pt x="3943124" y="138261"/>
                  </a:lnTo>
                  <a:lnTo>
                    <a:pt x="3944088" y="148487"/>
                  </a:lnTo>
                  <a:lnTo>
                    <a:pt x="3945052" y="158704"/>
                  </a:lnTo>
                  <a:lnTo>
                    <a:pt x="3946016" y="168901"/>
                  </a:lnTo>
                  <a:lnTo>
                    <a:pt x="3946980" y="179120"/>
                  </a:lnTo>
                  <a:lnTo>
                    <a:pt x="3947944" y="189365"/>
                  </a:lnTo>
                  <a:lnTo>
                    <a:pt x="3948908" y="199581"/>
                  </a:lnTo>
                  <a:lnTo>
                    <a:pt x="3949872" y="209682"/>
                  </a:lnTo>
                  <a:lnTo>
                    <a:pt x="3950836" y="219585"/>
                  </a:lnTo>
                  <a:lnTo>
                    <a:pt x="3951800" y="229247"/>
                  </a:lnTo>
                  <a:lnTo>
                    <a:pt x="3952764" y="238725"/>
                  </a:lnTo>
                  <a:lnTo>
                    <a:pt x="3953728" y="248097"/>
                  </a:lnTo>
                  <a:lnTo>
                    <a:pt x="3954692" y="257439"/>
                  </a:lnTo>
                  <a:lnTo>
                    <a:pt x="3955656" y="266855"/>
                  </a:lnTo>
                  <a:lnTo>
                    <a:pt x="3956620" y="276304"/>
                  </a:lnTo>
                  <a:lnTo>
                    <a:pt x="3957584" y="285741"/>
                  </a:lnTo>
                  <a:lnTo>
                    <a:pt x="3958548" y="295191"/>
                  </a:lnTo>
                  <a:lnTo>
                    <a:pt x="3959512" y="304660"/>
                  </a:lnTo>
                  <a:lnTo>
                    <a:pt x="3960476" y="314051"/>
                  </a:lnTo>
                  <a:lnTo>
                    <a:pt x="3961440" y="323210"/>
                  </a:lnTo>
                  <a:lnTo>
                    <a:pt x="3962404" y="332117"/>
                  </a:lnTo>
                  <a:lnTo>
                    <a:pt x="3963368" y="340822"/>
                  </a:lnTo>
                  <a:lnTo>
                    <a:pt x="3964332" y="349379"/>
                  </a:lnTo>
                  <a:lnTo>
                    <a:pt x="3965296" y="357782"/>
                  </a:lnTo>
                  <a:lnTo>
                    <a:pt x="3966260" y="366002"/>
                  </a:lnTo>
                  <a:lnTo>
                    <a:pt x="3967224" y="373915"/>
                  </a:lnTo>
                  <a:lnTo>
                    <a:pt x="3968188" y="381471"/>
                  </a:lnTo>
                  <a:lnTo>
                    <a:pt x="3969152" y="388553"/>
                  </a:lnTo>
                  <a:lnTo>
                    <a:pt x="3970116" y="394990"/>
                  </a:lnTo>
                  <a:lnTo>
                    <a:pt x="3971080" y="400746"/>
                  </a:lnTo>
                  <a:lnTo>
                    <a:pt x="3972044" y="405792"/>
                  </a:lnTo>
                  <a:lnTo>
                    <a:pt x="3973008" y="410077"/>
                  </a:lnTo>
                  <a:lnTo>
                    <a:pt x="3973972" y="413534"/>
                  </a:lnTo>
                  <a:lnTo>
                    <a:pt x="3974936" y="416153"/>
                  </a:lnTo>
                  <a:lnTo>
                    <a:pt x="3975900" y="418020"/>
                  </a:lnTo>
                  <a:lnTo>
                    <a:pt x="3976864" y="419141"/>
                  </a:lnTo>
                  <a:lnTo>
                    <a:pt x="3977828" y="419564"/>
                  </a:lnTo>
                  <a:lnTo>
                    <a:pt x="3978792" y="419286"/>
                  </a:lnTo>
                  <a:lnTo>
                    <a:pt x="3979756" y="418299"/>
                  </a:lnTo>
                  <a:lnTo>
                    <a:pt x="3980720" y="416705"/>
                  </a:lnTo>
                  <a:lnTo>
                    <a:pt x="3981684" y="414598"/>
                  </a:lnTo>
                  <a:lnTo>
                    <a:pt x="3982648" y="411935"/>
                  </a:lnTo>
                  <a:lnTo>
                    <a:pt x="3983612" y="408686"/>
                  </a:lnTo>
                  <a:lnTo>
                    <a:pt x="3984576" y="404912"/>
                  </a:lnTo>
                  <a:lnTo>
                    <a:pt x="3985540" y="400654"/>
                  </a:lnTo>
                  <a:lnTo>
                    <a:pt x="3986504" y="395914"/>
                  </a:lnTo>
                  <a:lnTo>
                    <a:pt x="3987468" y="390693"/>
                  </a:lnTo>
                  <a:lnTo>
                    <a:pt x="3988432" y="385083"/>
                  </a:lnTo>
                  <a:lnTo>
                    <a:pt x="3989396" y="379185"/>
                  </a:lnTo>
                  <a:lnTo>
                    <a:pt x="3990360" y="373083"/>
                  </a:lnTo>
                  <a:lnTo>
                    <a:pt x="3991324" y="366780"/>
                  </a:lnTo>
                  <a:lnTo>
                    <a:pt x="3992288" y="360226"/>
                  </a:lnTo>
                  <a:lnTo>
                    <a:pt x="3993252" y="353414"/>
                  </a:lnTo>
                  <a:lnTo>
                    <a:pt x="3994216" y="346330"/>
                  </a:lnTo>
                  <a:lnTo>
                    <a:pt x="3995180" y="338902"/>
                  </a:lnTo>
                  <a:lnTo>
                    <a:pt x="3996144" y="331076"/>
                  </a:lnTo>
                  <a:lnTo>
                    <a:pt x="3997108" y="322957"/>
                  </a:lnTo>
                  <a:lnTo>
                    <a:pt x="3998072" y="314725"/>
                  </a:lnTo>
                  <a:lnTo>
                    <a:pt x="3999036" y="306539"/>
                  </a:lnTo>
                  <a:lnTo>
                    <a:pt x="4000000" y="298447"/>
                  </a:lnTo>
                  <a:lnTo>
                    <a:pt x="4000964" y="290447"/>
                  </a:lnTo>
                  <a:lnTo>
                    <a:pt x="4001928" y="282522"/>
                  </a:lnTo>
                  <a:lnTo>
                    <a:pt x="4002892" y="274620"/>
                  </a:lnTo>
                  <a:lnTo>
                    <a:pt x="4003856" y="266674"/>
                  </a:lnTo>
                  <a:lnTo>
                    <a:pt x="4004820" y="258661"/>
                  </a:lnTo>
                  <a:lnTo>
                    <a:pt x="4005784" y="250608"/>
                  </a:lnTo>
                  <a:lnTo>
                    <a:pt x="4006748" y="242530"/>
                  </a:lnTo>
                  <a:lnTo>
                    <a:pt x="4007712" y="234432"/>
                  </a:lnTo>
                  <a:lnTo>
                    <a:pt x="4008676" y="226374"/>
                  </a:lnTo>
                  <a:lnTo>
                    <a:pt x="4009640" y="218509"/>
                  </a:lnTo>
                  <a:lnTo>
                    <a:pt x="4010604" y="210923"/>
                  </a:lnTo>
                  <a:lnTo>
                    <a:pt x="4011568" y="203592"/>
                  </a:lnTo>
                  <a:lnTo>
                    <a:pt x="4012532" y="196447"/>
                  </a:lnTo>
                  <a:lnTo>
                    <a:pt x="4013496" y="189414"/>
                  </a:lnTo>
                  <a:lnTo>
                    <a:pt x="4014460" y="182479"/>
                  </a:lnTo>
                  <a:lnTo>
                    <a:pt x="4015424" y="175691"/>
                  </a:lnTo>
                  <a:lnTo>
                    <a:pt x="4016388" y="169089"/>
                  </a:lnTo>
                  <a:lnTo>
                    <a:pt x="4017352" y="162720"/>
                  </a:lnTo>
                  <a:lnTo>
                    <a:pt x="4018316" y="156712"/>
                  </a:lnTo>
                  <a:lnTo>
                    <a:pt x="4019280" y="151099"/>
                  </a:lnTo>
                  <a:lnTo>
                    <a:pt x="4020244" y="145909"/>
                  </a:lnTo>
                  <a:lnTo>
                    <a:pt x="4021208" y="141198"/>
                  </a:lnTo>
                  <a:lnTo>
                    <a:pt x="4022172" y="137031"/>
                  </a:lnTo>
                  <a:lnTo>
                    <a:pt x="4023136" y="133480"/>
                  </a:lnTo>
                  <a:lnTo>
                    <a:pt x="4024100" y="130469"/>
                  </a:lnTo>
                  <a:lnTo>
                    <a:pt x="4025064" y="127933"/>
                  </a:lnTo>
                  <a:lnTo>
                    <a:pt x="4026028" y="125880"/>
                  </a:lnTo>
                  <a:lnTo>
                    <a:pt x="4026992" y="124277"/>
                  </a:lnTo>
                  <a:lnTo>
                    <a:pt x="4027956" y="123117"/>
                  </a:lnTo>
                  <a:lnTo>
                    <a:pt x="4028920" y="122395"/>
                  </a:lnTo>
                  <a:lnTo>
                    <a:pt x="4029884" y="122033"/>
                  </a:lnTo>
                  <a:lnTo>
                    <a:pt x="4030848" y="122013"/>
                  </a:lnTo>
                  <a:lnTo>
                    <a:pt x="4031812" y="122362"/>
                  </a:lnTo>
                  <a:lnTo>
                    <a:pt x="4032776" y="123053"/>
                  </a:lnTo>
                  <a:lnTo>
                    <a:pt x="4033740" y="124085"/>
                  </a:lnTo>
                  <a:lnTo>
                    <a:pt x="4034704" y="125420"/>
                  </a:lnTo>
                  <a:lnTo>
                    <a:pt x="4035668" y="127070"/>
                  </a:lnTo>
                  <a:lnTo>
                    <a:pt x="4036632" y="129000"/>
                  </a:lnTo>
                  <a:lnTo>
                    <a:pt x="4037596" y="131176"/>
                  </a:lnTo>
                  <a:lnTo>
                    <a:pt x="4038560" y="133536"/>
                  </a:lnTo>
                  <a:lnTo>
                    <a:pt x="4039524" y="136090"/>
                  </a:lnTo>
                  <a:lnTo>
                    <a:pt x="4040489" y="138858"/>
                  </a:lnTo>
                  <a:lnTo>
                    <a:pt x="4041453" y="141871"/>
                  </a:lnTo>
                  <a:lnTo>
                    <a:pt x="4042417" y="145094"/>
                  </a:lnTo>
                  <a:lnTo>
                    <a:pt x="4043381" y="148544"/>
                  </a:lnTo>
                  <a:lnTo>
                    <a:pt x="4044345" y="152253"/>
                  </a:lnTo>
                  <a:lnTo>
                    <a:pt x="4045309" y="156238"/>
                  </a:lnTo>
                  <a:lnTo>
                    <a:pt x="4046273" y="160419"/>
                  </a:lnTo>
                  <a:lnTo>
                    <a:pt x="4047237" y="164653"/>
                  </a:lnTo>
                  <a:lnTo>
                    <a:pt x="4048201" y="168873"/>
                  </a:lnTo>
                  <a:lnTo>
                    <a:pt x="4049165" y="173091"/>
                  </a:lnTo>
                  <a:lnTo>
                    <a:pt x="4050129" y="177286"/>
                  </a:lnTo>
                  <a:lnTo>
                    <a:pt x="4051093" y="181427"/>
                  </a:lnTo>
                  <a:lnTo>
                    <a:pt x="4052057" y="185503"/>
                  </a:lnTo>
                  <a:lnTo>
                    <a:pt x="4053021" y="189524"/>
                  </a:lnTo>
                  <a:lnTo>
                    <a:pt x="4053985" y="193467"/>
                  </a:lnTo>
                  <a:lnTo>
                    <a:pt x="4054949" y="197319"/>
                  </a:lnTo>
                  <a:lnTo>
                    <a:pt x="4055913" y="201052"/>
                  </a:lnTo>
                  <a:lnTo>
                    <a:pt x="4056877" y="204694"/>
                  </a:lnTo>
                  <a:lnTo>
                    <a:pt x="4057841" y="208253"/>
                  </a:lnTo>
                  <a:lnTo>
                    <a:pt x="4058805" y="211698"/>
                  </a:lnTo>
                  <a:lnTo>
                    <a:pt x="4059769" y="215029"/>
                  </a:lnTo>
                  <a:lnTo>
                    <a:pt x="4060733" y="218193"/>
                  </a:lnTo>
                  <a:lnTo>
                    <a:pt x="4061697" y="221290"/>
                  </a:lnTo>
                  <a:lnTo>
                    <a:pt x="4062661" y="224378"/>
                  </a:lnTo>
                  <a:lnTo>
                    <a:pt x="4063625" y="227501"/>
                  </a:lnTo>
                  <a:lnTo>
                    <a:pt x="4064589" y="230637"/>
                  </a:lnTo>
                  <a:lnTo>
                    <a:pt x="4065553" y="233783"/>
                  </a:lnTo>
                  <a:lnTo>
                    <a:pt x="4066517" y="236913"/>
                  </a:lnTo>
                  <a:lnTo>
                    <a:pt x="4067481" y="240004"/>
                  </a:lnTo>
                  <a:lnTo>
                    <a:pt x="4068445" y="243085"/>
                  </a:lnTo>
                  <a:lnTo>
                    <a:pt x="4069409" y="246118"/>
                  </a:lnTo>
                  <a:lnTo>
                    <a:pt x="4070373" y="249058"/>
                  </a:lnTo>
                  <a:lnTo>
                    <a:pt x="4071337" y="251856"/>
                  </a:lnTo>
                  <a:lnTo>
                    <a:pt x="4072301" y="254467"/>
                  </a:lnTo>
                  <a:lnTo>
                    <a:pt x="4073265" y="256945"/>
                  </a:lnTo>
                  <a:lnTo>
                    <a:pt x="4074229" y="259211"/>
                  </a:lnTo>
                  <a:lnTo>
                    <a:pt x="4075193" y="261320"/>
                  </a:lnTo>
                  <a:lnTo>
                    <a:pt x="4076157" y="263233"/>
                  </a:lnTo>
                  <a:lnTo>
                    <a:pt x="4077121" y="264923"/>
                  </a:lnTo>
                  <a:lnTo>
                    <a:pt x="4078085" y="266348"/>
                  </a:lnTo>
                  <a:lnTo>
                    <a:pt x="4079049" y="267525"/>
                  </a:lnTo>
                  <a:lnTo>
                    <a:pt x="4080013" y="268471"/>
                  </a:lnTo>
                  <a:lnTo>
                    <a:pt x="4080977" y="269221"/>
                  </a:lnTo>
                  <a:lnTo>
                    <a:pt x="4081941" y="269764"/>
                  </a:lnTo>
                  <a:lnTo>
                    <a:pt x="4082905" y="270068"/>
                  </a:lnTo>
                  <a:lnTo>
                    <a:pt x="4083869" y="270125"/>
                  </a:lnTo>
                  <a:lnTo>
                    <a:pt x="4084833" y="269949"/>
                  </a:lnTo>
                  <a:lnTo>
                    <a:pt x="4085797" y="269537"/>
                  </a:lnTo>
                  <a:lnTo>
                    <a:pt x="4086761" y="268876"/>
                  </a:lnTo>
                  <a:lnTo>
                    <a:pt x="4087725" y="267980"/>
                  </a:lnTo>
                  <a:lnTo>
                    <a:pt x="4088689" y="266898"/>
                  </a:lnTo>
                  <a:lnTo>
                    <a:pt x="4089653" y="265658"/>
                  </a:lnTo>
                  <a:lnTo>
                    <a:pt x="4090617" y="264412"/>
                  </a:lnTo>
                  <a:lnTo>
                    <a:pt x="4091581" y="263273"/>
                  </a:lnTo>
                  <a:lnTo>
                    <a:pt x="4092545" y="262296"/>
                  </a:lnTo>
                  <a:lnTo>
                    <a:pt x="4093509" y="261611"/>
                  </a:lnTo>
                  <a:lnTo>
                    <a:pt x="4094473" y="261159"/>
                  </a:lnTo>
                  <a:lnTo>
                    <a:pt x="4095437" y="260987"/>
                  </a:lnTo>
                  <a:lnTo>
                    <a:pt x="4096401" y="261174"/>
                  </a:lnTo>
                  <a:lnTo>
                    <a:pt x="4097365" y="261708"/>
                  </a:lnTo>
                  <a:lnTo>
                    <a:pt x="4098329" y="262581"/>
                  </a:lnTo>
                  <a:lnTo>
                    <a:pt x="4099293" y="263799"/>
                  </a:lnTo>
                  <a:lnTo>
                    <a:pt x="4100257" y="265380"/>
                  </a:lnTo>
                  <a:lnTo>
                    <a:pt x="4101221" y="267350"/>
                  </a:lnTo>
                  <a:lnTo>
                    <a:pt x="4102185" y="269727"/>
                  </a:lnTo>
                  <a:lnTo>
                    <a:pt x="4103149" y="272525"/>
                  </a:lnTo>
                  <a:lnTo>
                    <a:pt x="4104113" y="275795"/>
                  </a:lnTo>
                  <a:lnTo>
                    <a:pt x="4105077" y="279530"/>
                  </a:lnTo>
                  <a:lnTo>
                    <a:pt x="4106041" y="283684"/>
                  </a:lnTo>
                  <a:lnTo>
                    <a:pt x="4107005" y="288225"/>
                  </a:lnTo>
                  <a:lnTo>
                    <a:pt x="4107969" y="293135"/>
                  </a:lnTo>
                  <a:lnTo>
                    <a:pt x="4108933" y="298477"/>
                  </a:lnTo>
                  <a:lnTo>
                    <a:pt x="4109897" y="304296"/>
                  </a:lnTo>
                  <a:lnTo>
                    <a:pt x="4110861" y="310489"/>
                  </a:lnTo>
                  <a:lnTo>
                    <a:pt x="4111825" y="316966"/>
                  </a:lnTo>
                  <a:lnTo>
                    <a:pt x="4112789" y="323753"/>
                  </a:lnTo>
                  <a:lnTo>
                    <a:pt x="4113753" y="330935"/>
                  </a:lnTo>
                  <a:lnTo>
                    <a:pt x="4114717" y="338535"/>
                  </a:lnTo>
                  <a:lnTo>
                    <a:pt x="4115681" y="346609"/>
                  </a:lnTo>
                  <a:lnTo>
                    <a:pt x="4116645" y="355096"/>
                  </a:lnTo>
                  <a:lnTo>
                    <a:pt x="4117609" y="363977"/>
                  </a:lnTo>
                  <a:lnTo>
                    <a:pt x="4118573" y="373220"/>
                  </a:lnTo>
                  <a:lnTo>
                    <a:pt x="4119537" y="382834"/>
                  </a:lnTo>
                  <a:lnTo>
                    <a:pt x="4120501" y="392885"/>
                  </a:lnTo>
                  <a:lnTo>
                    <a:pt x="4121465" y="403439"/>
                  </a:lnTo>
                  <a:lnTo>
                    <a:pt x="4122429" y="414567"/>
                  </a:lnTo>
                  <a:lnTo>
                    <a:pt x="4123393" y="426296"/>
                  </a:lnTo>
                  <a:lnTo>
                    <a:pt x="4124357" y="438586"/>
                  </a:lnTo>
                  <a:lnTo>
                    <a:pt x="4125321" y="451408"/>
                  </a:lnTo>
                  <a:lnTo>
                    <a:pt x="4126285" y="464804"/>
                  </a:lnTo>
                  <a:lnTo>
                    <a:pt x="4127249" y="478746"/>
                  </a:lnTo>
                  <a:lnTo>
                    <a:pt x="4128213" y="493161"/>
                  </a:lnTo>
                  <a:lnTo>
                    <a:pt x="4129177" y="508005"/>
                  </a:lnTo>
                  <a:lnTo>
                    <a:pt x="4130141" y="523273"/>
                  </a:lnTo>
                  <a:lnTo>
                    <a:pt x="4131105" y="539026"/>
                  </a:lnTo>
                  <a:lnTo>
                    <a:pt x="4132069" y="555324"/>
                  </a:lnTo>
                  <a:lnTo>
                    <a:pt x="4133033" y="572217"/>
                  </a:lnTo>
                  <a:lnTo>
                    <a:pt x="4133997" y="589772"/>
                  </a:lnTo>
                  <a:lnTo>
                    <a:pt x="4134961" y="608037"/>
                  </a:lnTo>
                  <a:lnTo>
                    <a:pt x="4135925" y="626989"/>
                  </a:lnTo>
                  <a:lnTo>
                    <a:pt x="4136889" y="646454"/>
                  </a:lnTo>
                  <a:lnTo>
                    <a:pt x="4137853" y="666385"/>
                  </a:lnTo>
                  <a:lnTo>
                    <a:pt x="4138817" y="686661"/>
                  </a:lnTo>
                  <a:lnTo>
                    <a:pt x="4139781" y="707090"/>
                  </a:lnTo>
                  <a:lnTo>
                    <a:pt x="4140745" y="727590"/>
                  </a:lnTo>
                  <a:lnTo>
                    <a:pt x="4141709" y="748049"/>
                  </a:lnTo>
                  <a:lnTo>
                    <a:pt x="4142673" y="768436"/>
                  </a:lnTo>
                  <a:lnTo>
                    <a:pt x="4143637" y="788815"/>
                  </a:lnTo>
                  <a:lnTo>
                    <a:pt x="4144601" y="809131"/>
                  </a:lnTo>
                  <a:lnTo>
                    <a:pt x="4145565" y="829383"/>
                  </a:lnTo>
                  <a:lnTo>
                    <a:pt x="4146529" y="849584"/>
                  </a:lnTo>
                  <a:lnTo>
                    <a:pt x="4147493" y="869761"/>
                  </a:lnTo>
                  <a:lnTo>
                    <a:pt x="4148457" y="889934"/>
                  </a:lnTo>
                  <a:lnTo>
                    <a:pt x="4149421" y="910066"/>
                  </a:lnTo>
                  <a:lnTo>
                    <a:pt x="4150385" y="930159"/>
                  </a:lnTo>
                  <a:lnTo>
                    <a:pt x="4151350" y="950307"/>
                  </a:lnTo>
                  <a:lnTo>
                    <a:pt x="4152314" y="970477"/>
                  </a:lnTo>
                  <a:lnTo>
                    <a:pt x="4153278" y="990672"/>
                  </a:lnTo>
                  <a:lnTo>
                    <a:pt x="4154242" y="1010968"/>
                  </a:lnTo>
                  <a:lnTo>
                    <a:pt x="4155206" y="1031356"/>
                  </a:lnTo>
                  <a:lnTo>
                    <a:pt x="4156170" y="1051820"/>
                  </a:lnTo>
                  <a:lnTo>
                    <a:pt x="4157134" y="1072328"/>
                  </a:lnTo>
                  <a:lnTo>
                    <a:pt x="4158098" y="1092789"/>
                  </a:lnTo>
                  <a:lnTo>
                    <a:pt x="4159062" y="1113237"/>
                  </a:lnTo>
                  <a:lnTo>
                    <a:pt x="4160026" y="1133744"/>
                  </a:lnTo>
                  <a:lnTo>
                    <a:pt x="4160990" y="1154343"/>
                  </a:lnTo>
                  <a:lnTo>
                    <a:pt x="4161954" y="1174918"/>
                  </a:lnTo>
                  <a:lnTo>
                    <a:pt x="4162918" y="1195364"/>
                  </a:lnTo>
                  <a:lnTo>
                    <a:pt x="4163882" y="1215641"/>
                  </a:lnTo>
                  <a:lnTo>
                    <a:pt x="4164846" y="1235693"/>
                  </a:lnTo>
                  <a:lnTo>
                    <a:pt x="4165810" y="1255619"/>
                  </a:lnTo>
                  <a:lnTo>
                    <a:pt x="4166774" y="1275466"/>
                  </a:lnTo>
                  <a:lnTo>
                    <a:pt x="4167738" y="1295240"/>
                  </a:lnTo>
                  <a:lnTo>
                    <a:pt x="4168702" y="1314861"/>
                  </a:lnTo>
                  <a:lnTo>
                    <a:pt x="4169666" y="1334202"/>
                  </a:lnTo>
                  <a:lnTo>
                    <a:pt x="4170630" y="1353190"/>
                  </a:lnTo>
                  <a:lnTo>
                    <a:pt x="4171594" y="1371728"/>
                  </a:lnTo>
                  <a:lnTo>
                    <a:pt x="4172558" y="1389861"/>
                  </a:lnTo>
                  <a:lnTo>
                    <a:pt x="4173522" y="1407602"/>
                  </a:lnTo>
                  <a:lnTo>
                    <a:pt x="4174486" y="1424993"/>
                  </a:lnTo>
                  <a:lnTo>
                    <a:pt x="4175450" y="1442059"/>
                  </a:lnTo>
                  <a:lnTo>
                    <a:pt x="4176414" y="1458875"/>
                  </a:lnTo>
                  <a:lnTo>
                    <a:pt x="4177378" y="1475494"/>
                  </a:lnTo>
                  <a:lnTo>
                    <a:pt x="4178342" y="1491913"/>
                  </a:lnTo>
                  <a:lnTo>
                    <a:pt x="4179306" y="1508136"/>
                  </a:lnTo>
                  <a:lnTo>
                    <a:pt x="4180270" y="1524082"/>
                  </a:lnTo>
                  <a:lnTo>
                    <a:pt x="4181234" y="1539653"/>
                  </a:lnTo>
                  <a:lnTo>
                    <a:pt x="4182198" y="1554806"/>
                  </a:lnTo>
                  <a:lnTo>
                    <a:pt x="4183162" y="1569498"/>
                  </a:lnTo>
                  <a:lnTo>
                    <a:pt x="4184126" y="1583723"/>
                  </a:lnTo>
                  <a:lnTo>
                    <a:pt x="4185090" y="1597623"/>
                  </a:lnTo>
                  <a:lnTo>
                    <a:pt x="4186054" y="1611346"/>
                  </a:lnTo>
                  <a:lnTo>
                    <a:pt x="4187018" y="1624909"/>
                  </a:lnTo>
                  <a:lnTo>
                    <a:pt x="4187982" y="1638395"/>
                  </a:lnTo>
                  <a:lnTo>
                    <a:pt x="4188946" y="1651884"/>
                  </a:lnTo>
                  <a:lnTo>
                    <a:pt x="4189910" y="1665349"/>
                  </a:lnTo>
                  <a:lnTo>
                    <a:pt x="4190874" y="1678805"/>
                  </a:lnTo>
                  <a:lnTo>
                    <a:pt x="4191838" y="1692146"/>
                  </a:lnTo>
                  <a:lnTo>
                    <a:pt x="4192802" y="1705369"/>
                  </a:lnTo>
                  <a:lnTo>
                    <a:pt x="4193766" y="1718457"/>
                  </a:lnTo>
                  <a:lnTo>
                    <a:pt x="4194730" y="1731356"/>
                  </a:lnTo>
                  <a:lnTo>
                    <a:pt x="4195694" y="1744097"/>
                  </a:lnTo>
                  <a:lnTo>
                    <a:pt x="4196658" y="1756652"/>
                  </a:lnTo>
                  <a:lnTo>
                    <a:pt x="4197622" y="1769022"/>
                  </a:lnTo>
                  <a:lnTo>
                    <a:pt x="4198586" y="1781234"/>
                  </a:lnTo>
                  <a:lnTo>
                    <a:pt x="4199550" y="1793187"/>
                  </a:lnTo>
                  <a:lnTo>
                    <a:pt x="4200514" y="1804757"/>
                  </a:lnTo>
                  <a:lnTo>
                    <a:pt x="4201478" y="1815879"/>
                  </a:lnTo>
                  <a:lnTo>
                    <a:pt x="4202442" y="1826450"/>
                  </a:lnTo>
                  <a:lnTo>
                    <a:pt x="4202491" y="182695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706838" y="3589846"/>
              <a:ext cx="254062" cy="273334"/>
            </a:xfrm>
            <a:custGeom>
              <a:avLst/>
              <a:pathLst>
                <a:path w="254062" h="273334">
                  <a:moveTo>
                    <a:pt x="0" y="273334"/>
                  </a:moveTo>
                  <a:lnTo>
                    <a:pt x="78" y="272856"/>
                  </a:lnTo>
                  <a:lnTo>
                    <a:pt x="1042" y="267185"/>
                  </a:lnTo>
                  <a:lnTo>
                    <a:pt x="2006" y="261686"/>
                  </a:lnTo>
                  <a:lnTo>
                    <a:pt x="2970" y="256359"/>
                  </a:lnTo>
                  <a:lnTo>
                    <a:pt x="3934" y="251205"/>
                  </a:lnTo>
                  <a:lnTo>
                    <a:pt x="4898" y="246212"/>
                  </a:lnTo>
                  <a:lnTo>
                    <a:pt x="5862" y="241331"/>
                  </a:lnTo>
                  <a:lnTo>
                    <a:pt x="6826" y="236565"/>
                  </a:lnTo>
                  <a:lnTo>
                    <a:pt x="7790" y="231949"/>
                  </a:lnTo>
                  <a:lnTo>
                    <a:pt x="8755" y="227478"/>
                  </a:lnTo>
                  <a:lnTo>
                    <a:pt x="9719" y="223188"/>
                  </a:lnTo>
                  <a:lnTo>
                    <a:pt x="10683" y="219090"/>
                  </a:lnTo>
                  <a:lnTo>
                    <a:pt x="11647" y="215219"/>
                  </a:lnTo>
                  <a:lnTo>
                    <a:pt x="12611" y="211504"/>
                  </a:lnTo>
                  <a:lnTo>
                    <a:pt x="13575" y="207909"/>
                  </a:lnTo>
                  <a:lnTo>
                    <a:pt x="14539" y="204414"/>
                  </a:lnTo>
                  <a:lnTo>
                    <a:pt x="15503" y="200998"/>
                  </a:lnTo>
                  <a:lnTo>
                    <a:pt x="16467" y="197661"/>
                  </a:lnTo>
                  <a:lnTo>
                    <a:pt x="17431" y="194411"/>
                  </a:lnTo>
                  <a:lnTo>
                    <a:pt x="18395" y="191270"/>
                  </a:lnTo>
                  <a:lnTo>
                    <a:pt x="19359" y="188249"/>
                  </a:lnTo>
                  <a:lnTo>
                    <a:pt x="20323" y="185355"/>
                  </a:lnTo>
                  <a:lnTo>
                    <a:pt x="21287" y="182600"/>
                  </a:lnTo>
                  <a:lnTo>
                    <a:pt x="22251" y="179961"/>
                  </a:lnTo>
                  <a:lnTo>
                    <a:pt x="23215" y="177440"/>
                  </a:lnTo>
                  <a:lnTo>
                    <a:pt x="24179" y="175026"/>
                  </a:lnTo>
                  <a:lnTo>
                    <a:pt x="25143" y="172719"/>
                  </a:lnTo>
                  <a:lnTo>
                    <a:pt x="26107" y="170507"/>
                  </a:lnTo>
                  <a:lnTo>
                    <a:pt x="27071" y="168391"/>
                  </a:lnTo>
                  <a:lnTo>
                    <a:pt x="28035" y="166396"/>
                  </a:lnTo>
                  <a:lnTo>
                    <a:pt x="28999" y="164528"/>
                  </a:lnTo>
                  <a:lnTo>
                    <a:pt x="29963" y="162790"/>
                  </a:lnTo>
                  <a:lnTo>
                    <a:pt x="30927" y="161209"/>
                  </a:lnTo>
                  <a:lnTo>
                    <a:pt x="31891" y="159795"/>
                  </a:lnTo>
                  <a:lnTo>
                    <a:pt x="32855" y="158562"/>
                  </a:lnTo>
                  <a:lnTo>
                    <a:pt x="33819" y="157508"/>
                  </a:lnTo>
                  <a:lnTo>
                    <a:pt x="34783" y="156646"/>
                  </a:lnTo>
                  <a:lnTo>
                    <a:pt x="35747" y="155987"/>
                  </a:lnTo>
                  <a:lnTo>
                    <a:pt x="36711" y="155520"/>
                  </a:lnTo>
                  <a:lnTo>
                    <a:pt x="37675" y="155243"/>
                  </a:lnTo>
                  <a:lnTo>
                    <a:pt x="38639" y="155173"/>
                  </a:lnTo>
                  <a:lnTo>
                    <a:pt x="39603" y="155293"/>
                  </a:lnTo>
                  <a:lnTo>
                    <a:pt x="40567" y="155550"/>
                  </a:lnTo>
                  <a:lnTo>
                    <a:pt x="41531" y="155943"/>
                  </a:lnTo>
                  <a:lnTo>
                    <a:pt x="42495" y="156414"/>
                  </a:lnTo>
                  <a:lnTo>
                    <a:pt x="43459" y="156964"/>
                  </a:lnTo>
                  <a:lnTo>
                    <a:pt x="44423" y="157608"/>
                  </a:lnTo>
                  <a:lnTo>
                    <a:pt x="45387" y="158330"/>
                  </a:lnTo>
                  <a:lnTo>
                    <a:pt x="46351" y="159118"/>
                  </a:lnTo>
                  <a:lnTo>
                    <a:pt x="47315" y="159917"/>
                  </a:lnTo>
                  <a:lnTo>
                    <a:pt x="48279" y="160689"/>
                  </a:lnTo>
                  <a:lnTo>
                    <a:pt x="49243" y="161434"/>
                  </a:lnTo>
                  <a:lnTo>
                    <a:pt x="50207" y="162136"/>
                  </a:lnTo>
                  <a:lnTo>
                    <a:pt x="51171" y="162760"/>
                  </a:lnTo>
                  <a:lnTo>
                    <a:pt x="52135" y="163315"/>
                  </a:lnTo>
                  <a:lnTo>
                    <a:pt x="53099" y="163803"/>
                  </a:lnTo>
                  <a:lnTo>
                    <a:pt x="54063" y="164216"/>
                  </a:lnTo>
                  <a:lnTo>
                    <a:pt x="55027" y="164562"/>
                  </a:lnTo>
                  <a:lnTo>
                    <a:pt x="55991" y="164798"/>
                  </a:lnTo>
                  <a:lnTo>
                    <a:pt x="56955" y="164924"/>
                  </a:lnTo>
                  <a:lnTo>
                    <a:pt x="57919" y="164925"/>
                  </a:lnTo>
                  <a:lnTo>
                    <a:pt x="58883" y="164799"/>
                  </a:lnTo>
                  <a:lnTo>
                    <a:pt x="59847" y="164520"/>
                  </a:lnTo>
                  <a:lnTo>
                    <a:pt x="60811" y="164104"/>
                  </a:lnTo>
                  <a:lnTo>
                    <a:pt x="61775" y="163594"/>
                  </a:lnTo>
                  <a:lnTo>
                    <a:pt x="62739" y="162990"/>
                  </a:lnTo>
                  <a:lnTo>
                    <a:pt x="63703" y="162304"/>
                  </a:lnTo>
                  <a:lnTo>
                    <a:pt x="64667" y="161498"/>
                  </a:lnTo>
                  <a:lnTo>
                    <a:pt x="65631" y="160595"/>
                  </a:lnTo>
                  <a:lnTo>
                    <a:pt x="66595" y="159589"/>
                  </a:lnTo>
                  <a:lnTo>
                    <a:pt x="67559" y="158467"/>
                  </a:lnTo>
                  <a:lnTo>
                    <a:pt x="68523" y="157247"/>
                  </a:lnTo>
                  <a:lnTo>
                    <a:pt x="69487" y="155950"/>
                  </a:lnTo>
                  <a:lnTo>
                    <a:pt x="70451" y="154576"/>
                  </a:lnTo>
                  <a:lnTo>
                    <a:pt x="71415" y="153146"/>
                  </a:lnTo>
                  <a:lnTo>
                    <a:pt x="72379" y="151663"/>
                  </a:lnTo>
                  <a:lnTo>
                    <a:pt x="73343" y="150122"/>
                  </a:lnTo>
                  <a:lnTo>
                    <a:pt x="74307" y="148499"/>
                  </a:lnTo>
                  <a:lnTo>
                    <a:pt x="75271" y="146764"/>
                  </a:lnTo>
                  <a:lnTo>
                    <a:pt x="76235" y="144909"/>
                  </a:lnTo>
                  <a:lnTo>
                    <a:pt x="77199" y="142897"/>
                  </a:lnTo>
                  <a:lnTo>
                    <a:pt x="78163" y="140732"/>
                  </a:lnTo>
                  <a:lnTo>
                    <a:pt x="79127" y="138437"/>
                  </a:lnTo>
                  <a:lnTo>
                    <a:pt x="80091" y="136011"/>
                  </a:lnTo>
                  <a:lnTo>
                    <a:pt x="81055" y="133433"/>
                  </a:lnTo>
                  <a:lnTo>
                    <a:pt x="82019" y="130677"/>
                  </a:lnTo>
                  <a:lnTo>
                    <a:pt x="82983" y="127732"/>
                  </a:lnTo>
                  <a:lnTo>
                    <a:pt x="83947" y="124587"/>
                  </a:lnTo>
                  <a:lnTo>
                    <a:pt x="84911" y="121257"/>
                  </a:lnTo>
                  <a:lnTo>
                    <a:pt x="85875" y="117764"/>
                  </a:lnTo>
                  <a:lnTo>
                    <a:pt x="86839" y="114091"/>
                  </a:lnTo>
                  <a:lnTo>
                    <a:pt x="87803" y="110245"/>
                  </a:lnTo>
                  <a:lnTo>
                    <a:pt x="88767" y="106186"/>
                  </a:lnTo>
                  <a:lnTo>
                    <a:pt x="89731" y="101948"/>
                  </a:lnTo>
                  <a:lnTo>
                    <a:pt x="90695" y="97629"/>
                  </a:lnTo>
                  <a:lnTo>
                    <a:pt x="91659" y="93307"/>
                  </a:lnTo>
                  <a:lnTo>
                    <a:pt x="92623" y="88947"/>
                  </a:lnTo>
                  <a:lnTo>
                    <a:pt x="93587" y="84515"/>
                  </a:lnTo>
                  <a:lnTo>
                    <a:pt x="94551" y="79988"/>
                  </a:lnTo>
                  <a:lnTo>
                    <a:pt x="95515" y="75353"/>
                  </a:lnTo>
                  <a:lnTo>
                    <a:pt x="96479" y="70655"/>
                  </a:lnTo>
                  <a:lnTo>
                    <a:pt x="97443" y="65908"/>
                  </a:lnTo>
                  <a:lnTo>
                    <a:pt x="98407" y="61126"/>
                  </a:lnTo>
                  <a:lnTo>
                    <a:pt x="99371" y="56362"/>
                  </a:lnTo>
                  <a:lnTo>
                    <a:pt x="100335" y="51641"/>
                  </a:lnTo>
                  <a:lnTo>
                    <a:pt x="101299" y="46952"/>
                  </a:lnTo>
                  <a:lnTo>
                    <a:pt x="102263" y="42324"/>
                  </a:lnTo>
                  <a:lnTo>
                    <a:pt x="103227" y="37807"/>
                  </a:lnTo>
                  <a:lnTo>
                    <a:pt x="104191" y="33461"/>
                  </a:lnTo>
                  <a:lnTo>
                    <a:pt x="105155" y="29311"/>
                  </a:lnTo>
                  <a:lnTo>
                    <a:pt x="106119" y="25370"/>
                  </a:lnTo>
                  <a:lnTo>
                    <a:pt x="107083" y="21664"/>
                  </a:lnTo>
                  <a:lnTo>
                    <a:pt x="108047" y="18209"/>
                  </a:lnTo>
                  <a:lnTo>
                    <a:pt x="109011" y="15033"/>
                  </a:lnTo>
                  <a:lnTo>
                    <a:pt x="109975" y="12165"/>
                  </a:lnTo>
                  <a:lnTo>
                    <a:pt x="110939" y="9611"/>
                  </a:lnTo>
                  <a:lnTo>
                    <a:pt x="111903" y="7347"/>
                  </a:lnTo>
                  <a:lnTo>
                    <a:pt x="112867" y="5402"/>
                  </a:lnTo>
                  <a:lnTo>
                    <a:pt x="113831" y="3790"/>
                  </a:lnTo>
                  <a:lnTo>
                    <a:pt x="114795" y="2473"/>
                  </a:lnTo>
                  <a:lnTo>
                    <a:pt x="115759" y="1447"/>
                  </a:lnTo>
                  <a:lnTo>
                    <a:pt x="116723" y="687"/>
                  </a:lnTo>
                  <a:lnTo>
                    <a:pt x="117687" y="223"/>
                  </a:lnTo>
                  <a:lnTo>
                    <a:pt x="118651" y="6"/>
                  </a:lnTo>
                  <a:lnTo>
                    <a:pt x="119616" y="0"/>
                  </a:lnTo>
                  <a:lnTo>
                    <a:pt x="120580" y="175"/>
                  </a:lnTo>
                  <a:lnTo>
                    <a:pt x="121544" y="535"/>
                  </a:lnTo>
                  <a:lnTo>
                    <a:pt x="122508" y="1106"/>
                  </a:lnTo>
                  <a:lnTo>
                    <a:pt x="123472" y="1934"/>
                  </a:lnTo>
                  <a:lnTo>
                    <a:pt x="124436" y="3039"/>
                  </a:lnTo>
                  <a:lnTo>
                    <a:pt x="125400" y="4456"/>
                  </a:lnTo>
                  <a:lnTo>
                    <a:pt x="126364" y="6225"/>
                  </a:lnTo>
                  <a:lnTo>
                    <a:pt x="127328" y="8287"/>
                  </a:lnTo>
                  <a:lnTo>
                    <a:pt x="128292" y="10562"/>
                  </a:lnTo>
                  <a:lnTo>
                    <a:pt x="129256" y="12995"/>
                  </a:lnTo>
                  <a:lnTo>
                    <a:pt x="130220" y="15586"/>
                  </a:lnTo>
                  <a:lnTo>
                    <a:pt x="131184" y="18375"/>
                  </a:lnTo>
                  <a:lnTo>
                    <a:pt x="132148" y="21377"/>
                  </a:lnTo>
                  <a:lnTo>
                    <a:pt x="133112" y="24604"/>
                  </a:lnTo>
                  <a:lnTo>
                    <a:pt x="134076" y="28049"/>
                  </a:lnTo>
                  <a:lnTo>
                    <a:pt x="135040" y="31691"/>
                  </a:lnTo>
                  <a:lnTo>
                    <a:pt x="136004" y="35510"/>
                  </a:lnTo>
                  <a:lnTo>
                    <a:pt x="136968" y="39451"/>
                  </a:lnTo>
                  <a:lnTo>
                    <a:pt x="137932" y="43546"/>
                  </a:lnTo>
                  <a:lnTo>
                    <a:pt x="138896" y="47709"/>
                  </a:lnTo>
                  <a:lnTo>
                    <a:pt x="139860" y="51817"/>
                  </a:lnTo>
                  <a:lnTo>
                    <a:pt x="140824" y="55819"/>
                  </a:lnTo>
                  <a:lnTo>
                    <a:pt x="141788" y="59759"/>
                  </a:lnTo>
                  <a:lnTo>
                    <a:pt x="142752" y="63695"/>
                  </a:lnTo>
                  <a:lnTo>
                    <a:pt x="143716" y="67712"/>
                  </a:lnTo>
                  <a:lnTo>
                    <a:pt x="144680" y="71823"/>
                  </a:lnTo>
                  <a:lnTo>
                    <a:pt x="145644" y="76015"/>
                  </a:lnTo>
                  <a:lnTo>
                    <a:pt x="146608" y="80274"/>
                  </a:lnTo>
                  <a:lnTo>
                    <a:pt x="147572" y="84583"/>
                  </a:lnTo>
                  <a:lnTo>
                    <a:pt x="148536" y="88857"/>
                  </a:lnTo>
                  <a:lnTo>
                    <a:pt x="149500" y="93090"/>
                  </a:lnTo>
                  <a:lnTo>
                    <a:pt x="150464" y="97236"/>
                  </a:lnTo>
                  <a:lnTo>
                    <a:pt x="151428" y="101290"/>
                  </a:lnTo>
                  <a:lnTo>
                    <a:pt x="152392" y="105203"/>
                  </a:lnTo>
                  <a:lnTo>
                    <a:pt x="153356" y="108936"/>
                  </a:lnTo>
                  <a:lnTo>
                    <a:pt x="154320" y="112489"/>
                  </a:lnTo>
                  <a:lnTo>
                    <a:pt x="155284" y="115847"/>
                  </a:lnTo>
                  <a:lnTo>
                    <a:pt x="156248" y="119035"/>
                  </a:lnTo>
                  <a:lnTo>
                    <a:pt x="157212" y="121998"/>
                  </a:lnTo>
                  <a:lnTo>
                    <a:pt x="158176" y="124676"/>
                  </a:lnTo>
                  <a:lnTo>
                    <a:pt x="159140" y="127012"/>
                  </a:lnTo>
                  <a:lnTo>
                    <a:pt x="160104" y="129003"/>
                  </a:lnTo>
                  <a:lnTo>
                    <a:pt x="161068" y="130683"/>
                  </a:lnTo>
                  <a:lnTo>
                    <a:pt x="162032" y="132016"/>
                  </a:lnTo>
                  <a:lnTo>
                    <a:pt x="162996" y="133029"/>
                  </a:lnTo>
                  <a:lnTo>
                    <a:pt x="163960" y="133702"/>
                  </a:lnTo>
                  <a:lnTo>
                    <a:pt x="164924" y="134088"/>
                  </a:lnTo>
                  <a:lnTo>
                    <a:pt x="165888" y="134150"/>
                  </a:lnTo>
                  <a:lnTo>
                    <a:pt x="166852" y="133903"/>
                  </a:lnTo>
                  <a:lnTo>
                    <a:pt x="167816" y="133399"/>
                  </a:lnTo>
                  <a:lnTo>
                    <a:pt x="168780" y="132666"/>
                  </a:lnTo>
                  <a:lnTo>
                    <a:pt x="169744" y="131695"/>
                  </a:lnTo>
                  <a:lnTo>
                    <a:pt x="170708" y="130516"/>
                  </a:lnTo>
                  <a:lnTo>
                    <a:pt x="171672" y="129098"/>
                  </a:lnTo>
                  <a:lnTo>
                    <a:pt x="172636" y="127444"/>
                  </a:lnTo>
                  <a:lnTo>
                    <a:pt x="173600" y="125562"/>
                  </a:lnTo>
                  <a:lnTo>
                    <a:pt x="174564" y="123424"/>
                  </a:lnTo>
                  <a:lnTo>
                    <a:pt x="175528" y="120983"/>
                  </a:lnTo>
                  <a:lnTo>
                    <a:pt x="176492" y="118283"/>
                  </a:lnTo>
                  <a:lnTo>
                    <a:pt x="177456" y="115414"/>
                  </a:lnTo>
                  <a:lnTo>
                    <a:pt x="178420" y="112477"/>
                  </a:lnTo>
                  <a:lnTo>
                    <a:pt x="179384" y="109445"/>
                  </a:lnTo>
                  <a:lnTo>
                    <a:pt x="180348" y="106275"/>
                  </a:lnTo>
                  <a:lnTo>
                    <a:pt x="181312" y="102924"/>
                  </a:lnTo>
                  <a:lnTo>
                    <a:pt x="182276" y="99364"/>
                  </a:lnTo>
                  <a:lnTo>
                    <a:pt x="183240" y="95587"/>
                  </a:lnTo>
                  <a:lnTo>
                    <a:pt x="184204" y="91611"/>
                  </a:lnTo>
                  <a:lnTo>
                    <a:pt x="185168" y="87530"/>
                  </a:lnTo>
                  <a:lnTo>
                    <a:pt x="186132" y="83363"/>
                  </a:lnTo>
                  <a:lnTo>
                    <a:pt x="187096" y="79143"/>
                  </a:lnTo>
                  <a:lnTo>
                    <a:pt x="188060" y="74953"/>
                  </a:lnTo>
                  <a:lnTo>
                    <a:pt x="189024" y="70862"/>
                  </a:lnTo>
                  <a:lnTo>
                    <a:pt x="189988" y="66983"/>
                  </a:lnTo>
                  <a:lnTo>
                    <a:pt x="190952" y="63351"/>
                  </a:lnTo>
                  <a:lnTo>
                    <a:pt x="191916" y="59940"/>
                  </a:lnTo>
                  <a:lnTo>
                    <a:pt x="192880" y="56703"/>
                  </a:lnTo>
                  <a:lnTo>
                    <a:pt x="193844" y="53640"/>
                  </a:lnTo>
                  <a:lnTo>
                    <a:pt x="194808" y="50780"/>
                  </a:lnTo>
                  <a:lnTo>
                    <a:pt x="195772" y="48138"/>
                  </a:lnTo>
                  <a:lnTo>
                    <a:pt x="196736" y="45740"/>
                  </a:lnTo>
                  <a:lnTo>
                    <a:pt x="197700" y="43607"/>
                  </a:lnTo>
                  <a:lnTo>
                    <a:pt x="198664" y="41777"/>
                  </a:lnTo>
                  <a:lnTo>
                    <a:pt x="199628" y="40272"/>
                  </a:lnTo>
                  <a:lnTo>
                    <a:pt x="200592" y="39081"/>
                  </a:lnTo>
                  <a:lnTo>
                    <a:pt x="201556" y="38229"/>
                  </a:lnTo>
                  <a:lnTo>
                    <a:pt x="202520" y="37699"/>
                  </a:lnTo>
                  <a:lnTo>
                    <a:pt x="203484" y="37472"/>
                  </a:lnTo>
                  <a:lnTo>
                    <a:pt x="204448" y="37464"/>
                  </a:lnTo>
                  <a:lnTo>
                    <a:pt x="205412" y="37628"/>
                  </a:lnTo>
                  <a:lnTo>
                    <a:pt x="206376" y="37997"/>
                  </a:lnTo>
                  <a:lnTo>
                    <a:pt x="207340" y="38623"/>
                  </a:lnTo>
                  <a:lnTo>
                    <a:pt x="208304" y="39517"/>
                  </a:lnTo>
                  <a:lnTo>
                    <a:pt x="209268" y="40641"/>
                  </a:lnTo>
                  <a:lnTo>
                    <a:pt x="210232" y="41971"/>
                  </a:lnTo>
                  <a:lnTo>
                    <a:pt x="211196" y="43519"/>
                  </a:lnTo>
                  <a:lnTo>
                    <a:pt x="212160" y="45357"/>
                  </a:lnTo>
                  <a:lnTo>
                    <a:pt x="213124" y="47491"/>
                  </a:lnTo>
                  <a:lnTo>
                    <a:pt x="214088" y="49867"/>
                  </a:lnTo>
                  <a:lnTo>
                    <a:pt x="215052" y="52517"/>
                  </a:lnTo>
                  <a:lnTo>
                    <a:pt x="216016" y="55345"/>
                  </a:lnTo>
                  <a:lnTo>
                    <a:pt x="216980" y="58340"/>
                  </a:lnTo>
                  <a:lnTo>
                    <a:pt x="217944" y="61513"/>
                  </a:lnTo>
                  <a:lnTo>
                    <a:pt x="218908" y="64875"/>
                  </a:lnTo>
                  <a:lnTo>
                    <a:pt x="219872" y="68436"/>
                  </a:lnTo>
                  <a:lnTo>
                    <a:pt x="220836" y="72196"/>
                  </a:lnTo>
                  <a:lnTo>
                    <a:pt x="221800" y="76124"/>
                  </a:lnTo>
                  <a:lnTo>
                    <a:pt x="222764" y="80225"/>
                  </a:lnTo>
                  <a:lnTo>
                    <a:pt x="223728" y="84548"/>
                  </a:lnTo>
                  <a:lnTo>
                    <a:pt x="224692" y="89173"/>
                  </a:lnTo>
                  <a:lnTo>
                    <a:pt x="225656" y="94096"/>
                  </a:lnTo>
                  <a:lnTo>
                    <a:pt x="226620" y="99236"/>
                  </a:lnTo>
                  <a:lnTo>
                    <a:pt x="227584" y="104541"/>
                  </a:lnTo>
                  <a:lnTo>
                    <a:pt x="228548" y="110020"/>
                  </a:lnTo>
                  <a:lnTo>
                    <a:pt x="229512" y="115690"/>
                  </a:lnTo>
                  <a:lnTo>
                    <a:pt x="230476" y="121580"/>
                  </a:lnTo>
                  <a:lnTo>
                    <a:pt x="231441" y="127702"/>
                  </a:lnTo>
                  <a:lnTo>
                    <a:pt x="232405" y="134028"/>
                  </a:lnTo>
                  <a:lnTo>
                    <a:pt x="233369" y="140571"/>
                  </a:lnTo>
                  <a:lnTo>
                    <a:pt x="234333" y="147343"/>
                  </a:lnTo>
                  <a:lnTo>
                    <a:pt x="235297" y="154314"/>
                  </a:lnTo>
                  <a:lnTo>
                    <a:pt x="236261" y="161434"/>
                  </a:lnTo>
                  <a:lnTo>
                    <a:pt x="237225" y="168682"/>
                  </a:lnTo>
                  <a:lnTo>
                    <a:pt x="238189" y="175994"/>
                  </a:lnTo>
                  <a:lnTo>
                    <a:pt x="239153" y="183235"/>
                  </a:lnTo>
                  <a:lnTo>
                    <a:pt x="240117" y="190348"/>
                  </a:lnTo>
                  <a:lnTo>
                    <a:pt x="241081" y="197298"/>
                  </a:lnTo>
                  <a:lnTo>
                    <a:pt x="242045" y="204086"/>
                  </a:lnTo>
                  <a:lnTo>
                    <a:pt x="243009" y="210695"/>
                  </a:lnTo>
                  <a:lnTo>
                    <a:pt x="243973" y="217096"/>
                  </a:lnTo>
                  <a:lnTo>
                    <a:pt x="244937" y="223329"/>
                  </a:lnTo>
                  <a:lnTo>
                    <a:pt x="245901" y="229355"/>
                  </a:lnTo>
                  <a:lnTo>
                    <a:pt x="246865" y="235213"/>
                  </a:lnTo>
                  <a:lnTo>
                    <a:pt x="247829" y="240880"/>
                  </a:lnTo>
                  <a:lnTo>
                    <a:pt x="248793" y="246350"/>
                  </a:lnTo>
                  <a:lnTo>
                    <a:pt x="249757" y="251610"/>
                  </a:lnTo>
                  <a:lnTo>
                    <a:pt x="250721" y="256702"/>
                  </a:lnTo>
                  <a:lnTo>
                    <a:pt x="251685" y="261605"/>
                  </a:lnTo>
                  <a:lnTo>
                    <a:pt x="252649" y="266405"/>
                  </a:lnTo>
                  <a:lnTo>
                    <a:pt x="253613" y="271141"/>
                  </a:lnTo>
                  <a:lnTo>
                    <a:pt x="254062" y="27333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7019580" y="3695405"/>
              <a:ext cx="196739" cy="167776"/>
            </a:xfrm>
            <a:custGeom>
              <a:avLst/>
              <a:pathLst>
                <a:path w="196739" h="167776">
                  <a:moveTo>
                    <a:pt x="0" y="167776"/>
                  </a:moveTo>
                  <a:lnTo>
                    <a:pt x="639" y="164658"/>
                  </a:lnTo>
                  <a:lnTo>
                    <a:pt x="1603" y="159901"/>
                  </a:lnTo>
                  <a:lnTo>
                    <a:pt x="2567" y="155086"/>
                  </a:lnTo>
                  <a:lnTo>
                    <a:pt x="3531" y="150345"/>
                  </a:lnTo>
                  <a:lnTo>
                    <a:pt x="4495" y="145844"/>
                  </a:lnTo>
                  <a:lnTo>
                    <a:pt x="5459" y="141609"/>
                  </a:lnTo>
                  <a:lnTo>
                    <a:pt x="6423" y="137650"/>
                  </a:lnTo>
                  <a:lnTo>
                    <a:pt x="7387" y="133998"/>
                  </a:lnTo>
                  <a:lnTo>
                    <a:pt x="8351" y="130596"/>
                  </a:lnTo>
                  <a:lnTo>
                    <a:pt x="9315" y="127435"/>
                  </a:lnTo>
                  <a:lnTo>
                    <a:pt x="10279" y="124490"/>
                  </a:lnTo>
                  <a:lnTo>
                    <a:pt x="11243" y="121707"/>
                  </a:lnTo>
                  <a:lnTo>
                    <a:pt x="12207" y="119088"/>
                  </a:lnTo>
                  <a:lnTo>
                    <a:pt x="13171" y="116672"/>
                  </a:lnTo>
                  <a:lnTo>
                    <a:pt x="14135" y="114557"/>
                  </a:lnTo>
                  <a:lnTo>
                    <a:pt x="15099" y="112803"/>
                  </a:lnTo>
                  <a:lnTo>
                    <a:pt x="16063" y="111406"/>
                  </a:lnTo>
                  <a:lnTo>
                    <a:pt x="17027" y="110355"/>
                  </a:lnTo>
                  <a:lnTo>
                    <a:pt x="17991" y="109599"/>
                  </a:lnTo>
                  <a:lnTo>
                    <a:pt x="18955" y="109111"/>
                  </a:lnTo>
                  <a:lnTo>
                    <a:pt x="19919" y="108826"/>
                  </a:lnTo>
                  <a:lnTo>
                    <a:pt x="20883" y="108731"/>
                  </a:lnTo>
                  <a:lnTo>
                    <a:pt x="21847" y="108822"/>
                  </a:lnTo>
                  <a:lnTo>
                    <a:pt x="22811" y="109159"/>
                  </a:lnTo>
                  <a:lnTo>
                    <a:pt x="23775" y="109725"/>
                  </a:lnTo>
                  <a:lnTo>
                    <a:pt x="24739" y="110519"/>
                  </a:lnTo>
                  <a:lnTo>
                    <a:pt x="25703" y="111580"/>
                  </a:lnTo>
                  <a:lnTo>
                    <a:pt x="26667" y="112892"/>
                  </a:lnTo>
                  <a:lnTo>
                    <a:pt x="27631" y="114334"/>
                  </a:lnTo>
                  <a:lnTo>
                    <a:pt x="28595" y="115794"/>
                  </a:lnTo>
                  <a:lnTo>
                    <a:pt x="29559" y="117235"/>
                  </a:lnTo>
                  <a:lnTo>
                    <a:pt x="30523" y="118596"/>
                  </a:lnTo>
                  <a:lnTo>
                    <a:pt x="31487" y="119878"/>
                  </a:lnTo>
                  <a:lnTo>
                    <a:pt x="32451" y="121080"/>
                  </a:lnTo>
                  <a:lnTo>
                    <a:pt x="33415" y="122169"/>
                  </a:lnTo>
                  <a:lnTo>
                    <a:pt x="34379" y="123147"/>
                  </a:lnTo>
                  <a:lnTo>
                    <a:pt x="35343" y="124049"/>
                  </a:lnTo>
                  <a:lnTo>
                    <a:pt x="36307" y="124826"/>
                  </a:lnTo>
                  <a:lnTo>
                    <a:pt x="37271" y="125535"/>
                  </a:lnTo>
                  <a:lnTo>
                    <a:pt x="38235" y="126134"/>
                  </a:lnTo>
                  <a:lnTo>
                    <a:pt x="39199" y="126666"/>
                  </a:lnTo>
                  <a:lnTo>
                    <a:pt x="40163" y="127085"/>
                  </a:lnTo>
                  <a:lnTo>
                    <a:pt x="41127" y="127378"/>
                  </a:lnTo>
                  <a:lnTo>
                    <a:pt x="42091" y="127558"/>
                  </a:lnTo>
                  <a:lnTo>
                    <a:pt x="43055" y="127580"/>
                  </a:lnTo>
                  <a:lnTo>
                    <a:pt x="44019" y="127443"/>
                  </a:lnTo>
                  <a:lnTo>
                    <a:pt x="44983" y="127146"/>
                  </a:lnTo>
                  <a:lnTo>
                    <a:pt x="45947" y="126720"/>
                  </a:lnTo>
                  <a:lnTo>
                    <a:pt x="46911" y="126152"/>
                  </a:lnTo>
                  <a:lnTo>
                    <a:pt x="47875" y="125415"/>
                  </a:lnTo>
                  <a:lnTo>
                    <a:pt x="48840" y="124536"/>
                  </a:lnTo>
                  <a:lnTo>
                    <a:pt x="49804" y="123501"/>
                  </a:lnTo>
                  <a:lnTo>
                    <a:pt x="50768" y="122272"/>
                  </a:lnTo>
                  <a:lnTo>
                    <a:pt x="51732" y="120848"/>
                  </a:lnTo>
                  <a:lnTo>
                    <a:pt x="52696" y="119120"/>
                  </a:lnTo>
                  <a:lnTo>
                    <a:pt x="53660" y="117042"/>
                  </a:lnTo>
                  <a:lnTo>
                    <a:pt x="54624" y="114713"/>
                  </a:lnTo>
                  <a:lnTo>
                    <a:pt x="55588" y="112116"/>
                  </a:lnTo>
                  <a:lnTo>
                    <a:pt x="56552" y="109340"/>
                  </a:lnTo>
                  <a:lnTo>
                    <a:pt x="57516" y="106468"/>
                  </a:lnTo>
                  <a:lnTo>
                    <a:pt x="58480" y="103514"/>
                  </a:lnTo>
                  <a:lnTo>
                    <a:pt x="59444" y="100526"/>
                  </a:lnTo>
                  <a:lnTo>
                    <a:pt x="60408" y="97542"/>
                  </a:lnTo>
                  <a:lnTo>
                    <a:pt x="61372" y="94555"/>
                  </a:lnTo>
                  <a:lnTo>
                    <a:pt x="62336" y="91501"/>
                  </a:lnTo>
                  <a:lnTo>
                    <a:pt x="63300" y="88339"/>
                  </a:lnTo>
                  <a:lnTo>
                    <a:pt x="64264" y="85073"/>
                  </a:lnTo>
                  <a:lnTo>
                    <a:pt x="65228" y="81713"/>
                  </a:lnTo>
                  <a:lnTo>
                    <a:pt x="66192" y="78265"/>
                  </a:lnTo>
                  <a:lnTo>
                    <a:pt x="67156" y="74803"/>
                  </a:lnTo>
                  <a:lnTo>
                    <a:pt x="68120" y="71367"/>
                  </a:lnTo>
                  <a:lnTo>
                    <a:pt x="69084" y="67958"/>
                  </a:lnTo>
                  <a:lnTo>
                    <a:pt x="70048" y="64574"/>
                  </a:lnTo>
                  <a:lnTo>
                    <a:pt x="71012" y="61178"/>
                  </a:lnTo>
                  <a:lnTo>
                    <a:pt x="71976" y="57726"/>
                  </a:lnTo>
                  <a:lnTo>
                    <a:pt x="72940" y="54226"/>
                  </a:lnTo>
                  <a:lnTo>
                    <a:pt x="73904" y="50621"/>
                  </a:lnTo>
                  <a:lnTo>
                    <a:pt x="74868" y="46877"/>
                  </a:lnTo>
                  <a:lnTo>
                    <a:pt x="75832" y="43066"/>
                  </a:lnTo>
                  <a:lnTo>
                    <a:pt x="76796" y="39320"/>
                  </a:lnTo>
                  <a:lnTo>
                    <a:pt x="77760" y="35699"/>
                  </a:lnTo>
                  <a:lnTo>
                    <a:pt x="78724" y="32204"/>
                  </a:lnTo>
                  <a:lnTo>
                    <a:pt x="79688" y="28833"/>
                  </a:lnTo>
                  <a:lnTo>
                    <a:pt x="80652" y="25588"/>
                  </a:lnTo>
                  <a:lnTo>
                    <a:pt x="81616" y="22468"/>
                  </a:lnTo>
                  <a:lnTo>
                    <a:pt x="82580" y="19474"/>
                  </a:lnTo>
                  <a:lnTo>
                    <a:pt x="83544" y="16604"/>
                  </a:lnTo>
                  <a:lnTo>
                    <a:pt x="84508" y="13863"/>
                  </a:lnTo>
                  <a:lnTo>
                    <a:pt x="85472" y="11262"/>
                  </a:lnTo>
                  <a:lnTo>
                    <a:pt x="86436" y="8801"/>
                  </a:lnTo>
                  <a:lnTo>
                    <a:pt x="87400" y="6504"/>
                  </a:lnTo>
                  <a:lnTo>
                    <a:pt x="88364" y="4464"/>
                  </a:lnTo>
                  <a:lnTo>
                    <a:pt x="89328" y="2803"/>
                  </a:lnTo>
                  <a:lnTo>
                    <a:pt x="90292" y="1507"/>
                  </a:lnTo>
                  <a:lnTo>
                    <a:pt x="91256" y="595"/>
                  </a:lnTo>
                  <a:lnTo>
                    <a:pt x="92220" y="89"/>
                  </a:lnTo>
                  <a:lnTo>
                    <a:pt x="93184" y="0"/>
                  </a:lnTo>
                  <a:lnTo>
                    <a:pt x="94148" y="303"/>
                  </a:lnTo>
                  <a:lnTo>
                    <a:pt x="95112" y="986"/>
                  </a:lnTo>
                  <a:lnTo>
                    <a:pt x="96076" y="2048"/>
                  </a:lnTo>
                  <a:lnTo>
                    <a:pt x="97040" y="3491"/>
                  </a:lnTo>
                  <a:lnTo>
                    <a:pt x="98004" y="5304"/>
                  </a:lnTo>
                  <a:lnTo>
                    <a:pt x="98968" y="7526"/>
                  </a:lnTo>
                  <a:lnTo>
                    <a:pt x="99932" y="10185"/>
                  </a:lnTo>
                  <a:lnTo>
                    <a:pt x="100896" y="13281"/>
                  </a:lnTo>
                  <a:lnTo>
                    <a:pt x="101860" y="16817"/>
                  </a:lnTo>
                  <a:lnTo>
                    <a:pt x="102824" y="20701"/>
                  </a:lnTo>
                  <a:lnTo>
                    <a:pt x="103788" y="24844"/>
                  </a:lnTo>
                  <a:lnTo>
                    <a:pt x="104752" y="29206"/>
                  </a:lnTo>
                  <a:lnTo>
                    <a:pt x="105716" y="33671"/>
                  </a:lnTo>
                  <a:lnTo>
                    <a:pt x="106680" y="38187"/>
                  </a:lnTo>
                  <a:lnTo>
                    <a:pt x="107644" y="42759"/>
                  </a:lnTo>
                  <a:lnTo>
                    <a:pt x="108608" y="47362"/>
                  </a:lnTo>
                  <a:lnTo>
                    <a:pt x="109572" y="52016"/>
                  </a:lnTo>
                  <a:lnTo>
                    <a:pt x="110536" y="56745"/>
                  </a:lnTo>
                  <a:lnTo>
                    <a:pt x="111500" y="61552"/>
                  </a:lnTo>
                  <a:lnTo>
                    <a:pt x="112464" y="66427"/>
                  </a:lnTo>
                  <a:lnTo>
                    <a:pt x="113428" y="71388"/>
                  </a:lnTo>
                  <a:lnTo>
                    <a:pt x="114392" y="76331"/>
                  </a:lnTo>
                  <a:lnTo>
                    <a:pt x="115356" y="81110"/>
                  </a:lnTo>
                  <a:lnTo>
                    <a:pt x="116320" y="85677"/>
                  </a:lnTo>
                  <a:lnTo>
                    <a:pt x="117284" y="90039"/>
                  </a:lnTo>
                  <a:lnTo>
                    <a:pt x="118248" y="94160"/>
                  </a:lnTo>
                  <a:lnTo>
                    <a:pt x="119212" y="98054"/>
                  </a:lnTo>
                  <a:lnTo>
                    <a:pt x="120176" y="101702"/>
                  </a:lnTo>
                  <a:lnTo>
                    <a:pt x="121140" y="105119"/>
                  </a:lnTo>
                  <a:lnTo>
                    <a:pt x="122104" y="108306"/>
                  </a:lnTo>
                  <a:lnTo>
                    <a:pt x="123068" y="111311"/>
                  </a:lnTo>
                  <a:lnTo>
                    <a:pt x="124032" y="114092"/>
                  </a:lnTo>
                  <a:lnTo>
                    <a:pt x="124996" y="116571"/>
                  </a:lnTo>
                  <a:lnTo>
                    <a:pt x="125960" y="118710"/>
                  </a:lnTo>
                  <a:lnTo>
                    <a:pt x="126924" y="120488"/>
                  </a:lnTo>
                  <a:lnTo>
                    <a:pt x="127888" y="121903"/>
                  </a:lnTo>
                  <a:lnTo>
                    <a:pt x="128852" y="123002"/>
                  </a:lnTo>
                  <a:lnTo>
                    <a:pt x="129816" y="123891"/>
                  </a:lnTo>
                  <a:lnTo>
                    <a:pt x="130780" y="124600"/>
                  </a:lnTo>
                  <a:lnTo>
                    <a:pt x="131744" y="125117"/>
                  </a:lnTo>
                  <a:lnTo>
                    <a:pt x="132708" y="125492"/>
                  </a:lnTo>
                  <a:lnTo>
                    <a:pt x="133672" y="125700"/>
                  </a:lnTo>
                  <a:lnTo>
                    <a:pt x="134636" y="125808"/>
                  </a:lnTo>
                  <a:lnTo>
                    <a:pt x="135600" y="125797"/>
                  </a:lnTo>
                  <a:lnTo>
                    <a:pt x="136564" y="125642"/>
                  </a:lnTo>
                  <a:lnTo>
                    <a:pt x="137528" y="125234"/>
                  </a:lnTo>
                  <a:lnTo>
                    <a:pt x="138492" y="124560"/>
                  </a:lnTo>
                  <a:lnTo>
                    <a:pt x="139456" y="123648"/>
                  </a:lnTo>
                  <a:lnTo>
                    <a:pt x="140420" y="122505"/>
                  </a:lnTo>
                  <a:lnTo>
                    <a:pt x="141384" y="121141"/>
                  </a:lnTo>
                  <a:lnTo>
                    <a:pt x="142348" y="119571"/>
                  </a:lnTo>
                  <a:lnTo>
                    <a:pt x="143312" y="117821"/>
                  </a:lnTo>
                  <a:lnTo>
                    <a:pt x="144276" y="115889"/>
                  </a:lnTo>
                  <a:lnTo>
                    <a:pt x="145240" y="113777"/>
                  </a:lnTo>
                  <a:lnTo>
                    <a:pt x="146204" y="111497"/>
                  </a:lnTo>
                  <a:lnTo>
                    <a:pt x="147168" y="109047"/>
                  </a:lnTo>
                  <a:lnTo>
                    <a:pt x="148132" y="106399"/>
                  </a:lnTo>
                  <a:lnTo>
                    <a:pt x="149096" y="103552"/>
                  </a:lnTo>
                  <a:lnTo>
                    <a:pt x="150060" y="100523"/>
                  </a:lnTo>
                  <a:lnTo>
                    <a:pt x="151024" y="97342"/>
                  </a:lnTo>
                  <a:lnTo>
                    <a:pt x="151988" y="94091"/>
                  </a:lnTo>
                  <a:lnTo>
                    <a:pt x="152952" y="90762"/>
                  </a:lnTo>
                  <a:lnTo>
                    <a:pt x="153916" y="87419"/>
                  </a:lnTo>
                  <a:lnTo>
                    <a:pt x="154880" y="84106"/>
                  </a:lnTo>
                  <a:lnTo>
                    <a:pt x="155844" y="80819"/>
                  </a:lnTo>
                  <a:lnTo>
                    <a:pt x="156808" y="77566"/>
                  </a:lnTo>
                  <a:lnTo>
                    <a:pt x="157772" y="74331"/>
                  </a:lnTo>
                  <a:lnTo>
                    <a:pt x="158736" y="71094"/>
                  </a:lnTo>
                  <a:lnTo>
                    <a:pt x="159701" y="67838"/>
                  </a:lnTo>
                  <a:lnTo>
                    <a:pt x="160665" y="64573"/>
                  </a:lnTo>
                  <a:lnTo>
                    <a:pt x="161629" y="61288"/>
                  </a:lnTo>
                  <a:lnTo>
                    <a:pt x="162593" y="58034"/>
                  </a:lnTo>
                  <a:lnTo>
                    <a:pt x="163557" y="55011"/>
                  </a:lnTo>
                  <a:lnTo>
                    <a:pt x="164521" y="52387"/>
                  </a:lnTo>
                  <a:lnTo>
                    <a:pt x="165485" y="50189"/>
                  </a:lnTo>
                  <a:lnTo>
                    <a:pt x="166449" y="48440"/>
                  </a:lnTo>
                  <a:lnTo>
                    <a:pt x="167413" y="47139"/>
                  </a:lnTo>
                  <a:lnTo>
                    <a:pt x="168377" y="46330"/>
                  </a:lnTo>
                  <a:lnTo>
                    <a:pt x="169341" y="46055"/>
                  </a:lnTo>
                  <a:lnTo>
                    <a:pt x="170305" y="46283"/>
                  </a:lnTo>
                  <a:lnTo>
                    <a:pt x="171269" y="46957"/>
                  </a:lnTo>
                  <a:lnTo>
                    <a:pt x="172233" y="48092"/>
                  </a:lnTo>
                  <a:lnTo>
                    <a:pt x="173197" y="49711"/>
                  </a:lnTo>
                  <a:lnTo>
                    <a:pt x="174161" y="51849"/>
                  </a:lnTo>
                  <a:lnTo>
                    <a:pt x="175125" y="54529"/>
                  </a:lnTo>
                  <a:lnTo>
                    <a:pt x="176089" y="57735"/>
                  </a:lnTo>
                  <a:lnTo>
                    <a:pt x="177053" y="61436"/>
                  </a:lnTo>
                  <a:lnTo>
                    <a:pt x="178017" y="65526"/>
                  </a:lnTo>
                  <a:lnTo>
                    <a:pt x="178981" y="69869"/>
                  </a:lnTo>
                  <a:lnTo>
                    <a:pt x="179945" y="74445"/>
                  </a:lnTo>
                  <a:lnTo>
                    <a:pt x="180909" y="79231"/>
                  </a:lnTo>
                  <a:lnTo>
                    <a:pt x="181873" y="84185"/>
                  </a:lnTo>
                  <a:lnTo>
                    <a:pt x="182837" y="89249"/>
                  </a:lnTo>
                  <a:lnTo>
                    <a:pt x="183801" y="94341"/>
                  </a:lnTo>
                  <a:lnTo>
                    <a:pt x="184765" y="99489"/>
                  </a:lnTo>
                  <a:lnTo>
                    <a:pt x="185729" y="104756"/>
                  </a:lnTo>
                  <a:lnTo>
                    <a:pt x="186693" y="110140"/>
                  </a:lnTo>
                  <a:lnTo>
                    <a:pt x="187657" y="115643"/>
                  </a:lnTo>
                  <a:lnTo>
                    <a:pt x="188621" y="121219"/>
                  </a:lnTo>
                  <a:lnTo>
                    <a:pt x="189585" y="126834"/>
                  </a:lnTo>
                  <a:lnTo>
                    <a:pt x="190549" y="132460"/>
                  </a:lnTo>
                  <a:lnTo>
                    <a:pt x="191513" y="138072"/>
                  </a:lnTo>
                  <a:lnTo>
                    <a:pt x="192477" y="143669"/>
                  </a:lnTo>
                  <a:lnTo>
                    <a:pt x="193441" y="149225"/>
                  </a:lnTo>
                  <a:lnTo>
                    <a:pt x="194405" y="154736"/>
                  </a:lnTo>
                  <a:lnTo>
                    <a:pt x="195369" y="160187"/>
                  </a:lnTo>
                  <a:lnTo>
                    <a:pt x="196333" y="165555"/>
                  </a:lnTo>
                  <a:lnTo>
                    <a:pt x="196739" y="16777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7347953" y="3819225"/>
              <a:ext cx="36040" cy="43956"/>
            </a:xfrm>
            <a:custGeom>
              <a:avLst/>
              <a:pathLst>
                <a:path w="36040" h="43956">
                  <a:moveTo>
                    <a:pt x="0" y="43956"/>
                  </a:moveTo>
                  <a:lnTo>
                    <a:pt x="30" y="43856"/>
                  </a:lnTo>
                  <a:lnTo>
                    <a:pt x="994" y="40605"/>
                  </a:lnTo>
                  <a:lnTo>
                    <a:pt x="1958" y="37287"/>
                  </a:lnTo>
                  <a:lnTo>
                    <a:pt x="2922" y="33994"/>
                  </a:lnTo>
                  <a:lnTo>
                    <a:pt x="3886" y="30768"/>
                  </a:lnTo>
                  <a:lnTo>
                    <a:pt x="4850" y="27641"/>
                  </a:lnTo>
                  <a:lnTo>
                    <a:pt x="5814" y="24551"/>
                  </a:lnTo>
                  <a:lnTo>
                    <a:pt x="6778" y="21551"/>
                  </a:lnTo>
                  <a:lnTo>
                    <a:pt x="7742" y="18688"/>
                  </a:lnTo>
                  <a:lnTo>
                    <a:pt x="8706" y="15983"/>
                  </a:lnTo>
                  <a:lnTo>
                    <a:pt x="9670" y="13416"/>
                  </a:lnTo>
                  <a:lnTo>
                    <a:pt x="10634" y="11008"/>
                  </a:lnTo>
                  <a:lnTo>
                    <a:pt x="11598" y="8821"/>
                  </a:lnTo>
                  <a:lnTo>
                    <a:pt x="12562" y="6839"/>
                  </a:lnTo>
                  <a:lnTo>
                    <a:pt x="13526" y="5063"/>
                  </a:lnTo>
                  <a:lnTo>
                    <a:pt x="14490" y="3527"/>
                  </a:lnTo>
                  <a:lnTo>
                    <a:pt x="15454" y="2293"/>
                  </a:lnTo>
                  <a:lnTo>
                    <a:pt x="16418" y="1340"/>
                  </a:lnTo>
                  <a:lnTo>
                    <a:pt x="17382" y="647"/>
                  </a:lnTo>
                  <a:lnTo>
                    <a:pt x="18346" y="193"/>
                  </a:lnTo>
                  <a:lnTo>
                    <a:pt x="19310" y="0"/>
                  </a:lnTo>
                  <a:lnTo>
                    <a:pt x="20274" y="73"/>
                  </a:lnTo>
                  <a:lnTo>
                    <a:pt x="21238" y="370"/>
                  </a:lnTo>
                  <a:lnTo>
                    <a:pt x="22202" y="895"/>
                  </a:lnTo>
                  <a:lnTo>
                    <a:pt x="23166" y="1666"/>
                  </a:lnTo>
                  <a:lnTo>
                    <a:pt x="24130" y="2723"/>
                  </a:lnTo>
                  <a:lnTo>
                    <a:pt x="25094" y="4120"/>
                  </a:lnTo>
                  <a:lnTo>
                    <a:pt x="26058" y="5863"/>
                  </a:lnTo>
                  <a:lnTo>
                    <a:pt x="27022" y="8005"/>
                  </a:lnTo>
                  <a:lnTo>
                    <a:pt x="27986" y="10551"/>
                  </a:lnTo>
                  <a:lnTo>
                    <a:pt x="28950" y="13438"/>
                  </a:lnTo>
                  <a:lnTo>
                    <a:pt x="29914" y="16666"/>
                  </a:lnTo>
                  <a:lnTo>
                    <a:pt x="30878" y="20232"/>
                  </a:lnTo>
                  <a:lnTo>
                    <a:pt x="31842" y="24083"/>
                  </a:lnTo>
                  <a:lnTo>
                    <a:pt x="32806" y="28190"/>
                  </a:lnTo>
                  <a:lnTo>
                    <a:pt x="33770" y="32563"/>
                  </a:lnTo>
                  <a:lnTo>
                    <a:pt x="34734" y="37202"/>
                  </a:lnTo>
                  <a:lnTo>
                    <a:pt x="35698" y="42119"/>
                  </a:lnTo>
                  <a:lnTo>
                    <a:pt x="36040" y="4395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7529234" y="3587503"/>
              <a:ext cx="92153" cy="275677"/>
            </a:xfrm>
            <a:custGeom>
              <a:avLst/>
              <a:pathLst>
                <a:path w="92153" h="275677">
                  <a:moveTo>
                    <a:pt x="0" y="275677"/>
                  </a:moveTo>
                  <a:lnTo>
                    <a:pt x="946" y="271255"/>
                  </a:lnTo>
                  <a:lnTo>
                    <a:pt x="1910" y="266524"/>
                  </a:lnTo>
                  <a:lnTo>
                    <a:pt x="2874" y="261555"/>
                  </a:lnTo>
                  <a:lnTo>
                    <a:pt x="3838" y="256348"/>
                  </a:lnTo>
                  <a:lnTo>
                    <a:pt x="4802" y="250940"/>
                  </a:lnTo>
                  <a:lnTo>
                    <a:pt x="5766" y="245360"/>
                  </a:lnTo>
                  <a:lnTo>
                    <a:pt x="6731" y="239627"/>
                  </a:lnTo>
                  <a:lnTo>
                    <a:pt x="7695" y="233766"/>
                  </a:lnTo>
                  <a:lnTo>
                    <a:pt x="8659" y="227780"/>
                  </a:lnTo>
                  <a:lnTo>
                    <a:pt x="9623" y="221636"/>
                  </a:lnTo>
                  <a:lnTo>
                    <a:pt x="10587" y="215316"/>
                  </a:lnTo>
                  <a:lnTo>
                    <a:pt x="11551" y="208840"/>
                  </a:lnTo>
                  <a:lnTo>
                    <a:pt x="12515" y="202238"/>
                  </a:lnTo>
                  <a:lnTo>
                    <a:pt x="13479" y="195532"/>
                  </a:lnTo>
                  <a:lnTo>
                    <a:pt x="14443" y="188697"/>
                  </a:lnTo>
                  <a:lnTo>
                    <a:pt x="15407" y="181736"/>
                  </a:lnTo>
                  <a:lnTo>
                    <a:pt x="16371" y="174641"/>
                  </a:lnTo>
                  <a:lnTo>
                    <a:pt x="17335" y="167499"/>
                  </a:lnTo>
                  <a:lnTo>
                    <a:pt x="18299" y="160391"/>
                  </a:lnTo>
                  <a:lnTo>
                    <a:pt x="19263" y="153322"/>
                  </a:lnTo>
                  <a:lnTo>
                    <a:pt x="20227" y="146237"/>
                  </a:lnTo>
                  <a:lnTo>
                    <a:pt x="21191" y="139113"/>
                  </a:lnTo>
                  <a:lnTo>
                    <a:pt x="22155" y="131988"/>
                  </a:lnTo>
                  <a:lnTo>
                    <a:pt x="23119" y="124846"/>
                  </a:lnTo>
                  <a:lnTo>
                    <a:pt x="24083" y="117727"/>
                  </a:lnTo>
                  <a:lnTo>
                    <a:pt x="25047" y="110631"/>
                  </a:lnTo>
                  <a:lnTo>
                    <a:pt x="26011" y="103546"/>
                  </a:lnTo>
                  <a:lnTo>
                    <a:pt x="26975" y="96514"/>
                  </a:lnTo>
                  <a:lnTo>
                    <a:pt x="27939" y="89569"/>
                  </a:lnTo>
                  <a:lnTo>
                    <a:pt x="28903" y="82712"/>
                  </a:lnTo>
                  <a:lnTo>
                    <a:pt x="29867" y="75956"/>
                  </a:lnTo>
                  <a:lnTo>
                    <a:pt x="30831" y="69354"/>
                  </a:lnTo>
                  <a:lnTo>
                    <a:pt x="31795" y="62876"/>
                  </a:lnTo>
                  <a:lnTo>
                    <a:pt x="32759" y="56518"/>
                  </a:lnTo>
                  <a:lnTo>
                    <a:pt x="33723" y="50355"/>
                  </a:lnTo>
                  <a:lnTo>
                    <a:pt x="34687" y="44451"/>
                  </a:lnTo>
                  <a:lnTo>
                    <a:pt x="35651" y="38817"/>
                  </a:lnTo>
                  <a:lnTo>
                    <a:pt x="36615" y="33442"/>
                  </a:lnTo>
                  <a:lnTo>
                    <a:pt x="37579" y="28367"/>
                  </a:lnTo>
                  <a:lnTo>
                    <a:pt x="38543" y="23684"/>
                  </a:lnTo>
                  <a:lnTo>
                    <a:pt x="39507" y="19460"/>
                  </a:lnTo>
                  <a:lnTo>
                    <a:pt x="40471" y="15712"/>
                  </a:lnTo>
                  <a:lnTo>
                    <a:pt x="41435" y="12385"/>
                  </a:lnTo>
                  <a:lnTo>
                    <a:pt x="42399" y="9456"/>
                  </a:lnTo>
                  <a:lnTo>
                    <a:pt x="43363" y="6921"/>
                  </a:lnTo>
                  <a:lnTo>
                    <a:pt x="44327" y="4769"/>
                  </a:lnTo>
                  <a:lnTo>
                    <a:pt x="45291" y="2954"/>
                  </a:lnTo>
                  <a:lnTo>
                    <a:pt x="46255" y="1536"/>
                  </a:lnTo>
                  <a:lnTo>
                    <a:pt x="47219" y="572"/>
                  </a:lnTo>
                  <a:lnTo>
                    <a:pt x="48183" y="67"/>
                  </a:lnTo>
                  <a:lnTo>
                    <a:pt x="49147" y="0"/>
                  </a:lnTo>
                  <a:lnTo>
                    <a:pt x="50111" y="362"/>
                  </a:lnTo>
                  <a:lnTo>
                    <a:pt x="51075" y="1175"/>
                  </a:lnTo>
                  <a:lnTo>
                    <a:pt x="52039" y="2448"/>
                  </a:lnTo>
                  <a:lnTo>
                    <a:pt x="53003" y="4164"/>
                  </a:lnTo>
                  <a:lnTo>
                    <a:pt x="53967" y="6274"/>
                  </a:lnTo>
                  <a:lnTo>
                    <a:pt x="54931" y="8771"/>
                  </a:lnTo>
                  <a:lnTo>
                    <a:pt x="55895" y="11672"/>
                  </a:lnTo>
                  <a:lnTo>
                    <a:pt x="56859" y="14978"/>
                  </a:lnTo>
                  <a:lnTo>
                    <a:pt x="57823" y="18736"/>
                  </a:lnTo>
                  <a:lnTo>
                    <a:pt x="58787" y="22974"/>
                  </a:lnTo>
                  <a:lnTo>
                    <a:pt x="59751" y="27697"/>
                  </a:lnTo>
                  <a:lnTo>
                    <a:pt x="60715" y="32849"/>
                  </a:lnTo>
                  <a:lnTo>
                    <a:pt x="61679" y="38394"/>
                  </a:lnTo>
                  <a:lnTo>
                    <a:pt x="62643" y="44269"/>
                  </a:lnTo>
                  <a:lnTo>
                    <a:pt x="63607" y="50469"/>
                  </a:lnTo>
                  <a:lnTo>
                    <a:pt x="64571" y="56988"/>
                  </a:lnTo>
                  <a:lnTo>
                    <a:pt x="65535" y="63804"/>
                  </a:lnTo>
                  <a:lnTo>
                    <a:pt x="66499" y="70820"/>
                  </a:lnTo>
                  <a:lnTo>
                    <a:pt x="67463" y="77967"/>
                  </a:lnTo>
                  <a:lnTo>
                    <a:pt x="68427" y="85300"/>
                  </a:lnTo>
                  <a:lnTo>
                    <a:pt x="69391" y="92853"/>
                  </a:lnTo>
                  <a:lnTo>
                    <a:pt x="70355" y="100570"/>
                  </a:lnTo>
                  <a:lnTo>
                    <a:pt x="71319" y="108409"/>
                  </a:lnTo>
                  <a:lnTo>
                    <a:pt x="72283" y="116333"/>
                  </a:lnTo>
                  <a:lnTo>
                    <a:pt x="73247" y="124304"/>
                  </a:lnTo>
                  <a:lnTo>
                    <a:pt x="74211" y="132342"/>
                  </a:lnTo>
                  <a:lnTo>
                    <a:pt x="75175" y="140445"/>
                  </a:lnTo>
                  <a:lnTo>
                    <a:pt x="76139" y="148572"/>
                  </a:lnTo>
                  <a:lnTo>
                    <a:pt x="77103" y="156733"/>
                  </a:lnTo>
                  <a:lnTo>
                    <a:pt x="78067" y="164927"/>
                  </a:lnTo>
                  <a:lnTo>
                    <a:pt x="79031" y="173114"/>
                  </a:lnTo>
                  <a:lnTo>
                    <a:pt x="79995" y="181282"/>
                  </a:lnTo>
                  <a:lnTo>
                    <a:pt x="80959" y="189469"/>
                  </a:lnTo>
                  <a:lnTo>
                    <a:pt x="81923" y="197637"/>
                  </a:lnTo>
                  <a:lnTo>
                    <a:pt x="82887" y="205721"/>
                  </a:lnTo>
                  <a:lnTo>
                    <a:pt x="83851" y="213667"/>
                  </a:lnTo>
                  <a:lnTo>
                    <a:pt x="84815" y="221491"/>
                  </a:lnTo>
                  <a:lnTo>
                    <a:pt x="85779" y="229225"/>
                  </a:lnTo>
                  <a:lnTo>
                    <a:pt x="86743" y="236826"/>
                  </a:lnTo>
                  <a:lnTo>
                    <a:pt x="87707" y="244245"/>
                  </a:lnTo>
                  <a:lnTo>
                    <a:pt x="88671" y="251464"/>
                  </a:lnTo>
                  <a:lnTo>
                    <a:pt x="89635" y="258455"/>
                  </a:lnTo>
                  <a:lnTo>
                    <a:pt x="90599" y="265246"/>
                  </a:lnTo>
                  <a:lnTo>
                    <a:pt x="91563" y="271800"/>
                  </a:lnTo>
                  <a:lnTo>
                    <a:pt x="92153" y="275677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7661905" y="3743529"/>
              <a:ext cx="18689" cy="119651"/>
            </a:xfrm>
            <a:custGeom>
              <a:avLst/>
              <a:pathLst>
                <a:path w="18689" h="119651">
                  <a:moveTo>
                    <a:pt x="0" y="119651"/>
                  </a:moveTo>
                  <a:lnTo>
                    <a:pt x="344" y="117846"/>
                  </a:lnTo>
                  <a:lnTo>
                    <a:pt x="1308" y="112570"/>
                  </a:lnTo>
                  <a:lnTo>
                    <a:pt x="2272" y="107064"/>
                  </a:lnTo>
                  <a:lnTo>
                    <a:pt x="3236" y="101327"/>
                  </a:lnTo>
                  <a:lnTo>
                    <a:pt x="4200" y="95360"/>
                  </a:lnTo>
                  <a:lnTo>
                    <a:pt x="5164" y="89221"/>
                  </a:lnTo>
                  <a:lnTo>
                    <a:pt x="6128" y="82966"/>
                  </a:lnTo>
                  <a:lnTo>
                    <a:pt x="7092" y="76671"/>
                  </a:lnTo>
                  <a:lnTo>
                    <a:pt x="8056" y="70362"/>
                  </a:lnTo>
                  <a:lnTo>
                    <a:pt x="9020" y="64049"/>
                  </a:lnTo>
                  <a:lnTo>
                    <a:pt x="9984" y="57736"/>
                  </a:lnTo>
                  <a:lnTo>
                    <a:pt x="10948" y="51417"/>
                  </a:lnTo>
                  <a:lnTo>
                    <a:pt x="11912" y="44987"/>
                  </a:lnTo>
                  <a:lnTo>
                    <a:pt x="12876" y="38426"/>
                  </a:lnTo>
                  <a:lnTo>
                    <a:pt x="13840" y="31779"/>
                  </a:lnTo>
                  <a:lnTo>
                    <a:pt x="14804" y="25115"/>
                  </a:lnTo>
                  <a:lnTo>
                    <a:pt x="15768" y="18533"/>
                  </a:lnTo>
                  <a:lnTo>
                    <a:pt x="16732" y="12130"/>
                  </a:lnTo>
                  <a:lnTo>
                    <a:pt x="17696" y="5946"/>
                  </a:lnTo>
                  <a:lnTo>
                    <a:pt x="18660" y="0"/>
                  </a:lnTo>
                  <a:lnTo>
                    <a:pt x="18689" y="11965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188720" y="2108183"/>
              <a:ext cx="0" cy="1604505"/>
            </a:xfrm>
            <a:custGeom>
              <a:avLst/>
              <a:pathLst>
                <a:path w="0" h="1604505">
                  <a:moveTo>
                    <a:pt x="0" y="16045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097280" y="371268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097280" y="331156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097280" y="291043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97280" y="250930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97280" y="210818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 rot="-5400000">
              <a:off x="790447" y="365505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23" name="tx22"/>
            <p:cNvSpPr/>
            <p:nvPr/>
          </p:nvSpPr>
          <p:spPr>
            <a:xfrm rot="-5400000">
              <a:off x="791451" y="3254933"/>
              <a:ext cx="242366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24" name="tx23"/>
            <p:cNvSpPr/>
            <p:nvPr/>
          </p:nvSpPr>
          <p:spPr>
            <a:xfrm rot="-5400000">
              <a:off x="790447" y="285280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790447" y="245167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790447" y="205054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27" name="pg26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3914417" y="1667663"/>
              <a:ext cx="1315164" cy="182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EB5_epi_cnt_n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1461686" y="2036227"/>
              <a:ext cx="6218908" cy="1826954"/>
            </a:xfrm>
            <a:custGeom>
              <a:avLst/>
              <a:pathLst>
                <a:path w="6218908" h="1826954">
                  <a:moveTo>
                    <a:pt x="0" y="1826954"/>
                  </a:moveTo>
                  <a:lnTo>
                    <a:pt x="59" y="1571652"/>
                  </a:lnTo>
                  <a:lnTo>
                    <a:pt x="1023" y="1567758"/>
                  </a:lnTo>
                  <a:lnTo>
                    <a:pt x="1987" y="1564022"/>
                  </a:lnTo>
                  <a:lnTo>
                    <a:pt x="2951" y="1560589"/>
                  </a:lnTo>
                  <a:lnTo>
                    <a:pt x="3915" y="1557531"/>
                  </a:lnTo>
                  <a:lnTo>
                    <a:pt x="4879" y="1554839"/>
                  </a:lnTo>
                  <a:lnTo>
                    <a:pt x="5843" y="1552499"/>
                  </a:lnTo>
                  <a:lnTo>
                    <a:pt x="6807" y="1550543"/>
                  </a:lnTo>
                  <a:lnTo>
                    <a:pt x="7771" y="1548997"/>
                  </a:lnTo>
                  <a:lnTo>
                    <a:pt x="8735" y="1547892"/>
                  </a:lnTo>
                  <a:lnTo>
                    <a:pt x="9699" y="1547231"/>
                  </a:lnTo>
                  <a:lnTo>
                    <a:pt x="10663" y="1546986"/>
                  </a:lnTo>
                  <a:lnTo>
                    <a:pt x="11627" y="1547129"/>
                  </a:lnTo>
                  <a:lnTo>
                    <a:pt x="12591" y="1547597"/>
                  </a:lnTo>
                  <a:lnTo>
                    <a:pt x="13555" y="1548331"/>
                  </a:lnTo>
                  <a:lnTo>
                    <a:pt x="14519" y="1549394"/>
                  </a:lnTo>
                  <a:lnTo>
                    <a:pt x="15483" y="1550787"/>
                  </a:lnTo>
                  <a:lnTo>
                    <a:pt x="16447" y="1552479"/>
                  </a:lnTo>
                  <a:lnTo>
                    <a:pt x="17411" y="1554330"/>
                  </a:lnTo>
                  <a:lnTo>
                    <a:pt x="18375" y="1556236"/>
                  </a:lnTo>
                  <a:lnTo>
                    <a:pt x="19339" y="1558249"/>
                  </a:lnTo>
                  <a:lnTo>
                    <a:pt x="20303" y="1560362"/>
                  </a:lnTo>
                  <a:lnTo>
                    <a:pt x="21267" y="1562514"/>
                  </a:lnTo>
                  <a:lnTo>
                    <a:pt x="22231" y="1564680"/>
                  </a:lnTo>
                  <a:lnTo>
                    <a:pt x="23196" y="1566857"/>
                  </a:lnTo>
                  <a:lnTo>
                    <a:pt x="24160" y="1568959"/>
                  </a:lnTo>
                  <a:lnTo>
                    <a:pt x="25124" y="1570939"/>
                  </a:lnTo>
                  <a:lnTo>
                    <a:pt x="26088" y="1572826"/>
                  </a:lnTo>
                  <a:lnTo>
                    <a:pt x="27052" y="1574716"/>
                  </a:lnTo>
                  <a:lnTo>
                    <a:pt x="28016" y="1576683"/>
                  </a:lnTo>
                  <a:lnTo>
                    <a:pt x="28980" y="1578737"/>
                  </a:lnTo>
                  <a:lnTo>
                    <a:pt x="29944" y="1580857"/>
                  </a:lnTo>
                  <a:lnTo>
                    <a:pt x="30908" y="1583027"/>
                  </a:lnTo>
                  <a:lnTo>
                    <a:pt x="31872" y="1585243"/>
                  </a:lnTo>
                  <a:lnTo>
                    <a:pt x="32836" y="1587508"/>
                  </a:lnTo>
                  <a:lnTo>
                    <a:pt x="33800" y="1589819"/>
                  </a:lnTo>
                  <a:lnTo>
                    <a:pt x="34764" y="1592183"/>
                  </a:lnTo>
                  <a:lnTo>
                    <a:pt x="35728" y="1594631"/>
                  </a:lnTo>
                  <a:lnTo>
                    <a:pt x="36692" y="1597173"/>
                  </a:lnTo>
                  <a:lnTo>
                    <a:pt x="37656" y="1599824"/>
                  </a:lnTo>
                  <a:lnTo>
                    <a:pt x="38620" y="1602613"/>
                  </a:lnTo>
                  <a:lnTo>
                    <a:pt x="39584" y="1605559"/>
                  </a:lnTo>
                  <a:lnTo>
                    <a:pt x="40548" y="1608640"/>
                  </a:lnTo>
                  <a:lnTo>
                    <a:pt x="41512" y="1611837"/>
                  </a:lnTo>
                  <a:lnTo>
                    <a:pt x="42476" y="1615102"/>
                  </a:lnTo>
                  <a:lnTo>
                    <a:pt x="43440" y="1618388"/>
                  </a:lnTo>
                  <a:lnTo>
                    <a:pt x="44404" y="1621682"/>
                  </a:lnTo>
                  <a:lnTo>
                    <a:pt x="45368" y="1625012"/>
                  </a:lnTo>
                  <a:lnTo>
                    <a:pt x="46332" y="1628394"/>
                  </a:lnTo>
                  <a:lnTo>
                    <a:pt x="47296" y="1631842"/>
                  </a:lnTo>
                  <a:lnTo>
                    <a:pt x="48260" y="1635332"/>
                  </a:lnTo>
                  <a:lnTo>
                    <a:pt x="49224" y="1638872"/>
                  </a:lnTo>
                  <a:lnTo>
                    <a:pt x="50188" y="1642448"/>
                  </a:lnTo>
                  <a:lnTo>
                    <a:pt x="51152" y="1646028"/>
                  </a:lnTo>
                  <a:lnTo>
                    <a:pt x="52116" y="1649560"/>
                  </a:lnTo>
                  <a:lnTo>
                    <a:pt x="53080" y="1653099"/>
                  </a:lnTo>
                  <a:lnTo>
                    <a:pt x="54044" y="1656701"/>
                  </a:lnTo>
                  <a:lnTo>
                    <a:pt x="55008" y="1660377"/>
                  </a:lnTo>
                  <a:lnTo>
                    <a:pt x="55972" y="1664102"/>
                  </a:lnTo>
                  <a:lnTo>
                    <a:pt x="56936" y="1667875"/>
                  </a:lnTo>
                  <a:lnTo>
                    <a:pt x="57900" y="1671712"/>
                  </a:lnTo>
                  <a:lnTo>
                    <a:pt x="58864" y="1675593"/>
                  </a:lnTo>
                  <a:lnTo>
                    <a:pt x="59828" y="1679537"/>
                  </a:lnTo>
                  <a:lnTo>
                    <a:pt x="60792" y="1683531"/>
                  </a:lnTo>
                  <a:lnTo>
                    <a:pt x="61756" y="1687550"/>
                  </a:lnTo>
                  <a:lnTo>
                    <a:pt x="62720" y="1691640"/>
                  </a:lnTo>
                  <a:lnTo>
                    <a:pt x="63684" y="1695765"/>
                  </a:lnTo>
                  <a:lnTo>
                    <a:pt x="64648" y="1699958"/>
                  </a:lnTo>
                  <a:lnTo>
                    <a:pt x="65612" y="1704252"/>
                  </a:lnTo>
                  <a:lnTo>
                    <a:pt x="66576" y="1708760"/>
                  </a:lnTo>
                  <a:lnTo>
                    <a:pt x="67540" y="1713448"/>
                  </a:lnTo>
                  <a:lnTo>
                    <a:pt x="68504" y="1718237"/>
                  </a:lnTo>
                  <a:lnTo>
                    <a:pt x="69468" y="1723149"/>
                  </a:lnTo>
                  <a:lnTo>
                    <a:pt x="70432" y="1728199"/>
                  </a:lnTo>
                  <a:lnTo>
                    <a:pt x="71396" y="1733391"/>
                  </a:lnTo>
                  <a:lnTo>
                    <a:pt x="72360" y="1738756"/>
                  </a:lnTo>
                  <a:lnTo>
                    <a:pt x="73324" y="1744305"/>
                  </a:lnTo>
                  <a:lnTo>
                    <a:pt x="74288" y="1750003"/>
                  </a:lnTo>
                  <a:lnTo>
                    <a:pt x="75252" y="1755817"/>
                  </a:lnTo>
                  <a:lnTo>
                    <a:pt x="76216" y="1761729"/>
                  </a:lnTo>
                  <a:lnTo>
                    <a:pt x="77180" y="1767716"/>
                  </a:lnTo>
                  <a:lnTo>
                    <a:pt x="78144" y="1773799"/>
                  </a:lnTo>
                  <a:lnTo>
                    <a:pt x="79108" y="1779941"/>
                  </a:lnTo>
                  <a:lnTo>
                    <a:pt x="80072" y="1786105"/>
                  </a:lnTo>
                  <a:lnTo>
                    <a:pt x="81036" y="1792265"/>
                  </a:lnTo>
                  <a:lnTo>
                    <a:pt x="82000" y="1798357"/>
                  </a:lnTo>
                  <a:lnTo>
                    <a:pt x="82964" y="1804358"/>
                  </a:lnTo>
                  <a:lnTo>
                    <a:pt x="83928" y="1810226"/>
                  </a:lnTo>
                  <a:lnTo>
                    <a:pt x="84892" y="1815936"/>
                  </a:lnTo>
                  <a:lnTo>
                    <a:pt x="85856" y="1821432"/>
                  </a:lnTo>
                  <a:lnTo>
                    <a:pt x="86820" y="1826736"/>
                  </a:lnTo>
                  <a:lnTo>
                    <a:pt x="86861" y="1826954"/>
                  </a:lnTo>
                  <a:lnTo>
                    <a:pt x="131164" y="1826893"/>
                  </a:lnTo>
                  <a:lnTo>
                    <a:pt x="132128" y="1824215"/>
                  </a:lnTo>
                  <a:lnTo>
                    <a:pt x="133092" y="1821683"/>
                  </a:lnTo>
                  <a:lnTo>
                    <a:pt x="134056" y="1819322"/>
                  </a:lnTo>
                  <a:lnTo>
                    <a:pt x="135021" y="1817154"/>
                  </a:lnTo>
                  <a:lnTo>
                    <a:pt x="135985" y="1815095"/>
                  </a:lnTo>
                  <a:lnTo>
                    <a:pt x="136949" y="1813004"/>
                  </a:lnTo>
                  <a:lnTo>
                    <a:pt x="137913" y="1810841"/>
                  </a:lnTo>
                  <a:lnTo>
                    <a:pt x="138877" y="1808627"/>
                  </a:lnTo>
                  <a:lnTo>
                    <a:pt x="139841" y="1806398"/>
                  </a:lnTo>
                  <a:lnTo>
                    <a:pt x="140805" y="1804265"/>
                  </a:lnTo>
                  <a:lnTo>
                    <a:pt x="141769" y="1802317"/>
                  </a:lnTo>
                  <a:lnTo>
                    <a:pt x="142733" y="1800668"/>
                  </a:lnTo>
                  <a:lnTo>
                    <a:pt x="143697" y="1799401"/>
                  </a:lnTo>
                  <a:lnTo>
                    <a:pt x="144661" y="1798479"/>
                  </a:lnTo>
                  <a:lnTo>
                    <a:pt x="145625" y="1797897"/>
                  </a:lnTo>
                  <a:lnTo>
                    <a:pt x="146589" y="1797677"/>
                  </a:lnTo>
                  <a:lnTo>
                    <a:pt x="147553" y="1797832"/>
                  </a:lnTo>
                  <a:lnTo>
                    <a:pt x="148517" y="1798329"/>
                  </a:lnTo>
                  <a:lnTo>
                    <a:pt x="149481" y="1799135"/>
                  </a:lnTo>
                  <a:lnTo>
                    <a:pt x="150445" y="1800285"/>
                  </a:lnTo>
                  <a:lnTo>
                    <a:pt x="151409" y="1801888"/>
                  </a:lnTo>
                  <a:lnTo>
                    <a:pt x="152373" y="1804033"/>
                  </a:lnTo>
                  <a:lnTo>
                    <a:pt x="153337" y="1806783"/>
                  </a:lnTo>
                  <a:lnTo>
                    <a:pt x="154301" y="1810206"/>
                  </a:lnTo>
                  <a:lnTo>
                    <a:pt x="155265" y="1814202"/>
                  </a:lnTo>
                  <a:lnTo>
                    <a:pt x="156229" y="1818648"/>
                  </a:lnTo>
                  <a:lnTo>
                    <a:pt x="157193" y="1823479"/>
                  </a:lnTo>
                  <a:lnTo>
                    <a:pt x="157836" y="1826954"/>
                  </a:lnTo>
                  <a:lnTo>
                    <a:pt x="297953" y="1826954"/>
                  </a:lnTo>
                  <a:lnTo>
                    <a:pt x="298902" y="1817953"/>
                  </a:lnTo>
                  <a:lnTo>
                    <a:pt x="299866" y="1809050"/>
                  </a:lnTo>
                  <a:lnTo>
                    <a:pt x="300830" y="1800376"/>
                  </a:lnTo>
                  <a:lnTo>
                    <a:pt x="301794" y="1791899"/>
                  </a:lnTo>
                  <a:lnTo>
                    <a:pt x="302758" y="1783602"/>
                  </a:lnTo>
                  <a:lnTo>
                    <a:pt x="303722" y="1775500"/>
                  </a:lnTo>
                  <a:lnTo>
                    <a:pt x="304686" y="1767616"/>
                  </a:lnTo>
                  <a:lnTo>
                    <a:pt x="305650" y="1760034"/>
                  </a:lnTo>
                  <a:lnTo>
                    <a:pt x="306614" y="1752879"/>
                  </a:lnTo>
                  <a:lnTo>
                    <a:pt x="307578" y="1746187"/>
                  </a:lnTo>
                  <a:lnTo>
                    <a:pt x="308542" y="1739975"/>
                  </a:lnTo>
                  <a:lnTo>
                    <a:pt x="309506" y="1734272"/>
                  </a:lnTo>
                  <a:lnTo>
                    <a:pt x="310470" y="1729090"/>
                  </a:lnTo>
                  <a:lnTo>
                    <a:pt x="311434" y="1724453"/>
                  </a:lnTo>
                  <a:lnTo>
                    <a:pt x="312398" y="1720402"/>
                  </a:lnTo>
                  <a:lnTo>
                    <a:pt x="313362" y="1716914"/>
                  </a:lnTo>
                  <a:lnTo>
                    <a:pt x="314326" y="1713998"/>
                  </a:lnTo>
                  <a:lnTo>
                    <a:pt x="315290" y="1711630"/>
                  </a:lnTo>
                  <a:lnTo>
                    <a:pt x="316254" y="1709808"/>
                  </a:lnTo>
                  <a:lnTo>
                    <a:pt x="317218" y="1708527"/>
                  </a:lnTo>
                  <a:lnTo>
                    <a:pt x="318182" y="1707791"/>
                  </a:lnTo>
                  <a:lnTo>
                    <a:pt x="319146" y="1707599"/>
                  </a:lnTo>
                  <a:lnTo>
                    <a:pt x="320110" y="1707908"/>
                  </a:lnTo>
                  <a:lnTo>
                    <a:pt x="321074" y="1708650"/>
                  </a:lnTo>
                  <a:lnTo>
                    <a:pt x="322038" y="1709712"/>
                  </a:lnTo>
                  <a:lnTo>
                    <a:pt x="323002" y="1710996"/>
                  </a:lnTo>
                  <a:lnTo>
                    <a:pt x="323966" y="1712525"/>
                  </a:lnTo>
                  <a:lnTo>
                    <a:pt x="324930" y="1714224"/>
                  </a:lnTo>
                  <a:lnTo>
                    <a:pt x="325894" y="1716005"/>
                  </a:lnTo>
                  <a:lnTo>
                    <a:pt x="326858" y="1717800"/>
                  </a:lnTo>
                  <a:lnTo>
                    <a:pt x="327822" y="1719625"/>
                  </a:lnTo>
                  <a:lnTo>
                    <a:pt x="328786" y="1721496"/>
                  </a:lnTo>
                  <a:lnTo>
                    <a:pt x="329750" y="1723437"/>
                  </a:lnTo>
                  <a:lnTo>
                    <a:pt x="330714" y="1725405"/>
                  </a:lnTo>
                  <a:lnTo>
                    <a:pt x="331678" y="1727419"/>
                  </a:lnTo>
                  <a:lnTo>
                    <a:pt x="332642" y="1729439"/>
                  </a:lnTo>
                  <a:lnTo>
                    <a:pt x="333606" y="1731452"/>
                  </a:lnTo>
                  <a:lnTo>
                    <a:pt x="334570" y="1733487"/>
                  </a:lnTo>
                  <a:lnTo>
                    <a:pt x="335534" y="1735521"/>
                  </a:lnTo>
                  <a:lnTo>
                    <a:pt x="336498" y="1737547"/>
                  </a:lnTo>
                  <a:lnTo>
                    <a:pt x="337462" y="1739558"/>
                  </a:lnTo>
                  <a:lnTo>
                    <a:pt x="338426" y="1741528"/>
                  </a:lnTo>
                  <a:lnTo>
                    <a:pt x="339390" y="1743439"/>
                  </a:lnTo>
                  <a:lnTo>
                    <a:pt x="340354" y="1745299"/>
                  </a:lnTo>
                  <a:lnTo>
                    <a:pt x="341318" y="1747132"/>
                  </a:lnTo>
                  <a:lnTo>
                    <a:pt x="342282" y="1748950"/>
                  </a:lnTo>
                  <a:lnTo>
                    <a:pt x="343246" y="1750753"/>
                  </a:lnTo>
                  <a:lnTo>
                    <a:pt x="344210" y="1752514"/>
                  </a:lnTo>
                  <a:lnTo>
                    <a:pt x="345174" y="1754249"/>
                  </a:lnTo>
                  <a:lnTo>
                    <a:pt x="346138" y="1755973"/>
                  </a:lnTo>
                  <a:lnTo>
                    <a:pt x="347102" y="1757696"/>
                  </a:lnTo>
                  <a:lnTo>
                    <a:pt x="348066" y="1759421"/>
                  </a:lnTo>
                  <a:lnTo>
                    <a:pt x="349030" y="1761158"/>
                  </a:lnTo>
                  <a:lnTo>
                    <a:pt x="349994" y="1762970"/>
                  </a:lnTo>
                  <a:lnTo>
                    <a:pt x="350958" y="1764927"/>
                  </a:lnTo>
                  <a:lnTo>
                    <a:pt x="351922" y="1767036"/>
                  </a:lnTo>
                  <a:lnTo>
                    <a:pt x="352886" y="1769339"/>
                  </a:lnTo>
                  <a:lnTo>
                    <a:pt x="353850" y="1771879"/>
                  </a:lnTo>
                  <a:lnTo>
                    <a:pt x="354814" y="1774599"/>
                  </a:lnTo>
                  <a:lnTo>
                    <a:pt x="355778" y="1777451"/>
                  </a:lnTo>
                  <a:lnTo>
                    <a:pt x="356743" y="1780387"/>
                  </a:lnTo>
                  <a:lnTo>
                    <a:pt x="357707" y="1783414"/>
                  </a:lnTo>
                  <a:lnTo>
                    <a:pt x="358671" y="1786520"/>
                  </a:lnTo>
                  <a:lnTo>
                    <a:pt x="359635" y="1789740"/>
                  </a:lnTo>
                  <a:lnTo>
                    <a:pt x="360599" y="1793107"/>
                  </a:lnTo>
                  <a:lnTo>
                    <a:pt x="361563" y="1796651"/>
                  </a:lnTo>
                  <a:lnTo>
                    <a:pt x="362527" y="1800352"/>
                  </a:lnTo>
                  <a:lnTo>
                    <a:pt x="363491" y="1804218"/>
                  </a:lnTo>
                  <a:lnTo>
                    <a:pt x="364455" y="1808229"/>
                  </a:lnTo>
                  <a:lnTo>
                    <a:pt x="365419" y="1812330"/>
                  </a:lnTo>
                  <a:lnTo>
                    <a:pt x="366383" y="1816504"/>
                  </a:lnTo>
                  <a:lnTo>
                    <a:pt x="367347" y="1820702"/>
                  </a:lnTo>
                  <a:lnTo>
                    <a:pt x="368311" y="1824902"/>
                  </a:lnTo>
                  <a:lnTo>
                    <a:pt x="368781" y="1826954"/>
                  </a:lnTo>
                  <a:lnTo>
                    <a:pt x="503120" y="1826954"/>
                  </a:lnTo>
                  <a:lnTo>
                    <a:pt x="503272" y="1826273"/>
                  </a:lnTo>
                  <a:lnTo>
                    <a:pt x="504236" y="1821908"/>
                  </a:lnTo>
                  <a:lnTo>
                    <a:pt x="505200" y="1817527"/>
                  </a:lnTo>
                  <a:lnTo>
                    <a:pt x="506164" y="1813168"/>
                  </a:lnTo>
                  <a:lnTo>
                    <a:pt x="507128" y="1808832"/>
                  </a:lnTo>
                  <a:lnTo>
                    <a:pt x="508092" y="1804534"/>
                  </a:lnTo>
                  <a:lnTo>
                    <a:pt x="509056" y="1800274"/>
                  </a:lnTo>
                  <a:lnTo>
                    <a:pt x="510020" y="1796049"/>
                  </a:lnTo>
                  <a:lnTo>
                    <a:pt x="510984" y="1791844"/>
                  </a:lnTo>
                  <a:lnTo>
                    <a:pt x="511948" y="1787635"/>
                  </a:lnTo>
                  <a:lnTo>
                    <a:pt x="512912" y="1783385"/>
                  </a:lnTo>
                  <a:lnTo>
                    <a:pt x="513876" y="1779071"/>
                  </a:lnTo>
                  <a:lnTo>
                    <a:pt x="514840" y="1774705"/>
                  </a:lnTo>
                  <a:lnTo>
                    <a:pt x="515804" y="1770297"/>
                  </a:lnTo>
                  <a:lnTo>
                    <a:pt x="516768" y="1765872"/>
                  </a:lnTo>
                  <a:lnTo>
                    <a:pt x="517732" y="1761485"/>
                  </a:lnTo>
                  <a:lnTo>
                    <a:pt x="518696" y="1757237"/>
                  </a:lnTo>
                  <a:lnTo>
                    <a:pt x="519660" y="1753114"/>
                  </a:lnTo>
                  <a:lnTo>
                    <a:pt x="520624" y="1749088"/>
                  </a:lnTo>
                  <a:lnTo>
                    <a:pt x="521588" y="1745169"/>
                  </a:lnTo>
                  <a:lnTo>
                    <a:pt x="522552" y="1741371"/>
                  </a:lnTo>
                  <a:lnTo>
                    <a:pt x="523516" y="1737702"/>
                  </a:lnTo>
                  <a:lnTo>
                    <a:pt x="524480" y="1734157"/>
                  </a:lnTo>
                  <a:lnTo>
                    <a:pt x="525444" y="1730761"/>
                  </a:lnTo>
                  <a:lnTo>
                    <a:pt x="526408" y="1727568"/>
                  </a:lnTo>
                  <a:lnTo>
                    <a:pt x="527372" y="1724618"/>
                  </a:lnTo>
                  <a:lnTo>
                    <a:pt x="528336" y="1721966"/>
                  </a:lnTo>
                  <a:lnTo>
                    <a:pt x="529300" y="1719626"/>
                  </a:lnTo>
                  <a:lnTo>
                    <a:pt x="530264" y="1717588"/>
                  </a:lnTo>
                  <a:lnTo>
                    <a:pt x="531228" y="1715822"/>
                  </a:lnTo>
                  <a:lnTo>
                    <a:pt x="532192" y="1714292"/>
                  </a:lnTo>
                  <a:lnTo>
                    <a:pt x="533156" y="1712962"/>
                  </a:lnTo>
                  <a:lnTo>
                    <a:pt x="534120" y="1711832"/>
                  </a:lnTo>
                  <a:lnTo>
                    <a:pt x="535084" y="1710912"/>
                  </a:lnTo>
                  <a:lnTo>
                    <a:pt x="536048" y="1710199"/>
                  </a:lnTo>
                  <a:lnTo>
                    <a:pt x="537012" y="1709705"/>
                  </a:lnTo>
                  <a:lnTo>
                    <a:pt x="537976" y="1709443"/>
                  </a:lnTo>
                  <a:lnTo>
                    <a:pt x="538940" y="1709409"/>
                  </a:lnTo>
                  <a:lnTo>
                    <a:pt x="539904" y="1709559"/>
                  </a:lnTo>
                  <a:lnTo>
                    <a:pt x="540868" y="1709859"/>
                  </a:lnTo>
                  <a:lnTo>
                    <a:pt x="541832" y="1710301"/>
                  </a:lnTo>
                  <a:lnTo>
                    <a:pt x="542796" y="1710880"/>
                  </a:lnTo>
                  <a:lnTo>
                    <a:pt x="543760" y="1711560"/>
                  </a:lnTo>
                  <a:lnTo>
                    <a:pt x="544724" y="1712299"/>
                  </a:lnTo>
                  <a:lnTo>
                    <a:pt x="545688" y="1713053"/>
                  </a:lnTo>
                  <a:lnTo>
                    <a:pt x="546652" y="1713810"/>
                  </a:lnTo>
                  <a:lnTo>
                    <a:pt x="547616" y="1714559"/>
                  </a:lnTo>
                  <a:lnTo>
                    <a:pt x="548580" y="1715281"/>
                  </a:lnTo>
                  <a:lnTo>
                    <a:pt x="549544" y="1715951"/>
                  </a:lnTo>
                  <a:lnTo>
                    <a:pt x="550508" y="1716571"/>
                  </a:lnTo>
                  <a:lnTo>
                    <a:pt x="551472" y="1717141"/>
                  </a:lnTo>
                  <a:lnTo>
                    <a:pt x="552436" y="1717716"/>
                  </a:lnTo>
                  <a:lnTo>
                    <a:pt x="553400" y="1718339"/>
                  </a:lnTo>
                  <a:lnTo>
                    <a:pt x="554364" y="1718994"/>
                  </a:lnTo>
                  <a:lnTo>
                    <a:pt x="555328" y="1719680"/>
                  </a:lnTo>
                  <a:lnTo>
                    <a:pt x="556292" y="1720398"/>
                  </a:lnTo>
                  <a:lnTo>
                    <a:pt x="557256" y="1721147"/>
                  </a:lnTo>
                  <a:lnTo>
                    <a:pt x="558220" y="1721944"/>
                  </a:lnTo>
                  <a:lnTo>
                    <a:pt x="559184" y="1722819"/>
                  </a:lnTo>
                  <a:lnTo>
                    <a:pt x="560148" y="1723800"/>
                  </a:lnTo>
                  <a:lnTo>
                    <a:pt x="561112" y="1724934"/>
                  </a:lnTo>
                  <a:lnTo>
                    <a:pt x="562076" y="1726257"/>
                  </a:lnTo>
                  <a:lnTo>
                    <a:pt x="563040" y="1727793"/>
                  </a:lnTo>
                  <a:lnTo>
                    <a:pt x="564004" y="1729532"/>
                  </a:lnTo>
                  <a:lnTo>
                    <a:pt x="564968" y="1731471"/>
                  </a:lnTo>
                  <a:lnTo>
                    <a:pt x="565932" y="1733605"/>
                  </a:lnTo>
                  <a:lnTo>
                    <a:pt x="566896" y="1735826"/>
                  </a:lnTo>
                  <a:lnTo>
                    <a:pt x="567860" y="1738095"/>
                  </a:lnTo>
                  <a:lnTo>
                    <a:pt x="568824" y="1740409"/>
                  </a:lnTo>
                  <a:lnTo>
                    <a:pt x="569788" y="1742768"/>
                  </a:lnTo>
                  <a:lnTo>
                    <a:pt x="570752" y="1745163"/>
                  </a:lnTo>
                  <a:lnTo>
                    <a:pt x="571716" y="1747594"/>
                  </a:lnTo>
                  <a:lnTo>
                    <a:pt x="572680" y="1750058"/>
                  </a:lnTo>
                  <a:lnTo>
                    <a:pt x="573644" y="1752561"/>
                  </a:lnTo>
                  <a:lnTo>
                    <a:pt x="574608" y="1755087"/>
                  </a:lnTo>
                  <a:lnTo>
                    <a:pt x="575572" y="1757607"/>
                  </a:lnTo>
                  <a:lnTo>
                    <a:pt x="576536" y="1760077"/>
                  </a:lnTo>
                  <a:lnTo>
                    <a:pt x="577500" y="1762453"/>
                  </a:lnTo>
                  <a:lnTo>
                    <a:pt x="578464" y="1764758"/>
                  </a:lnTo>
                  <a:lnTo>
                    <a:pt x="579429" y="1767002"/>
                  </a:lnTo>
                  <a:lnTo>
                    <a:pt x="580393" y="1769190"/>
                  </a:lnTo>
                  <a:lnTo>
                    <a:pt x="581357" y="1771369"/>
                  </a:lnTo>
                  <a:lnTo>
                    <a:pt x="582321" y="1773529"/>
                  </a:lnTo>
                  <a:lnTo>
                    <a:pt x="583285" y="1775669"/>
                  </a:lnTo>
                  <a:lnTo>
                    <a:pt x="584249" y="1777807"/>
                  </a:lnTo>
                  <a:lnTo>
                    <a:pt x="585213" y="1779979"/>
                  </a:lnTo>
                  <a:lnTo>
                    <a:pt x="586177" y="1782163"/>
                  </a:lnTo>
                  <a:lnTo>
                    <a:pt x="587141" y="1784331"/>
                  </a:lnTo>
                  <a:lnTo>
                    <a:pt x="588105" y="1786487"/>
                  </a:lnTo>
                  <a:lnTo>
                    <a:pt x="589069" y="1788658"/>
                  </a:lnTo>
                  <a:lnTo>
                    <a:pt x="590033" y="1790840"/>
                  </a:lnTo>
                  <a:lnTo>
                    <a:pt x="590997" y="1793032"/>
                  </a:lnTo>
                  <a:lnTo>
                    <a:pt x="591961" y="1795238"/>
                  </a:lnTo>
                  <a:lnTo>
                    <a:pt x="592925" y="1797477"/>
                  </a:lnTo>
                  <a:lnTo>
                    <a:pt x="593889" y="1799769"/>
                  </a:lnTo>
                  <a:lnTo>
                    <a:pt x="594853" y="1802140"/>
                  </a:lnTo>
                  <a:lnTo>
                    <a:pt x="595817" y="1804589"/>
                  </a:lnTo>
                  <a:lnTo>
                    <a:pt x="596781" y="1807115"/>
                  </a:lnTo>
                  <a:lnTo>
                    <a:pt x="597745" y="1809734"/>
                  </a:lnTo>
                  <a:lnTo>
                    <a:pt x="598709" y="1812458"/>
                  </a:lnTo>
                  <a:lnTo>
                    <a:pt x="599673" y="1815259"/>
                  </a:lnTo>
                  <a:lnTo>
                    <a:pt x="600637" y="1818153"/>
                  </a:lnTo>
                  <a:lnTo>
                    <a:pt x="601601" y="1821082"/>
                  </a:lnTo>
                  <a:lnTo>
                    <a:pt x="602565" y="1824050"/>
                  </a:lnTo>
                  <a:lnTo>
                    <a:pt x="603496" y="1826954"/>
                  </a:lnTo>
                  <a:lnTo>
                    <a:pt x="740826" y="1826954"/>
                  </a:lnTo>
                  <a:lnTo>
                    <a:pt x="741382" y="1823201"/>
                  </a:lnTo>
                  <a:lnTo>
                    <a:pt x="742346" y="1816989"/>
                  </a:lnTo>
                  <a:lnTo>
                    <a:pt x="743310" y="1811174"/>
                  </a:lnTo>
                  <a:lnTo>
                    <a:pt x="744274" y="1805717"/>
                  </a:lnTo>
                  <a:lnTo>
                    <a:pt x="745238" y="1800568"/>
                  </a:lnTo>
                  <a:lnTo>
                    <a:pt x="746202" y="1795724"/>
                  </a:lnTo>
                  <a:lnTo>
                    <a:pt x="747166" y="1791159"/>
                  </a:lnTo>
                  <a:lnTo>
                    <a:pt x="748130" y="1786871"/>
                  </a:lnTo>
                  <a:lnTo>
                    <a:pt x="749094" y="1782862"/>
                  </a:lnTo>
                  <a:lnTo>
                    <a:pt x="750058" y="1779118"/>
                  </a:lnTo>
                  <a:lnTo>
                    <a:pt x="751022" y="1775646"/>
                  </a:lnTo>
                  <a:lnTo>
                    <a:pt x="751986" y="1772399"/>
                  </a:lnTo>
                  <a:lnTo>
                    <a:pt x="752950" y="1769371"/>
                  </a:lnTo>
                  <a:lnTo>
                    <a:pt x="753914" y="1766490"/>
                  </a:lnTo>
                  <a:lnTo>
                    <a:pt x="754878" y="1763749"/>
                  </a:lnTo>
                  <a:lnTo>
                    <a:pt x="755842" y="1761098"/>
                  </a:lnTo>
                  <a:lnTo>
                    <a:pt x="756806" y="1758498"/>
                  </a:lnTo>
                  <a:lnTo>
                    <a:pt x="757770" y="1755885"/>
                  </a:lnTo>
                  <a:lnTo>
                    <a:pt x="758734" y="1753227"/>
                  </a:lnTo>
                  <a:lnTo>
                    <a:pt x="759698" y="1750530"/>
                  </a:lnTo>
                  <a:lnTo>
                    <a:pt x="760662" y="1747804"/>
                  </a:lnTo>
                  <a:lnTo>
                    <a:pt x="761626" y="1745091"/>
                  </a:lnTo>
                  <a:lnTo>
                    <a:pt x="762590" y="1742380"/>
                  </a:lnTo>
                  <a:lnTo>
                    <a:pt x="763554" y="1739699"/>
                  </a:lnTo>
                  <a:lnTo>
                    <a:pt x="764518" y="1736972"/>
                  </a:lnTo>
                  <a:lnTo>
                    <a:pt x="765482" y="1734175"/>
                  </a:lnTo>
                  <a:lnTo>
                    <a:pt x="766446" y="1731285"/>
                  </a:lnTo>
                  <a:lnTo>
                    <a:pt x="767410" y="1728291"/>
                  </a:lnTo>
                  <a:lnTo>
                    <a:pt x="768374" y="1725276"/>
                  </a:lnTo>
                  <a:lnTo>
                    <a:pt x="769338" y="1722283"/>
                  </a:lnTo>
                  <a:lnTo>
                    <a:pt x="770302" y="1719311"/>
                  </a:lnTo>
                  <a:lnTo>
                    <a:pt x="771266" y="1716384"/>
                  </a:lnTo>
                  <a:lnTo>
                    <a:pt x="772230" y="1713514"/>
                  </a:lnTo>
                  <a:lnTo>
                    <a:pt x="773194" y="1710741"/>
                  </a:lnTo>
                  <a:lnTo>
                    <a:pt x="774158" y="1708040"/>
                  </a:lnTo>
                  <a:lnTo>
                    <a:pt x="775122" y="1705423"/>
                  </a:lnTo>
                  <a:lnTo>
                    <a:pt x="776086" y="1702904"/>
                  </a:lnTo>
                  <a:lnTo>
                    <a:pt x="777050" y="1700552"/>
                  </a:lnTo>
                  <a:lnTo>
                    <a:pt x="778014" y="1698389"/>
                  </a:lnTo>
                  <a:lnTo>
                    <a:pt x="778978" y="1696467"/>
                  </a:lnTo>
                  <a:lnTo>
                    <a:pt x="779942" y="1694805"/>
                  </a:lnTo>
                  <a:lnTo>
                    <a:pt x="780906" y="1693448"/>
                  </a:lnTo>
                  <a:lnTo>
                    <a:pt x="781870" y="1692408"/>
                  </a:lnTo>
                  <a:lnTo>
                    <a:pt x="782834" y="1691664"/>
                  </a:lnTo>
                  <a:lnTo>
                    <a:pt x="783798" y="1691167"/>
                  </a:lnTo>
                  <a:lnTo>
                    <a:pt x="784762" y="1690888"/>
                  </a:lnTo>
                  <a:lnTo>
                    <a:pt x="785726" y="1690818"/>
                  </a:lnTo>
                  <a:lnTo>
                    <a:pt x="786690" y="1690951"/>
                  </a:lnTo>
                  <a:lnTo>
                    <a:pt x="787654" y="1691263"/>
                  </a:lnTo>
                  <a:lnTo>
                    <a:pt x="788618" y="1691739"/>
                  </a:lnTo>
                  <a:lnTo>
                    <a:pt x="789582" y="1692356"/>
                  </a:lnTo>
                  <a:lnTo>
                    <a:pt x="790546" y="1693074"/>
                  </a:lnTo>
                  <a:lnTo>
                    <a:pt x="791510" y="1693810"/>
                  </a:lnTo>
                  <a:lnTo>
                    <a:pt x="792474" y="1694510"/>
                  </a:lnTo>
                  <a:lnTo>
                    <a:pt x="793438" y="1695185"/>
                  </a:lnTo>
                  <a:lnTo>
                    <a:pt x="794402" y="1695847"/>
                  </a:lnTo>
                  <a:lnTo>
                    <a:pt x="795366" y="1696481"/>
                  </a:lnTo>
                  <a:lnTo>
                    <a:pt x="796330" y="1697074"/>
                  </a:lnTo>
                  <a:lnTo>
                    <a:pt x="797294" y="1697639"/>
                  </a:lnTo>
                  <a:lnTo>
                    <a:pt x="798258" y="1698188"/>
                  </a:lnTo>
                  <a:lnTo>
                    <a:pt x="799222" y="1698735"/>
                  </a:lnTo>
                  <a:lnTo>
                    <a:pt x="800186" y="1699274"/>
                  </a:lnTo>
                  <a:lnTo>
                    <a:pt x="801150" y="1699809"/>
                  </a:lnTo>
                  <a:lnTo>
                    <a:pt x="802115" y="1700357"/>
                  </a:lnTo>
                  <a:lnTo>
                    <a:pt x="803079" y="1700964"/>
                  </a:lnTo>
                  <a:lnTo>
                    <a:pt x="804043" y="1701653"/>
                  </a:lnTo>
                  <a:lnTo>
                    <a:pt x="805007" y="1702440"/>
                  </a:lnTo>
                  <a:lnTo>
                    <a:pt x="805971" y="1703331"/>
                  </a:lnTo>
                  <a:lnTo>
                    <a:pt x="806935" y="1704338"/>
                  </a:lnTo>
                  <a:lnTo>
                    <a:pt x="807899" y="1705457"/>
                  </a:lnTo>
                  <a:lnTo>
                    <a:pt x="808863" y="1706681"/>
                  </a:lnTo>
                  <a:lnTo>
                    <a:pt x="809827" y="1707991"/>
                  </a:lnTo>
                  <a:lnTo>
                    <a:pt x="810791" y="1709377"/>
                  </a:lnTo>
                  <a:lnTo>
                    <a:pt x="811755" y="1710810"/>
                  </a:lnTo>
                  <a:lnTo>
                    <a:pt x="812719" y="1712354"/>
                  </a:lnTo>
                  <a:lnTo>
                    <a:pt x="813683" y="1714021"/>
                  </a:lnTo>
                  <a:lnTo>
                    <a:pt x="814647" y="1715845"/>
                  </a:lnTo>
                  <a:lnTo>
                    <a:pt x="815611" y="1717886"/>
                  </a:lnTo>
                  <a:lnTo>
                    <a:pt x="816575" y="1720142"/>
                  </a:lnTo>
                  <a:lnTo>
                    <a:pt x="817539" y="1722544"/>
                  </a:lnTo>
                  <a:lnTo>
                    <a:pt x="818503" y="1725094"/>
                  </a:lnTo>
                  <a:lnTo>
                    <a:pt x="819467" y="1727784"/>
                  </a:lnTo>
                  <a:lnTo>
                    <a:pt x="820431" y="1730615"/>
                  </a:lnTo>
                  <a:lnTo>
                    <a:pt x="821395" y="1733559"/>
                  </a:lnTo>
                  <a:lnTo>
                    <a:pt x="822359" y="1736556"/>
                  </a:lnTo>
                  <a:lnTo>
                    <a:pt x="823323" y="1739603"/>
                  </a:lnTo>
                  <a:lnTo>
                    <a:pt x="824287" y="1742720"/>
                  </a:lnTo>
                  <a:lnTo>
                    <a:pt x="825251" y="1745903"/>
                  </a:lnTo>
                  <a:lnTo>
                    <a:pt x="826215" y="1749111"/>
                  </a:lnTo>
                  <a:lnTo>
                    <a:pt x="827179" y="1752313"/>
                  </a:lnTo>
                  <a:lnTo>
                    <a:pt x="828143" y="1755488"/>
                  </a:lnTo>
                  <a:lnTo>
                    <a:pt x="829107" y="1758551"/>
                  </a:lnTo>
                  <a:lnTo>
                    <a:pt x="830071" y="1761379"/>
                  </a:lnTo>
                  <a:lnTo>
                    <a:pt x="831035" y="1763882"/>
                  </a:lnTo>
                  <a:lnTo>
                    <a:pt x="831999" y="1766038"/>
                  </a:lnTo>
                  <a:lnTo>
                    <a:pt x="832963" y="1767860"/>
                  </a:lnTo>
                  <a:lnTo>
                    <a:pt x="833927" y="1769374"/>
                  </a:lnTo>
                  <a:lnTo>
                    <a:pt x="834891" y="1770604"/>
                  </a:lnTo>
                  <a:lnTo>
                    <a:pt x="835855" y="1771543"/>
                  </a:lnTo>
                  <a:lnTo>
                    <a:pt x="836819" y="1772213"/>
                  </a:lnTo>
                  <a:lnTo>
                    <a:pt x="837783" y="1772605"/>
                  </a:lnTo>
                  <a:lnTo>
                    <a:pt x="838747" y="1772715"/>
                  </a:lnTo>
                  <a:lnTo>
                    <a:pt x="839711" y="1772508"/>
                  </a:lnTo>
                  <a:lnTo>
                    <a:pt x="840675" y="1772033"/>
                  </a:lnTo>
                  <a:lnTo>
                    <a:pt x="841639" y="1771292"/>
                  </a:lnTo>
                  <a:lnTo>
                    <a:pt x="842603" y="1770271"/>
                  </a:lnTo>
                  <a:lnTo>
                    <a:pt x="843567" y="1768981"/>
                  </a:lnTo>
                  <a:lnTo>
                    <a:pt x="844531" y="1767476"/>
                  </a:lnTo>
                  <a:lnTo>
                    <a:pt x="845495" y="1765766"/>
                  </a:lnTo>
                  <a:lnTo>
                    <a:pt x="846459" y="1763882"/>
                  </a:lnTo>
                  <a:lnTo>
                    <a:pt x="847423" y="1761811"/>
                  </a:lnTo>
                  <a:lnTo>
                    <a:pt x="848387" y="1759519"/>
                  </a:lnTo>
                  <a:lnTo>
                    <a:pt x="849351" y="1756954"/>
                  </a:lnTo>
                  <a:lnTo>
                    <a:pt x="850315" y="1754107"/>
                  </a:lnTo>
                  <a:lnTo>
                    <a:pt x="851279" y="1750965"/>
                  </a:lnTo>
                  <a:lnTo>
                    <a:pt x="852243" y="1747548"/>
                  </a:lnTo>
                  <a:lnTo>
                    <a:pt x="853207" y="1743841"/>
                  </a:lnTo>
                  <a:lnTo>
                    <a:pt x="854171" y="1739926"/>
                  </a:lnTo>
                  <a:lnTo>
                    <a:pt x="855135" y="1735832"/>
                  </a:lnTo>
                  <a:lnTo>
                    <a:pt x="856099" y="1731559"/>
                  </a:lnTo>
                  <a:lnTo>
                    <a:pt x="857063" y="1727099"/>
                  </a:lnTo>
                  <a:lnTo>
                    <a:pt x="858027" y="1722465"/>
                  </a:lnTo>
                  <a:lnTo>
                    <a:pt x="858991" y="1717627"/>
                  </a:lnTo>
                  <a:lnTo>
                    <a:pt x="859955" y="1712585"/>
                  </a:lnTo>
                  <a:lnTo>
                    <a:pt x="860919" y="1707364"/>
                  </a:lnTo>
                  <a:lnTo>
                    <a:pt x="861883" y="1701946"/>
                  </a:lnTo>
                  <a:lnTo>
                    <a:pt x="862847" y="1696436"/>
                  </a:lnTo>
                  <a:lnTo>
                    <a:pt x="863811" y="1690876"/>
                  </a:lnTo>
                  <a:lnTo>
                    <a:pt x="864775" y="1685246"/>
                  </a:lnTo>
                  <a:lnTo>
                    <a:pt x="865739" y="1679546"/>
                  </a:lnTo>
                  <a:lnTo>
                    <a:pt x="866703" y="1673763"/>
                  </a:lnTo>
                  <a:lnTo>
                    <a:pt x="867667" y="1667894"/>
                  </a:lnTo>
                  <a:lnTo>
                    <a:pt x="868631" y="1661920"/>
                  </a:lnTo>
                  <a:lnTo>
                    <a:pt x="869595" y="1655831"/>
                  </a:lnTo>
                  <a:lnTo>
                    <a:pt x="870559" y="1649699"/>
                  </a:lnTo>
                  <a:lnTo>
                    <a:pt x="871523" y="1643585"/>
                  </a:lnTo>
                  <a:lnTo>
                    <a:pt x="872487" y="1637475"/>
                  </a:lnTo>
                  <a:lnTo>
                    <a:pt x="873451" y="1631374"/>
                  </a:lnTo>
                  <a:lnTo>
                    <a:pt x="874415" y="1625218"/>
                  </a:lnTo>
                  <a:lnTo>
                    <a:pt x="875379" y="1618948"/>
                  </a:lnTo>
                  <a:lnTo>
                    <a:pt x="876343" y="1612567"/>
                  </a:lnTo>
                  <a:lnTo>
                    <a:pt x="877307" y="1606087"/>
                  </a:lnTo>
                  <a:lnTo>
                    <a:pt x="878271" y="1599630"/>
                  </a:lnTo>
                  <a:lnTo>
                    <a:pt x="879235" y="1593330"/>
                  </a:lnTo>
                  <a:lnTo>
                    <a:pt x="880199" y="1587304"/>
                  </a:lnTo>
                  <a:lnTo>
                    <a:pt x="881163" y="1581601"/>
                  </a:lnTo>
                  <a:lnTo>
                    <a:pt x="882127" y="1576172"/>
                  </a:lnTo>
                  <a:lnTo>
                    <a:pt x="883091" y="1570987"/>
                  </a:lnTo>
                  <a:lnTo>
                    <a:pt x="884055" y="1566044"/>
                  </a:lnTo>
                  <a:lnTo>
                    <a:pt x="885019" y="1561354"/>
                  </a:lnTo>
                  <a:lnTo>
                    <a:pt x="885983" y="1556931"/>
                  </a:lnTo>
                  <a:lnTo>
                    <a:pt x="886947" y="1552813"/>
                  </a:lnTo>
                  <a:lnTo>
                    <a:pt x="887911" y="1549090"/>
                  </a:lnTo>
                  <a:lnTo>
                    <a:pt x="888875" y="1545848"/>
                  </a:lnTo>
                  <a:lnTo>
                    <a:pt x="889839" y="1543114"/>
                  </a:lnTo>
                  <a:lnTo>
                    <a:pt x="890803" y="1540876"/>
                  </a:lnTo>
                  <a:lnTo>
                    <a:pt x="891767" y="1539108"/>
                  </a:lnTo>
                  <a:lnTo>
                    <a:pt x="892731" y="1537744"/>
                  </a:lnTo>
                  <a:lnTo>
                    <a:pt x="893695" y="1536694"/>
                  </a:lnTo>
                  <a:lnTo>
                    <a:pt x="894659" y="1535928"/>
                  </a:lnTo>
                  <a:lnTo>
                    <a:pt x="895623" y="1535392"/>
                  </a:lnTo>
                  <a:lnTo>
                    <a:pt x="896587" y="1535155"/>
                  </a:lnTo>
                  <a:lnTo>
                    <a:pt x="897551" y="1535316"/>
                  </a:lnTo>
                  <a:lnTo>
                    <a:pt x="898515" y="1535896"/>
                  </a:lnTo>
                  <a:lnTo>
                    <a:pt x="899479" y="1536861"/>
                  </a:lnTo>
                  <a:lnTo>
                    <a:pt x="900443" y="1538142"/>
                  </a:lnTo>
                  <a:lnTo>
                    <a:pt x="901407" y="1539700"/>
                  </a:lnTo>
                  <a:lnTo>
                    <a:pt x="902371" y="1541436"/>
                  </a:lnTo>
                  <a:lnTo>
                    <a:pt x="903335" y="1543275"/>
                  </a:lnTo>
                  <a:lnTo>
                    <a:pt x="904299" y="1545197"/>
                  </a:lnTo>
                  <a:lnTo>
                    <a:pt x="905263" y="1547215"/>
                  </a:lnTo>
                  <a:lnTo>
                    <a:pt x="906227" y="1549292"/>
                  </a:lnTo>
                  <a:lnTo>
                    <a:pt x="907191" y="1551468"/>
                  </a:lnTo>
                  <a:lnTo>
                    <a:pt x="908155" y="1553834"/>
                  </a:lnTo>
                  <a:lnTo>
                    <a:pt x="909119" y="1556378"/>
                  </a:lnTo>
                  <a:lnTo>
                    <a:pt x="910083" y="1559103"/>
                  </a:lnTo>
                  <a:lnTo>
                    <a:pt x="911047" y="1561922"/>
                  </a:lnTo>
                  <a:lnTo>
                    <a:pt x="912011" y="1564713"/>
                  </a:lnTo>
                  <a:lnTo>
                    <a:pt x="912976" y="1567444"/>
                  </a:lnTo>
                  <a:lnTo>
                    <a:pt x="913940" y="1570135"/>
                  </a:lnTo>
                  <a:lnTo>
                    <a:pt x="914904" y="1572809"/>
                  </a:lnTo>
                  <a:lnTo>
                    <a:pt x="915868" y="1575467"/>
                  </a:lnTo>
                  <a:lnTo>
                    <a:pt x="916832" y="1578137"/>
                  </a:lnTo>
                  <a:lnTo>
                    <a:pt x="917796" y="1580848"/>
                  </a:lnTo>
                  <a:lnTo>
                    <a:pt x="918760" y="1583586"/>
                  </a:lnTo>
                  <a:lnTo>
                    <a:pt x="919724" y="1586294"/>
                  </a:lnTo>
                  <a:lnTo>
                    <a:pt x="920688" y="1589024"/>
                  </a:lnTo>
                  <a:lnTo>
                    <a:pt x="921652" y="1591768"/>
                  </a:lnTo>
                  <a:lnTo>
                    <a:pt x="922616" y="1594555"/>
                  </a:lnTo>
                  <a:lnTo>
                    <a:pt x="923580" y="1597498"/>
                  </a:lnTo>
                  <a:lnTo>
                    <a:pt x="924544" y="1600643"/>
                  </a:lnTo>
                  <a:lnTo>
                    <a:pt x="925508" y="1604024"/>
                  </a:lnTo>
                  <a:lnTo>
                    <a:pt x="926472" y="1607589"/>
                  </a:lnTo>
                  <a:lnTo>
                    <a:pt x="927436" y="1611266"/>
                  </a:lnTo>
                  <a:lnTo>
                    <a:pt x="928400" y="1614999"/>
                  </a:lnTo>
                  <a:lnTo>
                    <a:pt x="929364" y="1618741"/>
                  </a:lnTo>
                  <a:lnTo>
                    <a:pt x="930328" y="1622535"/>
                  </a:lnTo>
                  <a:lnTo>
                    <a:pt x="931292" y="1626424"/>
                  </a:lnTo>
                  <a:lnTo>
                    <a:pt x="932256" y="1630429"/>
                  </a:lnTo>
                  <a:lnTo>
                    <a:pt x="933220" y="1634536"/>
                  </a:lnTo>
                  <a:lnTo>
                    <a:pt x="934184" y="1638760"/>
                  </a:lnTo>
                  <a:lnTo>
                    <a:pt x="935148" y="1643074"/>
                  </a:lnTo>
                  <a:lnTo>
                    <a:pt x="936112" y="1647455"/>
                  </a:lnTo>
                  <a:lnTo>
                    <a:pt x="937076" y="1651809"/>
                  </a:lnTo>
                  <a:lnTo>
                    <a:pt x="938040" y="1656089"/>
                  </a:lnTo>
                  <a:lnTo>
                    <a:pt x="939004" y="1660271"/>
                  </a:lnTo>
                  <a:lnTo>
                    <a:pt x="939968" y="1664396"/>
                  </a:lnTo>
                  <a:lnTo>
                    <a:pt x="940932" y="1668491"/>
                  </a:lnTo>
                  <a:lnTo>
                    <a:pt x="941896" y="1672636"/>
                  </a:lnTo>
                  <a:lnTo>
                    <a:pt x="942860" y="1676856"/>
                  </a:lnTo>
                  <a:lnTo>
                    <a:pt x="943824" y="1681195"/>
                  </a:lnTo>
                  <a:lnTo>
                    <a:pt x="944788" y="1685615"/>
                  </a:lnTo>
                  <a:lnTo>
                    <a:pt x="945752" y="1690023"/>
                  </a:lnTo>
                  <a:lnTo>
                    <a:pt x="946716" y="1694377"/>
                  </a:lnTo>
                  <a:lnTo>
                    <a:pt x="947680" y="1698728"/>
                  </a:lnTo>
                  <a:lnTo>
                    <a:pt x="948644" y="1703119"/>
                  </a:lnTo>
                  <a:lnTo>
                    <a:pt x="949608" y="1707607"/>
                  </a:lnTo>
                  <a:lnTo>
                    <a:pt x="950572" y="1712175"/>
                  </a:lnTo>
                  <a:lnTo>
                    <a:pt x="951536" y="1716886"/>
                  </a:lnTo>
                  <a:lnTo>
                    <a:pt x="952500" y="1721708"/>
                  </a:lnTo>
                  <a:lnTo>
                    <a:pt x="953464" y="1726643"/>
                  </a:lnTo>
                  <a:lnTo>
                    <a:pt x="954428" y="1731691"/>
                  </a:lnTo>
                  <a:lnTo>
                    <a:pt x="955392" y="1736913"/>
                  </a:lnTo>
                  <a:lnTo>
                    <a:pt x="956356" y="1742231"/>
                  </a:lnTo>
                  <a:lnTo>
                    <a:pt x="957320" y="1747627"/>
                  </a:lnTo>
                  <a:lnTo>
                    <a:pt x="958284" y="1753114"/>
                  </a:lnTo>
                  <a:lnTo>
                    <a:pt x="959248" y="1758650"/>
                  </a:lnTo>
                  <a:lnTo>
                    <a:pt x="960212" y="1764277"/>
                  </a:lnTo>
                  <a:lnTo>
                    <a:pt x="961176" y="1770034"/>
                  </a:lnTo>
                  <a:lnTo>
                    <a:pt x="962140" y="1775725"/>
                  </a:lnTo>
                  <a:lnTo>
                    <a:pt x="963104" y="1781311"/>
                  </a:lnTo>
                  <a:lnTo>
                    <a:pt x="964068" y="1786768"/>
                  </a:lnTo>
                  <a:lnTo>
                    <a:pt x="965032" y="1792092"/>
                  </a:lnTo>
                  <a:lnTo>
                    <a:pt x="965996" y="1797269"/>
                  </a:lnTo>
                  <a:lnTo>
                    <a:pt x="966960" y="1802268"/>
                  </a:lnTo>
                  <a:lnTo>
                    <a:pt x="967924" y="1807101"/>
                  </a:lnTo>
                  <a:lnTo>
                    <a:pt x="968888" y="1811713"/>
                  </a:lnTo>
                  <a:lnTo>
                    <a:pt x="969852" y="1816033"/>
                  </a:lnTo>
                  <a:lnTo>
                    <a:pt x="970816" y="1820074"/>
                  </a:lnTo>
                  <a:lnTo>
                    <a:pt x="971780" y="1823817"/>
                  </a:lnTo>
                  <a:lnTo>
                    <a:pt x="972674" y="1826954"/>
                  </a:lnTo>
                  <a:lnTo>
                    <a:pt x="993624" y="1826954"/>
                  </a:lnTo>
                  <a:lnTo>
                    <a:pt x="993952" y="1825921"/>
                  </a:lnTo>
                  <a:lnTo>
                    <a:pt x="994916" y="1822754"/>
                  </a:lnTo>
                  <a:lnTo>
                    <a:pt x="995880" y="1819396"/>
                  </a:lnTo>
                  <a:lnTo>
                    <a:pt x="996844" y="1815855"/>
                  </a:lnTo>
                  <a:lnTo>
                    <a:pt x="997808" y="1812149"/>
                  </a:lnTo>
                  <a:lnTo>
                    <a:pt x="998772" y="1808312"/>
                  </a:lnTo>
                  <a:lnTo>
                    <a:pt x="999736" y="1804388"/>
                  </a:lnTo>
                  <a:lnTo>
                    <a:pt x="1000700" y="1800425"/>
                  </a:lnTo>
                  <a:lnTo>
                    <a:pt x="1001664" y="1796435"/>
                  </a:lnTo>
                  <a:lnTo>
                    <a:pt x="1002628" y="1792401"/>
                  </a:lnTo>
                  <a:lnTo>
                    <a:pt x="1003592" y="1788299"/>
                  </a:lnTo>
                  <a:lnTo>
                    <a:pt x="1004556" y="1784089"/>
                  </a:lnTo>
                  <a:lnTo>
                    <a:pt x="1005520" y="1779776"/>
                  </a:lnTo>
                  <a:lnTo>
                    <a:pt x="1006484" y="1775336"/>
                  </a:lnTo>
                  <a:lnTo>
                    <a:pt x="1007448" y="1770795"/>
                  </a:lnTo>
                  <a:lnTo>
                    <a:pt x="1008412" y="1766181"/>
                  </a:lnTo>
                  <a:lnTo>
                    <a:pt x="1009376" y="1761457"/>
                  </a:lnTo>
                  <a:lnTo>
                    <a:pt x="1010340" y="1756788"/>
                  </a:lnTo>
                  <a:lnTo>
                    <a:pt x="1011304" y="1752313"/>
                  </a:lnTo>
                  <a:lnTo>
                    <a:pt x="1012268" y="1748043"/>
                  </a:lnTo>
                  <a:lnTo>
                    <a:pt x="1013232" y="1743978"/>
                  </a:lnTo>
                  <a:lnTo>
                    <a:pt x="1014196" y="1740120"/>
                  </a:lnTo>
                  <a:lnTo>
                    <a:pt x="1015160" y="1736487"/>
                  </a:lnTo>
                  <a:lnTo>
                    <a:pt x="1016124" y="1733099"/>
                  </a:lnTo>
                  <a:lnTo>
                    <a:pt x="1017088" y="1729953"/>
                  </a:lnTo>
                  <a:lnTo>
                    <a:pt x="1018052" y="1727112"/>
                  </a:lnTo>
                  <a:lnTo>
                    <a:pt x="1019016" y="1724603"/>
                  </a:lnTo>
                  <a:lnTo>
                    <a:pt x="1019980" y="1722401"/>
                  </a:lnTo>
                  <a:lnTo>
                    <a:pt x="1020944" y="1720477"/>
                  </a:lnTo>
                  <a:lnTo>
                    <a:pt x="1021908" y="1718821"/>
                  </a:lnTo>
                  <a:lnTo>
                    <a:pt x="1022872" y="1717455"/>
                  </a:lnTo>
                  <a:lnTo>
                    <a:pt x="1023836" y="1716418"/>
                  </a:lnTo>
                  <a:lnTo>
                    <a:pt x="1024801" y="1715588"/>
                  </a:lnTo>
                  <a:lnTo>
                    <a:pt x="1025765" y="1714874"/>
                  </a:lnTo>
                  <a:lnTo>
                    <a:pt x="1026729" y="1714306"/>
                  </a:lnTo>
                  <a:lnTo>
                    <a:pt x="1027693" y="1713925"/>
                  </a:lnTo>
                  <a:lnTo>
                    <a:pt x="1028657" y="1713716"/>
                  </a:lnTo>
                  <a:lnTo>
                    <a:pt x="1029621" y="1713650"/>
                  </a:lnTo>
                  <a:lnTo>
                    <a:pt x="1030585" y="1713710"/>
                  </a:lnTo>
                  <a:lnTo>
                    <a:pt x="1031549" y="1713907"/>
                  </a:lnTo>
                  <a:lnTo>
                    <a:pt x="1032513" y="1714245"/>
                  </a:lnTo>
                  <a:lnTo>
                    <a:pt x="1033477" y="1714724"/>
                  </a:lnTo>
                  <a:lnTo>
                    <a:pt x="1034441" y="1715340"/>
                  </a:lnTo>
                  <a:lnTo>
                    <a:pt x="1035405" y="1716130"/>
                  </a:lnTo>
                  <a:lnTo>
                    <a:pt x="1036369" y="1717122"/>
                  </a:lnTo>
                  <a:lnTo>
                    <a:pt x="1037333" y="1718288"/>
                  </a:lnTo>
                  <a:lnTo>
                    <a:pt x="1038297" y="1719527"/>
                  </a:lnTo>
                  <a:lnTo>
                    <a:pt x="1039261" y="1720902"/>
                  </a:lnTo>
                  <a:lnTo>
                    <a:pt x="1040225" y="1722472"/>
                  </a:lnTo>
                  <a:lnTo>
                    <a:pt x="1041189" y="1724175"/>
                  </a:lnTo>
                  <a:lnTo>
                    <a:pt x="1042153" y="1725890"/>
                  </a:lnTo>
                  <a:lnTo>
                    <a:pt x="1043117" y="1727559"/>
                  </a:lnTo>
                  <a:lnTo>
                    <a:pt x="1044081" y="1729213"/>
                  </a:lnTo>
                  <a:lnTo>
                    <a:pt x="1045045" y="1730867"/>
                  </a:lnTo>
                  <a:lnTo>
                    <a:pt x="1046009" y="1732480"/>
                  </a:lnTo>
                  <a:lnTo>
                    <a:pt x="1046973" y="1734024"/>
                  </a:lnTo>
                  <a:lnTo>
                    <a:pt x="1047937" y="1735433"/>
                  </a:lnTo>
                  <a:lnTo>
                    <a:pt x="1048901" y="1736664"/>
                  </a:lnTo>
                  <a:lnTo>
                    <a:pt x="1049865" y="1737706"/>
                  </a:lnTo>
                  <a:lnTo>
                    <a:pt x="1050829" y="1738598"/>
                  </a:lnTo>
                  <a:lnTo>
                    <a:pt x="1051793" y="1739344"/>
                  </a:lnTo>
                  <a:lnTo>
                    <a:pt x="1052757" y="1739984"/>
                  </a:lnTo>
                  <a:lnTo>
                    <a:pt x="1053721" y="1740543"/>
                  </a:lnTo>
                  <a:lnTo>
                    <a:pt x="1054685" y="1741045"/>
                  </a:lnTo>
                  <a:lnTo>
                    <a:pt x="1055649" y="1741490"/>
                  </a:lnTo>
                  <a:lnTo>
                    <a:pt x="1056613" y="1741850"/>
                  </a:lnTo>
                  <a:lnTo>
                    <a:pt x="1057577" y="1742154"/>
                  </a:lnTo>
                  <a:lnTo>
                    <a:pt x="1058541" y="1742424"/>
                  </a:lnTo>
                  <a:lnTo>
                    <a:pt x="1059505" y="1742549"/>
                  </a:lnTo>
                  <a:lnTo>
                    <a:pt x="1060469" y="1742567"/>
                  </a:lnTo>
                  <a:lnTo>
                    <a:pt x="1061433" y="1742490"/>
                  </a:lnTo>
                  <a:lnTo>
                    <a:pt x="1062397" y="1742317"/>
                  </a:lnTo>
                  <a:lnTo>
                    <a:pt x="1063361" y="1742060"/>
                  </a:lnTo>
                  <a:lnTo>
                    <a:pt x="1064325" y="1741701"/>
                  </a:lnTo>
                  <a:lnTo>
                    <a:pt x="1065289" y="1741235"/>
                  </a:lnTo>
                  <a:lnTo>
                    <a:pt x="1066253" y="1740664"/>
                  </a:lnTo>
                  <a:lnTo>
                    <a:pt x="1067217" y="1739980"/>
                  </a:lnTo>
                  <a:lnTo>
                    <a:pt x="1068181" y="1739163"/>
                  </a:lnTo>
                  <a:lnTo>
                    <a:pt x="1069145" y="1738257"/>
                  </a:lnTo>
                  <a:lnTo>
                    <a:pt x="1070109" y="1737252"/>
                  </a:lnTo>
                  <a:lnTo>
                    <a:pt x="1071073" y="1736172"/>
                  </a:lnTo>
                  <a:lnTo>
                    <a:pt x="1072037" y="1734975"/>
                  </a:lnTo>
                  <a:lnTo>
                    <a:pt x="1073001" y="1733664"/>
                  </a:lnTo>
                  <a:lnTo>
                    <a:pt x="1073965" y="1732346"/>
                  </a:lnTo>
                  <a:lnTo>
                    <a:pt x="1074929" y="1731004"/>
                  </a:lnTo>
                  <a:lnTo>
                    <a:pt x="1075893" y="1729626"/>
                  </a:lnTo>
                  <a:lnTo>
                    <a:pt x="1076857" y="1728195"/>
                  </a:lnTo>
                  <a:lnTo>
                    <a:pt x="1077821" y="1726730"/>
                  </a:lnTo>
                  <a:lnTo>
                    <a:pt x="1078785" y="1725250"/>
                  </a:lnTo>
                  <a:lnTo>
                    <a:pt x="1079749" y="1723763"/>
                  </a:lnTo>
                  <a:lnTo>
                    <a:pt x="1080713" y="1722269"/>
                  </a:lnTo>
                  <a:lnTo>
                    <a:pt x="1081677" y="1720764"/>
                  </a:lnTo>
                  <a:lnTo>
                    <a:pt x="1082641" y="1719252"/>
                  </a:lnTo>
                  <a:lnTo>
                    <a:pt x="1083605" y="1717733"/>
                  </a:lnTo>
                  <a:lnTo>
                    <a:pt x="1084569" y="1716171"/>
                  </a:lnTo>
                  <a:lnTo>
                    <a:pt x="1085533" y="1714559"/>
                  </a:lnTo>
                  <a:lnTo>
                    <a:pt x="1086497" y="1712948"/>
                  </a:lnTo>
                  <a:lnTo>
                    <a:pt x="1087461" y="1711374"/>
                  </a:lnTo>
                  <a:lnTo>
                    <a:pt x="1088425" y="1709750"/>
                  </a:lnTo>
                  <a:lnTo>
                    <a:pt x="1089389" y="1708105"/>
                  </a:lnTo>
                  <a:lnTo>
                    <a:pt x="1090353" y="1706471"/>
                  </a:lnTo>
                  <a:lnTo>
                    <a:pt x="1091317" y="1704925"/>
                  </a:lnTo>
                  <a:lnTo>
                    <a:pt x="1092281" y="1703447"/>
                  </a:lnTo>
                  <a:lnTo>
                    <a:pt x="1093245" y="1702011"/>
                  </a:lnTo>
                  <a:lnTo>
                    <a:pt x="1094209" y="1700628"/>
                  </a:lnTo>
                  <a:lnTo>
                    <a:pt x="1095173" y="1699314"/>
                  </a:lnTo>
                  <a:lnTo>
                    <a:pt x="1096137" y="1698080"/>
                  </a:lnTo>
                  <a:lnTo>
                    <a:pt x="1097101" y="1696969"/>
                  </a:lnTo>
                  <a:lnTo>
                    <a:pt x="1098065" y="1695981"/>
                  </a:lnTo>
                  <a:lnTo>
                    <a:pt x="1099029" y="1695117"/>
                  </a:lnTo>
                  <a:lnTo>
                    <a:pt x="1099993" y="1694348"/>
                  </a:lnTo>
                  <a:lnTo>
                    <a:pt x="1100957" y="1693673"/>
                  </a:lnTo>
                  <a:lnTo>
                    <a:pt x="1101921" y="1693067"/>
                  </a:lnTo>
                  <a:lnTo>
                    <a:pt x="1102885" y="1692530"/>
                  </a:lnTo>
                  <a:lnTo>
                    <a:pt x="1103849" y="1692061"/>
                  </a:lnTo>
                  <a:lnTo>
                    <a:pt x="1104813" y="1691661"/>
                  </a:lnTo>
                  <a:lnTo>
                    <a:pt x="1105777" y="1691329"/>
                  </a:lnTo>
                  <a:lnTo>
                    <a:pt x="1106741" y="1691055"/>
                  </a:lnTo>
                  <a:lnTo>
                    <a:pt x="1107705" y="1690837"/>
                  </a:lnTo>
                  <a:lnTo>
                    <a:pt x="1108669" y="1690648"/>
                  </a:lnTo>
                  <a:lnTo>
                    <a:pt x="1109633" y="1690471"/>
                  </a:lnTo>
                  <a:lnTo>
                    <a:pt x="1110597" y="1690303"/>
                  </a:lnTo>
                  <a:lnTo>
                    <a:pt x="1111561" y="1690144"/>
                  </a:lnTo>
                  <a:lnTo>
                    <a:pt x="1112525" y="1689992"/>
                  </a:lnTo>
                  <a:lnTo>
                    <a:pt x="1113489" y="1689854"/>
                  </a:lnTo>
                  <a:lnTo>
                    <a:pt x="1114453" y="1689728"/>
                  </a:lnTo>
                  <a:lnTo>
                    <a:pt x="1115417" y="1689614"/>
                  </a:lnTo>
                  <a:lnTo>
                    <a:pt x="1116381" y="1689513"/>
                  </a:lnTo>
                  <a:lnTo>
                    <a:pt x="1117345" y="1689425"/>
                  </a:lnTo>
                  <a:lnTo>
                    <a:pt x="1118309" y="1689349"/>
                  </a:lnTo>
                  <a:lnTo>
                    <a:pt x="1119273" y="1689281"/>
                  </a:lnTo>
                  <a:lnTo>
                    <a:pt x="1120237" y="1689222"/>
                  </a:lnTo>
                  <a:lnTo>
                    <a:pt x="1121201" y="1689172"/>
                  </a:lnTo>
                  <a:lnTo>
                    <a:pt x="1122165" y="1689130"/>
                  </a:lnTo>
                  <a:lnTo>
                    <a:pt x="1123129" y="1689096"/>
                  </a:lnTo>
                  <a:lnTo>
                    <a:pt x="1124093" y="1689071"/>
                  </a:lnTo>
                  <a:lnTo>
                    <a:pt x="1125057" y="1689054"/>
                  </a:lnTo>
                  <a:lnTo>
                    <a:pt x="1126021" y="1689045"/>
                  </a:lnTo>
                  <a:lnTo>
                    <a:pt x="1126985" y="1689045"/>
                  </a:lnTo>
                  <a:lnTo>
                    <a:pt x="1127949" y="1689045"/>
                  </a:lnTo>
                  <a:lnTo>
                    <a:pt x="1128913" y="1689045"/>
                  </a:lnTo>
                  <a:lnTo>
                    <a:pt x="1129877" y="1689045"/>
                  </a:lnTo>
                  <a:lnTo>
                    <a:pt x="1130841" y="1689045"/>
                  </a:lnTo>
                  <a:lnTo>
                    <a:pt x="1131805" y="1689045"/>
                  </a:lnTo>
                  <a:lnTo>
                    <a:pt x="1132769" y="1689045"/>
                  </a:lnTo>
                  <a:lnTo>
                    <a:pt x="1133733" y="1689045"/>
                  </a:lnTo>
                  <a:lnTo>
                    <a:pt x="1134697" y="1689045"/>
                  </a:lnTo>
                  <a:lnTo>
                    <a:pt x="1135662" y="1689045"/>
                  </a:lnTo>
                  <a:lnTo>
                    <a:pt x="1136626" y="1689045"/>
                  </a:lnTo>
                  <a:lnTo>
                    <a:pt x="1137590" y="1689045"/>
                  </a:lnTo>
                  <a:lnTo>
                    <a:pt x="1138554" y="1689045"/>
                  </a:lnTo>
                  <a:lnTo>
                    <a:pt x="1139518" y="1689045"/>
                  </a:lnTo>
                  <a:lnTo>
                    <a:pt x="1140482" y="1689045"/>
                  </a:lnTo>
                  <a:lnTo>
                    <a:pt x="1141446" y="1689045"/>
                  </a:lnTo>
                  <a:lnTo>
                    <a:pt x="1142410" y="1689045"/>
                  </a:lnTo>
                  <a:lnTo>
                    <a:pt x="1143374" y="1689045"/>
                  </a:lnTo>
                  <a:lnTo>
                    <a:pt x="1144338" y="1689045"/>
                  </a:lnTo>
                  <a:lnTo>
                    <a:pt x="1145302" y="1689045"/>
                  </a:lnTo>
                  <a:lnTo>
                    <a:pt x="1146266" y="1689045"/>
                  </a:lnTo>
                  <a:lnTo>
                    <a:pt x="1147230" y="1689045"/>
                  </a:lnTo>
                  <a:lnTo>
                    <a:pt x="1148194" y="1689045"/>
                  </a:lnTo>
                  <a:lnTo>
                    <a:pt x="1149158" y="1689045"/>
                  </a:lnTo>
                  <a:lnTo>
                    <a:pt x="1150122" y="1689045"/>
                  </a:lnTo>
                  <a:lnTo>
                    <a:pt x="1151086" y="1689045"/>
                  </a:lnTo>
                  <a:lnTo>
                    <a:pt x="1152050" y="1689045"/>
                  </a:lnTo>
                  <a:lnTo>
                    <a:pt x="1153014" y="1689045"/>
                  </a:lnTo>
                  <a:lnTo>
                    <a:pt x="1153978" y="1689045"/>
                  </a:lnTo>
                  <a:lnTo>
                    <a:pt x="1154942" y="1689045"/>
                  </a:lnTo>
                  <a:lnTo>
                    <a:pt x="1155906" y="1689045"/>
                  </a:lnTo>
                  <a:lnTo>
                    <a:pt x="1156870" y="1689045"/>
                  </a:lnTo>
                  <a:lnTo>
                    <a:pt x="1157834" y="1689045"/>
                  </a:lnTo>
                  <a:lnTo>
                    <a:pt x="1158798" y="1689045"/>
                  </a:lnTo>
                  <a:lnTo>
                    <a:pt x="1159762" y="1689045"/>
                  </a:lnTo>
                  <a:lnTo>
                    <a:pt x="1160726" y="1689045"/>
                  </a:lnTo>
                  <a:lnTo>
                    <a:pt x="1161690" y="1689045"/>
                  </a:lnTo>
                  <a:lnTo>
                    <a:pt x="1162654" y="1689045"/>
                  </a:lnTo>
                  <a:lnTo>
                    <a:pt x="1163618" y="1689045"/>
                  </a:lnTo>
                  <a:lnTo>
                    <a:pt x="1164582" y="1689045"/>
                  </a:lnTo>
                  <a:lnTo>
                    <a:pt x="1165546" y="1689045"/>
                  </a:lnTo>
                  <a:lnTo>
                    <a:pt x="1166510" y="1689045"/>
                  </a:lnTo>
                  <a:lnTo>
                    <a:pt x="1167474" y="1689045"/>
                  </a:lnTo>
                  <a:lnTo>
                    <a:pt x="1168438" y="1689045"/>
                  </a:lnTo>
                  <a:lnTo>
                    <a:pt x="1169402" y="1689045"/>
                  </a:lnTo>
                  <a:lnTo>
                    <a:pt x="1170366" y="1689045"/>
                  </a:lnTo>
                  <a:lnTo>
                    <a:pt x="1171330" y="1689045"/>
                  </a:lnTo>
                  <a:lnTo>
                    <a:pt x="1172294" y="1689045"/>
                  </a:lnTo>
                  <a:lnTo>
                    <a:pt x="1173258" y="1689045"/>
                  </a:lnTo>
                  <a:lnTo>
                    <a:pt x="1174222" y="1689045"/>
                  </a:lnTo>
                  <a:lnTo>
                    <a:pt x="1175186" y="1689045"/>
                  </a:lnTo>
                  <a:lnTo>
                    <a:pt x="1176150" y="1689045"/>
                  </a:lnTo>
                  <a:lnTo>
                    <a:pt x="1177114" y="1689045"/>
                  </a:lnTo>
                  <a:lnTo>
                    <a:pt x="1178078" y="1689045"/>
                  </a:lnTo>
                  <a:lnTo>
                    <a:pt x="1179042" y="1689045"/>
                  </a:lnTo>
                  <a:lnTo>
                    <a:pt x="1180006" y="1689045"/>
                  </a:lnTo>
                  <a:lnTo>
                    <a:pt x="1180970" y="1689045"/>
                  </a:lnTo>
                  <a:lnTo>
                    <a:pt x="1181934" y="1689045"/>
                  </a:lnTo>
                  <a:lnTo>
                    <a:pt x="1182898" y="1689045"/>
                  </a:lnTo>
                  <a:lnTo>
                    <a:pt x="1183862" y="1689045"/>
                  </a:lnTo>
                  <a:lnTo>
                    <a:pt x="1184826" y="1689045"/>
                  </a:lnTo>
                  <a:lnTo>
                    <a:pt x="1185790" y="1688979"/>
                  </a:lnTo>
                  <a:lnTo>
                    <a:pt x="1186754" y="1688842"/>
                  </a:lnTo>
                  <a:lnTo>
                    <a:pt x="1187718" y="1688635"/>
                  </a:lnTo>
                  <a:lnTo>
                    <a:pt x="1188682" y="1688359"/>
                  </a:lnTo>
                  <a:lnTo>
                    <a:pt x="1189646" y="1688012"/>
                  </a:lnTo>
                  <a:lnTo>
                    <a:pt x="1190610" y="1687596"/>
                  </a:lnTo>
                  <a:lnTo>
                    <a:pt x="1191574" y="1687117"/>
                  </a:lnTo>
                  <a:lnTo>
                    <a:pt x="1192538" y="1686578"/>
                  </a:lnTo>
                  <a:lnTo>
                    <a:pt x="1193502" y="1685926"/>
                  </a:lnTo>
                  <a:lnTo>
                    <a:pt x="1194466" y="1685156"/>
                  </a:lnTo>
                  <a:lnTo>
                    <a:pt x="1195430" y="1684268"/>
                  </a:lnTo>
                  <a:lnTo>
                    <a:pt x="1196394" y="1683262"/>
                  </a:lnTo>
                  <a:lnTo>
                    <a:pt x="1197358" y="1682138"/>
                  </a:lnTo>
                  <a:lnTo>
                    <a:pt x="1198322" y="1680896"/>
                  </a:lnTo>
                  <a:lnTo>
                    <a:pt x="1199286" y="1679536"/>
                  </a:lnTo>
                  <a:lnTo>
                    <a:pt x="1200250" y="1678115"/>
                  </a:lnTo>
                  <a:lnTo>
                    <a:pt x="1201214" y="1676637"/>
                  </a:lnTo>
                  <a:lnTo>
                    <a:pt x="1202178" y="1675102"/>
                  </a:lnTo>
                  <a:lnTo>
                    <a:pt x="1203142" y="1673509"/>
                  </a:lnTo>
                  <a:lnTo>
                    <a:pt x="1204106" y="1671859"/>
                  </a:lnTo>
                  <a:lnTo>
                    <a:pt x="1205070" y="1670151"/>
                  </a:lnTo>
                  <a:lnTo>
                    <a:pt x="1206034" y="1668382"/>
                  </a:lnTo>
                  <a:lnTo>
                    <a:pt x="1206998" y="1666551"/>
                  </a:lnTo>
                  <a:lnTo>
                    <a:pt x="1207962" y="1664713"/>
                  </a:lnTo>
                  <a:lnTo>
                    <a:pt x="1208926" y="1662875"/>
                  </a:lnTo>
                  <a:lnTo>
                    <a:pt x="1209890" y="1661037"/>
                  </a:lnTo>
                  <a:lnTo>
                    <a:pt x="1210854" y="1659199"/>
                  </a:lnTo>
                  <a:lnTo>
                    <a:pt x="1211818" y="1657360"/>
                  </a:lnTo>
                  <a:lnTo>
                    <a:pt x="1212782" y="1655522"/>
                  </a:lnTo>
                  <a:lnTo>
                    <a:pt x="1213746" y="1653684"/>
                  </a:lnTo>
                  <a:lnTo>
                    <a:pt x="1214710" y="1651846"/>
                  </a:lnTo>
                  <a:lnTo>
                    <a:pt x="1215674" y="1650007"/>
                  </a:lnTo>
                  <a:lnTo>
                    <a:pt x="1216638" y="1648169"/>
                  </a:lnTo>
                  <a:lnTo>
                    <a:pt x="1217602" y="1646331"/>
                  </a:lnTo>
                  <a:lnTo>
                    <a:pt x="1218566" y="1644493"/>
                  </a:lnTo>
                  <a:lnTo>
                    <a:pt x="1219530" y="1642663"/>
                  </a:lnTo>
                  <a:lnTo>
                    <a:pt x="1220494" y="1640842"/>
                  </a:lnTo>
                  <a:lnTo>
                    <a:pt x="1221458" y="1639029"/>
                  </a:lnTo>
                  <a:lnTo>
                    <a:pt x="1222422" y="1637224"/>
                  </a:lnTo>
                  <a:lnTo>
                    <a:pt x="1223386" y="1635358"/>
                  </a:lnTo>
                  <a:lnTo>
                    <a:pt x="1224350" y="1633379"/>
                  </a:lnTo>
                  <a:lnTo>
                    <a:pt x="1225314" y="1631277"/>
                  </a:lnTo>
                  <a:lnTo>
                    <a:pt x="1226278" y="1629053"/>
                  </a:lnTo>
                  <a:lnTo>
                    <a:pt x="1227242" y="1626707"/>
                  </a:lnTo>
                  <a:lnTo>
                    <a:pt x="1228206" y="1624239"/>
                  </a:lnTo>
                  <a:lnTo>
                    <a:pt x="1229170" y="1621649"/>
                  </a:lnTo>
                  <a:lnTo>
                    <a:pt x="1230134" y="1618921"/>
                  </a:lnTo>
                  <a:lnTo>
                    <a:pt x="1231098" y="1616026"/>
                  </a:lnTo>
                  <a:lnTo>
                    <a:pt x="1232062" y="1612970"/>
                  </a:lnTo>
                  <a:lnTo>
                    <a:pt x="1233026" y="1609759"/>
                  </a:lnTo>
                  <a:lnTo>
                    <a:pt x="1233990" y="1606453"/>
                  </a:lnTo>
                  <a:lnTo>
                    <a:pt x="1234954" y="1603123"/>
                  </a:lnTo>
                  <a:lnTo>
                    <a:pt x="1235918" y="1599771"/>
                  </a:lnTo>
                  <a:lnTo>
                    <a:pt x="1236882" y="1596398"/>
                  </a:lnTo>
                  <a:lnTo>
                    <a:pt x="1237846" y="1593029"/>
                  </a:lnTo>
                  <a:lnTo>
                    <a:pt x="1238810" y="1589690"/>
                  </a:lnTo>
                  <a:lnTo>
                    <a:pt x="1239774" y="1586380"/>
                  </a:lnTo>
                  <a:lnTo>
                    <a:pt x="1240738" y="1583092"/>
                  </a:lnTo>
                  <a:lnTo>
                    <a:pt x="1241702" y="1579875"/>
                  </a:lnTo>
                  <a:lnTo>
                    <a:pt x="1242666" y="1576787"/>
                  </a:lnTo>
                  <a:lnTo>
                    <a:pt x="1243630" y="1573833"/>
                  </a:lnTo>
                  <a:lnTo>
                    <a:pt x="1244594" y="1571029"/>
                  </a:lnTo>
                  <a:lnTo>
                    <a:pt x="1245558" y="1568408"/>
                  </a:lnTo>
                  <a:lnTo>
                    <a:pt x="1246523" y="1565970"/>
                  </a:lnTo>
                  <a:lnTo>
                    <a:pt x="1247487" y="1563711"/>
                  </a:lnTo>
                  <a:lnTo>
                    <a:pt x="1248451" y="1561574"/>
                  </a:lnTo>
                  <a:lnTo>
                    <a:pt x="1249415" y="1559497"/>
                  </a:lnTo>
                  <a:lnTo>
                    <a:pt x="1250379" y="1557483"/>
                  </a:lnTo>
                  <a:lnTo>
                    <a:pt x="1251343" y="1555531"/>
                  </a:lnTo>
                  <a:lnTo>
                    <a:pt x="1252307" y="1553675"/>
                  </a:lnTo>
                  <a:lnTo>
                    <a:pt x="1253271" y="1551946"/>
                  </a:lnTo>
                  <a:lnTo>
                    <a:pt x="1254235" y="1550349"/>
                  </a:lnTo>
                  <a:lnTo>
                    <a:pt x="1255199" y="1548888"/>
                  </a:lnTo>
                  <a:lnTo>
                    <a:pt x="1256163" y="1547508"/>
                  </a:lnTo>
                  <a:lnTo>
                    <a:pt x="1257127" y="1546148"/>
                  </a:lnTo>
                  <a:lnTo>
                    <a:pt x="1258091" y="1544801"/>
                  </a:lnTo>
                  <a:lnTo>
                    <a:pt x="1259055" y="1543455"/>
                  </a:lnTo>
                  <a:lnTo>
                    <a:pt x="1260019" y="1542015"/>
                  </a:lnTo>
                  <a:lnTo>
                    <a:pt x="1260983" y="1540452"/>
                  </a:lnTo>
                  <a:lnTo>
                    <a:pt x="1261947" y="1538742"/>
                  </a:lnTo>
                  <a:lnTo>
                    <a:pt x="1262911" y="1536857"/>
                  </a:lnTo>
                  <a:lnTo>
                    <a:pt x="1263875" y="1534800"/>
                  </a:lnTo>
                  <a:lnTo>
                    <a:pt x="1264839" y="1532541"/>
                  </a:lnTo>
                  <a:lnTo>
                    <a:pt x="1265803" y="1530036"/>
                  </a:lnTo>
                  <a:lnTo>
                    <a:pt x="1266767" y="1527265"/>
                  </a:lnTo>
                  <a:lnTo>
                    <a:pt x="1267731" y="1524218"/>
                  </a:lnTo>
                  <a:lnTo>
                    <a:pt x="1268695" y="1520888"/>
                  </a:lnTo>
                  <a:lnTo>
                    <a:pt x="1269659" y="1517262"/>
                  </a:lnTo>
                  <a:lnTo>
                    <a:pt x="1270623" y="1513322"/>
                  </a:lnTo>
                  <a:lnTo>
                    <a:pt x="1271587" y="1509138"/>
                  </a:lnTo>
                  <a:lnTo>
                    <a:pt x="1272551" y="1504800"/>
                  </a:lnTo>
                  <a:lnTo>
                    <a:pt x="1273515" y="1500369"/>
                  </a:lnTo>
                  <a:lnTo>
                    <a:pt x="1274479" y="1495908"/>
                  </a:lnTo>
                  <a:lnTo>
                    <a:pt x="1275443" y="1491427"/>
                  </a:lnTo>
                  <a:lnTo>
                    <a:pt x="1276407" y="1486910"/>
                  </a:lnTo>
                  <a:lnTo>
                    <a:pt x="1277371" y="1482379"/>
                  </a:lnTo>
                  <a:lnTo>
                    <a:pt x="1278335" y="1477847"/>
                  </a:lnTo>
                  <a:lnTo>
                    <a:pt x="1279299" y="1473384"/>
                  </a:lnTo>
                  <a:lnTo>
                    <a:pt x="1280263" y="1469058"/>
                  </a:lnTo>
                  <a:lnTo>
                    <a:pt x="1281227" y="1464893"/>
                  </a:lnTo>
                  <a:lnTo>
                    <a:pt x="1282191" y="1460878"/>
                  </a:lnTo>
                  <a:lnTo>
                    <a:pt x="1283155" y="1456930"/>
                  </a:lnTo>
                  <a:lnTo>
                    <a:pt x="1284119" y="1453075"/>
                  </a:lnTo>
                  <a:lnTo>
                    <a:pt x="1285083" y="1449331"/>
                  </a:lnTo>
                  <a:lnTo>
                    <a:pt x="1286047" y="1445688"/>
                  </a:lnTo>
                  <a:lnTo>
                    <a:pt x="1287011" y="1442098"/>
                  </a:lnTo>
                  <a:lnTo>
                    <a:pt x="1287975" y="1438523"/>
                  </a:lnTo>
                  <a:lnTo>
                    <a:pt x="1288939" y="1434969"/>
                  </a:lnTo>
                  <a:lnTo>
                    <a:pt x="1289903" y="1431363"/>
                  </a:lnTo>
                  <a:lnTo>
                    <a:pt x="1290867" y="1427605"/>
                  </a:lnTo>
                  <a:lnTo>
                    <a:pt x="1291831" y="1423604"/>
                  </a:lnTo>
                  <a:lnTo>
                    <a:pt x="1292795" y="1419304"/>
                  </a:lnTo>
                  <a:lnTo>
                    <a:pt x="1293759" y="1414573"/>
                  </a:lnTo>
                  <a:lnTo>
                    <a:pt x="1294723" y="1409314"/>
                  </a:lnTo>
                  <a:lnTo>
                    <a:pt x="1295687" y="1403535"/>
                  </a:lnTo>
                  <a:lnTo>
                    <a:pt x="1296651" y="1397196"/>
                  </a:lnTo>
                  <a:lnTo>
                    <a:pt x="1297615" y="1390322"/>
                  </a:lnTo>
                  <a:lnTo>
                    <a:pt x="1298579" y="1382860"/>
                  </a:lnTo>
                  <a:lnTo>
                    <a:pt x="1299543" y="1374765"/>
                  </a:lnTo>
                  <a:lnTo>
                    <a:pt x="1300507" y="1365973"/>
                  </a:lnTo>
                  <a:lnTo>
                    <a:pt x="1301471" y="1356394"/>
                  </a:lnTo>
                  <a:lnTo>
                    <a:pt x="1302435" y="1345953"/>
                  </a:lnTo>
                  <a:lnTo>
                    <a:pt x="1303399" y="1334596"/>
                  </a:lnTo>
                  <a:lnTo>
                    <a:pt x="1304363" y="1322311"/>
                  </a:lnTo>
                  <a:lnTo>
                    <a:pt x="1305327" y="1309176"/>
                  </a:lnTo>
                  <a:lnTo>
                    <a:pt x="1306291" y="1295206"/>
                  </a:lnTo>
                  <a:lnTo>
                    <a:pt x="1307255" y="1280412"/>
                  </a:lnTo>
                  <a:lnTo>
                    <a:pt x="1308219" y="1264901"/>
                  </a:lnTo>
                  <a:lnTo>
                    <a:pt x="1309183" y="1248825"/>
                  </a:lnTo>
                  <a:lnTo>
                    <a:pt x="1310147" y="1232221"/>
                  </a:lnTo>
                  <a:lnTo>
                    <a:pt x="1311111" y="1215133"/>
                  </a:lnTo>
                  <a:lnTo>
                    <a:pt x="1312075" y="1197599"/>
                  </a:lnTo>
                  <a:lnTo>
                    <a:pt x="1313039" y="1179693"/>
                  </a:lnTo>
                  <a:lnTo>
                    <a:pt x="1314003" y="1161522"/>
                  </a:lnTo>
                  <a:lnTo>
                    <a:pt x="1314967" y="1143155"/>
                  </a:lnTo>
                  <a:lnTo>
                    <a:pt x="1315931" y="1124650"/>
                  </a:lnTo>
                  <a:lnTo>
                    <a:pt x="1316895" y="1106077"/>
                  </a:lnTo>
                  <a:lnTo>
                    <a:pt x="1317859" y="1087531"/>
                  </a:lnTo>
                  <a:lnTo>
                    <a:pt x="1318823" y="1069099"/>
                  </a:lnTo>
                  <a:lnTo>
                    <a:pt x="1319787" y="1050819"/>
                  </a:lnTo>
                  <a:lnTo>
                    <a:pt x="1320751" y="1032693"/>
                  </a:lnTo>
                  <a:lnTo>
                    <a:pt x="1321715" y="1014733"/>
                  </a:lnTo>
                  <a:lnTo>
                    <a:pt x="1322679" y="996952"/>
                  </a:lnTo>
                  <a:lnTo>
                    <a:pt x="1323643" y="979385"/>
                  </a:lnTo>
                  <a:lnTo>
                    <a:pt x="1324607" y="962125"/>
                  </a:lnTo>
                  <a:lnTo>
                    <a:pt x="1325571" y="945165"/>
                  </a:lnTo>
                  <a:lnTo>
                    <a:pt x="1326535" y="928517"/>
                  </a:lnTo>
                  <a:lnTo>
                    <a:pt x="1327499" y="912140"/>
                  </a:lnTo>
                  <a:lnTo>
                    <a:pt x="1328463" y="895918"/>
                  </a:lnTo>
                  <a:lnTo>
                    <a:pt x="1329427" y="879754"/>
                  </a:lnTo>
                  <a:lnTo>
                    <a:pt x="1330391" y="863606"/>
                  </a:lnTo>
                  <a:lnTo>
                    <a:pt x="1331355" y="847476"/>
                  </a:lnTo>
                  <a:lnTo>
                    <a:pt x="1332319" y="831370"/>
                  </a:lnTo>
                  <a:lnTo>
                    <a:pt x="1333283" y="815242"/>
                  </a:lnTo>
                  <a:lnTo>
                    <a:pt x="1334247" y="799056"/>
                  </a:lnTo>
                  <a:lnTo>
                    <a:pt x="1335211" y="782810"/>
                  </a:lnTo>
                  <a:lnTo>
                    <a:pt x="1336175" y="766527"/>
                  </a:lnTo>
                  <a:lnTo>
                    <a:pt x="1337139" y="750238"/>
                  </a:lnTo>
                  <a:lnTo>
                    <a:pt x="1338103" y="733953"/>
                  </a:lnTo>
                  <a:lnTo>
                    <a:pt x="1339067" y="717776"/>
                  </a:lnTo>
                  <a:lnTo>
                    <a:pt x="1340031" y="701881"/>
                  </a:lnTo>
                  <a:lnTo>
                    <a:pt x="1340995" y="686399"/>
                  </a:lnTo>
                  <a:lnTo>
                    <a:pt x="1341959" y="671449"/>
                  </a:lnTo>
                  <a:lnTo>
                    <a:pt x="1342923" y="657195"/>
                  </a:lnTo>
                  <a:lnTo>
                    <a:pt x="1343887" y="643683"/>
                  </a:lnTo>
                  <a:lnTo>
                    <a:pt x="1344851" y="630904"/>
                  </a:lnTo>
                  <a:lnTo>
                    <a:pt x="1345815" y="618907"/>
                  </a:lnTo>
                  <a:lnTo>
                    <a:pt x="1346779" y="607758"/>
                  </a:lnTo>
                  <a:lnTo>
                    <a:pt x="1347743" y="597527"/>
                  </a:lnTo>
                  <a:lnTo>
                    <a:pt x="1348707" y="588270"/>
                  </a:lnTo>
                  <a:lnTo>
                    <a:pt x="1349671" y="580061"/>
                  </a:lnTo>
                  <a:lnTo>
                    <a:pt x="1350635" y="573018"/>
                  </a:lnTo>
                  <a:lnTo>
                    <a:pt x="1351599" y="567220"/>
                  </a:lnTo>
                  <a:lnTo>
                    <a:pt x="1352563" y="562766"/>
                  </a:lnTo>
                  <a:lnTo>
                    <a:pt x="1353527" y="559670"/>
                  </a:lnTo>
                  <a:lnTo>
                    <a:pt x="1354491" y="557902"/>
                  </a:lnTo>
                  <a:lnTo>
                    <a:pt x="1355455" y="557416"/>
                  </a:lnTo>
                  <a:lnTo>
                    <a:pt x="1356419" y="558230"/>
                  </a:lnTo>
                  <a:lnTo>
                    <a:pt x="1357383" y="560216"/>
                  </a:lnTo>
                  <a:lnTo>
                    <a:pt x="1358348" y="563334"/>
                  </a:lnTo>
                  <a:lnTo>
                    <a:pt x="1359312" y="567660"/>
                  </a:lnTo>
                  <a:lnTo>
                    <a:pt x="1360276" y="573216"/>
                  </a:lnTo>
                  <a:lnTo>
                    <a:pt x="1361240" y="579963"/>
                  </a:lnTo>
                  <a:lnTo>
                    <a:pt x="1362204" y="587803"/>
                  </a:lnTo>
                  <a:lnTo>
                    <a:pt x="1363168" y="596692"/>
                  </a:lnTo>
                  <a:lnTo>
                    <a:pt x="1364132" y="606568"/>
                  </a:lnTo>
                  <a:lnTo>
                    <a:pt x="1365096" y="617308"/>
                  </a:lnTo>
                  <a:lnTo>
                    <a:pt x="1366060" y="628767"/>
                  </a:lnTo>
                  <a:lnTo>
                    <a:pt x="1367024" y="640792"/>
                  </a:lnTo>
                  <a:lnTo>
                    <a:pt x="1367988" y="653280"/>
                  </a:lnTo>
                  <a:lnTo>
                    <a:pt x="1368952" y="666160"/>
                  </a:lnTo>
                  <a:lnTo>
                    <a:pt x="1369916" y="679428"/>
                  </a:lnTo>
                  <a:lnTo>
                    <a:pt x="1370880" y="692974"/>
                  </a:lnTo>
                  <a:lnTo>
                    <a:pt x="1371844" y="706649"/>
                  </a:lnTo>
                  <a:lnTo>
                    <a:pt x="1372808" y="720270"/>
                  </a:lnTo>
                  <a:lnTo>
                    <a:pt x="1373772" y="733708"/>
                  </a:lnTo>
                  <a:lnTo>
                    <a:pt x="1374736" y="746898"/>
                  </a:lnTo>
                  <a:lnTo>
                    <a:pt x="1375700" y="759796"/>
                  </a:lnTo>
                  <a:lnTo>
                    <a:pt x="1376664" y="772429"/>
                  </a:lnTo>
                  <a:lnTo>
                    <a:pt x="1377628" y="784876"/>
                  </a:lnTo>
                  <a:lnTo>
                    <a:pt x="1378592" y="797289"/>
                  </a:lnTo>
                  <a:lnTo>
                    <a:pt x="1379556" y="809694"/>
                  </a:lnTo>
                  <a:lnTo>
                    <a:pt x="1380520" y="822148"/>
                  </a:lnTo>
                  <a:lnTo>
                    <a:pt x="1381484" y="834604"/>
                  </a:lnTo>
                  <a:lnTo>
                    <a:pt x="1382448" y="847063"/>
                  </a:lnTo>
                  <a:lnTo>
                    <a:pt x="1383412" y="859567"/>
                  </a:lnTo>
                  <a:lnTo>
                    <a:pt x="1384376" y="872166"/>
                  </a:lnTo>
                  <a:lnTo>
                    <a:pt x="1385340" y="884820"/>
                  </a:lnTo>
                  <a:lnTo>
                    <a:pt x="1386304" y="897535"/>
                  </a:lnTo>
                  <a:lnTo>
                    <a:pt x="1387268" y="910294"/>
                  </a:lnTo>
                  <a:lnTo>
                    <a:pt x="1388232" y="923031"/>
                  </a:lnTo>
                  <a:lnTo>
                    <a:pt x="1389196" y="935629"/>
                  </a:lnTo>
                  <a:lnTo>
                    <a:pt x="1390160" y="948058"/>
                  </a:lnTo>
                  <a:lnTo>
                    <a:pt x="1391124" y="960284"/>
                  </a:lnTo>
                  <a:lnTo>
                    <a:pt x="1392088" y="972260"/>
                  </a:lnTo>
                  <a:lnTo>
                    <a:pt x="1393052" y="983978"/>
                  </a:lnTo>
                  <a:lnTo>
                    <a:pt x="1394016" y="995468"/>
                  </a:lnTo>
                  <a:lnTo>
                    <a:pt x="1394980" y="1006706"/>
                  </a:lnTo>
                  <a:lnTo>
                    <a:pt x="1395944" y="1017692"/>
                  </a:lnTo>
                  <a:lnTo>
                    <a:pt x="1396908" y="1028424"/>
                  </a:lnTo>
                  <a:lnTo>
                    <a:pt x="1397872" y="1038890"/>
                  </a:lnTo>
                  <a:lnTo>
                    <a:pt x="1398836" y="1049018"/>
                  </a:lnTo>
                  <a:lnTo>
                    <a:pt x="1399800" y="1058705"/>
                  </a:lnTo>
                  <a:lnTo>
                    <a:pt x="1400764" y="1067960"/>
                  </a:lnTo>
                  <a:lnTo>
                    <a:pt x="1401728" y="1076697"/>
                  </a:lnTo>
                  <a:lnTo>
                    <a:pt x="1402692" y="1084909"/>
                  </a:lnTo>
                  <a:lnTo>
                    <a:pt x="1403656" y="1092660"/>
                  </a:lnTo>
                  <a:lnTo>
                    <a:pt x="1404620" y="1099980"/>
                  </a:lnTo>
                  <a:lnTo>
                    <a:pt x="1405584" y="1106861"/>
                  </a:lnTo>
                  <a:lnTo>
                    <a:pt x="1406548" y="1113357"/>
                  </a:lnTo>
                  <a:lnTo>
                    <a:pt x="1407512" y="1119409"/>
                  </a:lnTo>
                  <a:lnTo>
                    <a:pt x="1408476" y="1124909"/>
                  </a:lnTo>
                  <a:lnTo>
                    <a:pt x="1409440" y="1129767"/>
                  </a:lnTo>
                  <a:lnTo>
                    <a:pt x="1410404" y="1134017"/>
                  </a:lnTo>
                  <a:lnTo>
                    <a:pt x="1411368" y="1137638"/>
                  </a:lnTo>
                  <a:lnTo>
                    <a:pt x="1412332" y="1140599"/>
                  </a:lnTo>
                  <a:lnTo>
                    <a:pt x="1413296" y="1142929"/>
                  </a:lnTo>
                  <a:lnTo>
                    <a:pt x="1414260" y="1144747"/>
                  </a:lnTo>
                  <a:lnTo>
                    <a:pt x="1415224" y="1146148"/>
                  </a:lnTo>
                  <a:lnTo>
                    <a:pt x="1416188" y="1147169"/>
                  </a:lnTo>
                  <a:lnTo>
                    <a:pt x="1417152" y="1147860"/>
                  </a:lnTo>
                  <a:lnTo>
                    <a:pt x="1418116" y="1148137"/>
                  </a:lnTo>
                  <a:lnTo>
                    <a:pt x="1419080" y="1147909"/>
                  </a:lnTo>
                  <a:lnTo>
                    <a:pt x="1420044" y="1147286"/>
                  </a:lnTo>
                  <a:lnTo>
                    <a:pt x="1421008" y="1146355"/>
                  </a:lnTo>
                  <a:lnTo>
                    <a:pt x="1421972" y="1145260"/>
                  </a:lnTo>
                  <a:lnTo>
                    <a:pt x="1422936" y="1144105"/>
                  </a:lnTo>
                  <a:lnTo>
                    <a:pt x="1423900" y="1143002"/>
                  </a:lnTo>
                  <a:lnTo>
                    <a:pt x="1424864" y="1141980"/>
                  </a:lnTo>
                  <a:lnTo>
                    <a:pt x="1425828" y="1141032"/>
                  </a:lnTo>
                  <a:lnTo>
                    <a:pt x="1426792" y="1140070"/>
                  </a:lnTo>
                  <a:lnTo>
                    <a:pt x="1427756" y="1139014"/>
                  </a:lnTo>
                  <a:lnTo>
                    <a:pt x="1428720" y="1137770"/>
                  </a:lnTo>
                  <a:lnTo>
                    <a:pt x="1429684" y="1136329"/>
                  </a:lnTo>
                  <a:lnTo>
                    <a:pt x="1430648" y="1134801"/>
                  </a:lnTo>
                  <a:lnTo>
                    <a:pt x="1431612" y="1133199"/>
                  </a:lnTo>
                  <a:lnTo>
                    <a:pt x="1432576" y="1131501"/>
                  </a:lnTo>
                  <a:lnTo>
                    <a:pt x="1433540" y="1129698"/>
                  </a:lnTo>
                  <a:lnTo>
                    <a:pt x="1434504" y="1127876"/>
                  </a:lnTo>
                  <a:lnTo>
                    <a:pt x="1435468" y="1126102"/>
                  </a:lnTo>
                  <a:lnTo>
                    <a:pt x="1436432" y="1124380"/>
                  </a:lnTo>
                  <a:lnTo>
                    <a:pt x="1437396" y="1122732"/>
                  </a:lnTo>
                  <a:lnTo>
                    <a:pt x="1438360" y="1121153"/>
                  </a:lnTo>
                  <a:lnTo>
                    <a:pt x="1439324" y="1119602"/>
                  </a:lnTo>
                  <a:lnTo>
                    <a:pt x="1440288" y="1118064"/>
                  </a:lnTo>
                  <a:lnTo>
                    <a:pt x="1441252" y="1116620"/>
                  </a:lnTo>
                  <a:lnTo>
                    <a:pt x="1442216" y="1115338"/>
                  </a:lnTo>
                  <a:lnTo>
                    <a:pt x="1443180" y="1114247"/>
                  </a:lnTo>
                  <a:lnTo>
                    <a:pt x="1444144" y="1113393"/>
                  </a:lnTo>
                  <a:lnTo>
                    <a:pt x="1445108" y="1112820"/>
                  </a:lnTo>
                  <a:lnTo>
                    <a:pt x="1446072" y="1112523"/>
                  </a:lnTo>
                  <a:lnTo>
                    <a:pt x="1447036" y="1112541"/>
                  </a:lnTo>
                  <a:lnTo>
                    <a:pt x="1448000" y="1112995"/>
                  </a:lnTo>
                  <a:lnTo>
                    <a:pt x="1448964" y="1113739"/>
                  </a:lnTo>
                  <a:lnTo>
                    <a:pt x="1449928" y="1114686"/>
                  </a:lnTo>
                  <a:lnTo>
                    <a:pt x="1450892" y="1115871"/>
                  </a:lnTo>
                  <a:lnTo>
                    <a:pt x="1451856" y="1117281"/>
                  </a:lnTo>
                  <a:lnTo>
                    <a:pt x="1452820" y="1118815"/>
                  </a:lnTo>
                  <a:lnTo>
                    <a:pt x="1453784" y="1120427"/>
                  </a:lnTo>
                  <a:lnTo>
                    <a:pt x="1454748" y="1122051"/>
                  </a:lnTo>
                  <a:lnTo>
                    <a:pt x="1455712" y="1123600"/>
                  </a:lnTo>
                  <a:lnTo>
                    <a:pt x="1456676" y="1125062"/>
                  </a:lnTo>
                  <a:lnTo>
                    <a:pt x="1457640" y="1126497"/>
                  </a:lnTo>
                  <a:lnTo>
                    <a:pt x="1458604" y="1127904"/>
                  </a:lnTo>
                  <a:lnTo>
                    <a:pt x="1459568" y="1129211"/>
                  </a:lnTo>
                  <a:lnTo>
                    <a:pt x="1460532" y="1130448"/>
                  </a:lnTo>
                  <a:lnTo>
                    <a:pt x="1461496" y="1131604"/>
                  </a:lnTo>
                  <a:lnTo>
                    <a:pt x="1462460" y="1132593"/>
                  </a:lnTo>
                  <a:lnTo>
                    <a:pt x="1463424" y="1133421"/>
                  </a:lnTo>
                  <a:lnTo>
                    <a:pt x="1464388" y="1134135"/>
                  </a:lnTo>
                  <a:lnTo>
                    <a:pt x="1465352" y="1134757"/>
                  </a:lnTo>
                  <a:lnTo>
                    <a:pt x="1466316" y="1135246"/>
                  </a:lnTo>
                  <a:lnTo>
                    <a:pt x="1467280" y="1135755"/>
                  </a:lnTo>
                  <a:lnTo>
                    <a:pt x="1468244" y="1136333"/>
                  </a:lnTo>
                  <a:lnTo>
                    <a:pt x="1469209" y="1136997"/>
                  </a:lnTo>
                  <a:lnTo>
                    <a:pt x="1470173" y="1137759"/>
                  </a:lnTo>
                  <a:lnTo>
                    <a:pt x="1471137" y="1138530"/>
                  </a:lnTo>
                  <a:lnTo>
                    <a:pt x="1472101" y="1139218"/>
                  </a:lnTo>
                  <a:lnTo>
                    <a:pt x="1473065" y="1139807"/>
                  </a:lnTo>
                  <a:lnTo>
                    <a:pt x="1474029" y="1140307"/>
                  </a:lnTo>
                  <a:lnTo>
                    <a:pt x="1474993" y="1140680"/>
                  </a:lnTo>
                  <a:lnTo>
                    <a:pt x="1475957" y="1141013"/>
                  </a:lnTo>
                  <a:lnTo>
                    <a:pt x="1476921" y="1141344"/>
                  </a:lnTo>
                  <a:lnTo>
                    <a:pt x="1477885" y="1141779"/>
                  </a:lnTo>
                  <a:lnTo>
                    <a:pt x="1478849" y="1142195"/>
                  </a:lnTo>
                  <a:lnTo>
                    <a:pt x="1479813" y="1142561"/>
                  </a:lnTo>
                  <a:lnTo>
                    <a:pt x="1480777" y="1142878"/>
                  </a:lnTo>
                  <a:lnTo>
                    <a:pt x="1481741" y="1143153"/>
                  </a:lnTo>
                  <a:lnTo>
                    <a:pt x="1482705" y="1143333"/>
                  </a:lnTo>
                  <a:lnTo>
                    <a:pt x="1483669" y="1143309"/>
                  </a:lnTo>
                  <a:lnTo>
                    <a:pt x="1484633" y="1143012"/>
                  </a:lnTo>
                  <a:lnTo>
                    <a:pt x="1485597" y="1142442"/>
                  </a:lnTo>
                  <a:lnTo>
                    <a:pt x="1486561" y="1141563"/>
                  </a:lnTo>
                  <a:lnTo>
                    <a:pt x="1487525" y="1140363"/>
                  </a:lnTo>
                  <a:lnTo>
                    <a:pt x="1488489" y="1138883"/>
                  </a:lnTo>
                  <a:lnTo>
                    <a:pt x="1489453" y="1137140"/>
                  </a:lnTo>
                  <a:lnTo>
                    <a:pt x="1490417" y="1134982"/>
                  </a:lnTo>
                  <a:lnTo>
                    <a:pt x="1491381" y="1132307"/>
                  </a:lnTo>
                  <a:lnTo>
                    <a:pt x="1492345" y="1129001"/>
                  </a:lnTo>
                  <a:lnTo>
                    <a:pt x="1493309" y="1124950"/>
                  </a:lnTo>
                  <a:lnTo>
                    <a:pt x="1494273" y="1120063"/>
                  </a:lnTo>
                  <a:lnTo>
                    <a:pt x="1495237" y="1114326"/>
                  </a:lnTo>
                  <a:lnTo>
                    <a:pt x="1496201" y="1107668"/>
                  </a:lnTo>
                  <a:lnTo>
                    <a:pt x="1497165" y="1100139"/>
                  </a:lnTo>
                  <a:lnTo>
                    <a:pt x="1498129" y="1091993"/>
                  </a:lnTo>
                  <a:lnTo>
                    <a:pt x="1499093" y="1083221"/>
                  </a:lnTo>
                  <a:lnTo>
                    <a:pt x="1500057" y="1073835"/>
                  </a:lnTo>
                  <a:lnTo>
                    <a:pt x="1501021" y="1063910"/>
                  </a:lnTo>
                  <a:lnTo>
                    <a:pt x="1501985" y="1053552"/>
                  </a:lnTo>
                  <a:lnTo>
                    <a:pt x="1502949" y="1042870"/>
                  </a:lnTo>
                  <a:lnTo>
                    <a:pt x="1503913" y="1031911"/>
                  </a:lnTo>
                  <a:lnTo>
                    <a:pt x="1504877" y="1020809"/>
                  </a:lnTo>
                  <a:lnTo>
                    <a:pt x="1505841" y="1009666"/>
                  </a:lnTo>
                  <a:lnTo>
                    <a:pt x="1506805" y="998479"/>
                  </a:lnTo>
                  <a:lnTo>
                    <a:pt x="1507769" y="987385"/>
                  </a:lnTo>
                  <a:lnTo>
                    <a:pt x="1508733" y="976482"/>
                  </a:lnTo>
                  <a:lnTo>
                    <a:pt x="1509697" y="965846"/>
                  </a:lnTo>
                  <a:lnTo>
                    <a:pt x="1510661" y="955520"/>
                  </a:lnTo>
                  <a:lnTo>
                    <a:pt x="1511625" y="945533"/>
                  </a:lnTo>
                  <a:lnTo>
                    <a:pt x="1512589" y="935820"/>
                  </a:lnTo>
                  <a:lnTo>
                    <a:pt x="1513553" y="926351"/>
                  </a:lnTo>
                  <a:lnTo>
                    <a:pt x="1514517" y="917178"/>
                  </a:lnTo>
                  <a:lnTo>
                    <a:pt x="1515481" y="908314"/>
                  </a:lnTo>
                  <a:lnTo>
                    <a:pt x="1516445" y="899699"/>
                  </a:lnTo>
                  <a:lnTo>
                    <a:pt x="1517409" y="891303"/>
                  </a:lnTo>
                  <a:lnTo>
                    <a:pt x="1518373" y="883132"/>
                  </a:lnTo>
                  <a:lnTo>
                    <a:pt x="1519337" y="875257"/>
                  </a:lnTo>
                  <a:lnTo>
                    <a:pt x="1520301" y="867728"/>
                  </a:lnTo>
                  <a:lnTo>
                    <a:pt x="1521265" y="860584"/>
                  </a:lnTo>
                  <a:lnTo>
                    <a:pt x="1522229" y="853788"/>
                  </a:lnTo>
                  <a:lnTo>
                    <a:pt x="1523193" y="847348"/>
                  </a:lnTo>
                  <a:lnTo>
                    <a:pt x="1524157" y="841291"/>
                  </a:lnTo>
                  <a:lnTo>
                    <a:pt x="1525121" y="835612"/>
                  </a:lnTo>
                  <a:lnTo>
                    <a:pt x="1526085" y="830194"/>
                  </a:lnTo>
                  <a:lnTo>
                    <a:pt x="1527049" y="824983"/>
                  </a:lnTo>
                  <a:lnTo>
                    <a:pt x="1528013" y="820043"/>
                  </a:lnTo>
                  <a:lnTo>
                    <a:pt x="1528977" y="815306"/>
                  </a:lnTo>
                  <a:lnTo>
                    <a:pt x="1529941" y="810783"/>
                  </a:lnTo>
                  <a:lnTo>
                    <a:pt x="1530905" y="806510"/>
                  </a:lnTo>
                  <a:lnTo>
                    <a:pt x="1531869" y="802501"/>
                  </a:lnTo>
                  <a:lnTo>
                    <a:pt x="1532833" y="798799"/>
                  </a:lnTo>
                  <a:lnTo>
                    <a:pt x="1533797" y="795333"/>
                  </a:lnTo>
                  <a:lnTo>
                    <a:pt x="1534761" y="792122"/>
                  </a:lnTo>
                  <a:lnTo>
                    <a:pt x="1535725" y="789237"/>
                  </a:lnTo>
                  <a:lnTo>
                    <a:pt x="1536689" y="786670"/>
                  </a:lnTo>
                  <a:lnTo>
                    <a:pt x="1537653" y="784364"/>
                  </a:lnTo>
                  <a:lnTo>
                    <a:pt x="1538617" y="782313"/>
                  </a:lnTo>
                  <a:lnTo>
                    <a:pt x="1539581" y="780663"/>
                  </a:lnTo>
                  <a:lnTo>
                    <a:pt x="1540545" y="779530"/>
                  </a:lnTo>
                  <a:lnTo>
                    <a:pt x="1541509" y="779028"/>
                  </a:lnTo>
                  <a:lnTo>
                    <a:pt x="1542473" y="779263"/>
                  </a:lnTo>
                  <a:lnTo>
                    <a:pt x="1543437" y="780299"/>
                  </a:lnTo>
                  <a:lnTo>
                    <a:pt x="1544401" y="782167"/>
                  </a:lnTo>
                  <a:lnTo>
                    <a:pt x="1545365" y="784865"/>
                  </a:lnTo>
                  <a:lnTo>
                    <a:pt x="1546329" y="788274"/>
                  </a:lnTo>
                  <a:lnTo>
                    <a:pt x="1547293" y="792394"/>
                  </a:lnTo>
                  <a:lnTo>
                    <a:pt x="1548257" y="797342"/>
                  </a:lnTo>
                  <a:lnTo>
                    <a:pt x="1549221" y="803127"/>
                  </a:lnTo>
                  <a:lnTo>
                    <a:pt x="1550185" y="809669"/>
                  </a:lnTo>
                  <a:lnTo>
                    <a:pt x="1551149" y="816885"/>
                  </a:lnTo>
                  <a:lnTo>
                    <a:pt x="1552113" y="824752"/>
                  </a:lnTo>
                  <a:lnTo>
                    <a:pt x="1553077" y="833220"/>
                  </a:lnTo>
                  <a:lnTo>
                    <a:pt x="1554041" y="842158"/>
                  </a:lnTo>
                  <a:lnTo>
                    <a:pt x="1555005" y="851546"/>
                  </a:lnTo>
                  <a:lnTo>
                    <a:pt x="1555969" y="861354"/>
                  </a:lnTo>
                  <a:lnTo>
                    <a:pt x="1556933" y="871370"/>
                  </a:lnTo>
                  <a:lnTo>
                    <a:pt x="1557897" y="881485"/>
                  </a:lnTo>
                  <a:lnTo>
                    <a:pt x="1558861" y="891532"/>
                  </a:lnTo>
                  <a:lnTo>
                    <a:pt x="1559825" y="901476"/>
                  </a:lnTo>
                  <a:lnTo>
                    <a:pt x="1560789" y="911382"/>
                  </a:lnTo>
                  <a:lnTo>
                    <a:pt x="1561753" y="921233"/>
                  </a:lnTo>
                  <a:lnTo>
                    <a:pt x="1562717" y="930980"/>
                  </a:lnTo>
                  <a:lnTo>
                    <a:pt x="1563681" y="940573"/>
                  </a:lnTo>
                  <a:lnTo>
                    <a:pt x="1564645" y="950007"/>
                  </a:lnTo>
                  <a:lnTo>
                    <a:pt x="1565609" y="959264"/>
                  </a:lnTo>
                  <a:lnTo>
                    <a:pt x="1566573" y="968329"/>
                  </a:lnTo>
                  <a:lnTo>
                    <a:pt x="1567537" y="977139"/>
                  </a:lnTo>
                  <a:lnTo>
                    <a:pt x="1568501" y="985630"/>
                  </a:lnTo>
                  <a:lnTo>
                    <a:pt x="1569465" y="993726"/>
                  </a:lnTo>
                  <a:lnTo>
                    <a:pt x="1570429" y="1001410"/>
                  </a:lnTo>
                  <a:lnTo>
                    <a:pt x="1571393" y="1008694"/>
                  </a:lnTo>
                  <a:lnTo>
                    <a:pt x="1572357" y="1015550"/>
                  </a:lnTo>
                  <a:lnTo>
                    <a:pt x="1573321" y="1021979"/>
                  </a:lnTo>
                  <a:lnTo>
                    <a:pt x="1574285" y="1028031"/>
                  </a:lnTo>
                  <a:lnTo>
                    <a:pt x="1575249" y="1033848"/>
                  </a:lnTo>
                  <a:lnTo>
                    <a:pt x="1576213" y="1039446"/>
                  </a:lnTo>
                  <a:lnTo>
                    <a:pt x="1577177" y="1044863"/>
                  </a:lnTo>
                  <a:lnTo>
                    <a:pt x="1578141" y="1050114"/>
                  </a:lnTo>
                  <a:lnTo>
                    <a:pt x="1579105" y="1055155"/>
                  </a:lnTo>
                  <a:lnTo>
                    <a:pt x="1580069" y="1059966"/>
                  </a:lnTo>
                  <a:lnTo>
                    <a:pt x="1581034" y="1064567"/>
                  </a:lnTo>
                  <a:lnTo>
                    <a:pt x="1581998" y="1068949"/>
                  </a:lnTo>
                  <a:lnTo>
                    <a:pt x="1582962" y="1073181"/>
                  </a:lnTo>
                  <a:lnTo>
                    <a:pt x="1583926" y="1077350"/>
                  </a:lnTo>
                  <a:lnTo>
                    <a:pt x="1584890" y="1081420"/>
                  </a:lnTo>
                  <a:lnTo>
                    <a:pt x="1585854" y="1085460"/>
                  </a:lnTo>
                  <a:lnTo>
                    <a:pt x="1586818" y="1089467"/>
                  </a:lnTo>
                  <a:lnTo>
                    <a:pt x="1587782" y="1093353"/>
                  </a:lnTo>
                  <a:lnTo>
                    <a:pt x="1588746" y="1097017"/>
                  </a:lnTo>
                  <a:lnTo>
                    <a:pt x="1589710" y="1100342"/>
                  </a:lnTo>
                  <a:lnTo>
                    <a:pt x="1590674" y="1103257"/>
                  </a:lnTo>
                  <a:lnTo>
                    <a:pt x="1591638" y="1105687"/>
                  </a:lnTo>
                  <a:lnTo>
                    <a:pt x="1592602" y="1107599"/>
                  </a:lnTo>
                  <a:lnTo>
                    <a:pt x="1593566" y="1108994"/>
                  </a:lnTo>
                  <a:lnTo>
                    <a:pt x="1594530" y="1109893"/>
                  </a:lnTo>
                  <a:lnTo>
                    <a:pt x="1595494" y="1110292"/>
                  </a:lnTo>
                  <a:lnTo>
                    <a:pt x="1596458" y="1110035"/>
                  </a:lnTo>
                  <a:lnTo>
                    <a:pt x="1597422" y="1109031"/>
                  </a:lnTo>
                  <a:lnTo>
                    <a:pt x="1598386" y="1107238"/>
                  </a:lnTo>
                  <a:lnTo>
                    <a:pt x="1599350" y="1104624"/>
                  </a:lnTo>
                  <a:lnTo>
                    <a:pt x="1600314" y="1101169"/>
                  </a:lnTo>
                  <a:lnTo>
                    <a:pt x="1601278" y="1096869"/>
                  </a:lnTo>
                  <a:lnTo>
                    <a:pt x="1602242" y="1091821"/>
                  </a:lnTo>
                  <a:lnTo>
                    <a:pt x="1603206" y="1086014"/>
                  </a:lnTo>
                  <a:lnTo>
                    <a:pt x="1604170" y="1079322"/>
                  </a:lnTo>
                  <a:lnTo>
                    <a:pt x="1605134" y="1071823"/>
                  </a:lnTo>
                  <a:lnTo>
                    <a:pt x="1606098" y="1063710"/>
                  </a:lnTo>
                  <a:lnTo>
                    <a:pt x="1607062" y="1055147"/>
                  </a:lnTo>
                  <a:lnTo>
                    <a:pt x="1608026" y="1046211"/>
                  </a:lnTo>
                  <a:lnTo>
                    <a:pt x="1608990" y="1036877"/>
                  </a:lnTo>
                  <a:lnTo>
                    <a:pt x="1609954" y="1027155"/>
                  </a:lnTo>
                  <a:lnTo>
                    <a:pt x="1610918" y="1017080"/>
                  </a:lnTo>
                  <a:lnTo>
                    <a:pt x="1611882" y="1006649"/>
                  </a:lnTo>
                  <a:lnTo>
                    <a:pt x="1612846" y="995897"/>
                  </a:lnTo>
                  <a:lnTo>
                    <a:pt x="1613810" y="984906"/>
                  </a:lnTo>
                  <a:lnTo>
                    <a:pt x="1614774" y="973725"/>
                  </a:lnTo>
                  <a:lnTo>
                    <a:pt x="1615738" y="962298"/>
                  </a:lnTo>
                  <a:lnTo>
                    <a:pt x="1616702" y="950617"/>
                  </a:lnTo>
                  <a:lnTo>
                    <a:pt x="1617666" y="938708"/>
                  </a:lnTo>
                  <a:lnTo>
                    <a:pt x="1618630" y="926657"/>
                  </a:lnTo>
                  <a:lnTo>
                    <a:pt x="1619594" y="914488"/>
                  </a:lnTo>
                  <a:lnTo>
                    <a:pt x="1620558" y="902218"/>
                  </a:lnTo>
                  <a:lnTo>
                    <a:pt x="1621522" y="889855"/>
                  </a:lnTo>
                  <a:lnTo>
                    <a:pt x="1622486" y="877439"/>
                  </a:lnTo>
                  <a:lnTo>
                    <a:pt x="1623450" y="864919"/>
                  </a:lnTo>
                  <a:lnTo>
                    <a:pt x="1624414" y="852210"/>
                  </a:lnTo>
                  <a:lnTo>
                    <a:pt x="1625378" y="839356"/>
                  </a:lnTo>
                  <a:lnTo>
                    <a:pt x="1626342" y="826344"/>
                  </a:lnTo>
                  <a:lnTo>
                    <a:pt x="1627306" y="813210"/>
                  </a:lnTo>
                  <a:lnTo>
                    <a:pt x="1628270" y="799951"/>
                  </a:lnTo>
                  <a:lnTo>
                    <a:pt x="1629234" y="786508"/>
                  </a:lnTo>
                  <a:lnTo>
                    <a:pt x="1630198" y="773007"/>
                  </a:lnTo>
                  <a:lnTo>
                    <a:pt x="1631162" y="759514"/>
                  </a:lnTo>
                  <a:lnTo>
                    <a:pt x="1632126" y="745968"/>
                  </a:lnTo>
                  <a:lnTo>
                    <a:pt x="1633090" y="732326"/>
                  </a:lnTo>
                  <a:lnTo>
                    <a:pt x="1634054" y="718571"/>
                  </a:lnTo>
                  <a:lnTo>
                    <a:pt x="1635018" y="704702"/>
                  </a:lnTo>
                  <a:lnTo>
                    <a:pt x="1635982" y="690779"/>
                  </a:lnTo>
                  <a:lnTo>
                    <a:pt x="1636946" y="676830"/>
                  </a:lnTo>
                  <a:lnTo>
                    <a:pt x="1637910" y="662892"/>
                  </a:lnTo>
                  <a:lnTo>
                    <a:pt x="1638874" y="649087"/>
                  </a:lnTo>
                  <a:lnTo>
                    <a:pt x="1639838" y="635445"/>
                  </a:lnTo>
                  <a:lnTo>
                    <a:pt x="1640802" y="622046"/>
                  </a:lnTo>
                  <a:lnTo>
                    <a:pt x="1641766" y="608907"/>
                  </a:lnTo>
                  <a:lnTo>
                    <a:pt x="1642730" y="596013"/>
                  </a:lnTo>
                  <a:lnTo>
                    <a:pt x="1643694" y="583373"/>
                  </a:lnTo>
                  <a:lnTo>
                    <a:pt x="1644658" y="571016"/>
                  </a:lnTo>
                  <a:lnTo>
                    <a:pt x="1645622" y="558959"/>
                  </a:lnTo>
                  <a:lnTo>
                    <a:pt x="1646586" y="547233"/>
                  </a:lnTo>
                  <a:lnTo>
                    <a:pt x="1647550" y="535885"/>
                  </a:lnTo>
                  <a:lnTo>
                    <a:pt x="1648514" y="525008"/>
                  </a:lnTo>
                  <a:lnTo>
                    <a:pt x="1649478" y="514595"/>
                  </a:lnTo>
                  <a:lnTo>
                    <a:pt x="1650442" y="504585"/>
                  </a:lnTo>
                  <a:lnTo>
                    <a:pt x="1651406" y="494961"/>
                  </a:lnTo>
                  <a:lnTo>
                    <a:pt x="1652370" y="485871"/>
                  </a:lnTo>
                  <a:lnTo>
                    <a:pt x="1653334" y="477391"/>
                  </a:lnTo>
                  <a:lnTo>
                    <a:pt x="1654298" y="469431"/>
                  </a:lnTo>
                  <a:lnTo>
                    <a:pt x="1655262" y="461981"/>
                  </a:lnTo>
                  <a:lnTo>
                    <a:pt x="1656226" y="454982"/>
                  </a:lnTo>
                  <a:lnTo>
                    <a:pt x="1657190" y="448516"/>
                  </a:lnTo>
                  <a:lnTo>
                    <a:pt x="1658154" y="442594"/>
                  </a:lnTo>
                  <a:lnTo>
                    <a:pt x="1659118" y="437228"/>
                  </a:lnTo>
                  <a:lnTo>
                    <a:pt x="1660082" y="432479"/>
                  </a:lnTo>
                  <a:lnTo>
                    <a:pt x="1661046" y="428403"/>
                  </a:lnTo>
                  <a:lnTo>
                    <a:pt x="1662010" y="424973"/>
                  </a:lnTo>
                  <a:lnTo>
                    <a:pt x="1662974" y="422083"/>
                  </a:lnTo>
                  <a:lnTo>
                    <a:pt x="1663938" y="419815"/>
                  </a:lnTo>
                  <a:lnTo>
                    <a:pt x="1664902" y="418243"/>
                  </a:lnTo>
                  <a:lnTo>
                    <a:pt x="1665866" y="417422"/>
                  </a:lnTo>
                  <a:lnTo>
                    <a:pt x="1666830" y="417345"/>
                  </a:lnTo>
                  <a:lnTo>
                    <a:pt x="1667794" y="418014"/>
                  </a:lnTo>
                  <a:lnTo>
                    <a:pt x="1668758" y="419361"/>
                  </a:lnTo>
                  <a:lnTo>
                    <a:pt x="1669722" y="421296"/>
                  </a:lnTo>
                  <a:lnTo>
                    <a:pt x="1670686" y="423762"/>
                  </a:lnTo>
                  <a:lnTo>
                    <a:pt x="1671650" y="426763"/>
                  </a:lnTo>
                  <a:lnTo>
                    <a:pt x="1672614" y="430311"/>
                  </a:lnTo>
                  <a:lnTo>
                    <a:pt x="1673578" y="434334"/>
                  </a:lnTo>
                  <a:lnTo>
                    <a:pt x="1674542" y="438787"/>
                  </a:lnTo>
                  <a:lnTo>
                    <a:pt x="1675506" y="443661"/>
                  </a:lnTo>
                  <a:lnTo>
                    <a:pt x="1676470" y="448963"/>
                  </a:lnTo>
                  <a:lnTo>
                    <a:pt x="1677434" y="454735"/>
                  </a:lnTo>
                  <a:lnTo>
                    <a:pt x="1678398" y="460934"/>
                  </a:lnTo>
                  <a:lnTo>
                    <a:pt x="1679362" y="467355"/>
                  </a:lnTo>
                  <a:lnTo>
                    <a:pt x="1680326" y="473814"/>
                  </a:lnTo>
                  <a:lnTo>
                    <a:pt x="1681290" y="480269"/>
                  </a:lnTo>
                  <a:lnTo>
                    <a:pt x="1682254" y="486629"/>
                  </a:lnTo>
                  <a:lnTo>
                    <a:pt x="1683218" y="492917"/>
                  </a:lnTo>
                  <a:lnTo>
                    <a:pt x="1684182" y="499068"/>
                  </a:lnTo>
                  <a:lnTo>
                    <a:pt x="1685146" y="505093"/>
                  </a:lnTo>
                  <a:lnTo>
                    <a:pt x="1686110" y="511006"/>
                  </a:lnTo>
                  <a:lnTo>
                    <a:pt x="1687074" y="516708"/>
                  </a:lnTo>
                  <a:lnTo>
                    <a:pt x="1688038" y="522153"/>
                  </a:lnTo>
                  <a:lnTo>
                    <a:pt x="1689002" y="527249"/>
                  </a:lnTo>
                  <a:lnTo>
                    <a:pt x="1689966" y="531927"/>
                  </a:lnTo>
                  <a:lnTo>
                    <a:pt x="1690930" y="536146"/>
                  </a:lnTo>
                  <a:lnTo>
                    <a:pt x="1691895" y="539898"/>
                  </a:lnTo>
                  <a:lnTo>
                    <a:pt x="1692859" y="543179"/>
                  </a:lnTo>
                  <a:lnTo>
                    <a:pt x="1693823" y="546054"/>
                  </a:lnTo>
                  <a:lnTo>
                    <a:pt x="1694787" y="548688"/>
                  </a:lnTo>
                  <a:lnTo>
                    <a:pt x="1695751" y="551118"/>
                  </a:lnTo>
                  <a:lnTo>
                    <a:pt x="1696715" y="553319"/>
                  </a:lnTo>
                  <a:lnTo>
                    <a:pt x="1697679" y="555308"/>
                  </a:lnTo>
                  <a:lnTo>
                    <a:pt x="1698643" y="557176"/>
                  </a:lnTo>
                  <a:lnTo>
                    <a:pt x="1699607" y="558971"/>
                  </a:lnTo>
                  <a:lnTo>
                    <a:pt x="1700571" y="560672"/>
                  </a:lnTo>
                  <a:lnTo>
                    <a:pt x="1701535" y="562291"/>
                  </a:lnTo>
                  <a:lnTo>
                    <a:pt x="1702499" y="563848"/>
                  </a:lnTo>
                  <a:lnTo>
                    <a:pt x="1703463" y="565410"/>
                  </a:lnTo>
                  <a:lnTo>
                    <a:pt x="1704427" y="566955"/>
                  </a:lnTo>
                  <a:lnTo>
                    <a:pt x="1705391" y="568433"/>
                  </a:lnTo>
                  <a:lnTo>
                    <a:pt x="1706355" y="569727"/>
                  </a:lnTo>
                  <a:lnTo>
                    <a:pt x="1707319" y="570804"/>
                  </a:lnTo>
                  <a:lnTo>
                    <a:pt x="1708283" y="571567"/>
                  </a:lnTo>
                  <a:lnTo>
                    <a:pt x="1709247" y="571917"/>
                  </a:lnTo>
                  <a:lnTo>
                    <a:pt x="1710211" y="571814"/>
                  </a:lnTo>
                  <a:lnTo>
                    <a:pt x="1711175" y="571271"/>
                  </a:lnTo>
                  <a:lnTo>
                    <a:pt x="1712139" y="570330"/>
                  </a:lnTo>
                  <a:lnTo>
                    <a:pt x="1713103" y="568958"/>
                  </a:lnTo>
                  <a:lnTo>
                    <a:pt x="1714067" y="567163"/>
                  </a:lnTo>
                  <a:lnTo>
                    <a:pt x="1715031" y="564852"/>
                  </a:lnTo>
                  <a:lnTo>
                    <a:pt x="1715995" y="561987"/>
                  </a:lnTo>
                  <a:lnTo>
                    <a:pt x="1716959" y="558552"/>
                  </a:lnTo>
                  <a:lnTo>
                    <a:pt x="1717923" y="554612"/>
                  </a:lnTo>
                  <a:lnTo>
                    <a:pt x="1718887" y="550277"/>
                  </a:lnTo>
                  <a:lnTo>
                    <a:pt x="1719851" y="545566"/>
                  </a:lnTo>
                  <a:lnTo>
                    <a:pt x="1720815" y="540480"/>
                  </a:lnTo>
                  <a:lnTo>
                    <a:pt x="1721779" y="535114"/>
                  </a:lnTo>
                  <a:lnTo>
                    <a:pt x="1722743" y="529641"/>
                  </a:lnTo>
                  <a:lnTo>
                    <a:pt x="1723707" y="524084"/>
                  </a:lnTo>
                  <a:lnTo>
                    <a:pt x="1724671" y="518443"/>
                  </a:lnTo>
                  <a:lnTo>
                    <a:pt x="1725635" y="512710"/>
                  </a:lnTo>
                  <a:lnTo>
                    <a:pt x="1726599" y="506854"/>
                  </a:lnTo>
                  <a:lnTo>
                    <a:pt x="1727563" y="500938"/>
                  </a:lnTo>
                  <a:lnTo>
                    <a:pt x="1728527" y="495029"/>
                  </a:lnTo>
                  <a:lnTo>
                    <a:pt x="1729491" y="489318"/>
                  </a:lnTo>
                  <a:lnTo>
                    <a:pt x="1730455" y="483831"/>
                  </a:lnTo>
                  <a:lnTo>
                    <a:pt x="1731419" y="478595"/>
                  </a:lnTo>
                  <a:lnTo>
                    <a:pt x="1732383" y="473652"/>
                  </a:lnTo>
                  <a:lnTo>
                    <a:pt x="1733347" y="469023"/>
                  </a:lnTo>
                  <a:lnTo>
                    <a:pt x="1734311" y="464682"/>
                  </a:lnTo>
                  <a:lnTo>
                    <a:pt x="1735275" y="460629"/>
                  </a:lnTo>
                  <a:lnTo>
                    <a:pt x="1736239" y="456884"/>
                  </a:lnTo>
                  <a:lnTo>
                    <a:pt x="1737203" y="453431"/>
                  </a:lnTo>
                  <a:lnTo>
                    <a:pt x="1738167" y="450367"/>
                  </a:lnTo>
                  <a:lnTo>
                    <a:pt x="1739131" y="447715"/>
                  </a:lnTo>
                  <a:lnTo>
                    <a:pt x="1740095" y="445475"/>
                  </a:lnTo>
                  <a:lnTo>
                    <a:pt x="1741059" y="443620"/>
                  </a:lnTo>
                  <a:lnTo>
                    <a:pt x="1742023" y="442120"/>
                  </a:lnTo>
                  <a:lnTo>
                    <a:pt x="1742987" y="440844"/>
                  </a:lnTo>
                  <a:lnTo>
                    <a:pt x="1743951" y="439686"/>
                  </a:lnTo>
                  <a:lnTo>
                    <a:pt x="1744915" y="438656"/>
                  </a:lnTo>
                  <a:lnTo>
                    <a:pt x="1745879" y="437729"/>
                  </a:lnTo>
                  <a:lnTo>
                    <a:pt x="1746843" y="436791"/>
                  </a:lnTo>
                  <a:lnTo>
                    <a:pt x="1747807" y="435770"/>
                  </a:lnTo>
                  <a:lnTo>
                    <a:pt x="1748771" y="434632"/>
                  </a:lnTo>
                  <a:lnTo>
                    <a:pt x="1749735" y="433372"/>
                  </a:lnTo>
                  <a:lnTo>
                    <a:pt x="1750699" y="431961"/>
                  </a:lnTo>
                  <a:lnTo>
                    <a:pt x="1751663" y="430354"/>
                  </a:lnTo>
                  <a:lnTo>
                    <a:pt x="1752627" y="428450"/>
                  </a:lnTo>
                  <a:lnTo>
                    <a:pt x="1753591" y="426226"/>
                  </a:lnTo>
                  <a:lnTo>
                    <a:pt x="1754555" y="423803"/>
                  </a:lnTo>
                  <a:lnTo>
                    <a:pt x="1755519" y="421359"/>
                  </a:lnTo>
                  <a:lnTo>
                    <a:pt x="1756483" y="419027"/>
                  </a:lnTo>
                  <a:lnTo>
                    <a:pt x="1757447" y="416878"/>
                  </a:lnTo>
                  <a:lnTo>
                    <a:pt x="1758411" y="414963"/>
                  </a:lnTo>
                  <a:lnTo>
                    <a:pt x="1759375" y="413300"/>
                  </a:lnTo>
                  <a:lnTo>
                    <a:pt x="1760339" y="411867"/>
                  </a:lnTo>
                  <a:lnTo>
                    <a:pt x="1761303" y="410637"/>
                  </a:lnTo>
                  <a:lnTo>
                    <a:pt x="1762267" y="409592"/>
                  </a:lnTo>
                  <a:lnTo>
                    <a:pt x="1763231" y="408851"/>
                  </a:lnTo>
                  <a:lnTo>
                    <a:pt x="1764195" y="408446"/>
                  </a:lnTo>
                  <a:lnTo>
                    <a:pt x="1765159" y="408417"/>
                  </a:lnTo>
                  <a:lnTo>
                    <a:pt x="1766123" y="408744"/>
                  </a:lnTo>
                  <a:lnTo>
                    <a:pt x="1767087" y="409358"/>
                  </a:lnTo>
                  <a:lnTo>
                    <a:pt x="1768051" y="410180"/>
                  </a:lnTo>
                  <a:lnTo>
                    <a:pt x="1769015" y="411152"/>
                  </a:lnTo>
                  <a:lnTo>
                    <a:pt x="1769979" y="412174"/>
                  </a:lnTo>
                  <a:lnTo>
                    <a:pt x="1770943" y="413003"/>
                  </a:lnTo>
                  <a:lnTo>
                    <a:pt x="1771907" y="413548"/>
                  </a:lnTo>
                  <a:lnTo>
                    <a:pt x="1772871" y="413809"/>
                  </a:lnTo>
                  <a:lnTo>
                    <a:pt x="1773835" y="413815"/>
                  </a:lnTo>
                  <a:lnTo>
                    <a:pt x="1774799" y="413605"/>
                  </a:lnTo>
                  <a:lnTo>
                    <a:pt x="1775763" y="413285"/>
                  </a:lnTo>
                  <a:lnTo>
                    <a:pt x="1776727" y="412945"/>
                  </a:lnTo>
                  <a:lnTo>
                    <a:pt x="1777691" y="412546"/>
                  </a:lnTo>
                  <a:lnTo>
                    <a:pt x="1778655" y="412049"/>
                  </a:lnTo>
                  <a:lnTo>
                    <a:pt x="1779619" y="411536"/>
                  </a:lnTo>
                  <a:lnTo>
                    <a:pt x="1780583" y="410984"/>
                  </a:lnTo>
                  <a:lnTo>
                    <a:pt x="1781547" y="410397"/>
                  </a:lnTo>
                  <a:lnTo>
                    <a:pt x="1782511" y="409820"/>
                  </a:lnTo>
                  <a:lnTo>
                    <a:pt x="1783475" y="409314"/>
                  </a:lnTo>
                  <a:lnTo>
                    <a:pt x="1784439" y="408920"/>
                  </a:lnTo>
                  <a:lnTo>
                    <a:pt x="1785403" y="408769"/>
                  </a:lnTo>
                  <a:lnTo>
                    <a:pt x="1786367" y="408868"/>
                  </a:lnTo>
                  <a:lnTo>
                    <a:pt x="1787331" y="409205"/>
                  </a:lnTo>
                  <a:lnTo>
                    <a:pt x="1788295" y="409796"/>
                  </a:lnTo>
                  <a:lnTo>
                    <a:pt x="1789259" y="410681"/>
                  </a:lnTo>
                  <a:lnTo>
                    <a:pt x="1790223" y="411873"/>
                  </a:lnTo>
                  <a:lnTo>
                    <a:pt x="1791187" y="413376"/>
                  </a:lnTo>
                  <a:lnTo>
                    <a:pt x="1792151" y="415233"/>
                  </a:lnTo>
                  <a:lnTo>
                    <a:pt x="1793115" y="417435"/>
                  </a:lnTo>
                  <a:lnTo>
                    <a:pt x="1794079" y="419865"/>
                  </a:lnTo>
                  <a:lnTo>
                    <a:pt x="1795043" y="422549"/>
                  </a:lnTo>
                  <a:lnTo>
                    <a:pt x="1796007" y="425522"/>
                  </a:lnTo>
                  <a:lnTo>
                    <a:pt x="1796971" y="428814"/>
                  </a:lnTo>
                  <a:lnTo>
                    <a:pt x="1797935" y="432372"/>
                  </a:lnTo>
                  <a:lnTo>
                    <a:pt x="1798899" y="436141"/>
                  </a:lnTo>
                  <a:lnTo>
                    <a:pt x="1799863" y="440037"/>
                  </a:lnTo>
                  <a:lnTo>
                    <a:pt x="1800827" y="444080"/>
                  </a:lnTo>
                  <a:lnTo>
                    <a:pt x="1801791" y="448253"/>
                  </a:lnTo>
                  <a:lnTo>
                    <a:pt x="1802756" y="452507"/>
                  </a:lnTo>
                  <a:lnTo>
                    <a:pt x="1803720" y="456667"/>
                  </a:lnTo>
                  <a:lnTo>
                    <a:pt x="1804684" y="460540"/>
                  </a:lnTo>
                  <a:lnTo>
                    <a:pt x="1805648" y="464021"/>
                  </a:lnTo>
                  <a:lnTo>
                    <a:pt x="1806612" y="467128"/>
                  </a:lnTo>
                  <a:lnTo>
                    <a:pt x="1807576" y="469827"/>
                  </a:lnTo>
                  <a:lnTo>
                    <a:pt x="1808540" y="472102"/>
                  </a:lnTo>
                  <a:lnTo>
                    <a:pt x="1809504" y="473999"/>
                  </a:lnTo>
                  <a:lnTo>
                    <a:pt x="1810468" y="475489"/>
                  </a:lnTo>
                  <a:lnTo>
                    <a:pt x="1811432" y="476420"/>
                  </a:lnTo>
                  <a:lnTo>
                    <a:pt x="1812396" y="476710"/>
                  </a:lnTo>
                  <a:lnTo>
                    <a:pt x="1813360" y="476423"/>
                  </a:lnTo>
                  <a:lnTo>
                    <a:pt x="1814324" y="475595"/>
                  </a:lnTo>
                  <a:lnTo>
                    <a:pt x="1815288" y="474304"/>
                  </a:lnTo>
                  <a:lnTo>
                    <a:pt x="1816252" y="472642"/>
                  </a:lnTo>
                  <a:lnTo>
                    <a:pt x="1817216" y="470724"/>
                  </a:lnTo>
                  <a:lnTo>
                    <a:pt x="1818180" y="468650"/>
                  </a:lnTo>
                  <a:lnTo>
                    <a:pt x="1819144" y="466513"/>
                  </a:lnTo>
                  <a:lnTo>
                    <a:pt x="1820108" y="464389"/>
                  </a:lnTo>
                  <a:lnTo>
                    <a:pt x="1821072" y="462249"/>
                  </a:lnTo>
                  <a:lnTo>
                    <a:pt x="1822036" y="460080"/>
                  </a:lnTo>
                  <a:lnTo>
                    <a:pt x="1823000" y="457847"/>
                  </a:lnTo>
                  <a:lnTo>
                    <a:pt x="1823964" y="455470"/>
                  </a:lnTo>
                  <a:lnTo>
                    <a:pt x="1824928" y="452932"/>
                  </a:lnTo>
                  <a:lnTo>
                    <a:pt x="1825892" y="450242"/>
                  </a:lnTo>
                  <a:lnTo>
                    <a:pt x="1826856" y="447484"/>
                  </a:lnTo>
                  <a:lnTo>
                    <a:pt x="1827820" y="444642"/>
                  </a:lnTo>
                  <a:lnTo>
                    <a:pt x="1828784" y="441706"/>
                  </a:lnTo>
                  <a:lnTo>
                    <a:pt x="1829748" y="438646"/>
                  </a:lnTo>
                  <a:lnTo>
                    <a:pt x="1830712" y="435382"/>
                  </a:lnTo>
                  <a:lnTo>
                    <a:pt x="1831676" y="431840"/>
                  </a:lnTo>
                  <a:lnTo>
                    <a:pt x="1832640" y="427963"/>
                  </a:lnTo>
                  <a:lnTo>
                    <a:pt x="1833604" y="423787"/>
                  </a:lnTo>
                  <a:lnTo>
                    <a:pt x="1834568" y="419234"/>
                  </a:lnTo>
                  <a:lnTo>
                    <a:pt x="1835532" y="414371"/>
                  </a:lnTo>
                  <a:lnTo>
                    <a:pt x="1836496" y="409207"/>
                  </a:lnTo>
                  <a:lnTo>
                    <a:pt x="1837460" y="403866"/>
                  </a:lnTo>
                  <a:lnTo>
                    <a:pt x="1838424" y="398337"/>
                  </a:lnTo>
                  <a:lnTo>
                    <a:pt x="1839388" y="392598"/>
                  </a:lnTo>
                  <a:lnTo>
                    <a:pt x="1840352" y="386653"/>
                  </a:lnTo>
                  <a:lnTo>
                    <a:pt x="1841316" y="380498"/>
                  </a:lnTo>
                  <a:lnTo>
                    <a:pt x="1842280" y="374214"/>
                  </a:lnTo>
                  <a:lnTo>
                    <a:pt x="1843244" y="367869"/>
                  </a:lnTo>
                  <a:lnTo>
                    <a:pt x="1844208" y="361520"/>
                  </a:lnTo>
                  <a:lnTo>
                    <a:pt x="1845172" y="355258"/>
                  </a:lnTo>
                  <a:lnTo>
                    <a:pt x="1846136" y="349075"/>
                  </a:lnTo>
                  <a:lnTo>
                    <a:pt x="1847100" y="343095"/>
                  </a:lnTo>
                  <a:lnTo>
                    <a:pt x="1848064" y="337313"/>
                  </a:lnTo>
                  <a:lnTo>
                    <a:pt x="1849028" y="331785"/>
                  </a:lnTo>
                  <a:lnTo>
                    <a:pt x="1849992" y="326686"/>
                  </a:lnTo>
                  <a:lnTo>
                    <a:pt x="1850956" y="322076"/>
                  </a:lnTo>
                  <a:lnTo>
                    <a:pt x="1851920" y="317995"/>
                  </a:lnTo>
                  <a:lnTo>
                    <a:pt x="1852884" y="314566"/>
                  </a:lnTo>
                  <a:lnTo>
                    <a:pt x="1853848" y="311890"/>
                  </a:lnTo>
                  <a:lnTo>
                    <a:pt x="1854812" y="309975"/>
                  </a:lnTo>
                  <a:lnTo>
                    <a:pt x="1855776" y="308706"/>
                  </a:lnTo>
                  <a:lnTo>
                    <a:pt x="1856740" y="308045"/>
                  </a:lnTo>
                  <a:lnTo>
                    <a:pt x="1857704" y="307985"/>
                  </a:lnTo>
                  <a:lnTo>
                    <a:pt x="1858668" y="308453"/>
                  </a:lnTo>
                  <a:lnTo>
                    <a:pt x="1859632" y="309507"/>
                  </a:lnTo>
                  <a:lnTo>
                    <a:pt x="1860596" y="311256"/>
                  </a:lnTo>
                  <a:lnTo>
                    <a:pt x="1861560" y="313651"/>
                  </a:lnTo>
                  <a:lnTo>
                    <a:pt x="1862524" y="316669"/>
                  </a:lnTo>
                  <a:lnTo>
                    <a:pt x="1863488" y="320270"/>
                  </a:lnTo>
                  <a:lnTo>
                    <a:pt x="1864452" y="324401"/>
                  </a:lnTo>
                  <a:lnTo>
                    <a:pt x="1865416" y="328950"/>
                  </a:lnTo>
                  <a:lnTo>
                    <a:pt x="1866380" y="333802"/>
                  </a:lnTo>
                  <a:lnTo>
                    <a:pt x="1867344" y="338976"/>
                  </a:lnTo>
                  <a:lnTo>
                    <a:pt x="1868308" y="344429"/>
                  </a:lnTo>
                  <a:lnTo>
                    <a:pt x="1869272" y="350216"/>
                  </a:lnTo>
                  <a:lnTo>
                    <a:pt x="1870236" y="356361"/>
                  </a:lnTo>
                  <a:lnTo>
                    <a:pt x="1871200" y="362891"/>
                  </a:lnTo>
                  <a:lnTo>
                    <a:pt x="1872164" y="369827"/>
                  </a:lnTo>
                  <a:lnTo>
                    <a:pt x="1873128" y="377117"/>
                  </a:lnTo>
                  <a:lnTo>
                    <a:pt x="1874092" y="384619"/>
                  </a:lnTo>
                  <a:lnTo>
                    <a:pt x="1875056" y="392271"/>
                  </a:lnTo>
                  <a:lnTo>
                    <a:pt x="1876020" y="400011"/>
                  </a:lnTo>
                  <a:lnTo>
                    <a:pt x="1876984" y="407876"/>
                  </a:lnTo>
                  <a:lnTo>
                    <a:pt x="1877948" y="415886"/>
                  </a:lnTo>
                  <a:lnTo>
                    <a:pt x="1878912" y="424146"/>
                  </a:lnTo>
                  <a:lnTo>
                    <a:pt x="1879876" y="432766"/>
                  </a:lnTo>
                  <a:lnTo>
                    <a:pt x="1880840" y="441846"/>
                  </a:lnTo>
                  <a:lnTo>
                    <a:pt x="1881804" y="451314"/>
                  </a:lnTo>
                  <a:lnTo>
                    <a:pt x="1882768" y="461047"/>
                  </a:lnTo>
                  <a:lnTo>
                    <a:pt x="1883732" y="471004"/>
                  </a:lnTo>
                  <a:lnTo>
                    <a:pt x="1884696" y="481145"/>
                  </a:lnTo>
                  <a:lnTo>
                    <a:pt x="1885660" y="491331"/>
                  </a:lnTo>
                  <a:lnTo>
                    <a:pt x="1886624" y="501438"/>
                  </a:lnTo>
                  <a:lnTo>
                    <a:pt x="1887588" y="511485"/>
                  </a:lnTo>
                  <a:lnTo>
                    <a:pt x="1888552" y="521548"/>
                  </a:lnTo>
                  <a:lnTo>
                    <a:pt x="1889516" y="531664"/>
                  </a:lnTo>
                  <a:lnTo>
                    <a:pt x="1890480" y="541794"/>
                  </a:lnTo>
                  <a:lnTo>
                    <a:pt x="1891444" y="551866"/>
                  </a:lnTo>
                  <a:lnTo>
                    <a:pt x="1892408" y="561822"/>
                  </a:lnTo>
                  <a:lnTo>
                    <a:pt x="1893372" y="571510"/>
                  </a:lnTo>
                  <a:lnTo>
                    <a:pt x="1894336" y="580847"/>
                  </a:lnTo>
                  <a:lnTo>
                    <a:pt x="1895300" y="589759"/>
                  </a:lnTo>
                  <a:lnTo>
                    <a:pt x="1896264" y="598290"/>
                  </a:lnTo>
                  <a:lnTo>
                    <a:pt x="1897228" y="606493"/>
                  </a:lnTo>
                  <a:lnTo>
                    <a:pt x="1898192" y="614213"/>
                  </a:lnTo>
                  <a:lnTo>
                    <a:pt x="1899156" y="621297"/>
                  </a:lnTo>
                  <a:lnTo>
                    <a:pt x="1900120" y="627754"/>
                  </a:lnTo>
                  <a:lnTo>
                    <a:pt x="1901084" y="633580"/>
                  </a:lnTo>
                  <a:lnTo>
                    <a:pt x="1902048" y="638687"/>
                  </a:lnTo>
                  <a:lnTo>
                    <a:pt x="1903012" y="643064"/>
                  </a:lnTo>
                  <a:lnTo>
                    <a:pt x="1903976" y="646810"/>
                  </a:lnTo>
                  <a:lnTo>
                    <a:pt x="1904940" y="650081"/>
                  </a:lnTo>
                  <a:lnTo>
                    <a:pt x="1905904" y="652908"/>
                  </a:lnTo>
                  <a:lnTo>
                    <a:pt x="1906868" y="655332"/>
                  </a:lnTo>
                  <a:lnTo>
                    <a:pt x="1907832" y="657387"/>
                  </a:lnTo>
                  <a:lnTo>
                    <a:pt x="1908796" y="659090"/>
                  </a:lnTo>
                  <a:lnTo>
                    <a:pt x="1909760" y="660467"/>
                  </a:lnTo>
                  <a:lnTo>
                    <a:pt x="1910724" y="661477"/>
                  </a:lnTo>
                  <a:lnTo>
                    <a:pt x="1911688" y="662069"/>
                  </a:lnTo>
                  <a:lnTo>
                    <a:pt x="1912652" y="662283"/>
                  </a:lnTo>
                  <a:lnTo>
                    <a:pt x="1913616" y="662155"/>
                  </a:lnTo>
                  <a:lnTo>
                    <a:pt x="1914581" y="661751"/>
                  </a:lnTo>
                  <a:lnTo>
                    <a:pt x="1915545" y="661104"/>
                  </a:lnTo>
                  <a:lnTo>
                    <a:pt x="1916509" y="660233"/>
                  </a:lnTo>
                  <a:lnTo>
                    <a:pt x="1917473" y="659185"/>
                  </a:lnTo>
                  <a:lnTo>
                    <a:pt x="1918437" y="657978"/>
                  </a:lnTo>
                  <a:lnTo>
                    <a:pt x="1919401" y="656598"/>
                  </a:lnTo>
                  <a:lnTo>
                    <a:pt x="1920365" y="655043"/>
                  </a:lnTo>
                  <a:lnTo>
                    <a:pt x="1921329" y="653363"/>
                  </a:lnTo>
                  <a:lnTo>
                    <a:pt x="1922293" y="651761"/>
                  </a:lnTo>
                  <a:lnTo>
                    <a:pt x="1923257" y="650384"/>
                  </a:lnTo>
                  <a:lnTo>
                    <a:pt x="1924221" y="649233"/>
                  </a:lnTo>
                  <a:lnTo>
                    <a:pt x="1925185" y="648279"/>
                  </a:lnTo>
                  <a:lnTo>
                    <a:pt x="1926149" y="647489"/>
                  </a:lnTo>
                  <a:lnTo>
                    <a:pt x="1927113" y="646821"/>
                  </a:lnTo>
                  <a:lnTo>
                    <a:pt x="1928077" y="646170"/>
                  </a:lnTo>
                  <a:lnTo>
                    <a:pt x="1929041" y="645396"/>
                  </a:lnTo>
                  <a:lnTo>
                    <a:pt x="1930005" y="644375"/>
                  </a:lnTo>
                  <a:lnTo>
                    <a:pt x="1930969" y="643236"/>
                  </a:lnTo>
                  <a:lnTo>
                    <a:pt x="1931933" y="642007"/>
                  </a:lnTo>
                  <a:lnTo>
                    <a:pt x="1932897" y="640673"/>
                  </a:lnTo>
                  <a:lnTo>
                    <a:pt x="1933861" y="639190"/>
                  </a:lnTo>
                  <a:lnTo>
                    <a:pt x="1934825" y="637678"/>
                  </a:lnTo>
                  <a:lnTo>
                    <a:pt x="1935789" y="636159"/>
                  </a:lnTo>
                  <a:lnTo>
                    <a:pt x="1936753" y="634578"/>
                  </a:lnTo>
                  <a:lnTo>
                    <a:pt x="1937717" y="632804"/>
                  </a:lnTo>
                  <a:lnTo>
                    <a:pt x="1938681" y="630859"/>
                  </a:lnTo>
                  <a:lnTo>
                    <a:pt x="1939645" y="628842"/>
                  </a:lnTo>
                  <a:lnTo>
                    <a:pt x="1940609" y="626808"/>
                  </a:lnTo>
                  <a:lnTo>
                    <a:pt x="1941573" y="624809"/>
                  </a:lnTo>
                  <a:lnTo>
                    <a:pt x="1942537" y="622943"/>
                  </a:lnTo>
                  <a:lnTo>
                    <a:pt x="1943501" y="621232"/>
                  </a:lnTo>
                  <a:lnTo>
                    <a:pt x="1944465" y="619744"/>
                  </a:lnTo>
                  <a:lnTo>
                    <a:pt x="1945429" y="618462"/>
                  </a:lnTo>
                  <a:lnTo>
                    <a:pt x="1946393" y="617431"/>
                  </a:lnTo>
                  <a:lnTo>
                    <a:pt x="1947357" y="616774"/>
                  </a:lnTo>
                  <a:lnTo>
                    <a:pt x="1948321" y="616514"/>
                  </a:lnTo>
                  <a:lnTo>
                    <a:pt x="1949285" y="616596"/>
                  </a:lnTo>
                  <a:lnTo>
                    <a:pt x="1950249" y="617062"/>
                  </a:lnTo>
                  <a:lnTo>
                    <a:pt x="1951213" y="617938"/>
                  </a:lnTo>
                  <a:lnTo>
                    <a:pt x="1952177" y="619224"/>
                  </a:lnTo>
                  <a:lnTo>
                    <a:pt x="1953141" y="620791"/>
                  </a:lnTo>
                  <a:lnTo>
                    <a:pt x="1954105" y="622575"/>
                  </a:lnTo>
                  <a:lnTo>
                    <a:pt x="1955069" y="624601"/>
                  </a:lnTo>
                  <a:lnTo>
                    <a:pt x="1956033" y="626861"/>
                  </a:lnTo>
                  <a:lnTo>
                    <a:pt x="1956997" y="629332"/>
                  </a:lnTo>
                  <a:lnTo>
                    <a:pt x="1957961" y="631992"/>
                  </a:lnTo>
                  <a:lnTo>
                    <a:pt x="1958925" y="634870"/>
                  </a:lnTo>
                  <a:lnTo>
                    <a:pt x="1959889" y="638031"/>
                  </a:lnTo>
                  <a:lnTo>
                    <a:pt x="1960853" y="641447"/>
                  </a:lnTo>
                  <a:lnTo>
                    <a:pt x="1961817" y="645076"/>
                  </a:lnTo>
                  <a:lnTo>
                    <a:pt x="1962781" y="648917"/>
                  </a:lnTo>
                  <a:lnTo>
                    <a:pt x="1963745" y="652987"/>
                  </a:lnTo>
                  <a:lnTo>
                    <a:pt x="1964709" y="657298"/>
                  </a:lnTo>
                  <a:lnTo>
                    <a:pt x="1965673" y="661769"/>
                  </a:lnTo>
                  <a:lnTo>
                    <a:pt x="1966637" y="666304"/>
                  </a:lnTo>
                  <a:lnTo>
                    <a:pt x="1967601" y="670922"/>
                  </a:lnTo>
                  <a:lnTo>
                    <a:pt x="1968565" y="675593"/>
                  </a:lnTo>
                  <a:lnTo>
                    <a:pt x="1969529" y="680270"/>
                  </a:lnTo>
                  <a:lnTo>
                    <a:pt x="1970493" y="684736"/>
                  </a:lnTo>
                  <a:lnTo>
                    <a:pt x="1971457" y="688844"/>
                  </a:lnTo>
                  <a:lnTo>
                    <a:pt x="1972421" y="692531"/>
                  </a:lnTo>
                  <a:lnTo>
                    <a:pt x="1973385" y="695765"/>
                  </a:lnTo>
                  <a:lnTo>
                    <a:pt x="1974349" y="698598"/>
                  </a:lnTo>
                  <a:lnTo>
                    <a:pt x="1975313" y="700999"/>
                  </a:lnTo>
                  <a:lnTo>
                    <a:pt x="1976277" y="702985"/>
                  </a:lnTo>
                  <a:lnTo>
                    <a:pt x="1977241" y="704687"/>
                  </a:lnTo>
                  <a:lnTo>
                    <a:pt x="1978205" y="706230"/>
                  </a:lnTo>
                  <a:lnTo>
                    <a:pt x="1979169" y="707682"/>
                  </a:lnTo>
                  <a:lnTo>
                    <a:pt x="1980133" y="709088"/>
                  </a:lnTo>
                  <a:lnTo>
                    <a:pt x="1981097" y="710549"/>
                  </a:lnTo>
                  <a:lnTo>
                    <a:pt x="1982061" y="712130"/>
                  </a:lnTo>
                  <a:lnTo>
                    <a:pt x="1983025" y="713833"/>
                  </a:lnTo>
                  <a:lnTo>
                    <a:pt x="1983989" y="715660"/>
                  </a:lnTo>
                  <a:lnTo>
                    <a:pt x="1984953" y="717621"/>
                  </a:lnTo>
                  <a:lnTo>
                    <a:pt x="1985917" y="719807"/>
                  </a:lnTo>
                  <a:lnTo>
                    <a:pt x="1986881" y="722326"/>
                  </a:lnTo>
                  <a:lnTo>
                    <a:pt x="1987845" y="725143"/>
                  </a:lnTo>
                  <a:lnTo>
                    <a:pt x="1988809" y="728237"/>
                  </a:lnTo>
                  <a:lnTo>
                    <a:pt x="1989773" y="731633"/>
                  </a:lnTo>
                  <a:lnTo>
                    <a:pt x="1990737" y="735399"/>
                  </a:lnTo>
                  <a:lnTo>
                    <a:pt x="1991701" y="739521"/>
                  </a:lnTo>
                  <a:lnTo>
                    <a:pt x="1992665" y="743911"/>
                  </a:lnTo>
                  <a:lnTo>
                    <a:pt x="1993629" y="748487"/>
                  </a:lnTo>
                  <a:lnTo>
                    <a:pt x="1994593" y="753079"/>
                  </a:lnTo>
                  <a:lnTo>
                    <a:pt x="1995557" y="757622"/>
                  </a:lnTo>
                  <a:lnTo>
                    <a:pt x="1996521" y="762148"/>
                  </a:lnTo>
                  <a:lnTo>
                    <a:pt x="1997485" y="766693"/>
                  </a:lnTo>
                  <a:lnTo>
                    <a:pt x="1998449" y="771289"/>
                  </a:lnTo>
                  <a:lnTo>
                    <a:pt x="1999413" y="775866"/>
                  </a:lnTo>
                  <a:lnTo>
                    <a:pt x="2000377" y="780416"/>
                  </a:lnTo>
                  <a:lnTo>
                    <a:pt x="2001341" y="784932"/>
                  </a:lnTo>
                  <a:lnTo>
                    <a:pt x="2002305" y="789447"/>
                  </a:lnTo>
                  <a:lnTo>
                    <a:pt x="2003269" y="794028"/>
                  </a:lnTo>
                  <a:lnTo>
                    <a:pt x="2004233" y="798667"/>
                  </a:lnTo>
                  <a:lnTo>
                    <a:pt x="2005197" y="803337"/>
                  </a:lnTo>
                  <a:lnTo>
                    <a:pt x="2006161" y="808022"/>
                  </a:lnTo>
                  <a:lnTo>
                    <a:pt x="2007125" y="812732"/>
                  </a:lnTo>
                  <a:lnTo>
                    <a:pt x="2008089" y="817430"/>
                  </a:lnTo>
                  <a:lnTo>
                    <a:pt x="2009053" y="822054"/>
                  </a:lnTo>
                  <a:lnTo>
                    <a:pt x="2010017" y="826679"/>
                  </a:lnTo>
                  <a:lnTo>
                    <a:pt x="2010981" y="831237"/>
                  </a:lnTo>
                  <a:lnTo>
                    <a:pt x="2011945" y="835626"/>
                  </a:lnTo>
                  <a:lnTo>
                    <a:pt x="2012909" y="839791"/>
                  </a:lnTo>
                  <a:lnTo>
                    <a:pt x="2013873" y="843703"/>
                  </a:lnTo>
                  <a:lnTo>
                    <a:pt x="2014837" y="847395"/>
                  </a:lnTo>
                  <a:lnTo>
                    <a:pt x="2015801" y="850884"/>
                  </a:lnTo>
                  <a:lnTo>
                    <a:pt x="2016765" y="854146"/>
                  </a:lnTo>
                  <a:lnTo>
                    <a:pt x="2017729" y="857218"/>
                  </a:lnTo>
                  <a:lnTo>
                    <a:pt x="2018693" y="860203"/>
                  </a:lnTo>
                  <a:lnTo>
                    <a:pt x="2019657" y="863209"/>
                  </a:lnTo>
                  <a:lnTo>
                    <a:pt x="2020621" y="866245"/>
                  </a:lnTo>
                  <a:lnTo>
                    <a:pt x="2021585" y="869309"/>
                  </a:lnTo>
                  <a:lnTo>
                    <a:pt x="2022549" y="872423"/>
                  </a:lnTo>
                  <a:lnTo>
                    <a:pt x="2023513" y="875566"/>
                  </a:lnTo>
                  <a:lnTo>
                    <a:pt x="2024477" y="878780"/>
                  </a:lnTo>
                  <a:lnTo>
                    <a:pt x="2025442" y="881963"/>
                  </a:lnTo>
                  <a:lnTo>
                    <a:pt x="2026406" y="885015"/>
                  </a:lnTo>
                  <a:lnTo>
                    <a:pt x="2027370" y="887876"/>
                  </a:lnTo>
                  <a:lnTo>
                    <a:pt x="2028334" y="890504"/>
                  </a:lnTo>
                  <a:lnTo>
                    <a:pt x="2029298" y="892795"/>
                  </a:lnTo>
                  <a:lnTo>
                    <a:pt x="2030262" y="894746"/>
                  </a:lnTo>
                  <a:lnTo>
                    <a:pt x="2031226" y="896356"/>
                  </a:lnTo>
                  <a:lnTo>
                    <a:pt x="2032190" y="897604"/>
                  </a:lnTo>
                  <a:lnTo>
                    <a:pt x="2033154" y="898440"/>
                  </a:lnTo>
                  <a:lnTo>
                    <a:pt x="2034118" y="898815"/>
                  </a:lnTo>
                  <a:lnTo>
                    <a:pt x="2035082" y="898626"/>
                  </a:lnTo>
                  <a:lnTo>
                    <a:pt x="2036046" y="897831"/>
                  </a:lnTo>
                  <a:lnTo>
                    <a:pt x="2037010" y="896387"/>
                  </a:lnTo>
                  <a:lnTo>
                    <a:pt x="2037974" y="894253"/>
                  </a:lnTo>
                  <a:lnTo>
                    <a:pt x="2038938" y="891365"/>
                  </a:lnTo>
                  <a:lnTo>
                    <a:pt x="2039902" y="887665"/>
                  </a:lnTo>
                  <a:lnTo>
                    <a:pt x="2040866" y="883244"/>
                  </a:lnTo>
                  <a:lnTo>
                    <a:pt x="2041830" y="878206"/>
                  </a:lnTo>
                  <a:lnTo>
                    <a:pt x="2042794" y="872696"/>
                  </a:lnTo>
                  <a:lnTo>
                    <a:pt x="2043758" y="866850"/>
                  </a:lnTo>
                  <a:lnTo>
                    <a:pt x="2044722" y="860672"/>
                  </a:lnTo>
                  <a:lnTo>
                    <a:pt x="2045686" y="854134"/>
                  </a:lnTo>
                  <a:lnTo>
                    <a:pt x="2046650" y="847216"/>
                  </a:lnTo>
                  <a:lnTo>
                    <a:pt x="2047614" y="839934"/>
                  </a:lnTo>
                  <a:lnTo>
                    <a:pt x="2048578" y="832343"/>
                  </a:lnTo>
                  <a:lnTo>
                    <a:pt x="2049542" y="824516"/>
                  </a:lnTo>
                  <a:lnTo>
                    <a:pt x="2050506" y="816433"/>
                  </a:lnTo>
                  <a:lnTo>
                    <a:pt x="2051470" y="808080"/>
                  </a:lnTo>
                  <a:lnTo>
                    <a:pt x="2052434" y="799438"/>
                  </a:lnTo>
                  <a:lnTo>
                    <a:pt x="2053398" y="790529"/>
                  </a:lnTo>
                  <a:lnTo>
                    <a:pt x="2054362" y="781438"/>
                  </a:lnTo>
                  <a:lnTo>
                    <a:pt x="2055326" y="772192"/>
                  </a:lnTo>
                  <a:lnTo>
                    <a:pt x="2056290" y="762775"/>
                  </a:lnTo>
                  <a:lnTo>
                    <a:pt x="2057254" y="753235"/>
                  </a:lnTo>
                  <a:lnTo>
                    <a:pt x="2058218" y="743562"/>
                  </a:lnTo>
                  <a:lnTo>
                    <a:pt x="2059182" y="733797"/>
                  </a:lnTo>
                  <a:lnTo>
                    <a:pt x="2060146" y="724043"/>
                  </a:lnTo>
                  <a:lnTo>
                    <a:pt x="2061110" y="714431"/>
                  </a:lnTo>
                  <a:lnTo>
                    <a:pt x="2062074" y="705084"/>
                  </a:lnTo>
                  <a:lnTo>
                    <a:pt x="2063038" y="696124"/>
                  </a:lnTo>
                  <a:lnTo>
                    <a:pt x="2064002" y="687607"/>
                  </a:lnTo>
                  <a:lnTo>
                    <a:pt x="2064966" y="679622"/>
                  </a:lnTo>
                  <a:lnTo>
                    <a:pt x="2065930" y="672165"/>
                  </a:lnTo>
                  <a:lnTo>
                    <a:pt x="2066894" y="665203"/>
                  </a:lnTo>
                  <a:lnTo>
                    <a:pt x="2067858" y="658704"/>
                  </a:lnTo>
                  <a:lnTo>
                    <a:pt x="2068822" y="652713"/>
                  </a:lnTo>
                  <a:lnTo>
                    <a:pt x="2069786" y="647318"/>
                  </a:lnTo>
                  <a:lnTo>
                    <a:pt x="2070750" y="642573"/>
                  </a:lnTo>
                  <a:lnTo>
                    <a:pt x="2071714" y="638512"/>
                  </a:lnTo>
                  <a:lnTo>
                    <a:pt x="2072678" y="635170"/>
                  </a:lnTo>
                  <a:lnTo>
                    <a:pt x="2073642" y="632491"/>
                  </a:lnTo>
                  <a:lnTo>
                    <a:pt x="2074606" y="630542"/>
                  </a:lnTo>
                  <a:lnTo>
                    <a:pt x="2075570" y="629295"/>
                  </a:lnTo>
                  <a:lnTo>
                    <a:pt x="2076534" y="628701"/>
                  </a:lnTo>
                  <a:lnTo>
                    <a:pt x="2077498" y="628659"/>
                  </a:lnTo>
                  <a:lnTo>
                    <a:pt x="2078462" y="629079"/>
                  </a:lnTo>
                  <a:lnTo>
                    <a:pt x="2079426" y="629849"/>
                  </a:lnTo>
                  <a:lnTo>
                    <a:pt x="2080390" y="630996"/>
                  </a:lnTo>
                  <a:lnTo>
                    <a:pt x="2081354" y="632582"/>
                  </a:lnTo>
                  <a:lnTo>
                    <a:pt x="2082318" y="634644"/>
                  </a:lnTo>
                  <a:lnTo>
                    <a:pt x="2083282" y="637233"/>
                  </a:lnTo>
                  <a:lnTo>
                    <a:pt x="2084246" y="640394"/>
                  </a:lnTo>
                  <a:lnTo>
                    <a:pt x="2085210" y="644163"/>
                  </a:lnTo>
                  <a:lnTo>
                    <a:pt x="2086174" y="648556"/>
                  </a:lnTo>
                  <a:lnTo>
                    <a:pt x="2087138" y="653587"/>
                  </a:lnTo>
                  <a:lnTo>
                    <a:pt x="2088102" y="659268"/>
                  </a:lnTo>
                  <a:lnTo>
                    <a:pt x="2089066" y="665518"/>
                  </a:lnTo>
                  <a:lnTo>
                    <a:pt x="2090030" y="672286"/>
                  </a:lnTo>
                  <a:lnTo>
                    <a:pt x="2090994" y="679602"/>
                  </a:lnTo>
                  <a:lnTo>
                    <a:pt x="2091958" y="687394"/>
                  </a:lnTo>
                  <a:lnTo>
                    <a:pt x="2092922" y="695635"/>
                  </a:lnTo>
                  <a:lnTo>
                    <a:pt x="2093886" y="704275"/>
                  </a:lnTo>
                  <a:lnTo>
                    <a:pt x="2094850" y="713268"/>
                  </a:lnTo>
                  <a:lnTo>
                    <a:pt x="2095814" y="722567"/>
                  </a:lnTo>
                  <a:lnTo>
                    <a:pt x="2096778" y="732186"/>
                  </a:lnTo>
                  <a:lnTo>
                    <a:pt x="2097742" y="742128"/>
                  </a:lnTo>
                  <a:lnTo>
                    <a:pt x="2098706" y="752326"/>
                  </a:lnTo>
                  <a:lnTo>
                    <a:pt x="2099670" y="762777"/>
                  </a:lnTo>
                  <a:lnTo>
                    <a:pt x="2100634" y="773488"/>
                  </a:lnTo>
                  <a:lnTo>
                    <a:pt x="2101598" y="784437"/>
                  </a:lnTo>
                  <a:lnTo>
                    <a:pt x="2102562" y="795538"/>
                  </a:lnTo>
                  <a:lnTo>
                    <a:pt x="2103526" y="806751"/>
                  </a:lnTo>
                  <a:lnTo>
                    <a:pt x="2104490" y="818036"/>
                  </a:lnTo>
                  <a:lnTo>
                    <a:pt x="2105454" y="829372"/>
                  </a:lnTo>
                  <a:lnTo>
                    <a:pt x="2106418" y="840762"/>
                  </a:lnTo>
                  <a:lnTo>
                    <a:pt x="2107382" y="852331"/>
                  </a:lnTo>
                  <a:lnTo>
                    <a:pt x="2108346" y="864034"/>
                  </a:lnTo>
                  <a:lnTo>
                    <a:pt x="2109310" y="875835"/>
                  </a:lnTo>
                  <a:lnTo>
                    <a:pt x="2110274" y="887644"/>
                  </a:lnTo>
                  <a:lnTo>
                    <a:pt x="2111238" y="899301"/>
                  </a:lnTo>
                  <a:lnTo>
                    <a:pt x="2112202" y="910642"/>
                  </a:lnTo>
                  <a:lnTo>
                    <a:pt x="2113166" y="921546"/>
                  </a:lnTo>
                  <a:lnTo>
                    <a:pt x="2114130" y="931969"/>
                  </a:lnTo>
                  <a:lnTo>
                    <a:pt x="2115094" y="941967"/>
                  </a:lnTo>
                  <a:lnTo>
                    <a:pt x="2116058" y="951477"/>
                  </a:lnTo>
                  <a:lnTo>
                    <a:pt x="2117022" y="960457"/>
                  </a:lnTo>
                  <a:lnTo>
                    <a:pt x="2117986" y="968879"/>
                  </a:lnTo>
                  <a:lnTo>
                    <a:pt x="2118950" y="976585"/>
                  </a:lnTo>
                  <a:lnTo>
                    <a:pt x="2119914" y="983504"/>
                  </a:lnTo>
                  <a:lnTo>
                    <a:pt x="2120878" y="989548"/>
                  </a:lnTo>
                  <a:lnTo>
                    <a:pt x="2121842" y="994721"/>
                  </a:lnTo>
                  <a:lnTo>
                    <a:pt x="2122806" y="999134"/>
                  </a:lnTo>
                  <a:lnTo>
                    <a:pt x="2123770" y="1002852"/>
                  </a:lnTo>
                  <a:lnTo>
                    <a:pt x="2124734" y="1005935"/>
                  </a:lnTo>
                  <a:lnTo>
                    <a:pt x="2125698" y="1008475"/>
                  </a:lnTo>
                  <a:lnTo>
                    <a:pt x="2126662" y="1010653"/>
                  </a:lnTo>
                  <a:lnTo>
                    <a:pt x="2127626" y="1012595"/>
                  </a:lnTo>
                  <a:lnTo>
                    <a:pt x="2128590" y="1014356"/>
                  </a:lnTo>
                  <a:lnTo>
                    <a:pt x="2129554" y="1015908"/>
                  </a:lnTo>
                  <a:lnTo>
                    <a:pt x="2130518" y="1017168"/>
                  </a:lnTo>
                  <a:lnTo>
                    <a:pt x="2131482" y="1018126"/>
                  </a:lnTo>
                  <a:lnTo>
                    <a:pt x="2132446" y="1018690"/>
                  </a:lnTo>
                  <a:lnTo>
                    <a:pt x="2133410" y="1018911"/>
                  </a:lnTo>
                  <a:lnTo>
                    <a:pt x="2134374" y="1018773"/>
                  </a:lnTo>
                  <a:lnTo>
                    <a:pt x="2135338" y="1018284"/>
                  </a:lnTo>
                  <a:lnTo>
                    <a:pt x="2136303" y="1017438"/>
                  </a:lnTo>
                  <a:lnTo>
                    <a:pt x="2137267" y="1016227"/>
                  </a:lnTo>
                  <a:lnTo>
                    <a:pt x="2138231" y="1014724"/>
                  </a:lnTo>
                  <a:lnTo>
                    <a:pt x="2139195" y="1012856"/>
                  </a:lnTo>
                  <a:lnTo>
                    <a:pt x="2140159" y="1010593"/>
                  </a:lnTo>
                  <a:lnTo>
                    <a:pt x="2141123" y="1007884"/>
                  </a:lnTo>
                  <a:lnTo>
                    <a:pt x="2142087" y="1004771"/>
                  </a:lnTo>
                  <a:lnTo>
                    <a:pt x="2143051" y="1001366"/>
                  </a:lnTo>
                  <a:lnTo>
                    <a:pt x="2144015" y="997733"/>
                  </a:lnTo>
                  <a:lnTo>
                    <a:pt x="2144979" y="993942"/>
                  </a:lnTo>
                  <a:lnTo>
                    <a:pt x="2145943" y="989935"/>
                  </a:lnTo>
                  <a:lnTo>
                    <a:pt x="2146907" y="985729"/>
                  </a:lnTo>
                  <a:lnTo>
                    <a:pt x="2147871" y="981334"/>
                  </a:lnTo>
                  <a:lnTo>
                    <a:pt x="2148835" y="976776"/>
                  </a:lnTo>
                  <a:lnTo>
                    <a:pt x="2149799" y="972067"/>
                  </a:lnTo>
                  <a:lnTo>
                    <a:pt x="2150763" y="967226"/>
                  </a:lnTo>
                  <a:lnTo>
                    <a:pt x="2151727" y="962319"/>
                  </a:lnTo>
                  <a:lnTo>
                    <a:pt x="2152691" y="957347"/>
                  </a:lnTo>
                  <a:lnTo>
                    <a:pt x="2153655" y="952361"/>
                  </a:lnTo>
                  <a:lnTo>
                    <a:pt x="2154619" y="947356"/>
                  </a:lnTo>
                  <a:lnTo>
                    <a:pt x="2155583" y="942257"/>
                  </a:lnTo>
                  <a:lnTo>
                    <a:pt x="2156547" y="936994"/>
                  </a:lnTo>
                  <a:lnTo>
                    <a:pt x="2157511" y="931553"/>
                  </a:lnTo>
                  <a:lnTo>
                    <a:pt x="2158475" y="925901"/>
                  </a:lnTo>
                  <a:lnTo>
                    <a:pt x="2159439" y="920057"/>
                  </a:lnTo>
                  <a:lnTo>
                    <a:pt x="2160403" y="914151"/>
                  </a:lnTo>
                  <a:lnTo>
                    <a:pt x="2161367" y="908274"/>
                  </a:lnTo>
                  <a:lnTo>
                    <a:pt x="2162331" y="902481"/>
                  </a:lnTo>
                  <a:lnTo>
                    <a:pt x="2163295" y="896736"/>
                  </a:lnTo>
                  <a:lnTo>
                    <a:pt x="2164259" y="891048"/>
                  </a:lnTo>
                  <a:lnTo>
                    <a:pt x="2165223" y="885481"/>
                  </a:lnTo>
                  <a:lnTo>
                    <a:pt x="2166187" y="880031"/>
                  </a:lnTo>
                  <a:lnTo>
                    <a:pt x="2167151" y="874712"/>
                  </a:lnTo>
                  <a:lnTo>
                    <a:pt x="2168115" y="869641"/>
                  </a:lnTo>
                  <a:lnTo>
                    <a:pt x="2169079" y="864841"/>
                  </a:lnTo>
                  <a:lnTo>
                    <a:pt x="2170043" y="860412"/>
                  </a:lnTo>
                  <a:lnTo>
                    <a:pt x="2171007" y="856319"/>
                  </a:lnTo>
                  <a:lnTo>
                    <a:pt x="2171971" y="852507"/>
                  </a:lnTo>
                  <a:lnTo>
                    <a:pt x="2172935" y="848951"/>
                  </a:lnTo>
                  <a:lnTo>
                    <a:pt x="2173899" y="845683"/>
                  </a:lnTo>
                  <a:lnTo>
                    <a:pt x="2174863" y="842635"/>
                  </a:lnTo>
                  <a:lnTo>
                    <a:pt x="2175827" y="839783"/>
                  </a:lnTo>
                  <a:lnTo>
                    <a:pt x="2176791" y="837081"/>
                  </a:lnTo>
                  <a:lnTo>
                    <a:pt x="2177755" y="834518"/>
                  </a:lnTo>
                  <a:lnTo>
                    <a:pt x="2178719" y="832168"/>
                  </a:lnTo>
                  <a:lnTo>
                    <a:pt x="2179683" y="830134"/>
                  </a:lnTo>
                  <a:lnTo>
                    <a:pt x="2180647" y="828472"/>
                  </a:lnTo>
                  <a:lnTo>
                    <a:pt x="2181611" y="827171"/>
                  </a:lnTo>
                  <a:lnTo>
                    <a:pt x="2182575" y="826147"/>
                  </a:lnTo>
                  <a:lnTo>
                    <a:pt x="2183539" y="825392"/>
                  </a:lnTo>
                  <a:lnTo>
                    <a:pt x="2184503" y="824914"/>
                  </a:lnTo>
                  <a:lnTo>
                    <a:pt x="2185467" y="824740"/>
                  </a:lnTo>
                  <a:lnTo>
                    <a:pt x="2186431" y="824858"/>
                  </a:lnTo>
                  <a:lnTo>
                    <a:pt x="2187395" y="825292"/>
                  </a:lnTo>
                  <a:lnTo>
                    <a:pt x="2188359" y="826084"/>
                  </a:lnTo>
                  <a:lnTo>
                    <a:pt x="2189323" y="827255"/>
                  </a:lnTo>
                  <a:lnTo>
                    <a:pt x="2190287" y="828874"/>
                  </a:lnTo>
                  <a:lnTo>
                    <a:pt x="2191251" y="830849"/>
                  </a:lnTo>
                  <a:lnTo>
                    <a:pt x="2192215" y="833195"/>
                  </a:lnTo>
                  <a:lnTo>
                    <a:pt x="2193179" y="835745"/>
                  </a:lnTo>
                  <a:lnTo>
                    <a:pt x="2194143" y="838441"/>
                  </a:lnTo>
                  <a:lnTo>
                    <a:pt x="2195107" y="841282"/>
                  </a:lnTo>
                  <a:lnTo>
                    <a:pt x="2196071" y="844217"/>
                  </a:lnTo>
                  <a:lnTo>
                    <a:pt x="2197035" y="847281"/>
                  </a:lnTo>
                  <a:lnTo>
                    <a:pt x="2197999" y="850482"/>
                  </a:lnTo>
                  <a:lnTo>
                    <a:pt x="2198963" y="853812"/>
                  </a:lnTo>
                  <a:lnTo>
                    <a:pt x="2199927" y="857169"/>
                  </a:lnTo>
                  <a:lnTo>
                    <a:pt x="2200891" y="860569"/>
                  </a:lnTo>
                  <a:lnTo>
                    <a:pt x="2201855" y="863975"/>
                  </a:lnTo>
                  <a:lnTo>
                    <a:pt x="2202819" y="867332"/>
                  </a:lnTo>
                  <a:lnTo>
                    <a:pt x="2203783" y="870571"/>
                  </a:lnTo>
                  <a:lnTo>
                    <a:pt x="2204747" y="873721"/>
                  </a:lnTo>
                  <a:lnTo>
                    <a:pt x="2205711" y="876793"/>
                  </a:lnTo>
                  <a:lnTo>
                    <a:pt x="2206675" y="879780"/>
                  </a:lnTo>
                  <a:lnTo>
                    <a:pt x="2207639" y="882789"/>
                  </a:lnTo>
                  <a:lnTo>
                    <a:pt x="2208603" y="885774"/>
                  </a:lnTo>
                  <a:lnTo>
                    <a:pt x="2209567" y="888676"/>
                  </a:lnTo>
                  <a:lnTo>
                    <a:pt x="2210531" y="891477"/>
                  </a:lnTo>
                  <a:lnTo>
                    <a:pt x="2211495" y="894194"/>
                  </a:lnTo>
                  <a:lnTo>
                    <a:pt x="2212459" y="896857"/>
                  </a:lnTo>
                  <a:lnTo>
                    <a:pt x="2213423" y="899434"/>
                  </a:lnTo>
                  <a:lnTo>
                    <a:pt x="2214387" y="901981"/>
                  </a:lnTo>
                  <a:lnTo>
                    <a:pt x="2215351" y="904525"/>
                  </a:lnTo>
                  <a:lnTo>
                    <a:pt x="2216315" y="907054"/>
                  </a:lnTo>
                  <a:lnTo>
                    <a:pt x="2217279" y="909611"/>
                  </a:lnTo>
                  <a:lnTo>
                    <a:pt x="2218243" y="912281"/>
                  </a:lnTo>
                  <a:lnTo>
                    <a:pt x="2219207" y="914972"/>
                  </a:lnTo>
                  <a:lnTo>
                    <a:pt x="2220171" y="917695"/>
                  </a:lnTo>
                  <a:lnTo>
                    <a:pt x="2221135" y="920447"/>
                  </a:lnTo>
                  <a:lnTo>
                    <a:pt x="2222099" y="923178"/>
                  </a:lnTo>
                  <a:lnTo>
                    <a:pt x="2223063" y="925876"/>
                  </a:lnTo>
                  <a:lnTo>
                    <a:pt x="2224027" y="928625"/>
                  </a:lnTo>
                  <a:lnTo>
                    <a:pt x="2224991" y="931407"/>
                  </a:lnTo>
                  <a:lnTo>
                    <a:pt x="2225955" y="934229"/>
                  </a:lnTo>
                  <a:lnTo>
                    <a:pt x="2226919" y="937109"/>
                  </a:lnTo>
                  <a:lnTo>
                    <a:pt x="2227883" y="939937"/>
                  </a:lnTo>
                  <a:lnTo>
                    <a:pt x="2228847" y="942670"/>
                  </a:lnTo>
                  <a:lnTo>
                    <a:pt x="2229811" y="945283"/>
                  </a:lnTo>
                  <a:lnTo>
                    <a:pt x="2230775" y="947884"/>
                  </a:lnTo>
                  <a:lnTo>
                    <a:pt x="2231739" y="950428"/>
                  </a:lnTo>
                  <a:lnTo>
                    <a:pt x="2232703" y="952919"/>
                  </a:lnTo>
                  <a:lnTo>
                    <a:pt x="2233667" y="955385"/>
                  </a:lnTo>
                  <a:lnTo>
                    <a:pt x="2234631" y="957799"/>
                  </a:lnTo>
                  <a:lnTo>
                    <a:pt x="2235595" y="960148"/>
                  </a:lnTo>
                  <a:lnTo>
                    <a:pt x="2236559" y="962449"/>
                  </a:lnTo>
                  <a:lnTo>
                    <a:pt x="2237523" y="964705"/>
                  </a:lnTo>
                  <a:lnTo>
                    <a:pt x="2238487" y="966889"/>
                  </a:lnTo>
                  <a:lnTo>
                    <a:pt x="2239451" y="968978"/>
                  </a:lnTo>
                  <a:lnTo>
                    <a:pt x="2240415" y="970959"/>
                  </a:lnTo>
                  <a:lnTo>
                    <a:pt x="2241379" y="972846"/>
                  </a:lnTo>
                  <a:lnTo>
                    <a:pt x="2242343" y="974791"/>
                  </a:lnTo>
                  <a:lnTo>
                    <a:pt x="2243307" y="976847"/>
                  </a:lnTo>
                  <a:lnTo>
                    <a:pt x="2244271" y="979010"/>
                  </a:lnTo>
                  <a:lnTo>
                    <a:pt x="2245235" y="981218"/>
                  </a:lnTo>
                  <a:lnTo>
                    <a:pt x="2246199" y="983473"/>
                  </a:lnTo>
                  <a:lnTo>
                    <a:pt x="2247163" y="985705"/>
                  </a:lnTo>
                  <a:lnTo>
                    <a:pt x="2248128" y="987868"/>
                  </a:lnTo>
                  <a:lnTo>
                    <a:pt x="2249092" y="989967"/>
                  </a:lnTo>
                  <a:lnTo>
                    <a:pt x="2250056" y="992036"/>
                  </a:lnTo>
                  <a:lnTo>
                    <a:pt x="2251020" y="994101"/>
                  </a:lnTo>
                  <a:lnTo>
                    <a:pt x="2251984" y="996271"/>
                  </a:lnTo>
                  <a:lnTo>
                    <a:pt x="2252948" y="998651"/>
                  </a:lnTo>
                  <a:lnTo>
                    <a:pt x="2253912" y="1001197"/>
                  </a:lnTo>
                  <a:lnTo>
                    <a:pt x="2254876" y="1003926"/>
                  </a:lnTo>
                  <a:lnTo>
                    <a:pt x="2255840" y="1006760"/>
                  </a:lnTo>
                  <a:lnTo>
                    <a:pt x="2256804" y="1009607"/>
                  </a:lnTo>
                  <a:lnTo>
                    <a:pt x="2257768" y="1012467"/>
                  </a:lnTo>
                  <a:lnTo>
                    <a:pt x="2258732" y="1015332"/>
                  </a:lnTo>
                  <a:lnTo>
                    <a:pt x="2259696" y="1018194"/>
                  </a:lnTo>
                  <a:lnTo>
                    <a:pt x="2260660" y="1021044"/>
                  </a:lnTo>
                  <a:lnTo>
                    <a:pt x="2261624" y="1023901"/>
                  </a:lnTo>
                  <a:lnTo>
                    <a:pt x="2262588" y="1026713"/>
                  </a:lnTo>
                  <a:lnTo>
                    <a:pt x="2263552" y="1029452"/>
                  </a:lnTo>
                  <a:lnTo>
                    <a:pt x="2264516" y="1032064"/>
                  </a:lnTo>
                  <a:lnTo>
                    <a:pt x="2265480" y="1034504"/>
                  </a:lnTo>
                  <a:lnTo>
                    <a:pt x="2266444" y="1036627"/>
                  </a:lnTo>
                  <a:lnTo>
                    <a:pt x="2267408" y="1038353"/>
                  </a:lnTo>
                  <a:lnTo>
                    <a:pt x="2268372" y="1039697"/>
                  </a:lnTo>
                  <a:lnTo>
                    <a:pt x="2269336" y="1040666"/>
                  </a:lnTo>
                  <a:lnTo>
                    <a:pt x="2270300" y="1041296"/>
                  </a:lnTo>
                  <a:lnTo>
                    <a:pt x="2271264" y="1041623"/>
                  </a:lnTo>
                  <a:lnTo>
                    <a:pt x="2272228" y="1041596"/>
                  </a:lnTo>
                  <a:lnTo>
                    <a:pt x="2273192" y="1041167"/>
                  </a:lnTo>
                  <a:lnTo>
                    <a:pt x="2274156" y="1040313"/>
                  </a:lnTo>
                  <a:lnTo>
                    <a:pt x="2275120" y="1039055"/>
                  </a:lnTo>
                  <a:lnTo>
                    <a:pt x="2276084" y="1037393"/>
                  </a:lnTo>
                  <a:lnTo>
                    <a:pt x="2277048" y="1035403"/>
                  </a:lnTo>
                  <a:lnTo>
                    <a:pt x="2278012" y="1033099"/>
                  </a:lnTo>
                  <a:lnTo>
                    <a:pt x="2278976" y="1030498"/>
                  </a:lnTo>
                  <a:lnTo>
                    <a:pt x="2279940" y="1027657"/>
                  </a:lnTo>
                  <a:lnTo>
                    <a:pt x="2280904" y="1024678"/>
                  </a:lnTo>
                  <a:lnTo>
                    <a:pt x="2281868" y="1021561"/>
                  </a:lnTo>
                  <a:lnTo>
                    <a:pt x="2282832" y="1018295"/>
                  </a:lnTo>
                  <a:lnTo>
                    <a:pt x="2283796" y="1014935"/>
                  </a:lnTo>
                  <a:lnTo>
                    <a:pt x="2284760" y="1011455"/>
                  </a:lnTo>
                  <a:lnTo>
                    <a:pt x="2285724" y="1007833"/>
                  </a:lnTo>
                  <a:lnTo>
                    <a:pt x="2286688" y="1004107"/>
                  </a:lnTo>
                  <a:lnTo>
                    <a:pt x="2287652" y="1000360"/>
                  </a:lnTo>
                  <a:lnTo>
                    <a:pt x="2288616" y="996659"/>
                  </a:lnTo>
                  <a:lnTo>
                    <a:pt x="2289580" y="993061"/>
                  </a:lnTo>
                  <a:lnTo>
                    <a:pt x="2290544" y="989479"/>
                  </a:lnTo>
                  <a:lnTo>
                    <a:pt x="2291508" y="985929"/>
                  </a:lnTo>
                  <a:lnTo>
                    <a:pt x="2292472" y="982374"/>
                  </a:lnTo>
                  <a:lnTo>
                    <a:pt x="2293436" y="978835"/>
                  </a:lnTo>
                  <a:lnTo>
                    <a:pt x="2294400" y="975344"/>
                  </a:lnTo>
                  <a:lnTo>
                    <a:pt x="2295364" y="971866"/>
                  </a:lnTo>
                  <a:lnTo>
                    <a:pt x="2296328" y="968463"/>
                  </a:lnTo>
                  <a:lnTo>
                    <a:pt x="2297292" y="965235"/>
                  </a:lnTo>
                  <a:lnTo>
                    <a:pt x="2298256" y="962199"/>
                  </a:lnTo>
                  <a:lnTo>
                    <a:pt x="2299220" y="959319"/>
                  </a:lnTo>
                  <a:lnTo>
                    <a:pt x="2300184" y="956576"/>
                  </a:lnTo>
                  <a:lnTo>
                    <a:pt x="2301148" y="953852"/>
                  </a:lnTo>
                  <a:lnTo>
                    <a:pt x="2302112" y="951131"/>
                  </a:lnTo>
                  <a:lnTo>
                    <a:pt x="2303076" y="948373"/>
                  </a:lnTo>
                  <a:lnTo>
                    <a:pt x="2304040" y="945548"/>
                  </a:lnTo>
                  <a:lnTo>
                    <a:pt x="2305004" y="942758"/>
                  </a:lnTo>
                  <a:lnTo>
                    <a:pt x="2305968" y="940101"/>
                  </a:lnTo>
                  <a:lnTo>
                    <a:pt x="2306932" y="937658"/>
                  </a:lnTo>
                  <a:lnTo>
                    <a:pt x="2307896" y="935471"/>
                  </a:lnTo>
                  <a:lnTo>
                    <a:pt x="2308860" y="933532"/>
                  </a:lnTo>
                  <a:lnTo>
                    <a:pt x="2309824" y="931836"/>
                  </a:lnTo>
                  <a:lnTo>
                    <a:pt x="2310788" y="930408"/>
                  </a:lnTo>
                  <a:lnTo>
                    <a:pt x="2311752" y="929264"/>
                  </a:lnTo>
                  <a:lnTo>
                    <a:pt x="2312716" y="928451"/>
                  </a:lnTo>
                  <a:lnTo>
                    <a:pt x="2313680" y="928018"/>
                  </a:lnTo>
                  <a:lnTo>
                    <a:pt x="2314644" y="928016"/>
                  </a:lnTo>
                  <a:lnTo>
                    <a:pt x="2315608" y="928525"/>
                  </a:lnTo>
                  <a:lnTo>
                    <a:pt x="2316572" y="929567"/>
                  </a:lnTo>
                  <a:lnTo>
                    <a:pt x="2317536" y="931211"/>
                  </a:lnTo>
                  <a:lnTo>
                    <a:pt x="2318500" y="933539"/>
                  </a:lnTo>
                  <a:lnTo>
                    <a:pt x="2319464" y="936508"/>
                  </a:lnTo>
                  <a:lnTo>
                    <a:pt x="2320428" y="940015"/>
                  </a:lnTo>
                  <a:lnTo>
                    <a:pt x="2321392" y="944017"/>
                  </a:lnTo>
                  <a:lnTo>
                    <a:pt x="2322356" y="948539"/>
                  </a:lnTo>
                  <a:lnTo>
                    <a:pt x="2323320" y="953582"/>
                  </a:lnTo>
                  <a:lnTo>
                    <a:pt x="2324284" y="959119"/>
                  </a:lnTo>
                  <a:lnTo>
                    <a:pt x="2325248" y="965101"/>
                  </a:lnTo>
                  <a:lnTo>
                    <a:pt x="2326212" y="971457"/>
                  </a:lnTo>
                  <a:lnTo>
                    <a:pt x="2327176" y="978139"/>
                  </a:lnTo>
                  <a:lnTo>
                    <a:pt x="2328140" y="985098"/>
                  </a:lnTo>
                  <a:lnTo>
                    <a:pt x="2329104" y="992225"/>
                  </a:lnTo>
                  <a:lnTo>
                    <a:pt x="2330068" y="999482"/>
                  </a:lnTo>
                  <a:lnTo>
                    <a:pt x="2331032" y="1006849"/>
                  </a:lnTo>
                  <a:lnTo>
                    <a:pt x="2331996" y="1014264"/>
                  </a:lnTo>
                  <a:lnTo>
                    <a:pt x="2332960" y="1021653"/>
                  </a:lnTo>
                  <a:lnTo>
                    <a:pt x="2333924" y="1028991"/>
                  </a:lnTo>
                  <a:lnTo>
                    <a:pt x="2334888" y="1036225"/>
                  </a:lnTo>
                  <a:lnTo>
                    <a:pt x="2335852" y="1043261"/>
                  </a:lnTo>
                  <a:lnTo>
                    <a:pt x="2336816" y="1049936"/>
                  </a:lnTo>
                  <a:lnTo>
                    <a:pt x="2337780" y="1056173"/>
                  </a:lnTo>
                  <a:lnTo>
                    <a:pt x="2338744" y="1061906"/>
                  </a:lnTo>
                  <a:lnTo>
                    <a:pt x="2339708" y="1067110"/>
                  </a:lnTo>
                  <a:lnTo>
                    <a:pt x="2340672" y="1071741"/>
                  </a:lnTo>
                  <a:lnTo>
                    <a:pt x="2341636" y="1075780"/>
                  </a:lnTo>
                  <a:lnTo>
                    <a:pt x="2342600" y="1079211"/>
                  </a:lnTo>
                  <a:lnTo>
                    <a:pt x="2343564" y="1082108"/>
                  </a:lnTo>
                  <a:lnTo>
                    <a:pt x="2344528" y="1084549"/>
                  </a:lnTo>
                  <a:lnTo>
                    <a:pt x="2345492" y="1086546"/>
                  </a:lnTo>
                  <a:lnTo>
                    <a:pt x="2346456" y="1088093"/>
                  </a:lnTo>
                  <a:lnTo>
                    <a:pt x="2347420" y="1089245"/>
                  </a:lnTo>
                  <a:lnTo>
                    <a:pt x="2348384" y="1089990"/>
                  </a:lnTo>
                  <a:lnTo>
                    <a:pt x="2349348" y="1090375"/>
                  </a:lnTo>
                  <a:lnTo>
                    <a:pt x="2350312" y="1090485"/>
                  </a:lnTo>
                  <a:lnTo>
                    <a:pt x="2351276" y="1090410"/>
                  </a:lnTo>
                  <a:lnTo>
                    <a:pt x="2352240" y="1090271"/>
                  </a:lnTo>
                  <a:lnTo>
                    <a:pt x="2353204" y="1090113"/>
                  </a:lnTo>
                  <a:lnTo>
                    <a:pt x="2354168" y="1089928"/>
                  </a:lnTo>
                  <a:lnTo>
                    <a:pt x="2355132" y="1089647"/>
                  </a:lnTo>
                  <a:lnTo>
                    <a:pt x="2356096" y="1089245"/>
                  </a:lnTo>
                  <a:lnTo>
                    <a:pt x="2357060" y="1088704"/>
                  </a:lnTo>
                  <a:lnTo>
                    <a:pt x="2358024" y="1088040"/>
                  </a:lnTo>
                  <a:lnTo>
                    <a:pt x="2358989" y="1087203"/>
                  </a:lnTo>
                  <a:lnTo>
                    <a:pt x="2359953" y="1086150"/>
                  </a:lnTo>
                  <a:lnTo>
                    <a:pt x="2360917" y="1084870"/>
                  </a:lnTo>
                  <a:lnTo>
                    <a:pt x="2361881" y="1083352"/>
                  </a:lnTo>
                  <a:lnTo>
                    <a:pt x="2362845" y="1081599"/>
                  </a:lnTo>
                  <a:lnTo>
                    <a:pt x="2363809" y="1079608"/>
                  </a:lnTo>
                  <a:lnTo>
                    <a:pt x="2364773" y="1077341"/>
                  </a:lnTo>
                  <a:lnTo>
                    <a:pt x="2365737" y="1074682"/>
                  </a:lnTo>
                  <a:lnTo>
                    <a:pt x="2366701" y="1071462"/>
                  </a:lnTo>
                  <a:lnTo>
                    <a:pt x="2367665" y="1067557"/>
                  </a:lnTo>
                  <a:lnTo>
                    <a:pt x="2368629" y="1062993"/>
                  </a:lnTo>
                  <a:lnTo>
                    <a:pt x="2369593" y="1057943"/>
                  </a:lnTo>
                  <a:lnTo>
                    <a:pt x="2370557" y="1052478"/>
                  </a:lnTo>
                  <a:lnTo>
                    <a:pt x="2371521" y="1046576"/>
                  </a:lnTo>
                  <a:lnTo>
                    <a:pt x="2372485" y="1040244"/>
                  </a:lnTo>
                  <a:lnTo>
                    <a:pt x="2373449" y="1033486"/>
                  </a:lnTo>
                  <a:lnTo>
                    <a:pt x="2374413" y="1026357"/>
                  </a:lnTo>
                  <a:lnTo>
                    <a:pt x="2375377" y="1018878"/>
                  </a:lnTo>
                  <a:lnTo>
                    <a:pt x="2376341" y="1011054"/>
                  </a:lnTo>
                  <a:lnTo>
                    <a:pt x="2377305" y="1002882"/>
                  </a:lnTo>
                  <a:lnTo>
                    <a:pt x="2378269" y="994371"/>
                  </a:lnTo>
                  <a:lnTo>
                    <a:pt x="2379233" y="985519"/>
                  </a:lnTo>
                  <a:lnTo>
                    <a:pt x="2380197" y="976392"/>
                  </a:lnTo>
                  <a:lnTo>
                    <a:pt x="2381161" y="967091"/>
                  </a:lnTo>
                  <a:lnTo>
                    <a:pt x="2382125" y="957716"/>
                  </a:lnTo>
                  <a:lnTo>
                    <a:pt x="2383089" y="948324"/>
                  </a:lnTo>
                  <a:lnTo>
                    <a:pt x="2384053" y="938902"/>
                  </a:lnTo>
                  <a:lnTo>
                    <a:pt x="2385017" y="929501"/>
                  </a:lnTo>
                  <a:lnTo>
                    <a:pt x="2385981" y="920219"/>
                  </a:lnTo>
                  <a:lnTo>
                    <a:pt x="2386945" y="911139"/>
                  </a:lnTo>
                  <a:lnTo>
                    <a:pt x="2387909" y="902363"/>
                  </a:lnTo>
                  <a:lnTo>
                    <a:pt x="2388873" y="893927"/>
                  </a:lnTo>
                  <a:lnTo>
                    <a:pt x="2389837" y="885916"/>
                  </a:lnTo>
                  <a:lnTo>
                    <a:pt x="2390801" y="878346"/>
                  </a:lnTo>
                  <a:lnTo>
                    <a:pt x="2391765" y="871292"/>
                  </a:lnTo>
                  <a:lnTo>
                    <a:pt x="2392729" y="864731"/>
                  </a:lnTo>
                  <a:lnTo>
                    <a:pt x="2393693" y="858613"/>
                  </a:lnTo>
                  <a:lnTo>
                    <a:pt x="2394657" y="852911"/>
                  </a:lnTo>
                  <a:lnTo>
                    <a:pt x="2395621" y="847633"/>
                  </a:lnTo>
                  <a:lnTo>
                    <a:pt x="2396585" y="842765"/>
                  </a:lnTo>
                  <a:lnTo>
                    <a:pt x="2397549" y="838311"/>
                  </a:lnTo>
                  <a:lnTo>
                    <a:pt x="2398513" y="834210"/>
                  </a:lnTo>
                  <a:lnTo>
                    <a:pt x="2399477" y="830389"/>
                  </a:lnTo>
                  <a:lnTo>
                    <a:pt x="2400441" y="826769"/>
                  </a:lnTo>
                  <a:lnTo>
                    <a:pt x="2401405" y="823301"/>
                  </a:lnTo>
                  <a:lnTo>
                    <a:pt x="2402369" y="819936"/>
                  </a:lnTo>
                  <a:lnTo>
                    <a:pt x="2403333" y="816720"/>
                  </a:lnTo>
                  <a:lnTo>
                    <a:pt x="2404297" y="813613"/>
                  </a:lnTo>
                  <a:lnTo>
                    <a:pt x="2405261" y="810629"/>
                  </a:lnTo>
                  <a:lnTo>
                    <a:pt x="2406225" y="807735"/>
                  </a:lnTo>
                  <a:lnTo>
                    <a:pt x="2407189" y="804943"/>
                  </a:lnTo>
                  <a:lnTo>
                    <a:pt x="2408153" y="802267"/>
                  </a:lnTo>
                  <a:lnTo>
                    <a:pt x="2409117" y="799689"/>
                  </a:lnTo>
                  <a:lnTo>
                    <a:pt x="2410081" y="797169"/>
                  </a:lnTo>
                  <a:lnTo>
                    <a:pt x="2411045" y="794703"/>
                  </a:lnTo>
                  <a:lnTo>
                    <a:pt x="2412009" y="792291"/>
                  </a:lnTo>
                  <a:lnTo>
                    <a:pt x="2412973" y="790042"/>
                  </a:lnTo>
                  <a:lnTo>
                    <a:pt x="2413937" y="788064"/>
                  </a:lnTo>
                  <a:lnTo>
                    <a:pt x="2414901" y="786469"/>
                  </a:lnTo>
                  <a:lnTo>
                    <a:pt x="2415865" y="785355"/>
                  </a:lnTo>
                  <a:lnTo>
                    <a:pt x="2416829" y="784777"/>
                  </a:lnTo>
                  <a:lnTo>
                    <a:pt x="2417793" y="784673"/>
                  </a:lnTo>
                  <a:lnTo>
                    <a:pt x="2418757" y="784980"/>
                  </a:lnTo>
                  <a:lnTo>
                    <a:pt x="2419721" y="785663"/>
                  </a:lnTo>
                  <a:lnTo>
                    <a:pt x="2420685" y="786719"/>
                  </a:lnTo>
                  <a:lnTo>
                    <a:pt x="2421649" y="788142"/>
                  </a:lnTo>
                  <a:lnTo>
                    <a:pt x="2422613" y="789939"/>
                  </a:lnTo>
                  <a:lnTo>
                    <a:pt x="2423577" y="792121"/>
                  </a:lnTo>
                  <a:lnTo>
                    <a:pt x="2424541" y="794705"/>
                  </a:lnTo>
                  <a:lnTo>
                    <a:pt x="2425505" y="797708"/>
                  </a:lnTo>
                  <a:lnTo>
                    <a:pt x="2426469" y="801167"/>
                  </a:lnTo>
                  <a:lnTo>
                    <a:pt x="2427433" y="805102"/>
                  </a:lnTo>
                  <a:lnTo>
                    <a:pt x="2428397" y="809482"/>
                  </a:lnTo>
                  <a:lnTo>
                    <a:pt x="2429361" y="814220"/>
                  </a:lnTo>
                  <a:lnTo>
                    <a:pt x="2430325" y="819237"/>
                  </a:lnTo>
                  <a:lnTo>
                    <a:pt x="2431289" y="824465"/>
                  </a:lnTo>
                  <a:lnTo>
                    <a:pt x="2432253" y="829960"/>
                  </a:lnTo>
                  <a:lnTo>
                    <a:pt x="2433217" y="835779"/>
                  </a:lnTo>
                  <a:lnTo>
                    <a:pt x="2434181" y="841883"/>
                  </a:lnTo>
                  <a:lnTo>
                    <a:pt x="2435145" y="848237"/>
                  </a:lnTo>
                  <a:lnTo>
                    <a:pt x="2436109" y="854747"/>
                  </a:lnTo>
                  <a:lnTo>
                    <a:pt x="2437073" y="861480"/>
                  </a:lnTo>
                  <a:lnTo>
                    <a:pt x="2438037" y="868462"/>
                  </a:lnTo>
                  <a:lnTo>
                    <a:pt x="2439001" y="875538"/>
                  </a:lnTo>
                  <a:lnTo>
                    <a:pt x="2439965" y="882659"/>
                  </a:lnTo>
                  <a:lnTo>
                    <a:pt x="2440929" y="889725"/>
                  </a:lnTo>
                  <a:lnTo>
                    <a:pt x="2441893" y="896681"/>
                  </a:lnTo>
                  <a:lnTo>
                    <a:pt x="2442857" y="903503"/>
                  </a:lnTo>
                  <a:lnTo>
                    <a:pt x="2443821" y="910182"/>
                  </a:lnTo>
                  <a:lnTo>
                    <a:pt x="2444785" y="916669"/>
                  </a:lnTo>
                  <a:lnTo>
                    <a:pt x="2445749" y="922989"/>
                  </a:lnTo>
                  <a:lnTo>
                    <a:pt x="2446713" y="929139"/>
                  </a:lnTo>
                  <a:lnTo>
                    <a:pt x="2447677" y="935115"/>
                  </a:lnTo>
                  <a:lnTo>
                    <a:pt x="2448641" y="940960"/>
                  </a:lnTo>
                  <a:lnTo>
                    <a:pt x="2449605" y="946673"/>
                  </a:lnTo>
                  <a:lnTo>
                    <a:pt x="2450569" y="952246"/>
                  </a:lnTo>
                  <a:lnTo>
                    <a:pt x="2451533" y="957595"/>
                  </a:lnTo>
                  <a:lnTo>
                    <a:pt x="2452497" y="962655"/>
                  </a:lnTo>
                  <a:lnTo>
                    <a:pt x="2453461" y="967517"/>
                  </a:lnTo>
                  <a:lnTo>
                    <a:pt x="2454425" y="972191"/>
                  </a:lnTo>
                  <a:lnTo>
                    <a:pt x="2455389" y="976735"/>
                  </a:lnTo>
                  <a:lnTo>
                    <a:pt x="2456353" y="981193"/>
                  </a:lnTo>
                  <a:lnTo>
                    <a:pt x="2457317" y="985591"/>
                  </a:lnTo>
                  <a:lnTo>
                    <a:pt x="2458281" y="989937"/>
                  </a:lnTo>
                  <a:lnTo>
                    <a:pt x="2459245" y="994235"/>
                  </a:lnTo>
                  <a:lnTo>
                    <a:pt x="2460209" y="998447"/>
                  </a:lnTo>
                  <a:lnTo>
                    <a:pt x="2461173" y="1002486"/>
                  </a:lnTo>
                  <a:lnTo>
                    <a:pt x="2462137" y="1006273"/>
                  </a:lnTo>
                  <a:lnTo>
                    <a:pt x="2463101" y="1009736"/>
                  </a:lnTo>
                  <a:lnTo>
                    <a:pt x="2464065" y="1012893"/>
                  </a:lnTo>
                  <a:lnTo>
                    <a:pt x="2465029" y="1015770"/>
                  </a:lnTo>
                  <a:lnTo>
                    <a:pt x="2465993" y="1018356"/>
                  </a:lnTo>
                  <a:lnTo>
                    <a:pt x="2466957" y="1020642"/>
                  </a:lnTo>
                  <a:lnTo>
                    <a:pt x="2467921" y="1022643"/>
                  </a:lnTo>
                  <a:lnTo>
                    <a:pt x="2468885" y="1024359"/>
                  </a:lnTo>
                  <a:lnTo>
                    <a:pt x="2469849" y="1025797"/>
                  </a:lnTo>
                  <a:lnTo>
                    <a:pt x="2470814" y="1026942"/>
                  </a:lnTo>
                  <a:lnTo>
                    <a:pt x="2471778" y="1027812"/>
                  </a:lnTo>
                  <a:lnTo>
                    <a:pt x="2472742" y="1028477"/>
                  </a:lnTo>
                  <a:lnTo>
                    <a:pt x="2473706" y="1028998"/>
                  </a:lnTo>
                  <a:lnTo>
                    <a:pt x="2474670" y="1029375"/>
                  </a:lnTo>
                  <a:lnTo>
                    <a:pt x="2475634" y="1029612"/>
                  </a:lnTo>
                  <a:lnTo>
                    <a:pt x="2476598" y="1029692"/>
                  </a:lnTo>
                  <a:lnTo>
                    <a:pt x="2477562" y="1029698"/>
                  </a:lnTo>
                  <a:lnTo>
                    <a:pt x="2478526" y="1029684"/>
                  </a:lnTo>
                  <a:lnTo>
                    <a:pt x="2479490" y="1029741"/>
                  </a:lnTo>
                  <a:lnTo>
                    <a:pt x="2480454" y="1029884"/>
                  </a:lnTo>
                  <a:lnTo>
                    <a:pt x="2481418" y="1030068"/>
                  </a:lnTo>
                  <a:lnTo>
                    <a:pt x="2482382" y="1030310"/>
                  </a:lnTo>
                  <a:lnTo>
                    <a:pt x="2483346" y="1030682"/>
                  </a:lnTo>
                  <a:lnTo>
                    <a:pt x="2484310" y="1031236"/>
                  </a:lnTo>
                  <a:lnTo>
                    <a:pt x="2485274" y="1031983"/>
                  </a:lnTo>
                  <a:lnTo>
                    <a:pt x="2486238" y="1032808"/>
                  </a:lnTo>
                  <a:lnTo>
                    <a:pt x="2487202" y="1033752"/>
                  </a:lnTo>
                  <a:lnTo>
                    <a:pt x="2488166" y="1034772"/>
                  </a:lnTo>
                  <a:lnTo>
                    <a:pt x="2489130" y="1035948"/>
                  </a:lnTo>
                  <a:lnTo>
                    <a:pt x="2490094" y="1037343"/>
                  </a:lnTo>
                  <a:lnTo>
                    <a:pt x="2491058" y="1038966"/>
                  </a:lnTo>
                  <a:lnTo>
                    <a:pt x="2492022" y="1040768"/>
                  </a:lnTo>
                  <a:lnTo>
                    <a:pt x="2492986" y="1042766"/>
                  </a:lnTo>
                  <a:lnTo>
                    <a:pt x="2493950" y="1044957"/>
                  </a:lnTo>
                  <a:lnTo>
                    <a:pt x="2494914" y="1047330"/>
                  </a:lnTo>
                  <a:lnTo>
                    <a:pt x="2495878" y="1049953"/>
                  </a:lnTo>
                  <a:lnTo>
                    <a:pt x="2496842" y="1052766"/>
                  </a:lnTo>
                  <a:lnTo>
                    <a:pt x="2497806" y="1055715"/>
                  </a:lnTo>
                  <a:lnTo>
                    <a:pt x="2498770" y="1058787"/>
                  </a:lnTo>
                  <a:lnTo>
                    <a:pt x="2499734" y="1062003"/>
                  </a:lnTo>
                  <a:lnTo>
                    <a:pt x="2500698" y="1065466"/>
                  </a:lnTo>
                  <a:lnTo>
                    <a:pt x="2501662" y="1069106"/>
                  </a:lnTo>
                  <a:lnTo>
                    <a:pt x="2502626" y="1072870"/>
                  </a:lnTo>
                  <a:lnTo>
                    <a:pt x="2503590" y="1076674"/>
                  </a:lnTo>
                  <a:lnTo>
                    <a:pt x="2504554" y="1080472"/>
                  </a:lnTo>
                  <a:lnTo>
                    <a:pt x="2505518" y="1084236"/>
                  </a:lnTo>
                  <a:lnTo>
                    <a:pt x="2506482" y="1088022"/>
                  </a:lnTo>
                  <a:lnTo>
                    <a:pt x="2507446" y="1091840"/>
                  </a:lnTo>
                  <a:lnTo>
                    <a:pt x="2508410" y="1095700"/>
                  </a:lnTo>
                  <a:lnTo>
                    <a:pt x="2509374" y="1099610"/>
                  </a:lnTo>
                  <a:lnTo>
                    <a:pt x="2510338" y="1103567"/>
                  </a:lnTo>
                  <a:lnTo>
                    <a:pt x="2511302" y="1107631"/>
                  </a:lnTo>
                  <a:lnTo>
                    <a:pt x="2512266" y="1111831"/>
                  </a:lnTo>
                  <a:lnTo>
                    <a:pt x="2513230" y="1116141"/>
                  </a:lnTo>
                  <a:lnTo>
                    <a:pt x="2514194" y="1120565"/>
                  </a:lnTo>
                  <a:lnTo>
                    <a:pt x="2515158" y="1125094"/>
                  </a:lnTo>
                  <a:lnTo>
                    <a:pt x="2516122" y="1129747"/>
                  </a:lnTo>
                  <a:lnTo>
                    <a:pt x="2517086" y="1134584"/>
                  </a:lnTo>
                  <a:lnTo>
                    <a:pt x="2518050" y="1139636"/>
                  </a:lnTo>
                  <a:lnTo>
                    <a:pt x="2519014" y="1144918"/>
                  </a:lnTo>
                  <a:lnTo>
                    <a:pt x="2519978" y="1150450"/>
                  </a:lnTo>
                  <a:lnTo>
                    <a:pt x="2520942" y="1156148"/>
                  </a:lnTo>
                  <a:lnTo>
                    <a:pt x="2521906" y="1161943"/>
                  </a:lnTo>
                  <a:lnTo>
                    <a:pt x="2522870" y="1167859"/>
                  </a:lnTo>
                  <a:lnTo>
                    <a:pt x="2523834" y="1173887"/>
                  </a:lnTo>
                  <a:lnTo>
                    <a:pt x="2524798" y="1180014"/>
                  </a:lnTo>
                  <a:lnTo>
                    <a:pt x="2525762" y="1186199"/>
                  </a:lnTo>
                  <a:lnTo>
                    <a:pt x="2526726" y="1192372"/>
                  </a:lnTo>
                  <a:lnTo>
                    <a:pt x="2527690" y="1198462"/>
                  </a:lnTo>
                  <a:lnTo>
                    <a:pt x="2528654" y="1204392"/>
                  </a:lnTo>
                  <a:lnTo>
                    <a:pt x="2529618" y="1210145"/>
                  </a:lnTo>
                  <a:lnTo>
                    <a:pt x="2530582" y="1215737"/>
                  </a:lnTo>
                  <a:lnTo>
                    <a:pt x="2531546" y="1221123"/>
                  </a:lnTo>
                  <a:lnTo>
                    <a:pt x="2532510" y="1226241"/>
                  </a:lnTo>
                  <a:lnTo>
                    <a:pt x="2533474" y="1231026"/>
                  </a:lnTo>
                  <a:lnTo>
                    <a:pt x="2534438" y="1235515"/>
                  </a:lnTo>
                  <a:lnTo>
                    <a:pt x="2535402" y="1239778"/>
                  </a:lnTo>
                  <a:lnTo>
                    <a:pt x="2536366" y="1243934"/>
                  </a:lnTo>
                  <a:lnTo>
                    <a:pt x="2537330" y="1248107"/>
                  </a:lnTo>
                  <a:lnTo>
                    <a:pt x="2538294" y="1252242"/>
                  </a:lnTo>
                  <a:lnTo>
                    <a:pt x="2539258" y="1256372"/>
                  </a:lnTo>
                  <a:lnTo>
                    <a:pt x="2540222" y="1260534"/>
                  </a:lnTo>
                  <a:lnTo>
                    <a:pt x="2541186" y="1264801"/>
                  </a:lnTo>
                  <a:lnTo>
                    <a:pt x="2542150" y="1269106"/>
                  </a:lnTo>
                  <a:lnTo>
                    <a:pt x="2543114" y="1273453"/>
                  </a:lnTo>
                  <a:lnTo>
                    <a:pt x="2544078" y="1277852"/>
                  </a:lnTo>
                  <a:lnTo>
                    <a:pt x="2545042" y="1282268"/>
                  </a:lnTo>
                  <a:lnTo>
                    <a:pt x="2546006" y="1286814"/>
                  </a:lnTo>
                  <a:lnTo>
                    <a:pt x="2546970" y="1291576"/>
                  </a:lnTo>
                  <a:lnTo>
                    <a:pt x="2547934" y="1296583"/>
                  </a:lnTo>
                  <a:lnTo>
                    <a:pt x="2548898" y="1301782"/>
                  </a:lnTo>
                  <a:lnTo>
                    <a:pt x="2549862" y="1307123"/>
                  </a:lnTo>
                  <a:lnTo>
                    <a:pt x="2550826" y="1312651"/>
                  </a:lnTo>
                  <a:lnTo>
                    <a:pt x="2551790" y="1318354"/>
                  </a:lnTo>
                  <a:lnTo>
                    <a:pt x="2552754" y="1324257"/>
                  </a:lnTo>
                  <a:lnTo>
                    <a:pt x="2553718" y="1330328"/>
                  </a:lnTo>
                  <a:lnTo>
                    <a:pt x="2554682" y="1336492"/>
                  </a:lnTo>
                  <a:lnTo>
                    <a:pt x="2555646" y="1342682"/>
                  </a:lnTo>
                  <a:lnTo>
                    <a:pt x="2556610" y="1348931"/>
                  </a:lnTo>
                  <a:lnTo>
                    <a:pt x="2557574" y="1355232"/>
                  </a:lnTo>
                  <a:lnTo>
                    <a:pt x="2558538" y="1361619"/>
                  </a:lnTo>
                  <a:lnTo>
                    <a:pt x="2559502" y="1368088"/>
                  </a:lnTo>
                  <a:lnTo>
                    <a:pt x="2560466" y="1374487"/>
                  </a:lnTo>
                  <a:lnTo>
                    <a:pt x="2561430" y="1380776"/>
                  </a:lnTo>
                  <a:lnTo>
                    <a:pt x="2562394" y="1386898"/>
                  </a:lnTo>
                  <a:lnTo>
                    <a:pt x="2563358" y="1392809"/>
                  </a:lnTo>
                  <a:lnTo>
                    <a:pt x="2564322" y="1398551"/>
                  </a:lnTo>
                  <a:lnTo>
                    <a:pt x="2565286" y="1404120"/>
                  </a:lnTo>
                  <a:lnTo>
                    <a:pt x="2566250" y="1409416"/>
                  </a:lnTo>
                  <a:lnTo>
                    <a:pt x="2567214" y="1414488"/>
                  </a:lnTo>
                  <a:lnTo>
                    <a:pt x="2568178" y="1419302"/>
                  </a:lnTo>
                  <a:lnTo>
                    <a:pt x="2569142" y="1423841"/>
                  </a:lnTo>
                  <a:lnTo>
                    <a:pt x="2570106" y="1428102"/>
                  </a:lnTo>
                  <a:lnTo>
                    <a:pt x="2571070" y="1431980"/>
                  </a:lnTo>
                  <a:lnTo>
                    <a:pt x="2572034" y="1435390"/>
                  </a:lnTo>
                  <a:lnTo>
                    <a:pt x="2572998" y="1438338"/>
                  </a:lnTo>
                  <a:lnTo>
                    <a:pt x="2573962" y="1440855"/>
                  </a:lnTo>
                  <a:lnTo>
                    <a:pt x="2574926" y="1443031"/>
                  </a:lnTo>
                  <a:lnTo>
                    <a:pt x="2575890" y="1444852"/>
                  </a:lnTo>
                  <a:lnTo>
                    <a:pt x="2576854" y="1446427"/>
                  </a:lnTo>
                  <a:lnTo>
                    <a:pt x="2577818" y="1447821"/>
                  </a:lnTo>
                  <a:lnTo>
                    <a:pt x="2578782" y="1448977"/>
                  </a:lnTo>
                  <a:lnTo>
                    <a:pt x="2579746" y="1449870"/>
                  </a:lnTo>
                  <a:lnTo>
                    <a:pt x="2580710" y="1450489"/>
                  </a:lnTo>
                  <a:lnTo>
                    <a:pt x="2581675" y="1450866"/>
                  </a:lnTo>
                  <a:lnTo>
                    <a:pt x="2582639" y="1450946"/>
                  </a:lnTo>
                  <a:lnTo>
                    <a:pt x="2583603" y="1450665"/>
                  </a:lnTo>
                  <a:lnTo>
                    <a:pt x="2584567" y="1449966"/>
                  </a:lnTo>
                  <a:lnTo>
                    <a:pt x="2585531" y="1448677"/>
                  </a:lnTo>
                  <a:lnTo>
                    <a:pt x="2586495" y="1446858"/>
                  </a:lnTo>
                  <a:lnTo>
                    <a:pt x="2587459" y="1444523"/>
                  </a:lnTo>
                  <a:lnTo>
                    <a:pt x="2588423" y="1441640"/>
                  </a:lnTo>
                  <a:lnTo>
                    <a:pt x="2589387" y="1438157"/>
                  </a:lnTo>
                  <a:lnTo>
                    <a:pt x="2590351" y="1434122"/>
                  </a:lnTo>
                  <a:lnTo>
                    <a:pt x="2591315" y="1429621"/>
                  </a:lnTo>
                  <a:lnTo>
                    <a:pt x="2592279" y="1424672"/>
                  </a:lnTo>
                  <a:lnTo>
                    <a:pt x="2593243" y="1419348"/>
                  </a:lnTo>
                  <a:lnTo>
                    <a:pt x="2594207" y="1413640"/>
                  </a:lnTo>
                  <a:lnTo>
                    <a:pt x="2595171" y="1407510"/>
                  </a:lnTo>
                  <a:lnTo>
                    <a:pt x="2596135" y="1400948"/>
                  </a:lnTo>
                  <a:lnTo>
                    <a:pt x="2597099" y="1394020"/>
                  </a:lnTo>
                  <a:lnTo>
                    <a:pt x="2598063" y="1386875"/>
                  </a:lnTo>
                  <a:lnTo>
                    <a:pt x="2599027" y="1379563"/>
                  </a:lnTo>
                  <a:lnTo>
                    <a:pt x="2599991" y="1372132"/>
                  </a:lnTo>
                  <a:lnTo>
                    <a:pt x="2600955" y="1364640"/>
                  </a:lnTo>
                  <a:lnTo>
                    <a:pt x="2601919" y="1357140"/>
                  </a:lnTo>
                  <a:lnTo>
                    <a:pt x="2602883" y="1349756"/>
                  </a:lnTo>
                  <a:lnTo>
                    <a:pt x="2603847" y="1342612"/>
                  </a:lnTo>
                  <a:lnTo>
                    <a:pt x="2604811" y="1335735"/>
                  </a:lnTo>
                  <a:lnTo>
                    <a:pt x="2605775" y="1329142"/>
                  </a:lnTo>
                  <a:lnTo>
                    <a:pt x="2606739" y="1322841"/>
                  </a:lnTo>
                  <a:lnTo>
                    <a:pt x="2607703" y="1316800"/>
                  </a:lnTo>
                  <a:lnTo>
                    <a:pt x="2608667" y="1311109"/>
                  </a:lnTo>
                  <a:lnTo>
                    <a:pt x="2609631" y="1305851"/>
                  </a:lnTo>
                  <a:lnTo>
                    <a:pt x="2610595" y="1301067"/>
                  </a:lnTo>
                  <a:lnTo>
                    <a:pt x="2611559" y="1296836"/>
                  </a:lnTo>
                  <a:lnTo>
                    <a:pt x="2612523" y="1293160"/>
                  </a:lnTo>
                  <a:lnTo>
                    <a:pt x="2613487" y="1289973"/>
                  </a:lnTo>
                  <a:lnTo>
                    <a:pt x="2614451" y="1287315"/>
                  </a:lnTo>
                  <a:lnTo>
                    <a:pt x="2615415" y="1285146"/>
                  </a:lnTo>
                  <a:lnTo>
                    <a:pt x="2616379" y="1283385"/>
                  </a:lnTo>
                  <a:lnTo>
                    <a:pt x="2617343" y="1282032"/>
                  </a:lnTo>
                  <a:lnTo>
                    <a:pt x="2618307" y="1281102"/>
                  </a:lnTo>
                  <a:lnTo>
                    <a:pt x="2619271" y="1280653"/>
                  </a:lnTo>
                  <a:lnTo>
                    <a:pt x="2620235" y="1280769"/>
                  </a:lnTo>
                  <a:lnTo>
                    <a:pt x="2621199" y="1281441"/>
                  </a:lnTo>
                  <a:lnTo>
                    <a:pt x="2622163" y="1282659"/>
                  </a:lnTo>
                  <a:lnTo>
                    <a:pt x="2623127" y="1284356"/>
                  </a:lnTo>
                  <a:lnTo>
                    <a:pt x="2624091" y="1286503"/>
                  </a:lnTo>
                  <a:lnTo>
                    <a:pt x="2625055" y="1289028"/>
                  </a:lnTo>
                  <a:lnTo>
                    <a:pt x="2626019" y="1291845"/>
                  </a:lnTo>
                  <a:lnTo>
                    <a:pt x="2626983" y="1294905"/>
                  </a:lnTo>
                  <a:lnTo>
                    <a:pt x="2627947" y="1298258"/>
                  </a:lnTo>
                  <a:lnTo>
                    <a:pt x="2628911" y="1301948"/>
                  </a:lnTo>
                  <a:lnTo>
                    <a:pt x="2629875" y="1306020"/>
                  </a:lnTo>
                  <a:lnTo>
                    <a:pt x="2630839" y="1310528"/>
                  </a:lnTo>
                  <a:lnTo>
                    <a:pt x="2631803" y="1315586"/>
                  </a:lnTo>
                  <a:lnTo>
                    <a:pt x="2632767" y="1321177"/>
                  </a:lnTo>
                  <a:lnTo>
                    <a:pt x="2633731" y="1327273"/>
                  </a:lnTo>
                  <a:lnTo>
                    <a:pt x="2634695" y="1333839"/>
                  </a:lnTo>
                  <a:lnTo>
                    <a:pt x="2635659" y="1340765"/>
                  </a:lnTo>
                  <a:lnTo>
                    <a:pt x="2636623" y="1348060"/>
                  </a:lnTo>
                  <a:lnTo>
                    <a:pt x="2637587" y="1355715"/>
                  </a:lnTo>
                  <a:lnTo>
                    <a:pt x="2638551" y="1363755"/>
                  </a:lnTo>
                  <a:lnTo>
                    <a:pt x="2639515" y="1372110"/>
                  </a:lnTo>
                  <a:lnTo>
                    <a:pt x="2640479" y="1380689"/>
                  </a:lnTo>
                  <a:lnTo>
                    <a:pt x="2641443" y="1389410"/>
                  </a:lnTo>
                  <a:lnTo>
                    <a:pt x="2642407" y="1398143"/>
                  </a:lnTo>
                  <a:lnTo>
                    <a:pt x="2643371" y="1406805"/>
                  </a:lnTo>
                  <a:lnTo>
                    <a:pt x="2644335" y="1415342"/>
                  </a:lnTo>
                  <a:lnTo>
                    <a:pt x="2645299" y="1423654"/>
                  </a:lnTo>
                  <a:lnTo>
                    <a:pt x="2646263" y="1431574"/>
                  </a:lnTo>
                  <a:lnTo>
                    <a:pt x="2647227" y="1438979"/>
                  </a:lnTo>
                  <a:lnTo>
                    <a:pt x="2648191" y="1445852"/>
                  </a:lnTo>
                  <a:lnTo>
                    <a:pt x="2649155" y="1452155"/>
                  </a:lnTo>
                  <a:lnTo>
                    <a:pt x="2650119" y="1457831"/>
                  </a:lnTo>
                  <a:lnTo>
                    <a:pt x="2651083" y="1462809"/>
                  </a:lnTo>
                  <a:lnTo>
                    <a:pt x="2652047" y="1466989"/>
                  </a:lnTo>
                  <a:lnTo>
                    <a:pt x="2653011" y="1470310"/>
                  </a:lnTo>
                  <a:lnTo>
                    <a:pt x="2653975" y="1472719"/>
                  </a:lnTo>
                  <a:lnTo>
                    <a:pt x="2654939" y="1474180"/>
                  </a:lnTo>
                  <a:lnTo>
                    <a:pt x="2655903" y="1474753"/>
                  </a:lnTo>
                  <a:lnTo>
                    <a:pt x="2656867" y="1474504"/>
                  </a:lnTo>
                  <a:lnTo>
                    <a:pt x="2657831" y="1473419"/>
                  </a:lnTo>
                  <a:lnTo>
                    <a:pt x="2658795" y="1471524"/>
                  </a:lnTo>
                  <a:lnTo>
                    <a:pt x="2659759" y="1468813"/>
                  </a:lnTo>
                  <a:lnTo>
                    <a:pt x="2660723" y="1465268"/>
                  </a:lnTo>
                  <a:lnTo>
                    <a:pt x="2661687" y="1460944"/>
                  </a:lnTo>
                  <a:lnTo>
                    <a:pt x="2662651" y="1455891"/>
                  </a:lnTo>
                  <a:lnTo>
                    <a:pt x="2663615" y="1450098"/>
                  </a:lnTo>
                  <a:lnTo>
                    <a:pt x="2664579" y="1443675"/>
                  </a:lnTo>
                  <a:lnTo>
                    <a:pt x="2665543" y="1436653"/>
                  </a:lnTo>
                  <a:lnTo>
                    <a:pt x="2666507" y="1429049"/>
                  </a:lnTo>
                  <a:lnTo>
                    <a:pt x="2667471" y="1420883"/>
                  </a:lnTo>
                  <a:lnTo>
                    <a:pt x="2668435" y="1412195"/>
                  </a:lnTo>
                  <a:lnTo>
                    <a:pt x="2669399" y="1403006"/>
                  </a:lnTo>
                  <a:lnTo>
                    <a:pt x="2670363" y="1393342"/>
                  </a:lnTo>
                  <a:lnTo>
                    <a:pt x="2671327" y="1383222"/>
                  </a:lnTo>
                  <a:lnTo>
                    <a:pt x="2672291" y="1372702"/>
                  </a:lnTo>
                  <a:lnTo>
                    <a:pt x="2673255" y="1361792"/>
                  </a:lnTo>
                  <a:lnTo>
                    <a:pt x="2674219" y="1350580"/>
                  </a:lnTo>
                  <a:lnTo>
                    <a:pt x="2675183" y="1339126"/>
                  </a:lnTo>
                  <a:lnTo>
                    <a:pt x="2676147" y="1327480"/>
                  </a:lnTo>
                  <a:lnTo>
                    <a:pt x="2677111" y="1315658"/>
                  </a:lnTo>
                  <a:lnTo>
                    <a:pt x="2678075" y="1303627"/>
                  </a:lnTo>
                  <a:lnTo>
                    <a:pt x="2679039" y="1291369"/>
                  </a:lnTo>
                  <a:lnTo>
                    <a:pt x="2680003" y="1278767"/>
                  </a:lnTo>
                  <a:lnTo>
                    <a:pt x="2680967" y="1265787"/>
                  </a:lnTo>
                  <a:lnTo>
                    <a:pt x="2681931" y="1252514"/>
                  </a:lnTo>
                  <a:lnTo>
                    <a:pt x="2682895" y="1238988"/>
                  </a:lnTo>
                  <a:lnTo>
                    <a:pt x="2683859" y="1225329"/>
                  </a:lnTo>
                  <a:lnTo>
                    <a:pt x="2684823" y="1211639"/>
                  </a:lnTo>
                  <a:lnTo>
                    <a:pt x="2685787" y="1197931"/>
                  </a:lnTo>
                  <a:lnTo>
                    <a:pt x="2686751" y="1184228"/>
                  </a:lnTo>
                  <a:lnTo>
                    <a:pt x="2687715" y="1170489"/>
                  </a:lnTo>
                  <a:lnTo>
                    <a:pt x="2688679" y="1156675"/>
                  </a:lnTo>
                  <a:lnTo>
                    <a:pt x="2689643" y="1142891"/>
                  </a:lnTo>
                  <a:lnTo>
                    <a:pt x="2690607" y="1129207"/>
                  </a:lnTo>
                  <a:lnTo>
                    <a:pt x="2691571" y="1115682"/>
                  </a:lnTo>
                  <a:lnTo>
                    <a:pt x="2692536" y="1102399"/>
                  </a:lnTo>
                  <a:lnTo>
                    <a:pt x="2693500" y="1089474"/>
                  </a:lnTo>
                  <a:lnTo>
                    <a:pt x="2694464" y="1077066"/>
                  </a:lnTo>
                  <a:lnTo>
                    <a:pt x="2695428" y="1065306"/>
                  </a:lnTo>
                  <a:lnTo>
                    <a:pt x="2696392" y="1054175"/>
                  </a:lnTo>
                  <a:lnTo>
                    <a:pt x="2697356" y="1043654"/>
                  </a:lnTo>
                  <a:lnTo>
                    <a:pt x="2698320" y="1033788"/>
                  </a:lnTo>
                  <a:lnTo>
                    <a:pt x="2699284" y="1024559"/>
                  </a:lnTo>
                  <a:lnTo>
                    <a:pt x="2700248" y="1015987"/>
                  </a:lnTo>
                  <a:lnTo>
                    <a:pt x="2701212" y="1008078"/>
                  </a:lnTo>
                  <a:lnTo>
                    <a:pt x="2702176" y="1000866"/>
                  </a:lnTo>
                  <a:lnTo>
                    <a:pt x="2703140" y="994444"/>
                  </a:lnTo>
                  <a:lnTo>
                    <a:pt x="2704104" y="988798"/>
                  </a:lnTo>
                  <a:lnTo>
                    <a:pt x="2705068" y="983880"/>
                  </a:lnTo>
                  <a:lnTo>
                    <a:pt x="2706032" y="979615"/>
                  </a:lnTo>
                  <a:lnTo>
                    <a:pt x="2706996" y="975959"/>
                  </a:lnTo>
                  <a:lnTo>
                    <a:pt x="2707960" y="972864"/>
                  </a:lnTo>
                  <a:lnTo>
                    <a:pt x="2708924" y="970307"/>
                  </a:lnTo>
                  <a:lnTo>
                    <a:pt x="2709888" y="968227"/>
                  </a:lnTo>
                  <a:lnTo>
                    <a:pt x="2710852" y="966562"/>
                  </a:lnTo>
                  <a:lnTo>
                    <a:pt x="2711816" y="965297"/>
                  </a:lnTo>
                  <a:lnTo>
                    <a:pt x="2712780" y="964316"/>
                  </a:lnTo>
                  <a:lnTo>
                    <a:pt x="2713744" y="963564"/>
                  </a:lnTo>
                  <a:lnTo>
                    <a:pt x="2714708" y="963020"/>
                  </a:lnTo>
                  <a:lnTo>
                    <a:pt x="2715672" y="962662"/>
                  </a:lnTo>
                  <a:lnTo>
                    <a:pt x="2716636" y="962456"/>
                  </a:lnTo>
                  <a:lnTo>
                    <a:pt x="2717600" y="962355"/>
                  </a:lnTo>
                  <a:lnTo>
                    <a:pt x="2718564" y="962314"/>
                  </a:lnTo>
                  <a:lnTo>
                    <a:pt x="2719528" y="962297"/>
                  </a:lnTo>
                  <a:lnTo>
                    <a:pt x="2720492" y="962303"/>
                  </a:lnTo>
                  <a:lnTo>
                    <a:pt x="2721456" y="962324"/>
                  </a:lnTo>
                  <a:lnTo>
                    <a:pt x="2722420" y="962337"/>
                  </a:lnTo>
                  <a:lnTo>
                    <a:pt x="2723384" y="962366"/>
                  </a:lnTo>
                  <a:lnTo>
                    <a:pt x="2724348" y="962371"/>
                  </a:lnTo>
                  <a:lnTo>
                    <a:pt x="2725312" y="962329"/>
                  </a:lnTo>
                  <a:lnTo>
                    <a:pt x="2726276" y="962230"/>
                  </a:lnTo>
                  <a:lnTo>
                    <a:pt x="2727240" y="962155"/>
                  </a:lnTo>
                  <a:lnTo>
                    <a:pt x="2728204" y="962179"/>
                  </a:lnTo>
                  <a:lnTo>
                    <a:pt x="2729168" y="962395"/>
                  </a:lnTo>
                  <a:lnTo>
                    <a:pt x="2730132" y="962820"/>
                  </a:lnTo>
                  <a:lnTo>
                    <a:pt x="2731096" y="963464"/>
                  </a:lnTo>
                  <a:lnTo>
                    <a:pt x="2732060" y="964313"/>
                  </a:lnTo>
                  <a:lnTo>
                    <a:pt x="2733024" y="965300"/>
                  </a:lnTo>
                  <a:lnTo>
                    <a:pt x="2733988" y="966386"/>
                  </a:lnTo>
                  <a:lnTo>
                    <a:pt x="2734952" y="967525"/>
                  </a:lnTo>
                  <a:lnTo>
                    <a:pt x="2735916" y="968778"/>
                  </a:lnTo>
                  <a:lnTo>
                    <a:pt x="2736880" y="970283"/>
                  </a:lnTo>
                  <a:lnTo>
                    <a:pt x="2737844" y="972073"/>
                  </a:lnTo>
                  <a:lnTo>
                    <a:pt x="2738808" y="974136"/>
                  </a:lnTo>
                  <a:lnTo>
                    <a:pt x="2739772" y="976489"/>
                  </a:lnTo>
                  <a:lnTo>
                    <a:pt x="2740736" y="979125"/>
                  </a:lnTo>
                  <a:lnTo>
                    <a:pt x="2741700" y="982008"/>
                  </a:lnTo>
                  <a:lnTo>
                    <a:pt x="2742664" y="985012"/>
                  </a:lnTo>
                  <a:lnTo>
                    <a:pt x="2743628" y="988031"/>
                  </a:lnTo>
                  <a:lnTo>
                    <a:pt x="2744592" y="991066"/>
                  </a:lnTo>
                  <a:lnTo>
                    <a:pt x="2745556" y="994113"/>
                  </a:lnTo>
                  <a:lnTo>
                    <a:pt x="2746520" y="997205"/>
                  </a:lnTo>
                  <a:lnTo>
                    <a:pt x="2747484" y="1000336"/>
                  </a:lnTo>
                  <a:lnTo>
                    <a:pt x="2748448" y="1003554"/>
                  </a:lnTo>
                  <a:lnTo>
                    <a:pt x="2749412" y="1006938"/>
                  </a:lnTo>
                  <a:lnTo>
                    <a:pt x="2750376" y="1010489"/>
                  </a:lnTo>
                  <a:lnTo>
                    <a:pt x="2751340" y="1014109"/>
                  </a:lnTo>
                  <a:lnTo>
                    <a:pt x="2752304" y="1017736"/>
                  </a:lnTo>
                  <a:lnTo>
                    <a:pt x="2753268" y="1021377"/>
                  </a:lnTo>
                  <a:lnTo>
                    <a:pt x="2754232" y="1025056"/>
                  </a:lnTo>
                  <a:lnTo>
                    <a:pt x="2755196" y="1028804"/>
                  </a:lnTo>
                  <a:lnTo>
                    <a:pt x="2756160" y="1032642"/>
                  </a:lnTo>
                  <a:lnTo>
                    <a:pt x="2757124" y="1036544"/>
                  </a:lnTo>
                  <a:lnTo>
                    <a:pt x="2758088" y="1040518"/>
                  </a:lnTo>
                  <a:lnTo>
                    <a:pt x="2759052" y="1044628"/>
                  </a:lnTo>
                  <a:lnTo>
                    <a:pt x="2760016" y="1048971"/>
                  </a:lnTo>
                  <a:lnTo>
                    <a:pt x="2760980" y="1053614"/>
                  </a:lnTo>
                  <a:lnTo>
                    <a:pt x="2761944" y="1058674"/>
                  </a:lnTo>
                  <a:lnTo>
                    <a:pt x="2762908" y="1064170"/>
                  </a:lnTo>
                  <a:lnTo>
                    <a:pt x="2763872" y="1070108"/>
                  </a:lnTo>
                  <a:lnTo>
                    <a:pt x="2764836" y="1076508"/>
                  </a:lnTo>
                  <a:lnTo>
                    <a:pt x="2765800" y="1083353"/>
                  </a:lnTo>
                  <a:lnTo>
                    <a:pt x="2766764" y="1090637"/>
                  </a:lnTo>
                  <a:lnTo>
                    <a:pt x="2767728" y="1098386"/>
                  </a:lnTo>
                  <a:lnTo>
                    <a:pt x="2768692" y="1106609"/>
                  </a:lnTo>
                  <a:lnTo>
                    <a:pt x="2769656" y="1115258"/>
                  </a:lnTo>
                  <a:lnTo>
                    <a:pt x="2770620" y="1124353"/>
                  </a:lnTo>
                  <a:lnTo>
                    <a:pt x="2771584" y="1133944"/>
                  </a:lnTo>
                  <a:lnTo>
                    <a:pt x="2772548" y="1143960"/>
                  </a:lnTo>
                  <a:lnTo>
                    <a:pt x="2773512" y="1154372"/>
                  </a:lnTo>
                  <a:lnTo>
                    <a:pt x="2774476" y="1165117"/>
                  </a:lnTo>
                  <a:lnTo>
                    <a:pt x="2775440" y="1176101"/>
                  </a:lnTo>
                  <a:lnTo>
                    <a:pt x="2776404" y="1187230"/>
                  </a:lnTo>
                  <a:lnTo>
                    <a:pt x="2777368" y="1198371"/>
                  </a:lnTo>
                  <a:lnTo>
                    <a:pt x="2778332" y="1209438"/>
                  </a:lnTo>
                  <a:lnTo>
                    <a:pt x="2779296" y="1220348"/>
                  </a:lnTo>
                  <a:lnTo>
                    <a:pt x="2780260" y="1231044"/>
                  </a:lnTo>
                  <a:lnTo>
                    <a:pt x="2781224" y="1241513"/>
                  </a:lnTo>
                  <a:lnTo>
                    <a:pt x="2782188" y="1251712"/>
                  </a:lnTo>
                  <a:lnTo>
                    <a:pt x="2783152" y="1261617"/>
                  </a:lnTo>
                  <a:lnTo>
                    <a:pt x="2784116" y="1271269"/>
                  </a:lnTo>
                  <a:lnTo>
                    <a:pt x="2785080" y="1280533"/>
                  </a:lnTo>
                  <a:lnTo>
                    <a:pt x="2786044" y="1289299"/>
                  </a:lnTo>
                  <a:lnTo>
                    <a:pt x="2787008" y="1297610"/>
                  </a:lnTo>
                  <a:lnTo>
                    <a:pt x="2787972" y="1305420"/>
                  </a:lnTo>
                  <a:lnTo>
                    <a:pt x="2788936" y="1312694"/>
                  </a:lnTo>
                  <a:lnTo>
                    <a:pt x="2789900" y="1319411"/>
                  </a:lnTo>
                  <a:lnTo>
                    <a:pt x="2790864" y="1325592"/>
                  </a:lnTo>
                  <a:lnTo>
                    <a:pt x="2791828" y="1331295"/>
                  </a:lnTo>
                  <a:lnTo>
                    <a:pt x="2792792" y="1336512"/>
                  </a:lnTo>
                  <a:lnTo>
                    <a:pt x="2793756" y="1341259"/>
                  </a:lnTo>
                  <a:lnTo>
                    <a:pt x="2794720" y="1345554"/>
                  </a:lnTo>
                  <a:lnTo>
                    <a:pt x="2795684" y="1349386"/>
                  </a:lnTo>
                  <a:lnTo>
                    <a:pt x="2796648" y="1352725"/>
                  </a:lnTo>
                  <a:lnTo>
                    <a:pt x="2797612" y="1355527"/>
                  </a:lnTo>
                  <a:lnTo>
                    <a:pt x="2798576" y="1357733"/>
                  </a:lnTo>
                  <a:lnTo>
                    <a:pt x="2799540" y="1359415"/>
                  </a:lnTo>
                  <a:lnTo>
                    <a:pt x="2800504" y="1360658"/>
                  </a:lnTo>
                  <a:lnTo>
                    <a:pt x="2801468" y="1361477"/>
                  </a:lnTo>
                  <a:lnTo>
                    <a:pt x="2802432" y="1361898"/>
                  </a:lnTo>
                  <a:lnTo>
                    <a:pt x="2803396" y="1361935"/>
                  </a:lnTo>
                  <a:lnTo>
                    <a:pt x="2804361" y="1361596"/>
                  </a:lnTo>
                  <a:lnTo>
                    <a:pt x="2805325" y="1360934"/>
                  </a:lnTo>
                  <a:lnTo>
                    <a:pt x="2806289" y="1360053"/>
                  </a:lnTo>
                  <a:lnTo>
                    <a:pt x="2807253" y="1359044"/>
                  </a:lnTo>
                  <a:lnTo>
                    <a:pt x="2808217" y="1357824"/>
                  </a:lnTo>
                  <a:lnTo>
                    <a:pt x="2809181" y="1356376"/>
                  </a:lnTo>
                  <a:lnTo>
                    <a:pt x="2810145" y="1354672"/>
                  </a:lnTo>
                  <a:lnTo>
                    <a:pt x="2811109" y="1352721"/>
                  </a:lnTo>
                  <a:lnTo>
                    <a:pt x="2812073" y="1350515"/>
                  </a:lnTo>
                  <a:lnTo>
                    <a:pt x="2813037" y="1347999"/>
                  </a:lnTo>
                  <a:lnTo>
                    <a:pt x="2814001" y="1345181"/>
                  </a:lnTo>
                  <a:lnTo>
                    <a:pt x="2814965" y="1342110"/>
                  </a:lnTo>
                  <a:lnTo>
                    <a:pt x="2815929" y="1338799"/>
                  </a:lnTo>
                  <a:lnTo>
                    <a:pt x="2816893" y="1335132"/>
                  </a:lnTo>
                  <a:lnTo>
                    <a:pt x="2817857" y="1331136"/>
                  </a:lnTo>
                  <a:lnTo>
                    <a:pt x="2818821" y="1326836"/>
                  </a:lnTo>
                  <a:lnTo>
                    <a:pt x="2819785" y="1322165"/>
                  </a:lnTo>
                  <a:lnTo>
                    <a:pt x="2820749" y="1317085"/>
                  </a:lnTo>
                  <a:lnTo>
                    <a:pt x="2821713" y="1311613"/>
                  </a:lnTo>
                  <a:lnTo>
                    <a:pt x="2822677" y="1305781"/>
                  </a:lnTo>
                  <a:lnTo>
                    <a:pt x="2823641" y="1299623"/>
                  </a:lnTo>
                  <a:lnTo>
                    <a:pt x="2824605" y="1293172"/>
                  </a:lnTo>
                  <a:lnTo>
                    <a:pt x="2825569" y="1286496"/>
                  </a:lnTo>
                  <a:lnTo>
                    <a:pt x="2826533" y="1279709"/>
                  </a:lnTo>
                  <a:lnTo>
                    <a:pt x="2827497" y="1272904"/>
                  </a:lnTo>
                  <a:lnTo>
                    <a:pt x="2828461" y="1266142"/>
                  </a:lnTo>
                  <a:lnTo>
                    <a:pt x="2829425" y="1259398"/>
                  </a:lnTo>
                  <a:lnTo>
                    <a:pt x="2830389" y="1252676"/>
                  </a:lnTo>
                  <a:lnTo>
                    <a:pt x="2831353" y="1246027"/>
                  </a:lnTo>
                  <a:lnTo>
                    <a:pt x="2832317" y="1239415"/>
                  </a:lnTo>
                  <a:lnTo>
                    <a:pt x="2833281" y="1232860"/>
                  </a:lnTo>
                  <a:lnTo>
                    <a:pt x="2834245" y="1226442"/>
                  </a:lnTo>
                  <a:lnTo>
                    <a:pt x="2835209" y="1220199"/>
                  </a:lnTo>
                  <a:lnTo>
                    <a:pt x="2836173" y="1214153"/>
                  </a:lnTo>
                  <a:lnTo>
                    <a:pt x="2837137" y="1208273"/>
                  </a:lnTo>
                  <a:lnTo>
                    <a:pt x="2838101" y="1202551"/>
                  </a:lnTo>
                  <a:lnTo>
                    <a:pt x="2839065" y="1196960"/>
                  </a:lnTo>
                  <a:lnTo>
                    <a:pt x="2840029" y="1191467"/>
                  </a:lnTo>
                  <a:lnTo>
                    <a:pt x="2840993" y="1186052"/>
                  </a:lnTo>
                  <a:lnTo>
                    <a:pt x="2841957" y="1180740"/>
                  </a:lnTo>
                  <a:lnTo>
                    <a:pt x="2842921" y="1175478"/>
                  </a:lnTo>
                  <a:lnTo>
                    <a:pt x="2843885" y="1170330"/>
                  </a:lnTo>
                  <a:lnTo>
                    <a:pt x="2844849" y="1165292"/>
                  </a:lnTo>
                  <a:lnTo>
                    <a:pt x="2845813" y="1160370"/>
                  </a:lnTo>
                  <a:lnTo>
                    <a:pt x="2846777" y="1155590"/>
                  </a:lnTo>
                  <a:lnTo>
                    <a:pt x="2847741" y="1150868"/>
                  </a:lnTo>
                  <a:lnTo>
                    <a:pt x="2848705" y="1146097"/>
                  </a:lnTo>
                  <a:lnTo>
                    <a:pt x="2849669" y="1141240"/>
                  </a:lnTo>
                  <a:lnTo>
                    <a:pt x="2850633" y="1136269"/>
                  </a:lnTo>
                  <a:lnTo>
                    <a:pt x="2851597" y="1131181"/>
                  </a:lnTo>
                  <a:lnTo>
                    <a:pt x="2852561" y="1125979"/>
                  </a:lnTo>
                  <a:lnTo>
                    <a:pt x="2853525" y="1120628"/>
                  </a:lnTo>
                  <a:lnTo>
                    <a:pt x="2854489" y="1115042"/>
                  </a:lnTo>
                  <a:lnTo>
                    <a:pt x="2855453" y="1109082"/>
                  </a:lnTo>
                  <a:lnTo>
                    <a:pt x="2856417" y="1102639"/>
                  </a:lnTo>
                  <a:lnTo>
                    <a:pt x="2857381" y="1095720"/>
                  </a:lnTo>
                  <a:lnTo>
                    <a:pt x="2858345" y="1088254"/>
                  </a:lnTo>
                  <a:lnTo>
                    <a:pt x="2859309" y="1080230"/>
                  </a:lnTo>
                  <a:lnTo>
                    <a:pt x="2860273" y="1071629"/>
                  </a:lnTo>
                  <a:lnTo>
                    <a:pt x="2861237" y="1062561"/>
                  </a:lnTo>
                  <a:lnTo>
                    <a:pt x="2862201" y="1053165"/>
                  </a:lnTo>
                  <a:lnTo>
                    <a:pt x="2863165" y="1043460"/>
                  </a:lnTo>
                  <a:lnTo>
                    <a:pt x="2864129" y="1033434"/>
                  </a:lnTo>
                  <a:lnTo>
                    <a:pt x="2865093" y="1023238"/>
                  </a:lnTo>
                  <a:lnTo>
                    <a:pt x="2866057" y="1013026"/>
                  </a:lnTo>
                  <a:lnTo>
                    <a:pt x="2867021" y="1002757"/>
                  </a:lnTo>
                  <a:lnTo>
                    <a:pt x="2867985" y="992509"/>
                  </a:lnTo>
                  <a:lnTo>
                    <a:pt x="2868949" y="982327"/>
                  </a:lnTo>
                  <a:lnTo>
                    <a:pt x="2869913" y="972272"/>
                  </a:lnTo>
                  <a:lnTo>
                    <a:pt x="2870877" y="962314"/>
                  </a:lnTo>
                  <a:lnTo>
                    <a:pt x="2871841" y="952482"/>
                  </a:lnTo>
                  <a:lnTo>
                    <a:pt x="2872805" y="942834"/>
                  </a:lnTo>
                  <a:lnTo>
                    <a:pt x="2873769" y="933411"/>
                  </a:lnTo>
                  <a:lnTo>
                    <a:pt x="2874733" y="924160"/>
                  </a:lnTo>
                  <a:lnTo>
                    <a:pt x="2875697" y="914930"/>
                  </a:lnTo>
                  <a:lnTo>
                    <a:pt x="2876661" y="905672"/>
                  </a:lnTo>
                  <a:lnTo>
                    <a:pt x="2877625" y="896461"/>
                  </a:lnTo>
                  <a:lnTo>
                    <a:pt x="2878589" y="887337"/>
                  </a:lnTo>
                  <a:lnTo>
                    <a:pt x="2879553" y="878312"/>
                  </a:lnTo>
                  <a:lnTo>
                    <a:pt x="2880517" y="869376"/>
                  </a:lnTo>
                  <a:lnTo>
                    <a:pt x="2881481" y="860640"/>
                  </a:lnTo>
                  <a:lnTo>
                    <a:pt x="2882445" y="852070"/>
                  </a:lnTo>
                  <a:lnTo>
                    <a:pt x="2883409" y="843612"/>
                  </a:lnTo>
                  <a:lnTo>
                    <a:pt x="2884373" y="835230"/>
                  </a:lnTo>
                  <a:lnTo>
                    <a:pt x="2885337" y="826987"/>
                  </a:lnTo>
                  <a:lnTo>
                    <a:pt x="2886301" y="818958"/>
                  </a:lnTo>
                  <a:lnTo>
                    <a:pt x="2887265" y="811157"/>
                  </a:lnTo>
                  <a:lnTo>
                    <a:pt x="2888229" y="803620"/>
                  </a:lnTo>
                  <a:lnTo>
                    <a:pt x="2889193" y="796452"/>
                  </a:lnTo>
                  <a:lnTo>
                    <a:pt x="2890157" y="789654"/>
                  </a:lnTo>
                  <a:lnTo>
                    <a:pt x="2891121" y="783222"/>
                  </a:lnTo>
                  <a:lnTo>
                    <a:pt x="2892085" y="777099"/>
                  </a:lnTo>
                  <a:lnTo>
                    <a:pt x="2893049" y="771254"/>
                  </a:lnTo>
                  <a:lnTo>
                    <a:pt x="2894013" y="765676"/>
                  </a:lnTo>
                  <a:lnTo>
                    <a:pt x="2894977" y="760350"/>
                  </a:lnTo>
                  <a:lnTo>
                    <a:pt x="2895941" y="755247"/>
                  </a:lnTo>
                  <a:lnTo>
                    <a:pt x="2896905" y="750394"/>
                  </a:lnTo>
                  <a:lnTo>
                    <a:pt x="2897869" y="745807"/>
                  </a:lnTo>
                  <a:lnTo>
                    <a:pt x="2898833" y="741436"/>
                  </a:lnTo>
                  <a:lnTo>
                    <a:pt x="2899797" y="737258"/>
                  </a:lnTo>
                  <a:lnTo>
                    <a:pt x="2900761" y="733223"/>
                  </a:lnTo>
                  <a:lnTo>
                    <a:pt x="2901725" y="729296"/>
                  </a:lnTo>
                  <a:lnTo>
                    <a:pt x="2902689" y="725492"/>
                  </a:lnTo>
                  <a:lnTo>
                    <a:pt x="2903653" y="721813"/>
                  </a:lnTo>
                  <a:lnTo>
                    <a:pt x="2904617" y="718342"/>
                  </a:lnTo>
                  <a:lnTo>
                    <a:pt x="2905581" y="715102"/>
                  </a:lnTo>
                  <a:lnTo>
                    <a:pt x="2906545" y="712107"/>
                  </a:lnTo>
                  <a:lnTo>
                    <a:pt x="2907509" y="709344"/>
                  </a:lnTo>
                  <a:lnTo>
                    <a:pt x="2908473" y="706764"/>
                  </a:lnTo>
                  <a:lnTo>
                    <a:pt x="2909437" y="704272"/>
                  </a:lnTo>
                  <a:lnTo>
                    <a:pt x="2910401" y="701689"/>
                  </a:lnTo>
                  <a:lnTo>
                    <a:pt x="2911365" y="698900"/>
                  </a:lnTo>
                  <a:lnTo>
                    <a:pt x="2912329" y="695886"/>
                  </a:lnTo>
                  <a:lnTo>
                    <a:pt x="2913293" y="692609"/>
                  </a:lnTo>
                  <a:lnTo>
                    <a:pt x="2914257" y="688919"/>
                  </a:lnTo>
                  <a:lnTo>
                    <a:pt x="2915222" y="684782"/>
                  </a:lnTo>
                  <a:lnTo>
                    <a:pt x="2916186" y="680184"/>
                  </a:lnTo>
                  <a:lnTo>
                    <a:pt x="2917150" y="675094"/>
                  </a:lnTo>
                  <a:lnTo>
                    <a:pt x="2918114" y="669491"/>
                  </a:lnTo>
                  <a:lnTo>
                    <a:pt x="2919078" y="663418"/>
                  </a:lnTo>
                  <a:lnTo>
                    <a:pt x="2920042" y="656957"/>
                  </a:lnTo>
                  <a:lnTo>
                    <a:pt x="2921006" y="650124"/>
                  </a:lnTo>
                  <a:lnTo>
                    <a:pt x="2921970" y="642878"/>
                  </a:lnTo>
                  <a:lnTo>
                    <a:pt x="2922934" y="635214"/>
                  </a:lnTo>
                  <a:lnTo>
                    <a:pt x="2923898" y="627220"/>
                  </a:lnTo>
                  <a:lnTo>
                    <a:pt x="2924862" y="618984"/>
                  </a:lnTo>
                  <a:lnTo>
                    <a:pt x="2925826" y="610498"/>
                  </a:lnTo>
                  <a:lnTo>
                    <a:pt x="2926790" y="601733"/>
                  </a:lnTo>
                  <a:lnTo>
                    <a:pt x="2927754" y="592722"/>
                  </a:lnTo>
                  <a:lnTo>
                    <a:pt x="2928718" y="583433"/>
                  </a:lnTo>
                  <a:lnTo>
                    <a:pt x="2929682" y="573819"/>
                  </a:lnTo>
                  <a:lnTo>
                    <a:pt x="2930646" y="563797"/>
                  </a:lnTo>
                  <a:lnTo>
                    <a:pt x="2931610" y="553344"/>
                  </a:lnTo>
                  <a:lnTo>
                    <a:pt x="2932574" y="542518"/>
                  </a:lnTo>
                  <a:lnTo>
                    <a:pt x="2933538" y="531315"/>
                  </a:lnTo>
                  <a:lnTo>
                    <a:pt x="2934502" y="519620"/>
                  </a:lnTo>
                  <a:lnTo>
                    <a:pt x="2935466" y="507436"/>
                  </a:lnTo>
                  <a:lnTo>
                    <a:pt x="2936430" y="494795"/>
                  </a:lnTo>
                  <a:lnTo>
                    <a:pt x="2937394" y="481695"/>
                  </a:lnTo>
                  <a:lnTo>
                    <a:pt x="2938358" y="468101"/>
                  </a:lnTo>
                  <a:lnTo>
                    <a:pt x="2939322" y="454080"/>
                  </a:lnTo>
                  <a:lnTo>
                    <a:pt x="2940286" y="439630"/>
                  </a:lnTo>
                  <a:lnTo>
                    <a:pt x="2941250" y="424811"/>
                  </a:lnTo>
                  <a:lnTo>
                    <a:pt x="2942214" y="409632"/>
                  </a:lnTo>
                  <a:lnTo>
                    <a:pt x="2943178" y="394150"/>
                  </a:lnTo>
                  <a:lnTo>
                    <a:pt x="2944142" y="378441"/>
                  </a:lnTo>
                  <a:lnTo>
                    <a:pt x="2945106" y="362650"/>
                  </a:lnTo>
                  <a:lnTo>
                    <a:pt x="2946070" y="346928"/>
                  </a:lnTo>
                  <a:lnTo>
                    <a:pt x="2947034" y="331402"/>
                  </a:lnTo>
                  <a:lnTo>
                    <a:pt x="2947998" y="316146"/>
                  </a:lnTo>
                  <a:lnTo>
                    <a:pt x="2948962" y="301277"/>
                  </a:lnTo>
                  <a:lnTo>
                    <a:pt x="2949926" y="286881"/>
                  </a:lnTo>
                  <a:lnTo>
                    <a:pt x="2950890" y="273018"/>
                  </a:lnTo>
                  <a:lnTo>
                    <a:pt x="2951854" y="259743"/>
                  </a:lnTo>
                  <a:lnTo>
                    <a:pt x="2952818" y="247086"/>
                  </a:lnTo>
                  <a:lnTo>
                    <a:pt x="2953782" y="235106"/>
                  </a:lnTo>
                  <a:lnTo>
                    <a:pt x="2954746" y="223878"/>
                  </a:lnTo>
                  <a:lnTo>
                    <a:pt x="2955710" y="213423"/>
                  </a:lnTo>
                  <a:lnTo>
                    <a:pt x="2956674" y="203847"/>
                  </a:lnTo>
                  <a:lnTo>
                    <a:pt x="2957638" y="195212"/>
                  </a:lnTo>
                  <a:lnTo>
                    <a:pt x="2958602" y="187614"/>
                  </a:lnTo>
                  <a:lnTo>
                    <a:pt x="2959566" y="181097"/>
                  </a:lnTo>
                  <a:lnTo>
                    <a:pt x="2960530" y="175592"/>
                  </a:lnTo>
                  <a:lnTo>
                    <a:pt x="2961494" y="171008"/>
                  </a:lnTo>
                  <a:lnTo>
                    <a:pt x="2962458" y="167327"/>
                  </a:lnTo>
                  <a:lnTo>
                    <a:pt x="2963422" y="164563"/>
                  </a:lnTo>
                  <a:lnTo>
                    <a:pt x="2964386" y="162717"/>
                  </a:lnTo>
                  <a:lnTo>
                    <a:pt x="2965350" y="161781"/>
                  </a:lnTo>
                  <a:lnTo>
                    <a:pt x="2966314" y="161645"/>
                  </a:lnTo>
                  <a:lnTo>
                    <a:pt x="2967278" y="162278"/>
                  </a:lnTo>
                  <a:lnTo>
                    <a:pt x="2968242" y="163537"/>
                  </a:lnTo>
                  <a:lnTo>
                    <a:pt x="2969206" y="165376"/>
                  </a:lnTo>
                  <a:lnTo>
                    <a:pt x="2970170" y="167772"/>
                  </a:lnTo>
                  <a:lnTo>
                    <a:pt x="2971134" y="170704"/>
                  </a:lnTo>
                  <a:lnTo>
                    <a:pt x="2972098" y="174182"/>
                  </a:lnTo>
                  <a:lnTo>
                    <a:pt x="2973062" y="178139"/>
                  </a:lnTo>
                  <a:lnTo>
                    <a:pt x="2974026" y="182539"/>
                  </a:lnTo>
                  <a:lnTo>
                    <a:pt x="2974990" y="187409"/>
                  </a:lnTo>
                  <a:lnTo>
                    <a:pt x="2975954" y="192710"/>
                  </a:lnTo>
                  <a:lnTo>
                    <a:pt x="2976918" y="198440"/>
                  </a:lnTo>
                  <a:lnTo>
                    <a:pt x="2977882" y="204613"/>
                  </a:lnTo>
                  <a:lnTo>
                    <a:pt x="2978846" y="211273"/>
                  </a:lnTo>
                  <a:lnTo>
                    <a:pt x="2979810" y="218498"/>
                  </a:lnTo>
                  <a:lnTo>
                    <a:pt x="2980774" y="226349"/>
                  </a:lnTo>
                  <a:lnTo>
                    <a:pt x="2981738" y="234866"/>
                  </a:lnTo>
                  <a:lnTo>
                    <a:pt x="2982702" y="244129"/>
                  </a:lnTo>
                  <a:lnTo>
                    <a:pt x="2983666" y="254166"/>
                  </a:lnTo>
                  <a:lnTo>
                    <a:pt x="2984630" y="264901"/>
                  </a:lnTo>
                  <a:lnTo>
                    <a:pt x="2985594" y="276300"/>
                  </a:lnTo>
                  <a:lnTo>
                    <a:pt x="2986558" y="288341"/>
                  </a:lnTo>
                  <a:lnTo>
                    <a:pt x="2987522" y="300950"/>
                  </a:lnTo>
                  <a:lnTo>
                    <a:pt x="2988486" y="314078"/>
                  </a:lnTo>
                  <a:lnTo>
                    <a:pt x="2989450" y="327728"/>
                  </a:lnTo>
                  <a:lnTo>
                    <a:pt x="2990414" y="341884"/>
                  </a:lnTo>
                  <a:lnTo>
                    <a:pt x="2991378" y="356526"/>
                  </a:lnTo>
                  <a:lnTo>
                    <a:pt x="2992342" y="371635"/>
                  </a:lnTo>
                  <a:lnTo>
                    <a:pt x="2993306" y="387130"/>
                  </a:lnTo>
                  <a:lnTo>
                    <a:pt x="2994270" y="402822"/>
                  </a:lnTo>
                  <a:lnTo>
                    <a:pt x="2995234" y="418574"/>
                  </a:lnTo>
                  <a:lnTo>
                    <a:pt x="2996198" y="434230"/>
                  </a:lnTo>
                  <a:lnTo>
                    <a:pt x="2997162" y="449707"/>
                  </a:lnTo>
                  <a:lnTo>
                    <a:pt x="2998126" y="464878"/>
                  </a:lnTo>
                  <a:lnTo>
                    <a:pt x="2999090" y="479682"/>
                  </a:lnTo>
                  <a:lnTo>
                    <a:pt x="3000054" y="494029"/>
                  </a:lnTo>
                  <a:lnTo>
                    <a:pt x="3001018" y="507841"/>
                  </a:lnTo>
                  <a:lnTo>
                    <a:pt x="3001982" y="521047"/>
                  </a:lnTo>
                  <a:lnTo>
                    <a:pt x="3002946" y="533579"/>
                  </a:lnTo>
                  <a:lnTo>
                    <a:pt x="3003910" y="545326"/>
                  </a:lnTo>
                  <a:lnTo>
                    <a:pt x="3004874" y="556243"/>
                  </a:lnTo>
                  <a:lnTo>
                    <a:pt x="3005838" y="566278"/>
                  </a:lnTo>
                  <a:lnTo>
                    <a:pt x="3006802" y="575404"/>
                  </a:lnTo>
                  <a:lnTo>
                    <a:pt x="3007766" y="583637"/>
                  </a:lnTo>
                  <a:lnTo>
                    <a:pt x="3008730" y="591090"/>
                  </a:lnTo>
                  <a:lnTo>
                    <a:pt x="3009694" y="597956"/>
                  </a:lnTo>
                  <a:lnTo>
                    <a:pt x="3010658" y="604404"/>
                  </a:lnTo>
                  <a:lnTo>
                    <a:pt x="3011622" y="610482"/>
                  </a:lnTo>
                  <a:lnTo>
                    <a:pt x="3012586" y="616154"/>
                  </a:lnTo>
                  <a:lnTo>
                    <a:pt x="3013550" y="621436"/>
                  </a:lnTo>
                  <a:lnTo>
                    <a:pt x="3014514" y="626431"/>
                  </a:lnTo>
                  <a:lnTo>
                    <a:pt x="3015478" y="631273"/>
                  </a:lnTo>
                  <a:lnTo>
                    <a:pt x="3016442" y="636009"/>
                  </a:lnTo>
                  <a:lnTo>
                    <a:pt x="3017406" y="640647"/>
                  </a:lnTo>
                  <a:lnTo>
                    <a:pt x="3018370" y="645250"/>
                  </a:lnTo>
                  <a:lnTo>
                    <a:pt x="3019334" y="649818"/>
                  </a:lnTo>
                  <a:lnTo>
                    <a:pt x="3020298" y="654387"/>
                  </a:lnTo>
                  <a:lnTo>
                    <a:pt x="3021262" y="658923"/>
                  </a:lnTo>
                  <a:lnTo>
                    <a:pt x="3022226" y="663436"/>
                  </a:lnTo>
                  <a:lnTo>
                    <a:pt x="3023190" y="667920"/>
                  </a:lnTo>
                  <a:lnTo>
                    <a:pt x="3024154" y="672330"/>
                  </a:lnTo>
                  <a:lnTo>
                    <a:pt x="3025118" y="676606"/>
                  </a:lnTo>
                  <a:lnTo>
                    <a:pt x="3026083" y="680704"/>
                  </a:lnTo>
                  <a:lnTo>
                    <a:pt x="3027047" y="684631"/>
                  </a:lnTo>
                  <a:lnTo>
                    <a:pt x="3028011" y="688270"/>
                  </a:lnTo>
                  <a:lnTo>
                    <a:pt x="3028975" y="691502"/>
                  </a:lnTo>
                  <a:lnTo>
                    <a:pt x="3029939" y="694209"/>
                  </a:lnTo>
                  <a:lnTo>
                    <a:pt x="3030903" y="696319"/>
                  </a:lnTo>
                  <a:lnTo>
                    <a:pt x="3031867" y="697801"/>
                  </a:lnTo>
                  <a:lnTo>
                    <a:pt x="3032831" y="698696"/>
                  </a:lnTo>
                  <a:lnTo>
                    <a:pt x="3033795" y="699069"/>
                  </a:lnTo>
                  <a:lnTo>
                    <a:pt x="3034759" y="698922"/>
                  </a:lnTo>
                  <a:lnTo>
                    <a:pt x="3035723" y="698273"/>
                  </a:lnTo>
                  <a:lnTo>
                    <a:pt x="3036687" y="697196"/>
                  </a:lnTo>
                  <a:lnTo>
                    <a:pt x="3037651" y="695685"/>
                  </a:lnTo>
                  <a:lnTo>
                    <a:pt x="3038615" y="693744"/>
                  </a:lnTo>
                  <a:lnTo>
                    <a:pt x="3039579" y="691427"/>
                  </a:lnTo>
                  <a:lnTo>
                    <a:pt x="3040543" y="688754"/>
                  </a:lnTo>
                  <a:lnTo>
                    <a:pt x="3041507" y="685757"/>
                  </a:lnTo>
                  <a:lnTo>
                    <a:pt x="3042471" y="682557"/>
                  </a:lnTo>
                  <a:lnTo>
                    <a:pt x="3043435" y="679254"/>
                  </a:lnTo>
                  <a:lnTo>
                    <a:pt x="3044399" y="675965"/>
                  </a:lnTo>
                  <a:lnTo>
                    <a:pt x="3045363" y="672732"/>
                  </a:lnTo>
                  <a:lnTo>
                    <a:pt x="3046327" y="669636"/>
                  </a:lnTo>
                  <a:lnTo>
                    <a:pt x="3047291" y="666657"/>
                  </a:lnTo>
                  <a:lnTo>
                    <a:pt x="3048255" y="663784"/>
                  </a:lnTo>
                  <a:lnTo>
                    <a:pt x="3049219" y="661119"/>
                  </a:lnTo>
                  <a:lnTo>
                    <a:pt x="3050183" y="658779"/>
                  </a:lnTo>
                  <a:lnTo>
                    <a:pt x="3051147" y="656758"/>
                  </a:lnTo>
                  <a:lnTo>
                    <a:pt x="3052111" y="655108"/>
                  </a:lnTo>
                  <a:lnTo>
                    <a:pt x="3053075" y="653870"/>
                  </a:lnTo>
                  <a:lnTo>
                    <a:pt x="3054039" y="653041"/>
                  </a:lnTo>
                  <a:lnTo>
                    <a:pt x="3055003" y="652605"/>
                  </a:lnTo>
                  <a:lnTo>
                    <a:pt x="3055967" y="652598"/>
                  </a:lnTo>
                  <a:lnTo>
                    <a:pt x="3056931" y="653002"/>
                  </a:lnTo>
                  <a:lnTo>
                    <a:pt x="3057895" y="653706"/>
                  </a:lnTo>
                  <a:lnTo>
                    <a:pt x="3058859" y="654560"/>
                  </a:lnTo>
                  <a:lnTo>
                    <a:pt x="3059823" y="655472"/>
                  </a:lnTo>
                  <a:lnTo>
                    <a:pt x="3060787" y="656402"/>
                  </a:lnTo>
                  <a:lnTo>
                    <a:pt x="3061751" y="657372"/>
                  </a:lnTo>
                  <a:lnTo>
                    <a:pt x="3062715" y="658368"/>
                  </a:lnTo>
                  <a:lnTo>
                    <a:pt x="3063679" y="659269"/>
                  </a:lnTo>
                  <a:lnTo>
                    <a:pt x="3064643" y="660032"/>
                  </a:lnTo>
                  <a:lnTo>
                    <a:pt x="3065607" y="660680"/>
                  </a:lnTo>
                  <a:lnTo>
                    <a:pt x="3066571" y="661172"/>
                  </a:lnTo>
                  <a:lnTo>
                    <a:pt x="3067535" y="661501"/>
                  </a:lnTo>
                  <a:lnTo>
                    <a:pt x="3068499" y="661645"/>
                  </a:lnTo>
                  <a:lnTo>
                    <a:pt x="3069463" y="661619"/>
                  </a:lnTo>
                  <a:lnTo>
                    <a:pt x="3070427" y="661450"/>
                  </a:lnTo>
                  <a:lnTo>
                    <a:pt x="3071391" y="661107"/>
                  </a:lnTo>
                  <a:lnTo>
                    <a:pt x="3072355" y="660598"/>
                  </a:lnTo>
                  <a:lnTo>
                    <a:pt x="3073319" y="659981"/>
                  </a:lnTo>
                  <a:lnTo>
                    <a:pt x="3074283" y="659342"/>
                  </a:lnTo>
                  <a:lnTo>
                    <a:pt x="3075247" y="658751"/>
                  </a:lnTo>
                  <a:lnTo>
                    <a:pt x="3076211" y="658296"/>
                  </a:lnTo>
                  <a:lnTo>
                    <a:pt x="3077175" y="658077"/>
                  </a:lnTo>
                  <a:lnTo>
                    <a:pt x="3078139" y="658213"/>
                  </a:lnTo>
                  <a:lnTo>
                    <a:pt x="3079103" y="658749"/>
                  </a:lnTo>
                  <a:lnTo>
                    <a:pt x="3080067" y="659636"/>
                  </a:lnTo>
                  <a:lnTo>
                    <a:pt x="3081031" y="660898"/>
                  </a:lnTo>
                  <a:lnTo>
                    <a:pt x="3081995" y="662393"/>
                  </a:lnTo>
                  <a:lnTo>
                    <a:pt x="3082959" y="664089"/>
                  </a:lnTo>
                  <a:lnTo>
                    <a:pt x="3083923" y="666030"/>
                  </a:lnTo>
                  <a:lnTo>
                    <a:pt x="3084887" y="668239"/>
                  </a:lnTo>
                  <a:lnTo>
                    <a:pt x="3085851" y="670747"/>
                  </a:lnTo>
                  <a:lnTo>
                    <a:pt x="3086815" y="673574"/>
                  </a:lnTo>
                  <a:lnTo>
                    <a:pt x="3087779" y="676694"/>
                  </a:lnTo>
                  <a:lnTo>
                    <a:pt x="3088743" y="680090"/>
                  </a:lnTo>
                  <a:lnTo>
                    <a:pt x="3089707" y="683670"/>
                  </a:lnTo>
                  <a:lnTo>
                    <a:pt x="3090671" y="687246"/>
                  </a:lnTo>
                  <a:lnTo>
                    <a:pt x="3091635" y="690767"/>
                  </a:lnTo>
                  <a:lnTo>
                    <a:pt x="3092599" y="694164"/>
                  </a:lnTo>
                  <a:lnTo>
                    <a:pt x="3093563" y="697364"/>
                  </a:lnTo>
                  <a:lnTo>
                    <a:pt x="3094527" y="700446"/>
                  </a:lnTo>
                  <a:lnTo>
                    <a:pt x="3095491" y="703425"/>
                  </a:lnTo>
                  <a:lnTo>
                    <a:pt x="3096455" y="706416"/>
                  </a:lnTo>
                  <a:lnTo>
                    <a:pt x="3097419" y="709432"/>
                  </a:lnTo>
                  <a:lnTo>
                    <a:pt x="3098383" y="712347"/>
                  </a:lnTo>
                  <a:lnTo>
                    <a:pt x="3099347" y="715090"/>
                  </a:lnTo>
                  <a:lnTo>
                    <a:pt x="3100311" y="717791"/>
                  </a:lnTo>
                  <a:lnTo>
                    <a:pt x="3101275" y="720430"/>
                  </a:lnTo>
                  <a:lnTo>
                    <a:pt x="3102239" y="723028"/>
                  </a:lnTo>
                  <a:lnTo>
                    <a:pt x="3103203" y="725647"/>
                  </a:lnTo>
                  <a:lnTo>
                    <a:pt x="3104167" y="728224"/>
                  </a:lnTo>
                  <a:lnTo>
                    <a:pt x="3105131" y="730762"/>
                  </a:lnTo>
                  <a:lnTo>
                    <a:pt x="3106095" y="733265"/>
                  </a:lnTo>
                  <a:lnTo>
                    <a:pt x="3107059" y="735705"/>
                  </a:lnTo>
                  <a:lnTo>
                    <a:pt x="3108023" y="738102"/>
                  </a:lnTo>
                  <a:lnTo>
                    <a:pt x="3108987" y="740528"/>
                  </a:lnTo>
                  <a:lnTo>
                    <a:pt x="3109951" y="743015"/>
                  </a:lnTo>
                  <a:lnTo>
                    <a:pt x="3110915" y="745574"/>
                  </a:lnTo>
                  <a:lnTo>
                    <a:pt x="3111879" y="748258"/>
                  </a:lnTo>
                  <a:lnTo>
                    <a:pt x="3112843" y="751144"/>
                  </a:lnTo>
                  <a:lnTo>
                    <a:pt x="3113807" y="754179"/>
                  </a:lnTo>
                  <a:lnTo>
                    <a:pt x="3114771" y="757312"/>
                  </a:lnTo>
                  <a:lnTo>
                    <a:pt x="3115735" y="760537"/>
                  </a:lnTo>
                  <a:lnTo>
                    <a:pt x="3116699" y="763847"/>
                  </a:lnTo>
                  <a:lnTo>
                    <a:pt x="3117663" y="767233"/>
                  </a:lnTo>
                  <a:lnTo>
                    <a:pt x="3118627" y="770659"/>
                  </a:lnTo>
                  <a:lnTo>
                    <a:pt x="3119591" y="774180"/>
                  </a:lnTo>
                  <a:lnTo>
                    <a:pt x="3120555" y="777847"/>
                  </a:lnTo>
                  <a:lnTo>
                    <a:pt x="3121519" y="781765"/>
                  </a:lnTo>
                  <a:lnTo>
                    <a:pt x="3122483" y="785900"/>
                  </a:lnTo>
                  <a:lnTo>
                    <a:pt x="3123447" y="790180"/>
                  </a:lnTo>
                  <a:lnTo>
                    <a:pt x="3124411" y="794536"/>
                  </a:lnTo>
                  <a:lnTo>
                    <a:pt x="3125375" y="798894"/>
                  </a:lnTo>
                  <a:lnTo>
                    <a:pt x="3126339" y="803178"/>
                  </a:lnTo>
                  <a:lnTo>
                    <a:pt x="3127303" y="807335"/>
                  </a:lnTo>
                  <a:lnTo>
                    <a:pt x="3128267" y="811450"/>
                  </a:lnTo>
                  <a:lnTo>
                    <a:pt x="3129231" y="815609"/>
                  </a:lnTo>
                  <a:lnTo>
                    <a:pt x="3130195" y="819853"/>
                  </a:lnTo>
                  <a:lnTo>
                    <a:pt x="3131159" y="824296"/>
                  </a:lnTo>
                  <a:lnTo>
                    <a:pt x="3132123" y="828971"/>
                  </a:lnTo>
                  <a:lnTo>
                    <a:pt x="3133087" y="833800"/>
                  </a:lnTo>
                  <a:lnTo>
                    <a:pt x="3134051" y="838703"/>
                  </a:lnTo>
                  <a:lnTo>
                    <a:pt x="3135015" y="843628"/>
                  </a:lnTo>
                  <a:lnTo>
                    <a:pt x="3135979" y="848571"/>
                  </a:lnTo>
                  <a:lnTo>
                    <a:pt x="3136943" y="853553"/>
                  </a:lnTo>
                  <a:lnTo>
                    <a:pt x="3137908" y="858571"/>
                  </a:lnTo>
                  <a:lnTo>
                    <a:pt x="3138872" y="863723"/>
                  </a:lnTo>
                  <a:lnTo>
                    <a:pt x="3139836" y="869102"/>
                  </a:lnTo>
                  <a:lnTo>
                    <a:pt x="3140800" y="874680"/>
                  </a:lnTo>
                  <a:lnTo>
                    <a:pt x="3141764" y="880503"/>
                  </a:lnTo>
                  <a:lnTo>
                    <a:pt x="3142728" y="886511"/>
                  </a:lnTo>
                  <a:lnTo>
                    <a:pt x="3143692" y="892659"/>
                  </a:lnTo>
                  <a:lnTo>
                    <a:pt x="3144656" y="898944"/>
                  </a:lnTo>
                  <a:lnTo>
                    <a:pt x="3145620" y="905313"/>
                  </a:lnTo>
                  <a:lnTo>
                    <a:pt x="3146584" y="911728"/>
                  </a:lnTo>
                  <a:lnTo>
                    <a:pt x="3147548" y="918255"/>
                  </a:lnTo>
                  <a:lnTo>
                    <a:pt x="3148512" y="924760"/>
                  </a:lnTo>
                  <a:lnTo>
                    <a:pt x="3149476" y="931198"/>
                  </a:lnTo>
                  <a:lnTo>
                    <a:pt x="3150440" y="937540"/>
                  </a:lnTo>
                  <a:lnTo>
                    <a:pt x="3151404" y="943753"/>
                  </a:lnTo>
                  <a:lnTo>
                    <a:pt x="3152368" y="949865"/>
                  </a:lnTo>
                  <a:lnTo>
                    <a:pt x="3153332" y="955912"/>
                  </a:lnTo>
                  <a:lnTo>
                    <a:pt x="3154296" y="961831"/>
                  </a:lnTo>
                  <a:lnTo>
                    <a:pt x="3155260" y="967612"/>
                  </a:lnTo>
                  <a:lnTo>
                    <a:pt x="3156224" y="973320"/>
                  </a:lnTo>
                  <a:lnTo>
                    <a:pt x="3157188" y="978957"/>
                  </a:lnTo>
                  <a:lnTo>
                    <a:pt x="3158152" y="984453"/>
                  </a:lnTo>
                  <a:lnTo>
                    <a:pt x="3159116" y="989796"/>
                  </a:lnTo>
                  <a:lnTo>
                    <a:pt x="3160080" y="994954"/>
                  </a:lnTo>
                  <a:lnTo>
                    <a:pt x="3161044" y="999879"/>
                  </a:lnTo>
                  <a:lnTo>
                    <a:pt x="3162008" y="1004617"/>
                  </a:lnTo>
                  <a:lnTo>
                    <a:pt x="3162972" y="1009296"/>
                  </a:lnTo>
                  <a:lnTo>
                    <a:pt x="3163936" y="1013975"/>
                  </a:lnTo>
                  <a:lnTo>
                    <a:pt x="3164900" y="1018705"/>
                  </a:lnTo>
                  <a:lnTo>
                    <a:pt x="3165864" y="1023483"/>
                  </a:lnTo>
                  <a:lnTo>
                    <a:pt x="3166828" y="1028334"/>
                  </a:lnTo>
                  <a:lnTo>
                    <a:pt x="3167792" y="1033236"/>
                  </a:lnTo>
                  <a:lnTo>
                    <a:pt x="3168756" y="1038145"/>
                  </a:lnTo>
                  <a:lnTo>
                    <a:pt x="3169720" y="1043072"/>
                  </a:lnTo>
                  <a:lnTo>
                    <a:pt x="3170684" y="1047997"/>
                  </a:lnTo>
                  <a:lnTo>
                    <a:pt x="3171648" y="1052921"/>
                  </a:lnTo>
                  <a:lnTo>
                    <a:pt x="3172612" y="1057937"/>
                  </a:lnTo>
                  <a:lnTo>
                    <a:pt x="3173576" y="1063101"/>
                  </a:lnTo>
                  <a:lnTo>
                    <a:pt x="3174540" y="1068393"/>
                  </a:lnTo>
                  <a:lnTo>
                    <a:pt x="3175504" y="1073804"/>
                  </a:lnTo>
                  <a:lnTo>
                    <a:pt x="3176468" y="1079293"/>
                  </a:lnTo>
                  <a:lnTo>
                    <a:pt x="3177432" y="1084740"/>
                  </a:lnTo>
                  <a:lnTo>
                    <a:pt x="3178396" y="1090079"/>
                  </a:lnTo>
                  <a:lnTo>
                    <a:pt x="3179360" y="1095214"/>
                  </a:lnTo>
                  <a:lnTo>
                    <a:pt x="3180324" y="1100050"/>
                  </a:lnTo>
                  <a:lnTo>
                    <a:pt x="3181288" y="1104539"/>
                  </a:lnTo>
                  <a:lnTo>
                    <a:pt x="3182252" y="1108764"/>
                  </a:lnTo>
                  <a:lnTo>
                    <a:pt x="3183216" y="1112745"/>
                  </a:lnTo>
                  <a:lnTo>
                    <a:pt x="3184180" y="1116428"/>
                  </a:lnTo>
                  <a:lnTo>
                    <a:pt x="3185144" y="1119770"/>
                  </a:lnTo>
                  <a:lnTo>
                    <a:pt x="3186108" y="1122749"/>
                  </a:lnTo>
                  <a:lnTo>
                    <a:pt x="3187072" y="1125391"/>
                  </a:lnTo>
                  <a:lnTo>
                    <a:pt x="3188036" y="1127649"/>
                  </a:lnTo>
                  <a:lnTo>
                    <a:pt x="3189000" y="1129573"/>
                  </a:lnTo>
                  <a:lnTo>
                    <a:pt x="3189964" y="1131173"/>
                  </a:lnTo>
                  <a:lnTo>
                    <a:pt x="3190928" y="1132397"/>
                  </a:lnTo>
                  <a:lnTo>
                    <a:pt x="3191892" y="1133265"/>
                  </a:lnTo>
                  <a:lnTo>
                    <a:pt x="3192856" y="1133726"/>
                  </a:lnTo>
                  <a:lnTo>
                    <a:pt x="3193820" y="1133785"/>
                  </a:lnTo>
                  <a:lnTo>
                    <a:pt x="3194784" y="1133475"/>
                  </a:lnTo>
                  <a:lnTo>
                    <a:pt x="3195748" y="1132898"/>
                  </a:lnTo>
                  <a:lnTo>
                    <a:pt x="3196712" y="1132128"/>
                  </a:lnTo>
                  <a:lnTo>
                    <a:pt x="3197676" y="1131280"/>
                  </a:lnTo>
                  <a:lnTo>
                    <a:pt x="3198640" y="1130327"/>
                  </a:lnTo>
                  <a:lnTo>
                    <a:pt x="3199604" y="1129297"/>
                  </a:lnTo>
                  <a:lnTo>
                    <a:pt x="3200568" y="1128195"/>
                  </a:lnTo>
                  <a:lnTo>
                    <a:pt x="3201532" y="1126910"/>
                  </a:lnTo>
                  <a:lnTo>
                    <a:pt x="3202496" y="1125454"/>
                  </a:lnTo>
                  <a:lnTo>
                    <a:pt x="3203460" y="1123934"/>
                  </a:lnTo>
                  <a:lnTo>
                    <a:pt x="3204424" y="1122417"/>
                  </a:lnTo>
                  <a:lnTo>
                    <a:pt x="3205388" y="1120903"/>
                  </a:lnTo>
                  <a:lnTo>
                    <a:pt x="3206352" y="1119585"/>
                  </a:lnTo>
                  <a:lnTo>
                    <a:pt x="3207316" y="1118576"/>
                  </a:lnTo>
                  <a:lnTo>
                    <a:pt x="3208280" y="1117893"/>
                  </a:lnTo>
                  <a:lnTo>
                    <a:pt x="3209244" y="1117506"/>
                  </a:lnTo>
                  <a:lnTo>
                    <a:pt x="3210208" y="1117381"/>
                  </a:lnTo>
                  <a:lnTo>
                    <a:pt x="3211172" y="1117422"/>
                  </a:lnTo>
                  <a:lnTo>
                    <a:pt x="3212136" y="1117513"/>
                  </a:lnTo>
                  <a:lnTo>
                    <a:pt x="3213100" y="1117658"/>
                  </a:lnTo>
                  <a:lnTo>
                    <a:pt x="3214064" y="1117834"/>
                  </a:lnTo>
                  <a:lnTo>
                    <a:pt x="3215028" y="1118033"/>
                  </a:lnTo>
                  <a:lnTo>
                    <a:pt x="3215992" y="1118295"/>
                  </a:lnTo>
                  <a:lnTo>
                    <a:pt x="3216956" y="1118655"/>
                  </a:lnTo>
                  <a:lnTo>
                    <a:pt x="3217920" y="1118978"/>
                  </a:lnTo>
                  <a:lnTo>
                    <a:pt x="3218884" y="1119160"/>
                  </a:lnTo>
                  <a:lnTo>
                    <a:pt x="3219848" y="1119097"/>
                  </a:lnTo>
                  <a:lnTo>
                    <a:pt x="3220812" y="1118728"/>
                  </a:lnTo>
                  <a:lnTo>
                    <a:pt x="3221776" y="1117958"/>
                  </a:lnTo>
                  <a:lnTo>
                    <a:pt x="3222740" y="1116779"/>
                  </a:lnTo>
                  <a:lnTo>
                    <a:pt x="3223704" y="1115284"/>
                  </a:lnTo>
                  <a:lnTo>
                    <a:pt x="3224668" y="1113510"/>
                  </a:lnTo>
                  <a:lnTo>
                    <a:pt x="3225632" y="1111467"/>
                  </a:lnTo>
                  <a:lnTo>
                    <a:pt x="3226596" y="1109232"/>
                  </a:lnTo>
                  <a:lnTo>
                    <a:pt x="3227560" y="1106830"/>
                  </a:lnTo>
                  <a:lnTo>
                    <a:pt x="3228524" y="1104282"/>
                  </a:lnTo>
                  <a:lnTo>
                    <a:pt x="3229488" y="1101700"/>
                  </a:lnTo>
                  <a:lnTo>
                    <a:pt x="3230452" y="1099077"/>
                  </a:lnTo>
                  <a:lnTo>
                    <a:pt x="3231416" y="1096370"/>
                  </a:lnTo>
                  <a:lnTo>
                    <a:pt x="3232380" y="1093587"/>
                  </a:lnTo>
                  <a:lnTo>
                    <a:pt x="3233344" y="1090742"/>
                  </a:lnTo>
                  <a:lnTo>
                    <a:pt x="3234308" y="1087933"/>
                  </a:lnTo>
                  <a:lnTo>
                    <a:pt x="3235272" y="1085178"/>
                  </a:lnTo>
                  <a:lnTo>
                    <a:pt x="3236236" y="1082431"/>
                  </a:lnTo>
                  <a:lnTo>
                    <a:pt x="3237200" y="1079709"/>
                  </a:lnTo>
                  <a:lnTo>
                    <a:pt x="3238164" y="1076984"/>
                  </a:lnTo>
                  <a:lnTo>
                    <a:pt x="3239128" y="1074310"/>
                  </a:lnTo>
                  <a:lnTo>
                    <a:pt x="3240092" y="1071729"/>
                  </a:lnTo>
                  <a:lnTo>
                    <a:pt x="3241056" y="1069294"/>
                  </a:lnTo>
                  <a:lnTo>
                    <a:pt x="3242020" y="1066989"/>
                  </a:lnTo>
                  <a:lnTo>
                    <a:pt x="3242984" y="1064801"/>
                  </a:lnTo>
                  <a:lnTo>
                    <a:pt x="3243948" y="1062666"/>
                  </a:lnTo>
                  <a:lnTo>
                    <a:pt x="3244912" y="1060530"/>
                  </a:lnTo>
                  <a:lnTo>
                    <a:pt x="3245876" y="1058321"/>
                  </a:lnTo>
                  <a:lnTo>
                    <a:pt x="3246840" y="1056097"/>
                  </a:lnTo>
                  <a:lnTo>
                    <a:pt x="3247804" y="1053881"/>
                  </a:lnTo>
                  <a:lnTo>
                    <a:pt x="3248769" y="1051620"/>
                  </a:lnTo>
                  <a:lnTo>
                    <a:pt x="3249733" y="1049372"/>
                  </a:lnTo>
                  <a:lnTo>
                    <a:pt x="3250697" y="1047219"/>
                  </a:lnTo>
                  <a:lnTo>
                    <a:pt x="3251661" y="1045166"/>
                  </a:lnTo>
                  <a:lnTo>
                    <a:pt x="3252625" y="1043096"/>
                  </a:lnTo>
                  <a:lnTo>
                    <a:pt x="3253589" y="1040961"/>
                  </a:lnTo>
                  <a:lnTo>
                    <a:pt x="3254553" y="1038632"/>
                  </a:lnTo>
                  <a:lnTo>
                    <a:pt x="3255517" y="1035841"/>
                  </a:lnTo>
                  <a:lnTo>
                    <a:pt x="3256481" y="1032543"/>
                  </a:lnTo>
                  <a:lnTo>
                    <a:pt x="3257445" y="1028796"/>
                  </a:lnTo>
                  <a:lnTo>
                    <a:pt x="3258409" y="1024659"/>
                  </a:lnTo>
                  <a:lnTo>
                    <a:pt x="3259373" y="1020145"/>
                  </a:lnTo>
                  <a:lnTo>
                    <a:pt x="3260337" y="1015312"/>
                  </a:lnTo>
                  <a:lnTo>
                    <a:pt x="3261301" y="1010176"/>
                  </a:lnTo>
                  <a:lnTo>
                    <a:pt x="3262265" y="1004742"/>
                  </a:lnTo>
                  <a:lnTo>
                    <a:pt x="3263229" y="999072"/>
                  </a:lnTo>
                  <a:lnTo>
                    <a:pt x="3264193" y="993141"/>
                  </a:lnTo>
                  <a:lnTo>
                    <a:pt x="3265157" y="986932"/>
                  </a:lnTo>
                  <a:lnTo>
                    <a:pt x="3266121" y="980468"/>
                  </a:lnTo>
                  <a:lnTo>
                    <a:pt x="3267085" y="973832"/>
                  </a:lnTo>
                  <a:lnTo>
                    <a:pt x="3268049" y="967152"/>
                  </a:lnTo>
                  <a:lnTo>
                    <a:pt x="3269013" y="960528"/>
                  </a:lnTo>
                  <a:lnTo>
                    <a:pt x="3269977" y="953960"/>
                  </a:lnTo>
                  <a:lnTo>
                    <a:pt x="3270941" y="947470"/>
                  </a:lnTo>
                  <a:lnTo>
                    <a:pt x="3271905" y="941022"/>
                  </a:lnTo>
                  <a:lnTo>
                    <a:pt x="3272869" y="934602"/>
                  </a:lnTo>
                  <a:lnTo>
                    <a:pt x="3273833" y="928254"/>
                  </a:lnTo>
                  <a:lnTo>
                    <a:pt x="3274797" y="922027"/>
                  </a:lnTo>
                  <a:lnTo>
                    <a:pt x="3275761" y="915933"/>
                  </a:lnTo>
                  <a:lnTo>
                    <a:pt x="3276725" y="909940"/>
                  </a:lnTo>
                  <a:lnTo>
                    <a:pt x="3277689" y="904026"/>
                  </a:lnTo>
                  <a:lnTo>
                    <a:pt x="3278653" y="898087"/>
                  </a:lnTo>
                  <a:lnTo>
                    <a:pt x="3279617" y="892193"/>
                  </a:lnTo>
                  <a:lnTo>
                    <a:pt x="3280581" y="886375"/>
                  </a:lnTo>
                  <a:lnTo>
                    <a:pt x="3281545" y="880699"/>
                  </a:lnTo>
                  <a:lnTo>
                    <a:pt x="3282509" y="875157"/>
                  </a:lnTo>
                  <a:lnTo>
                    <a:pt x="3283473" y="869677"/>
                  </a:lnTo>
                  <a:lnTo>
                    <a:pt x="3284437" y="864324"/>
                  </a:lnTo>
                  <a:lnTo>
                    <a:pt x="3285401" y="859131"/>
                  </a:lnTo>
                  <a:lnTo>
                    <a:pt x="3286365" y="854097"/>
                  </a:lnTo>
                  <a:lnTo>
                    <a:pt x="3287329" y="849197"/>
                  </a:lnTo>
                  <a:lnTo>
                    <a:pt x="3288293" y="844404"/>
                  </a:lnTo>
                  <a:lnTo>
                    <a:pt x="3289257" y="839712"/>
                  </a:lnTo>
                  <a:lnTo>
                    <a:pt x="3290221" y="835156"/>
                  </a:lnTo>
                  <a:lnTo>
                    <a:pt x="3291185" y="830869"/>
                  </a:lnTo>
                  <a:lnTo>
                    <a:pt x="3292149" y="826887"/>
                  </a:lnTo>
                  <a:lnTo>
                    <a:pt x="3293113" y="823276"/>
                  </a:lnTo>
                  <a:lnTo>
                    <a:pt x="3294077" y="819977"/>
                  </a:lnTo>
                  <a:lnTo>
                    <a:pt x="3295041" y="816931"/>
                  </a:lnTo>
                  <a:lnTo>
                    <a:pt x="3296005" y="814071"/>
                  </a:lnTo>
                  <a:lnTo>
                    <a:pt x="3296969" y="811414"/>
                  </a:lnTo>
                  <a:lnTo>
                    <a:pt x="3297933" y="808954"/>
                  </a:lnTo>
                  <a:lnTo>
                    <a:pt x="3298897" y="806657"/>
                  </a:lnTo>
                  <a:lnTo>
                    <a:pt x="3299861" y="804460"/>
                  </a:lnTo>
                  <a:lnTo>
                    <a:pt x="3300825" y="802377"/>
                  </a:lnTo>
                  <a:lnTo>
                    <a:pt x="3301789" y="800435"/>
                  </a:lnTo>
                  <a:lnTo>
                    <a:pt x="3302753" y="798610"/>
                  </a:lnTo>
                  <a:lnTo>
                    <a:pt x="3303717" y="797037"/>
                  </a:lnTo>
                  <a:lnTo>
                    <a:pt x="3304681" y="795756"/>
                  </a:lnTo>
                  <a:lnTo>
                    <a:pt x="3305645" y="794581"/>
                  </a:lnTo>
                  <a:lnTo>
                    <a:pt x="3306609" y="793377"/>
                  </a:lnTo>
                  <a:lnTo>
                    <a:pt x="3307573" y="792164"/>
                  </a:lnTo>
                  <a:lnTo>
                    <a:pt x="3308537" y="790957"/>
                  </a:lnTo>
                  <a:lnTo>
                    <a:pt x="3309501" y="789711"/>
                  </a:lnTo>
                  <a:lnTo>
                    <a:pt x="3310465" y="788433"/>
                  </a:lnTo>
                  <a:lnTo>
                    <a:pt x="3311429" y="787085"/>
                  </a:lnTo>
                  <a:lnTo>
                    <a:pt x="3312393" y="785687"/>
                  </a:lnTo>
                  <a:lnTo>
                    <a:pt x="3313357" y="784252"/>
                  </a:lnTo>
                  <a:lnTo>
                    <a:pt x="3314321" y="782774"/>
                  </a:lnTo>
                  <a:lnTo>
                    <a:pt x="3315285" y="781268"/>
                  </a:lnTo>
                  <a:lnTo>
                    <a:pt x="3316249" y="779781"/>
                  </a:lnTo>
                  <a:lnTo>
                    <a:pt x="3317213" y="778183"/>
                  </a:lnTo>
                  <a:lnTo>
                    <a:pt x="3318177" y="776506"/>
                  </a:lnTo>
                  <a:lnTo>
                    <a:pt x="3319141" y="774853"/>
                  </a:lnTo>
                  <a:lnTo>
                    <a:pt x="3320105" y="773368"/>
                  </a:lnTo>
                  <a:lnTo>
                    <a:pt x="3321069" y="772139"/>
                  </a:lnTo>
                  <a:lnTo>
                    <a:pt x="3322033" y="771114"/>
                  </a:lnTo>
                  <a:lnTo>
                    <a:pt x="3322997" y="770356"/>
                  </a:lnTo>
                  <a:lnTo>
                    <a:pt x="3323961" y="769854"/>
                  </a:lnTo>
                  <a:lnTo>
                    <a:pt x="3324925" y="769689"/>
                  </a:lnTo>
                  <a:lnTo>
                    <a:pt x="3325889" y="769914"/>
                  </a:lnTo>
                  <a:lnTo>
                    <a:pt x="3326853" y="770574"/>
                  </a:lnTo>
                  <a:lnTo>
                    <a:pt x="3327817" y="771699"/>
                  </a:lnTo>
                  <a:lnTo>
                    <a:pt x="3328781" y="773288"/>
                  </a:lnTo>
                  <a:lnTo>
                    <a:pt x="3329745" y="775365"/>
                  </a:lnTo>
                  <a:lnTo>
                    <a:pt x="3330709" y="777893"/>
                  </a:lnTo>
                  <a:lnTo>
                    <a:pt x="3331673" y="780974"/>
                  </a:lnTo>
                  <a:lnTo>
                    <a:pt x="3332637" y="784568"/>
                  </a:lnTo>
                  <a:lnTo>
                    <a:pt x="3333601" y="788577"/>
                  </a:lnTo>
                  <a:lnTo>
                    <a:pt x="3334565" y="792977"/>
                  </a:lnTo>
                  <a:lnTo>
                    <a:pt x="3335529" y="797790"/>
                  </a:lnTo>
                  <a:lnTo>
                    <a:pt x="3336493" y="803041"/>
                  </a:lnTo>
                  <a:lnTo>
                    <a:pt x="3337457" y="808673"/>
                  </a:lnTo>
                  <a:lnTo>
                    <a:pt x="3338421" y="814642"/>
                  </a:lnTo>
                  <a:lnTo>
                    <a:pt x="3339385" y="820767"/>
                  </a:lnTo>
                  <a:lnTo>
                    <a:pt x="3340349" y="826882"/>
                  </a:lnTo>
                  <a:lnTo>
                    <a:pt x="3341313" y="832875"/>
                  </a:lnTo>
                  <a:lnTo>
                    <a:pt x="3342277" y="838725"/>
                  </a:lnTo>
                  <a:lnTo>
                    <a:pt x="3343241" y="844521"/>
                  </a:lnTo>
                  <a:lnTo>
                    <a:pt x="3344205" y="850303"/>
                  </a:lnTo>
                  <a:lnTo>
                    <a:pt x="3345169" y="856111"/>
                  </a:lnTo>
                  <a:lnTo>
                    <a:pt x="3346133" y="861954"/>
                  </a:lnTo>
                  <a:lnTo>
                    <a:pt x="3347097" y="867840"/>
                  </a:lnTo>
                  <a:lnTo>
                    <a:pt x="3348061" y="873801"/>
                  </a:lnTo>
                  <a:lnTo>
                    <a:pt x="3349025" y="879881"/>
                  </a:lnTo>
                  <a:lnTo>
                    <a:pt x="3349989" y="886044"/>
                  </a:lnTo>
                  <a:lnTo>
                    <a:pt x="3350953" y="892276"/>
                  </a:lnTo>
                  <a:lnTo>
                    <a:pt x="3351917" y="898587"/>
                  </a:lnTo>
                  <a:lnTo>
                    <a:pt x="3352881" y="904991"/>
                  </a:lnTo>
                  <a:lnTo>
                    <a:pt x="3353845" y="911688"/>
                  </a:lnTo>
                  <a:lnTo>
                    <a:pt x="3354809" y="918847"/>
                  </a:lnTo>
                  <a:lnTo>
                    <a:pt x="3355773" y="926522"/>
                  </a:lnTo>
                  <a:lnTo>
                    <a:pt x="3356737" y="934715"/>
                  </a:lnTo>
                  <a:lnTo>
                    <a:pt x="3357701" y="943417"/>
                  </a:lnTo>
                  <a:lnTo>
                    <a:pt x="3358665" y="952656"/>
                  </a:lnTo>
                  <a:lnTo>
                    <a:pt x="3359630" y="962344"/>
                  </a:lnTo>
                  <a:lnTo>
                    <a:pt x="3360594" y="972409"/>
                  </a:lnTo>
                  <a:lnTo>
                    <a:pt x="3361558" y="982806"/>
                  </a:lnTo>
                  <a:lnTo>
                    <a:pt x="3362522" y="993544"/>
                  </a:lnTo>
                  <a:lnTo>
                    <a:pt x="3363486" y="1004592"/>
                  </a:lnTo>
                  <a:lnTo>
                    <a:pt x="3364450" y="1015889"/>
                  </a:lnTo>
                  <a:lnTo>
                    <a:pt x="3365414" y="1027431"/>
                  </a:lnTo>
                  <a:lnTo>
                    <a:pt x="3366378" y="1039233"/>
                  </a:lnTo>
                  <a:lnTo>
                    <a:pt x="3367342" y="1051205"/>
                  </a:lnTo>
                  <a:lnTo>
                    <a:pt x="3368306" y="1063164"/>
                  </a:lnTo>
                  <a:lnTo>
                    <a:pt x="3369270" y="1074901"/>
                  </a:lnTo>
                  <a:lnTo>
                    <a:pt x="3370234" y="1086335"/>
                  </a:lnTo>
                  <a:lnTo>
                    <a:pt x="3371198" y="1097354"/>
                  </a:lnTo>
                  <a:lnTo>
                    <a:pt x="3372162" y="1107895"/>
                  </a:lnTo>
                  <a:lnTo>
                    <a:pt x="3373126" y="1117904"/>
                  </a:lnTo>
                  <a:lnTo>
                    <a:pt x="3374090" y="1127314"/>
                  </a:lnTo>
                  <a:lnTo>
                    <a:pt x="3375054" y="1136136"/>
                  </a:lnTo>
                  <a:lnTo>
                    <a:pt x="3376018" y="1144348"/>
                  </a:lnTo>
                  <a:lnTo>
                    <a:pt x="3376982" y="1151927"/>
                  </a:lnTo>
                  <a:lnTo>
                    <a:pt x="3377946" y="1158781"/>
                  </a:lnTo>
                  <a:lnTo>
                    <a:pt x="3378910" y="1164851"/>
                  </a:lnTo>
                  <a:lnTo>
                    <a:pt x="3379874" y="1170119"/>
                  </a:lnTo>
                  <a:lnTo>
                    <a:pt x="3380838" y="1174556"/>
                  </a:lnTo>
                  <a:lnTo>
                    <a:pt x="3381802" y="1178233"/>
                  </a:lnTo>
                  <a:lnTo>
                    <a:pt x="3382766" y="1181226"/>
                  </a:lnTo>
                  <a:lnTo>
                    <a:pt x="3383730" y="1183615"/>
                  </a:lnTo>
                  <a:lnTo>
                    <a:pt x="3384694" y="1185373"/>
                  </a:lnTo>
                  <a:lnTo>
                    <a:pt x="3385658" y="1186580"/>
                  </a:lnTo>
                  <a:lnTo>
                    <a:pt x="3386622" y="1187236"/>
                  </a:lnTo>
                  <a:lnTo>
                    <a:pt x="3387586" y="1187421"/>
                  </a:lnTo>
                  <a:lnTo>
                    <a:pt x="3388550" y="1187284"/>
                  </a:lnTo>
                  <a:lnTo>
                    <a:pt x="3389514" y="1186942"/>
                  </a:lnTo>
                  <a:lnTo>
                    <a:pt x="3390478" y="1186496"/>
                  </a:lnTo>
                  <a:lnTo>
                    <a:pt x="3391442" y="1185962"/>
                  </a:lnTo>
                  <a:lnTo>
                    <a:pt x="3392406" y="1185326"/>
                  </a:lnTo>
                  <a:lnTo>
                    <a:pt x="3393370" y="1184581"/>
                  </a:lnTo>
                  <a:lnTo>
                    <a:pt x="3394334" y="1183701"/>
                  </a:lnTo>
                  <a:lnTo>
                    <a:pt x="3395298" y="1182677"/>
                  </a:lnTo>
                  <a:lnTo>
                    <a:pt x="3396262" y="1181480"/>
                  </a:lnTo>
                  <a:lnTo>
                    <a:pt x="3397226" y="1180074"/>
                  </a:lnTo>
                  <a:lnTo>
                    <a:pt x="3398190" y="1178443"/>
                  </a:lnTo>
                  <a:lnTo>
                    <a:pt x="3399154" y="1176654"/>
                  </a:lnTo>
                  <a:lnTo>
                    <a:pt x="3400118" y="1174723"/>
                  </a:lnTo>
                  <a:lnTo>
                    <a:pt x="3401082" y="1172651"/>
                  </a:lnTo>
                  <a:lnTo>
                    <a:pt x="3402046" y="1170383"/>
                  </a:lnTo>
                  <a:lnTo>
                    <a:pt x="3403010" y="1167852"/>
                  </a:lnTo>
                  <a:lnTo>
                    <a:pt x="3403974" y="1165075"/>
                  </a:lnTo>
                  <a:lnTo>
                    <a:pt x="3404938" y="1162021"/>
                  </a:lnTo>
                  <a:lnTo>
                    <a:pt x="3405902" y="1158646"/>
                  </a:lnTo>
                  <a:lnTo>
                    <a:pt x="3406866" y="1154988"/>
                  </a:lnTo>
                  <a:lnTo>
                    <a:pt x="3407830" y="1151057"/>
                  </a:lnTo>
                  <a:lnTo>
                    <a:pt x="3408794" y="1146976"/>
                  </a:lnTo>
                  <a:lnTo>
                    <a:pt x="3409758" y="1142772"/>
                  </a:lnTo>
                  <a:lnTo>
                    <a:pt x="3410722" y="1138465"/>
                  </a:lnTo>
                  <a:lnTo>
                    <a:pt x="3411686" y="1134078"/>
                  </a:lnTo>
                  <a:lnTo>
                    <a:pt x="3412650" y="1129630"/>
                  </a:lnTo>
                  <a:lnTo>
                    <a:pt x="3413614" y="1125189"/>
                  </a:lnTo>
                  <a:lnTo>
                    <a:pt x="3414578" y="1120791"/>
                  </a:lnTo>
                  <a:lnTo>
                    <a:pt x="3415542" y="1116492"/>
                  </a:lnTo>
                  <a:lnTo>
                    <a:pt x="3416506" y="1112289"/>
                  </a:lnTo>
                  <a:lnTo>
                    <a:pt x="3417470" y="1108320"/>
                  </a:lnTo>
                  <a:lnTo>
                    <a:pt x="3418434" y="1104624"/>
                  </a:lnTo>
                  <a:lnTo>
                    <a:pt x="3419398" y="1101194"/>
                  </a:lnTo>
                  <a:lnTo>
                    <a:pt x="3420362" y="1098088"/>
                  </a:lnTo>
                  <a:lnTo>
                    <a:pt x="3421326" y="1095266"/>
                  </a:lnTo>
                  <a:lnTo>
                    <a:pt x="3422290" y="1092747"/>
                  </a:lnTo>
                  <a:lnTo>
                    <a:pt x="3423254" y="1090495"/>
                  </a:lnTo>
                  <a:lnTo>
                    <a:pt x="3424218" y="1088450"/>
                  </a:lnTo>
                  <a:lnTo>
                    <a:pt x="3425182" y="1086568"/>
                  </a:lnTo>
                  <a:lnTo>
                    <a:pt x="3426146" y="1084855"/>
                  </a:lnTo>
                  <a:lnTo>
                    <a:pt x="3427110" y="1083368"/>
                  </a:lnTo>
                  <a:lnTo>
                    <a:pt x="3428074" y="1082069"/>
                  </a:lnTo>
                  <a:lnTo>
                    <a:pt x="3429038" y="1080938"/>
                  </a:lnTo>
                  <a:lnTo>
                    <a:pt x="3430002" y="1079925"/>
                  </a:lnTo>
                  <a:lnTo>
                    <a:pt x="3430966" y="1078999"/>
                  </a:lnTo>
                  <a:lnTo>
                    <a:pt x="3431930" y="1078075"/>
                  </a:lnTo>
                  <a:lnTo>
                    <a:pt x="3432894" y="1077046"/>
                  </a:lnTo>
                  <a:lnTo>
                    <a:pt x="3433858" y="1075874"/>
                  </a:lnTo>
                  <a:lnTo>
                    <a:pt x="3434822" y="1074562"/>
                  </a:lnTo>
                  <a:lnTo>
                    <a:pt x="3435786" y="1073145"/>
                  </a:lnTo>
                  <a:lnTo>
                    <a:pt x="3436750" y="1071589"/>
                  </a:lnTo>
                  <a:lnTo>
                    <a:pt x="3437714" y="1069891"/>
                  </a:lnTo>
                  <a:lnTo>
                    <a:pt x="3438678" y="1068050"/>
                  </a:lnTo>
                  <a:lnTo>
                    <a:pt x="3439642" y="1066104"/>
                  </a:lnTo>
                  <a:lnTo>
                    <a:pt x="3440606" y="1063989"/>
                  </a:lnTo>
                  <a:lnTo>
                    <a:pt x="3441570" y="1061646"/>
                  </a:lnTo>
                  <a:lnTo>
                    <a:pt x="3442534" y="1059047"/>
                  </a:lnTo>
                  <a:lnTo>
                    <a:pt x="3443498" y="1056180"/>
                  </a:lnTo>
                  <a:lnTo>
                    <a:pt x="3444462" y="1053089"/>
                  </a:lnTo>
                  <a:lnTo>
                    <a:pt x="3445426" y="1049815"/>
                  </a:lnTo>
                  <a:lnTo>
                    <a:pt x="3446390" y="1046418"/>
                  </a:lnTo>
                  <a:lnTo>
                    <a:pt x="3447354" y="1042923"/>
                  </a:lnTo>
                  <a:lnTo>
                    <a:pt x="3448318" y="1039293"/>
                  </a:lnTo>
                  <a:lnTo>
                    <a:pt x="3449282" y="1035530"/>
                  </a:lnTo>
                  <a:lnTo>
                    <a:pt x="3450246" y="1031636"/>
                  </a:lnTo>
                  <a:lnTo>
                    <a:pt x="3451210" y="1027632"/>
                  </a:lnTo>
                  <a:lnTo>
                    <a:pt x="3452174" y="1023354"/>
                  </a:lnTo>
                  <a:lnTo>
                    <a:pt x="3453138" y="1018770"/>
                  </a:lnTo>
                  <a:lnTo>
                    <a:pt x="3454102" y="1013953"/>
                  </a:lnTo>
                  <a:lnTo>
                    <a:pt x="3455066" y="1008879"/>
                  </a:lnTo>
                  <a:lnTo>
                    <a:pt x="3456030" y="1003598"/>
                  </a:lnTo>
                  <a:lnTo>
                    <a:pt x="3456994" y="998128"/>
                  </a:lnTo>
                  <a:lnTo>
                    <a:pt x="3457958" y="992495"/>
                  </a:lnTo>
                  <a:lnTo>
                    <a:pt x="3458922" y="986704"/>
                  </a:lnTo>
                  <a:lnTo>
                    <a:pt x="3459886" y="980774"/>
                  </a:lnTo>
                  <a:lnTo>
                    <a:pt x="3460850" y="974667"/>
                  </a:lnTo>
                  <a:lnTo>
                    <a:pt x="3461814" y="968314"/>
                  </a:lnTo>
                  <a:lnTo>
                    <a:pt x="3462778" y="961664"/>
                  </a:lnTo>
                  <a:lnTo>
                    <a:pt x="3463742" y="954636"/>
                  </a:lnTo>
                  <a:lnTo>
                    <a:pt x="3464706" y="947245"/>
                  </a:lnTo>
                  <a:lnTo>
                    <a:pt x="3465670" y="939534"/>
                  </a:lnTo>
                  <a:lnTo>
                    <a:pt x="3466634" y="931583"/>
                  </a:lnTo>
                  <a:lnTo>
                    <a:pt x="3467598" y="923483"/>
                  </a:lnTo>
                  <a:lnTo>
                    <a:pt x="3468562" y="915259"/>
                  </a:lnTo>
                  <a:lnTo>
                    <a:pt x="3469526" y="906987"/>
                  </a:lnTo>
                  <a:lnTo>
                    <a:pt x="3470490" y="898669"/>
                  </a:lnTo>
                  <a:lnTo>
                    <a:pt x="3471455" y="890274"/>
                  </a:lnTo>
                  <a:lnTo>
                    <a:pt x="3472419" y="881845"/>
                  </a:lnTo>
                  <a:lnTo>
                    <a:pt x="3473383" y="873447"/>
                  </a:lnTo>
                  <a:lnTo>
                    <a:pt x="3474347" y="865122"/>
                  </a:lnTo>
                  <a:lnTo>
                    <a:pt x="3475311" y="856897"/>
                  </a:lnTo>
                  <a:lnTo>
                    <a:pt x="3476275" y="848832"/>
                  </a:lnTo>
                  <a:lnTo>
                    <a:pt x="3477239" y="841008"/>
                  </a:lnTo>
                  <a:lnTo>
                    <a:pt x="3478203" y="833479"/>
                  </a:lnTo>
                  <a:lnTo>
                    <a:pt x="3479167" y="826225"/>
                  </a:lnTo>
                  <a:lnTo>
                    <a:pt x="3480131" y="819194"/>
                  </a:lnTo>
                  <a:lnTo>
                    <a:pt x="3481095" y="812480"/>
                  </a:lnTo>
                  <a:lnTo>
                    <a:pt x="3482059" y="806075"/>
                  </a:lnTo>
                  <a:lnTo>
                    <a:pt x="3483023" y="800019"/>
                  </a:lnTo>
                  <a:lnTo>
                    <a:pt x="3483987" y="794268"/>
                  </a:lnTo>
                  <a:lnTo>
                    <a:pt x="3484951" y="788865"/>
                  </a:lnTo>
                  <a:lnTo>
                    <a:pt x="3485915" y="783863"/>
                  </a:lnTo>
                  <a:lnTo>
                    <a:pt x="3486879" y="779224"/>
                  </a:lnTo>
                  <a:lnTo>
                    <a:pt x="3487843" y="774847"/>
                  </a:lnTo>
                  <a:lnTo>
                    <a:pt x="3488807" y="770688"/>
                  </a:lnTo>
                  <a:lnTo>
                    <a:pt x="3489771" y="766815"/>
                  </a:lnTo>
                  <a:lnTo>
                    <a:pt x="3490735" y="763232"/>
                  </a:lnTo>
                  <a:lnTo>
                    <a:pt x="3491699" y="760001"/>
                  </a:lnTo>
                  <a:lnTo>
                    <a:pt x="3492663" y="757162"/>
                  </a:lnTo>
                  <a:lnTo>
                    <a:pt x="3493627" y="754700"/>
                  </a:lnTo>
                  <a:lnTo>
                    <a:pt x="3494591" y="752615"/>
                  </a:lnTo>
                  <a:lnTo>
                    <a:pt x="3495555" y="750825"/>
                  </a:lnTo>
                  <a:lnTo>
                    <a:pt x="3496519" y="749362"/>
                  </a:lnTo>
                  <a:lnTo>
                    <a:pt x="3497483" y="748175"/>
                  </a:lnTo>
                  <a:lnTo>
                    <a:pt x="3498447" y="747247"/>
                  </a:lnTo>
                  <a:lnTo>
                    <a:pt x="3499411" y="746530"/>
                  </a:lnTo>
                  <a:lnTo>
                    <a:pt x="3500375" y="746055"/>
                  </a:lnTo>
                  <a:lnTo>
                    <a:pt x="3501339" y="745931"/>
                  </a:lnTo>
                  <a:lnTo>
                    <a:pt x="3502303" y="746113"/>
                  </a:lnTo>
                  <a:lnTo>
                    <a:pt x="3503267" y="746609"/>
                  </a:lnTo>
                  <a:lnTo>
                    <a:pt x="3504231" y="747455"/>
                  </a:lnTo>
                  <a:lnTo>
                    <a:pt x="3505195" y="748639"/>
                  </a:lnTo>
                  <a:lnTo>
                    <a:pt x="3506159" y="750031"/>
                  </a:lnTo>
                  <a:lnTo>
                    <a:pt x="3507123" y="751553"/>
                  </a:lnTo>
                  <a:lnTo>
                    <a:pt x="3508087" y="753220"/>
                  </a:lnTo>
                  <a:lnTo>
                    <a:pt x="3509051" y="755039"/>
                  </a:lnTo>
                  <a:lnTo>
                    <a:pt x="3510015" y="757082"/>
                  </a:lnTo>
                  <a:lnTo>
                    <a:pt x="3510979" y="759404"/>
                  </a:lnTo>
                  <a:lnTo>
                    <a:pt x="3511943" y="762117"/>
                  </a:lnTo>
                  <a:lnTo>
                    <a:pt x="3512907" y="765256"/>
                  </a:lnTo>
                  <a:lnTo>
                    <a:pt x="3513871" y="768768"/>
                  </a:lnTo>
                  <a:lnTo>
                    <a:pt x="3514835" y="772652"/>
                  </a:lnTo>
                  <a:lnTo>
                    <a:pt x="3515799" y="776827"/>
                  </a:lnTo>
                  <a:lnTo>
                    <a:pt x="3516763" y="781276"/>
                  </a:lnTo>
                  <a:lnTo>
                    <a:pt x="3517727" y="785980"/>
                  </a:lnTo>
                  <a:lnTo>
                    <a:pt x="3518691" y="790936"/>
                  </a:lnTo>
                  <a:lnTo>
                    <a:pt x="3519655" y="796226"/>
                  </a:lnTo>
                  <a:lnTo>
                    <a:pt x="3520619" y="801957"/>
                  </a:lnTo>
                  <a:lnTo>
                    <a:pt x="3521583" y="808163"/>
                  </a:lnTo>
                  <a:lnTo>
                    <a:pt x="3522547" y="814831"/>
                  </a:lnTo>
                  <a:lnTo>
                    <a:pt x="3523511" y="821964"/>
                  </a:lnTo>
                  <a:lnTo>
                    <a:pt x="3524475" y="829506"/>
                  </a:lnTo>
                  <a:lnTo>
                    <a:pt x="3525439" y="837361"/>
                  </a:lnTo>
                  <a:lnTo>
                    <a:pt x="3526403" y="845475"/>
                  </a:lnTo>
                  <a:lnTo>
                    <a:pt x="3527367" y="853828"/>
                  </a:lnTo>
                  <a:lnTo>
                    <a:pt x="3528331" y="862499"/>
                  </a:lnTo>
                  <a:lnTo>
                    <a:pt x="3529295" y="871537"/>
                  </a:lnTo>
                  <a:lnTo>
                    <a:pt x="3530259" y="880912"/>
                  </a:lnTo>
                  <a:lnTo>
                    <a:pt x="3531223" y="890616"/>
                  </a:lnTo>
                  <a:lnTo>
                    <a:pt x="3532187" y="900641"/>
                  </a:lnTo>
                  <a:lnTo>
                    <a:pt x="3533151" y="910916"/>
                  </a:lnTo>
                  <a:lnTo>
                    <a:pt x="3534115" y="921324"/>
                  </a:lnTo>
                  <a:lnTo>
                    <a:pt x="3535079" y="931788"/>
                  </a:lnTo>
                  <a:lnTo>
                    <a:pt x="3536043" y="942302"/>
                  </a:lnTo>
                  <a:lnTo>
                    <a:pt x="3537007" y="952859"/>
                  </a:lnTo>
                  <a:lnTo>
                    <a:pt x="3537971" y="963409"/>
                  </a:lnTo>
                  <a:lnTo>
                    <a:pt x="3538935" y="974019"/>
                  </a:lnTo>
                  <a:lnTo>
                    <a:pt x="3539899" y="984749"/>
                  </a:lnTo>
                  <a:lnTo>
                    <a:pt x="3540863" y="995512"/>
                  </a:lnTo>
                  <a:lnTo>
                    <a:pt x="3541827" y="1006225"/>
                  </a:lnTo>
                  <a:lnTo>
                    <a:pt x="3542791" y="1016836"/>
                  </a:lnTo>
                  <a:lnTo>
                    <a:pt x="3543755" y="1027238"/>
                  </a:lnTo>
                  <a:lnTo>
                    <a:pt x="3544719" y="1037388"/>
                  </a:lnTo>
                  <a:lnTo>
                    <a:pt x="3545683" y="1047302"/>
                  </a:lnTo>
                  <a:lnTo>
                    <a:pt x="3546647" y="1057039"/>
                  </a:lnTo>
                  <a:lnTo>
                    <a:pt x="3547611" y="1066624"/>
                  </a:lnTo>
                  <a:lnTo>
                    <a:pt x="3548575" y="1076100"/>
                  </a:lnTo>
                  <a:lnTo>
                    <a:pt x="3549539" y="1085407"/>
                  </a:lnTo>
                  <a:lnTo>
                    <a:pt x="3550503" y="1094547"/>
                  </a:lnTo>
                  <a:lnTo>
                    <a:pt x="3551467" y="1103531"/>
                  </a:lnTo>
                  <a:lnTo>
                    <a:pt x="3552431" y="1112325"/>
                  </a:lnTo>
                  <a:lnTo>
                    <a:pt x="3553395" y="1120841"/>
                  </a:lnTo>
                  <a:lnTo>
                    <a:pt x="3554359" y="1129050"/>
                  </a:lnTo>
                  <a:lnTo>
                    <a:pt x="3555323" y="1137020"/>
                  </a:lnTo>
                  <a:lnTo>
                    <a:pt x="3556287" y="1144806"/>
                  </a:lnTo>
                  <a:lnTo>
                    <a:pt x="3557251" y="1152379"/>
                  </a:lnTo>
                  <a:lnTo>
                    <a:pt x="3558215" y="1159759"/>
                  </a:lnTo>
                  <a:lnTo>
                    <a:pt x="3559179" y="1166897"/>
                  </a:lnTo>
                  <a:lnTo>
                    <a:pt x="3560143" y="1173710"/>
                  </a:lnTo>
                  <a:lnTo>
                    <a:pt x="3561107" y="1180119"/>
                  </a:lnTo>
                  <a:lnTo>
                    <a:pt x="3562071" y="1186153"/>
                  </a:lnTo>
                  <a:lnTo>
                    <a:pt x="3563035" y="1191786"/>
                  </a:lnTo>
                  <a:lnTo>
                    <a:pt x="3563999" y="1197045"/>
                  </a:lnTo>
                  <a:lnTo>
                    <a:pt x="3564963" y="1201928"/>
                  </a:lnTo>
                  <a:lnTo>
                    <a:pt x="3565927" y="1206440"/>
                  </a:lnTo>
                  <a:lnTo>
                    <a:pt x="3566891" y="1210594"/>
                  </a:lnTo>
                  <a:lnTo>
                    <a:pt x="3567855" y="1214361"/>
                  </a:lnTo>
                  <a:lnTo>
                    <a:pt x="3568819" y="1217661"/>
                  </a:lnTo>
                  <a:lnTo>
                    <a:pt x="3569783" y="1220457"/>
                  </a:lnTo>
                  <a:lnTo>
                    <a:pt x="3570747" y="1222658"/>
                  </a:lnTo>
                  <a:lnTo>
                    <a:pt x="3571711" y="1224285"/>
                  </a:lnTo>
                  <a:lnTo>
                    <a:pt x="3572675" y="1225332"/>
                  </a:lnTo>
                  <a:lnTo>
                    <a:pt x="3573639" y="1225801"/>
                  </a:lnTo>
                  <a:lnTo>
                    <a:pt x="3574603" y="1225694"/>
                  </a:lnTo>
                  <a:lnTo>
                    <a:pt x="3575567" y="1225050"/>
                  </a:lnTo>
                  <a:lnTo>
                    <a:pt x="3576531" y="1223845"/>
                  </a:lnTo>
                  <a:lnTo>
                    <a:pt x="3577495" y="1222060"/>
                  </a:lnTo>
                  <a:lnTo>
                    <a:pt x="3578459" y="1219713"/>
                  </a:lnTo>
                  <a:lnTo>
                    <a:pt x="3579423" y="1216776"/>
                  </a:lnTo>
                  <a:lnTo>
                    <a:pt x="3580387" y="1213210"/>
                  </a:lnTo>
                  <a:lnTo>
                    <a:pt x="3581351" y="1208986"/>
                  </a:lnTo>
                  <a:lnTo>
                    <a:pt x="3582316" y="1204122"/>
                  </a:lnTo>
                  <a:lnTo>
                    <a:pt x="3583280" y="1198649"/>
                  </a:lnTo>
                  <a:lnTo>
                    <a:pt x="3584244" y="1192568"/>
                  </a:lnTo>
                  <a:lnTo>
                    <a:pt x="3585208" y="1185975"/>
                  </a:lnTo>
                  <a:lnTo>
                    <a:pt x="3586172" y="1178952"/>
                  </a:lnTo>
                  <a:lnTo>
                    <a:pt x="3587136" y="1171486"/>
                  </a:lnTo>
                  <a:lnTo>
                    <a:pt x="3588100" y="1163500"/>
                  </a:lnTo>
                  <a:lnTo>
                    <a:pt x="3589064" y="1155036"/>
                  </a:lnTo>
                  <a:lnTo>
                    <a:pt x="3590028" y="1146171"/>
                  </a:lnTo>
                  <a:lnTo>
                    <a:pt x="3590992" y="1136957"/>
                  </a:lnTo>
                  <a:lnTo>
                    <a:pt x="3591956" y="1127479"/>
                  </a:lnTo>
                  <a:lnTo>
                    <a:pt x="3592920" y="1117879"/>
                  </a:lnTo>
                  <a:lnTo>
                    <a:pt x="3593884" y="1108190"/>
                  </a:lnTo>
                  <a:lnTo>
                    <a:pt x="3594848" y="1098366"/>
                  </a:lnTo>
                  <a:lnTo>
                    <a:pt x="3595812" y="1088421"/>
                  </a:lnTo>
                  <a:lnTo>
                    <a:pt x="3596776" y="1078377"/>
                  </a:lnTo>
                  <a:lnTo>
                    <a:pt x="3597740" y="1068292"/>
                  </a:lnTo>
                  <a:lnTo>
                    <a:pt x="3598704" y="1058230"/>
                  </a:lnTo>
                  <a:lnTo>
                    <a:pt x="3599668" y="1048195"/>
                  </a:lnTo>
                  <a:lnTo>
                    <a:pt x="3600632" y="1038182"/>
                  </a:lnTo>
                  <a:lnTo>
                    <a:pt x="3601596" y="1028229"/>
                  </a:lnTo>
                  <a:lnTo>
                    <a:pt x="3602560" y="1018494"/>
                  </a:lnTo>
                  <a:lnTo>
                    <a:pt x="3603524" y="1009000"/>
                  </a:lnTo>
                  <a:lnTo>
                    <a:pt x="3604488" y="999730"/>
                  </a:lnTo>
                  <a:lnTo>
                    <a:pt x="3605452" y="990720"/>
                  </a:lnTo>
                  <a:lnTo>
                    <a:pt x="3606416" y="981996"/>
                  </a:lnTo>
                  <a:lnTo>
                    <a:pt x="3607380" y="973471"/>
                  </a:lnTo>
                  <a:lnTo>
                    <a:pt x="3608344" y="965196"/>
                  </a:lnTo>
                  <a:lnTo>
                    <a:pt x="3609308" y="957297"/>
                  </a:lnTo>
                  <a:lnTo>
                    <a:pt x="3610272" y="949724"/>
                  </a:lnTo>
                  <a:lnTo>
                    <a:pt x="3611236" y="942446"/>
                  </a:lnTo>
                  <a:lnTo>
                    <a:pt x="3612200" y="935452"/>
                  </a:lnTo>
                  <a:lnTo>
                    <a:pt x="3613164" y="928665"/>
                  </a:lnTo>
                  <a:lnTo>
                    <a:pt x="3614128" y="922006"/>
                  </a:lnTo>
                  <a:lnTo>
                    <a:pt x="3615092" y="915411"/>
                  </a:lnTo>
                  <a:lnTo>
                    <a:pt x="3616056" y="908874"/>
                  </a:lnTo>
                  <a:lnTo>
                    <a:pt x="3617020" y="902375"/>
                  </a:lnTo>
                  <a:lnTo>
                    <a:pt x="3617984" y="895882"/>
                  </a:lnTo>
                  <a:lnTo>
                    <a:pt x="3618948" y="889360"/>
                  </a:lnTo>
                  <a:lnTo>
                    <a:pt x="3619912" y="882777"/>
                  </a:lnTo>
                  <a:lnTo>
                    <a:pt x="3620876" y="876098"/>
                  </a:lnTo>
                  <a:lnTo>
                    <a:pt x="3621840" y="869354"/>
                  </a:lnTo>
                  <a:lnTo>
                    <a:pt x="3622804" y="862633"/>
                  </a:lnTo>
                  <a:lnTo>
                    <a:pt x="3623768" y="855950"/>
                  </a:lnTo>
                  <a:lnTo>
                    <a:pt x="3624732" y="849244"/>
                  </a:lnTo>
                  <a:lnTo>
                    <a:pt x="3625696" y="842499"/>
                  </a:lnTo>
                  <a:lnTo>
                    <a:pt x="3626660" y="835696"/>
                  </a:lnTo>
                  <a:lnTo>
                    <a:pt x="3627624" y="828844"/>
                  </a:lnTo>
                  <a:lnTo>
                    <a:pt x="3628588" y="822062"/>
                  </a:lnTo>
                  <a:lnTo>
                    <a:pt x="3629552" y="815454"/>
                  </a:lnTo>
                  <a:lnTo>
                    <a:pt x="3630516" y="809118"/>
                  </a:lnTo>
                  <a:lnTo>
                    <a:pt x="3631480" y="803073"/>
                  </a:lnTo>
                  <a:lnTo>
                    <a:pt x="3632444" y="797345"/>
                  </a:lnTo>
                  <a:lnTo>
                    <a:pt x="3633408" y="791974"/>
                  </a:lnTo>
                  <a:lnTo>
                    <a:pt x="3634372" y="786927"/>
                  </a:lnTo>
                  <a:lnTo>
                    <a:pt x="3635336" y="782241"/>
                  </a:lnTo>
                  <a:lnTo>
                    <a:pt x="3636300" y="777945"/>
                  </a:lnTo>
                  <a:lnTo>
                    <a:pt x="3637264" y="774009"/>
                  </a:lnTo>
                  <a:lnTo>
                    <a:pt x="3638228" y="770402"/>
                  </a:lnTo>
                  <a:lnTo>
                    <a:pt x="3639192" y="767140"/>
                  </a:lnTo>
                  <a:lnTo>
                    <a:pt x="3640156" y="764263"/>
                  </a:lnTo>
                  <a:lnTo>
                    <a:pt x="3641120" y="761703"/>
                  </a:lnTo>
                  <a:lnTo>
                    <a:pt x="3642084" y="759456"/>
                  </a:lnTo>
                  <a:lnTo>
                    <a:pt x="3643048" y="757505"/>
                  </a:lnTo>
                  <a:lnTo>
                    <a:pt x="3644012" y="755834"/>
                  </a:lnTo>
                  <a:lnTo>
                    <a:pt x="3644976" y="754372"/>
                  </a:lnTo>
                  <a:lnTo>
                    <a:pt x="3645940" y="753117"/>
                  </a:lnTo>
                  <a:lnTo>
                    <a:pt x="3646904" y="752004"/>
                  </a:lnTo>
                  <a:lnTo>
                    <a:pt x="3647868" y="750987"/>
                  </a:lnTo>
                  <a:lnTo>
                    <a:pt x="3648832" y="750062"/>
                  </a:lnTo>
                  <a:lnTo>
                    <a:pt x="3649796" y="749206"/>
                  </a:lnTo>
                  <a:lnTo>
                    <a:pt x="3650760" y="748354"/>
                  </a:lnTo>
                  <a:lnTo>
                    <a:pt x="3651724" y="747380"/>
                  </a:lnTo>
                  <a:lnTo>
                    <a:pt x="3652688" y="746183"/>
                  </a:lnTo>
                  <a:lnTo>
                    <a:pt x="3653652" y="744767"/>
                  </a:lnTo>
                  <a:lnTo>
                    <a:pt x="3654616" y="743061"/>
                  </a:lnTo>
                  <a:lnTo>
                    <a:pt x="3655580" y="741078"/>
                  </a:lnTo>
                  <a:lnTo>
                    <a:pt x="3656544" y="738808"/>
                  </a:lnTo>
                  <a:lnTo>
                    <a:pt x="3657508" y="736165"/>
                  </a:lnTo>
                  <a:lnTo>
                    <a:pt x="3658472" y="733174"/>
                  </a:lnTo>
                  <a:lnTo>
                    <a:pt x="3659436" y="729911"/>
                  </a:lnTo>
                  <a:lnTo>
                    <a:pt x="3660400" y="726334"/>
                  </a:lnTo>
                  <a:lnTo>
                    <a:pt x="3661364" y="722492"/>
                  </a:lnTo>
                  <a:lnTo>
                    <a:pt x="3662328" y="718466"/>
                  </a:lnTo>
                  <a:lnTo>
                    <a:pt x="3663292" y="714343"/>
                  </a:lnTo>
                  <a:lnTo>
                    <a:pt x="3664256" y="710109"/>
                  </a:lnTo>
                  <a:lnTo>
                    <a:pt x="3665220" y="705725"/>
                  </a:lnTo>
                  <a:lnTo>
                    <a:pt x="3666184" y="701251"/>
                  </a:lnTo>
                  <a:lnTo>
                    <a:pt x="3667148" y="696790"/>
                  </a:lnTo>
                  <a:lnTo>
                    <a:pt x="3668112" y="692412"/>
                  </a:lnTo>
                  <a:lnTo>
                    <a:pt x="3669076" y="688168"/>
                  </a:lnTo>
                  <a:lnTo>
                    <a:pt x="3670040" y="684084"/>
                  </a:lnTo>
                  <a:lnTo>
                    <a:pt x="3671004" y="680132"/>
                  </a:lnTo>
                  <a:lnTo>
                    <a:pt x="3671968" y="676309"/>
                  </a:lnTo>
                  <a:lnTo>
                    <a:pt x="3672932" y="672663"/>
                  </a:lnTo>
                  <a:lnTo>
                    <a:pt x="3673896" y="669218"/>
                  </a:lnTo>
                  <a:lnTo>
                    <a:pt x="3674860" y="666070"/>
                  </a:lnTo>
                  <a:lnTo>
                    <a:pt x="3675824" y="663233"/>
                  </a:lnTo>
                  <a:lnTo>
                    <a:pt x="3676788" y="660678"/>
                  </a:lnTo>
                  <a:lnTo>
                    <a:pt x="3677752" y="658313"/>
                  </a:lnTo>
                  <a:lnTo>
                    <a:pt x="3678716" y="656118"/>
                  </a:lnTo>
                  <a:lnTo>
                    <a:pt x="3679680" y="654109"/>
                  </a:lnTo>
                  <a:lnTo>
                    <a:pt x="3680644" y="652301"/>
                  </a:lnTo>
                  <a:lnTo>
                    <a:pt x="3681608" y="650687"/>
                  </a:lnTo>
                  <a:lnTo>
                    <a:pt x="3682572" y="649211"/>
                  </a:lnTo>
                  <a:lnTo>
                    <a:pt x="3683536" y="647821"/>
                  </a:lnTo>
                  <a:lnTo>
                    <a:pt x="3684500" y="646480"/>
                  </a:lnTo>
                  <a:lnTo>
                    <a:pt x="3685464" y="645164"/>
                  </a:lnTo>
                  <a:lnTo>
                    <a:pt x="3686428" y="643873"/>
                  </a:lnTo>
                  <a:lnTo>
                    <a:pt x="3687392" y="642557"/>
                  </a:lnTo>
                  <a:lnTo>
                    <a:pt x="3688356" y="641224"/>
                  </a:lnTo>
                  <a:lnTo>
                    <a:pt x="3689320" y="639784"/>
                  </a:lnTo>
                  <a:lnTo>
                    <a:pt x="3690284" y="638235"/>
                  </a:lnTo>
                  <a:lnTo>
                    <a:pt x="3691248" y="636565"/>
                  </a:lnTo>
                  <a:lnTo>
                    <a:pt x="3692212" y="634823"/>
                  </a:lnTo>
                  <a:lnTo>
                    <a:pt x="3693176" y="633068"/>
                  </a:lnTo>
                  <a:lnTo>
                    <a:pt x="3694141" y="631311"/>
                  </a:lnTo>
                  <a:lnTo>
                    <a:pt x="3695105" y="629523"/>
                  </a:lnTo>
                  <a:lnTo>
                    <a:pt x="3696069" y="627707"/>
                  </a:lnTo>
                  <a:lnTo>
                    <a:pt x="3697033" y="625868"/>
                  </a:lnTo>
                  <a:lnTo>
                    <a:pt x="3697997" y="623926"/>
                  </a:lnTo>
                  <a:lnTo>
                    <a:pt x="3698961" y="621877"/>
                  </a:lnTo>
                  <a:lnTo>
                    <a:pt x="3699925" y="619815"/>
                  </a:lnTo>
                  <a:lnTo>
                    <a:pt x="3700889" y="617827"/>
                  </a:lnTo>
                  <a:lnTo>
                    <a:pt x="3701853" y="615949"/>
                  </a:lnTo>
                  <a:lnTo>
                    <a:pt x="3702817" y="614168"/>
                  </a:lnTo>
                  <a:lnTo>
                    <a:pt x="3703781" y="612576"/>
                  </a:lnTo>
                  <a:lnTo>
                    <a:pt x="3704745" y="611159"/>
                  </a:lnTo>
                  <a:lnTo>
                    <a:pt x="3705709" y="609964"/>
                  </a:lnTo>
                  <a:lnTo>
                    <a:pt x="3706673" y="608954"/>
                  </a:lnTo>
                  <a:lnTo>
                    <a:pt x="3707637" y="608031"/>
                  </a:lnTo>
                  <a:lnTo>
                    <a:pt x="3708601" y="607235"/>
                  </a:lnTo>
                  <a:lnTo>
                    <a:pt x="3709565" y="606669"/>
                  </a:lnTo>
                  <a:lnTo>
                    <a:pt x="3710529" y="606389"/>
                  </a:lnTo>
                  <a:lnTo>
                    <a:pt x="3711493" y="606415"/>
                  </a:lnTo>
                  <a:lnTo>
                    <a:pt x="3712457" y="606865"/>
                  </a:lnTo>
                  <a:lnTo>
                    <a:pt x="3713421" y="607871"/>
                  </a:lnTo>
                  <a:lnTo>
                    <a:pt x="3714385" y="609432"/>
                  </a:lnTo>
                  <a:lnTo>
                    <a:pt x="3715349" y="611558"/>
                  </a:lnTo>
                  <a:lnTo>
                    <a:pt x="3716313" y="614187"/>
                  </a:lnTo>
                  <a:lnTo>
                    <a:pt x="3717277" y="617273"/>
                  </a:lnTo>
                  <a:lnTo>
                    <a:pt x="3718241" y="620824"/>
                  </a:lnTo>
                  <a:lnTo>
                    <a:pt x="3719205" y="624878"/>
                  </a:lnTo>
                  <a:lnTo>
                    <a:pt x="3720169" y="629422"/>
                  </a:lnTo>
                  <a:lnTo>
                    <a:pt x="3721133" y="634506"/>
                  </a:lnTo>
                  <a:lnTo>
                    <a:pt x="3722097" y="640143"/>
                  </a:lnTo>
                  <a:lnTo>
                    <a:pt x="3723061" y="646301"/>
                  </a:lnTo>
                  <a:lnTo>
                    <a:pt x="3724025" y="652916"/>
                  </a:lnTo>
                  <a:lnTo>
                    <a:pt x="3724989" y="659947"/>
                  </a:lnTo>
                  <a:lnTo>
                    <a:pt x="3725953" y="667419"/>
                  </a:lnTo>
                  <a:lnTo>
                    <a:pt x="3726917" y="675273"/>
                  </a:lnTo>
                  <a:lnTo>
                    <a:pt x="3727881" y="683477"/>
                  </a:lnTo>
                  <a:lnTo>
                    <a:pt x="3728845" y="691984"/>
                  </a:lnTo>
                  <a:lnTo>
                    <a:pt x="3729809" y="700800"/>
                  </a:lnTo>
                  <a:lnTo>
                    <a:pt x="3730773" y="709979"/>
                  </a:lnTo>
                  <a:lnTo>
                    <a:pt x="3731737" y="719580"/>
                  </a:lnTo>
                  <a:lnTo>
                    <a:pt x="3732701" y="729576"/>
                  </a:lnTo>
                  <a:lnTo>
                    <a:pt x="3733665" y="739817"/>
                  </a:lnTo>
                  <a:lnTo>
                    <a:pt x="3734629" y="750216"/>
                  </a:lnTo>
                  <a:lnTo>
                    <a:pt x="3735593" y="760757"/>
                  </a:lnTo>
                  <a:lnTo>
                    <a:pt x="3736557" y="771429"/>
                  </a:lnTo>
                  <a:lnTo>
                    <a:pt x="3737521" y="782231"/>
                  </a:lnTo>
                  <a:lnTo>
                    <a:pt x="3738485" y="793157"/>
                  </a:lnTo>
                  <a:lnTo>
                    <a:pt x="3739449" y="804218"/>
                  </a:lnTo>
                  <a:lnTo>
                    <a:pt x="3740413" y="815406"/>
                  </a:lnTo>
                  <a:lnTo>
                    <a:pt x="3741377" y="826669"/>
                  </a:lnTo>
                  <a:lnTo>
                    <a:pt x="3742341" y="837899"/>
                  </a:lnTo>
                  <a:lnTo>
                    <a:pt x="3743305" y="849069"/>
                  </a:lnTo>
                  <a:lnTo>
                    <a:pt x="3744269" y="860165"/>
                  </a:lnTo>
                  <a:lnTo>
                    <a:pt x="3745233" y="871179"/>
                  </a:lnTo>
                  <a:lnTo>
                    <a:pt x="3746197" y="882171"/>
                  </a:lnTo>
                  <a:lnTo>
                    <a:pt x="3747161" y="893241"/>
                  </a:lnTo>
                  <a:lnTo>
                    <a:pt x="3748125" y="904448"/>
                  </a:lnTo>
                  <a:lnTo>
                    <a:pt x="3749089" y="915815"/>
                  </a:lnTo>
                  <a:lnTo>
                    <a:pt x="3750053" y="927329"/>
                  </a:lnTo>
                  <a:lnTo>
                    <a:pt x="3751017" y="938965"/>
                  </a:lnTo>
                  <a:lnTo>
                    <a:pt x="3751981" y="950663"/>
                  </a:lnTo>
                  <a:lnTo>
                    <a:pt x="3752945" y="962384"/>
                  </a:lnTo>
                  <a:lnTo>
                    <a:pt x="3753909" y="974124"/>
                  </a:lnTo>
                  <a:lnTo>
                    <a:pt x="3754873" y="985875"/>
                  </a:lnTo>
                  <a:lnTo>
                    <a:pt x="3755837" y="997714"/>
                  </a:lnTo>
                  <a:lnTo>
                    <a:pt x="3756801" y="1009719"/>
                  </a:lnTo>
                  <a:lnTo>
                    <a:pt x="3757765" y="1021807"/>
                  </a:lnTo>
                  <a:lnTo>
                    <a:pt x="3758729" y="1033881"/>
                  </a:lnTo>
                  <a:lnTo>
                    <a:pt x="3759693" y="1045826"/>
                  </a:lnTo>
                  <a:lnTo>
                    <a:pt x="3760657" y="1057491"/>
                  </a:lnTo>
                  <a:lnTo>
                    <a:pt x="3761621" y="1068727"/>
                  </a:lnTo>
                  <a:lnTo>
                    <a:pt x="3762585" y="1079487"/>
                  </a:lnTo>
                  <a:lnTo>
                    <a:pt x="3763549" y="1089754"/>
                  </a:lnTo>
                  <a:lnTo>
                    <a:pt x="3764513" y="1099472"/>
                  </a:lnTo>
                  <a:lnTo>
                    <a:pt x="3765477" y="1108707"/>
                  </a:lnTo>
                  <a:lnTo>
                    <a:pt x="3766441" y="1117522"/>
                  </a:lnTo>
                  <a:lnTo>
                    <a:pt x="3767405" y="1125868"/>
                  </a:lnTo>
                  <a:lnTo>
                    <a:pt x="3768369" y="1133670"/>
                  </a:lnTo>
                  <a:lnTo>
                    <a:pt x="3769333" y="1140895"/>
                  </a:lnTo>
                  <a:lnTo>
                    <a:pt x="3770297" y="1147482"/>
                  </a:lnTo>
                  <a:lnTo>
                    <a:pt x="3771261" y="1153339"/>
                  </a:lnTo>
                  <a:lnTo>
                    <a:pt x="3772225" y="1158538"/>
                  </a:lnTo>
                  <a:lnTo>
                    <a:pt x="3773189" y="1163124"/>
                  </a:lnTo>
                  <a:lnTo>
                    <a:pt x="3774153" y="1167164"/>
                  </a:lnTo>
                  <a:lnTo>
                    <a:pt x="3775117" y="1170649"/>
                  </a:lnTo>
                  <a:lnTo>
                    <a:pt x="3776081" y="1173603"/>
                  </a:lnTo>
                  <a:lnTo>
                    <a:pt x="3777045" y="1176044"/>
                  </a:lnTo>
                  <a:lnTo>
                    <a:pt x="3778009" y="1177942"/>
                  </a:lnTo>
                  <a:lnTo>
                    <a:pt x="3778973" y="1179229"/>
                  </a:lnTo>
                  <a:lnTo>
                    <a:pt x="3779937" y="1179818"/>
                  </a:lnTo>
                  <a:lnTo>
                    <a:pt x="3780901" y="1179688"/>
                  </a:lnTo>
                  <a:lnTo>
                    <a:pt x="3781865" y="1179080"/>
                  </a:lnTo>
                  <a:lnTo>
                    <a:pt x="3782829" y="1178198"/>
                  </a:lnTo>
                  <a:lnTo>
                    <a:pt x="3783793" y="1177142"/>
                  </a:lnTo>
                  <a:lnTo>
                    <a:pt x="3784757" y="1175924"/>
                  </a:lnTo>
                  <a:lnTo>
                    <a:pt x="3785721" y="1174641"/>
                  </a:lnTo>
                  <a:lnTo>
                    <a:pt x="3786685" y="1173305"/>
                  </a:lnTo>
                  <a:lnTo>
                    <a:pt x="3787649" y="1171973"/>
                  </a:lnTo>
                  <a:lnTo>
                    <a:pt x="3788613" y="1170585"/>
                  </a:lnTo>
                  <a:lnTo>
                    <a:pt x="3789577" y="1169176"/>
                  </a:lnTo>
                  <a:lnTo>
                    <a:pt x="3790541" y="1167779"/>
                  </a:lnTo>
                  <a:lnTo>
                    <a:pt x="3791505" y="1166458"/>
                  </a:lnTo>
                  <a:lnTo>
                    <a:pt x="3792469" y="1165314"/>
                  </a:lnTo>
                  <a:lnTo>
                    <a:pt x="3793433" y="1164328"/>
                  </a:lnTo>
                  <a:lnTo>
                    <a:pt x="3794397" y="1163547"/>
                  </a:lnTo>
                  <a:lnTo>
                    <a:pt x="3795361" y="1162915"/>
                  </a:lnTo>
                  <a:lnTo>
                    <a:pt x="3796325" y="1162398"/>
                  </a:lnTo>
                  <a:lnTo>
                    <a:pt x="3797289" y="1161854"/>
                  </a:lnTo>
                  <a:lnTo>
                    <a:pt x="3798253" y="1161202"/>
                  </a:lnTo>
                  <a:lnTo>
                    <a:pt x="3799217" y="1160435"/>
                  </a:lnTo>
                  <a:lnTo>
                    <a:pt x="3800181" y="1159603"/>
                  </a:lnTo>
                  <a:lnTo>
                    <a:pt x="3801145" y="1158838"/>
                  </a:lnTo>
                  <a:lnTo>
                    <a:pt x="3802109" y="1158110"/>
                  </a:lnTo>
                  <a:lnTo>
                    <a:pt x="3803073" y="1157487"/>
                  </a:lnTo>
                  <a:lnTo>
                    <a:pt x="3804037" y="1156958"/>
                  </a:lnTo>
                  <a:lnTo>
                    <a:pt x="3805002" y="1156448"/>
                  </a:lnTo>
                  <a:lnTo>
                    <a:pt x="3805966" y="1155885"/>
                  </a:lnTo>
                  <a:lnTo>
                    <a:pt x="3806930" y="1155262"/>
                  </a:lnTo>
                  <a:lnTo>
                    <a:pt x="3807894" y="1154634"/>
                  </a:lnTo>
                  <a:lnTo>
                    <a:pt x="3808858" y="1154053"/>
                  </a:lnTo>
                  <a:lnTo>
                    <a:pt x="3809822" y="1153558"/>
                  </a:lnTo>
                  <a:lnTo>
                    <a:pt x="3810786" y="1153120"/>
                  </a:lnTo>
                  <a:lnTo>
                    <a:pt x="3811750" y="1152724"/>
                  </a:lnTo>
                  <a:lnTo>
                    <a:pt x="3812714" y="1152424"/>
                  </a:lnTo>
                  <a:lnTo>
                    <a:pt x="3813678" y="1152198"/>
                  </a:lnTo>
                  <a:lnTo>
                    <a:pt x="3814642" y="1151966"/>
                  </a:lnTo>
                  <a:lnTo>
                    <a:pt x="3815606" y="1151672"/>
                  </a:lnTo>
                  <a:lnTo>
                    <a:pt x="3816570" y="1151366"/>
                  </a:lnTo>
                  <a:lnTo>
                    <a:pt x="3817534" y="1151001"/>
                  </a:lnTo>
                  <a:lnTo>
                    <a:pt x="3818498" y="1150603"/>
                  </a:lnTo>
                  <a:lnTo>
                    <a:pt x="3819462" y="1150136"/>
                  </a:lnTo>
                  <a:lnTo>
                    <a:pt x="3820426" y="1149593"/>
                  </a:lnTo>
                  <a:lnTo>
                    <a:pt x="3821390" y="1148894"/>
                  </a:lnTo>
                  <a:lnTo>
                    <a:pt x="3822354" y="1148005"/>
                  </a:lnTo>
                  <a:lnTo>
                    <a:pt x="3823318" y="1146877"/>
                  </a:lnTo>
                  <a:lnTo>
                    <a:pt x="3824282" y="1145594"/>
                  </a:lnTo>
                  <a:lnTo>
                    <a:pt x="3825246" y="1144199"/>
                  </a:lnTo>
                  <a:lnTo>
                    <a:pt x="3826210" y="1142729"/>
                  </a:lnTo>
                  <a:lnTo>
                    <a:pt x="3827174" y="1141224"/>
                  </a:lnTo>
                  <a:lnTo>
                    <a:pt x="3828138" y="1139752"/>
                  </a:lnTo>
                  <a:lnTo>
                    <a:pt x="3829102" y="1138355"/>
                  </a:lnTo>
                  <a:lnTo>
                    <a:pt x="3830066" y="1136991"/>
                  </a:lnTo>
                  <a:lnTo>
                    <a:pt x="3831030" y="1135535"/>
                  </a:lnTo>
                  <a:lnTo>
                    <a:pt x="3831994" y="1134043"/>
                  </a:lnTo>
                  <a:lnTo>
                    <a:pt x="3832958" y="1132556"/>
                  </a:lnTo>
                  <a:lnTo>
                    <a:pt x="3833922" y="1131067"/>
                  </a:lnTo>
                  <a:lnTo>
                    <a:pt x="3834886" y="1129577"/>
                  </a:lnTo>
                  <a:lnTo>
                    <a:pt x="3835850" y="1128027"/>
                  </a:lnTo>
                  <a:lnTo>
                    <a:pt x="3836814" y="1126445"/>
                  </a:lnTo>
                  <a:lnTo>
                    <a:pt x="3837778" y="1124851"/>
                  </a:lnTo>
                  <a:lnTo>
                    <a:pt x="3838742" y="1123273"/>
                  </a:lnTo>
                  <a:lnTo>
                    <a:pt x="3839706" y="1121741"/>
                  </a:lnTo>
                  <a:lnTo>
                    <a:pt x="3840670" y="1120181"/>
                  </a:lnTo>
                  <a:lnTo>
                    <a:pt x="3841634" y="1118622"/>
                  </a:lnTo>
                  <a:lnTo>
                    <a:pt x="3842598" y="1117134"/>
                  </a:lnTo>
                  <a:lnTo>
                    <a:pt x="3843562" y="1115701"/>
                  </a:lnTo>
                  <a:lnTo>
                    <a:pt x="3844526" y="1114299"/>
                  </a:lnTo>
                  <a:lnTo>
                    <a:pt x="3845490" y="1112963"/>
                  </a:lnTo>
                  <a:lnTo>
                    <a:pt x="3846454" y="1111787"/>
                  </a:lnTo>
                  <a:lnTo>
                    <a:pt x="3847418" y="1110788"/>
                  </a:lnTo>
                  <a:lnTo>
                    <a:pt x="3848382" y="1109976"/>
                  </a:lnTo>
                  <a:lnTo>
                    <a:pt x="3849346" y="1109255"/>
                  </a:lnTo>
                  <a:lnTo>
                    <a:pt x="3850310" y="1108636"/>
                  </a:lnTo>
                  <a:lnTo>
                    <a:pt x="3851274" y="1108064"/>
                  </a:lnTo>
                  <a:lnTo>
                    <a:pt x="3852238" y="1107498"/>
                  </a:lnTo>
                  <a:lnTo>
                    <a:pt x="3853202" y="1106905"/>
                  </a:lnTo>
                  <a:lnTo>
                    <a:pt x="3854166" y="1106404"/>
                  </a:lnTo>
                  <a:lnTo>
                    <a:pt x="3855130" y="1106040"/>
                  </a:lnTo>
                  <a:lnTo>
                    <a:pt x="3856094" y="1105755"/>
                  </a:lnTo>
                  <a:lnTo>
                    <a:pt x="3857058" y="1105559"/>
                  </a:lnTo>
                  <a:lnTo>
                    <a:pt x="3858022" y="1105492"/>
                  </a:lnTo>
                  <a:lnTo>
                    <a:pt x="3858986" y="1105638"/>
                  </a:lnTo>
                  <a:lnTo>
                    <a:pt x="3859950" y="1106051"/>
                  </a:lnTo>
                  <a:lnTo>
                    <a:pt x="3860914" y="1106711"/>
                  </a:lnTo>
                  <a:lnTo>
                    <a:pt x="3861878" y="1107628"/>
                  </a:lnTo>
                  <a:lnTo>
                    <a:pt x="3862842" y="1108804"/>
                  </a:lnTo>
                  <a:lnTo>
                    <a:pt x="3863806" y="1110228"/>
                  </a:lnTo>
                  <a:lnTo>
                    <a:pt x="3864770" y="1111857"/>
                  </a:lnTo>
                  <a:lnTo>
                    <a:pt x="3865734" y="1113718"/>
                  </a:lnTo>
                  <a:lnTo>
                    <a:pt x="3866698" y="1115880"/>
                  </a:lnTo>
                  <a:lnTo>
                    <a:pt x="3867662" y="1118445"/>
                  </a:lnTo>
                  <a:lnTo>
                    <a:pt x="3868626" y="1121446"/>
                  </a:lnTo>
                  <a:lnTo>
                    <a:pt x="3869590" y="1124979"/>
                  </a:lnTo>
                  <a:lnTo>
                    <a:pt x="3870554" y="1129136"/>
                  </a:lnTo>
                  <a:lnTo>
                    <a:pt x="3871518" y="1133927"/>
                  </a:lnTo>
                  <a:lnTo>
                    <a:pt x="3872482" y="1139294"/>
                  </a:lnTo>
                  <a:lnTo>
                    <a:pt x="3873446" y="1145127"/>
                  </a:lnTo>
                  <a:lnTo>
                    <a:pt x="3874410" y="1151340"/>
                  </a:lnTo>
                  <a:lnTo>
                    <a:pt x="3875374" y="1157859"/>
                  </a:lnTo>
                  <a:lnTo>
                    <a:pt x="3876338" y="1164681"/>
                  </a:lnTo>
                  <a:lnTo>
                    <a:pt x="3877302" y="1171819"/>
                  </a:lnTo>
                  <a:lnTo>
                    <a:pt x="3878266" y="1179288"/>
                  </a:lnTo>
                  <a:lnTo>
                    <a:pt x="3879230" y="1187123"/>
                  </a:lnTo>
                  <a:lnTo>
                    <a:pt x="3880194" y="1195141"/>
                  </a:lnTo>
                  <a:lnTo>
                    <a:pt x="3881158" y="1203199"/>
                  </a:lnTo>
                  <a:lnTo>
                    <a:pt x="3882122" y="1211251"/>
                  </a:lnTo>
                  <a:lnTo>
                    <a:pt x="3883086" y="1219266"/>
                  </a:lnTo>
                  <a:lnTo>
                    <a:pt x="3884050" y="1227203"/>
                  </a:lnTo>
                  <a:lnTo>
                    <a:pt x="3885014" y="1235067"/>
                  </a:lnTo>
                  <a:lnTo>
                    <a:pt x="3885978" y="1242858"/>
                  </a:lnTo>
                  <a:lnTo>
                    <a:pt x="3886942" y="1250600"/>
                  </a:lnTo>
                  <a:lnTo>
                    <a:pt x="3887906" y="1258247"/>
                  </a:lnTo>
                  <a:lnTo>
                    <a:pt x="3888870" y="1265822"/>
                  </a:lnTo>
                  <a:lnTo>
                    <a:pt x="3889834" y="1273431"/>
                  </a:lnTo>
                  <a:lnTo>
                    <a:pt x="3890798" y="1280955"/>
                  </a:lnTo>
                  <a:lnTo>
                    <a:pt x="3891762" y="1288300"/>
                  </a:lnTo>
                  <a:lnTo>
                    <a:pt x="3892726" y="1295410"/>
                  </a:lnTo>
                  <a:lnTo>
                    <a:pt x="3893690" y="1302349"/>
                  </a:lnTo>
                  <a:lnTo>
                    <a:pt x="3894654" y="1309136"/>
                  </a:lnTo>
                  <a:lnTo>
                    <a:pt x="3895618" y="1315806"/>
                  </a:lnTo>
                  <a:lnTo>
                    <a:pt x="3896582" y="1322335"/>
                  </a:lnTo>
                  <a:lnTo>
                    <a:pt x="3897546" y="1328707"/>
                  </a:lnTo>
                  <a:lnTo>
                    <a:pt x="3898510" y="1334914"/>
                  </a:lnTo>
                  <a:lnTo>
                    <a:pt x="3899474" y="1340949"/>
                  </a:lnTo>
                  <a:lnTo>
                    <a:pt x="3900438" y="1346848"/>
                  </a:lnTo>
                  <a:lnTo>
                    <a:pt x="3901402" y="1352641"/>
                  </a:lnTo>
                  <a:lnTo>
                    <a:pt x="3902366" y="1358281"/>
                  </a:lnTo>
                  <a:lnTo>
                    <a:pt x="3903330" y="1363712"/>
                  </a:lnTo>
                  <a:lnTo>
                    <a:pt x="3904294" y="1368899"/>
                  </a:lnTo>
                  <a:lnTo>
                    <a:pt x="3905258" y="1373826"/>
                  </a:lnTo>
                  <a:lnTo>
                    <a:pt x="3906222" y="1378468"/>
                  </a:lnTo>
                  <a:lnTo>
                    <a:pt x="3907186" y="1382809"/>
                  </a:lnTo>
                  <a:lnTo>
                    <a:pt x="3908150" y="1386809"/>
                  </a:lnTo>
                  <a:lnTo>
                    <a:pt x="3909114" y="1390439"/>
                  </a:lnTo>
                  <a:lnTo>
                    <a:pt x="3910078" y="1393651"/>
                  </a:lnTo>
                  <a:lnTo>
                    <a:pt x="3911042" y="1396435"/>
                  </a:lnTo>
                  <a:lnTo>
                    <a:pt x="3912006" y="1398838"/>
                  </a:lnTo>
                  <a:lnTo>
                    <a:pt x="3912970" y="1400951"/>
                  </a:lnTo>
                  <a:lnTo>
                    <a:pt x="3913934" y="1402803"/>
                  </a:lnTo>
                  <a:lnTo>
                    <a:pt x="3914898" y="1404301"/>
                  </a:lnTo>
                  <a:lnTo>
                    <a:pt x="3915863" y="1405417"/>
                  </a:lnTo>
                  <a:lnTo>
                    <a:pt x="3916827" y="1406110"/>
                  </a:lnTo>
                  <a:lnTo>
                    <a:pt x="3917791" y="1406307"/>
                  </a:lnTo>
                  <a:lnTo>
                    <a:pt x="3918755" y="1405937"/>
                  </a:lnTo>
                  <a:lnTo>
                    <a:pt x="3919719" y="1404988"/>
                  </a:lnTo>
                  <a:lnTo>
                    <a:pt x="3920683" y="1403448"/>
                  </a:lnTo>
                  <a:lnTo>
                    <a:pt x="3921647" y="1401386"/>
                  </a:lnTo>
                  <a:lnTo>
                    <a:pt x="3922611" y="1398861"/>
                  </a:lnTo>
                  <a:lnTo>
                    <a:pt x="3923575" y="1395997"/>
                  </a:lnTo>
                  <a:lnTo>
                    <a:pt x="3924539" y="1392796"/>
                  </a:lnTo>
                  <a:lnTo>
                    <a:pt x="3925503" y="1389232"/>
                  </a:lnTo>
                  <a:lnTo>
                    <a:pt x="3926467" y="1385296"/>
                  </a:lnTo>
                  <a:lnTo>
                    <a:pt x="3927431" y="1380935"/>
                  </a:lnTo>
                  <a:lnTo>
                    <a:pt x="3928395" y="1376201"/>
                  </a:lnTo>
                  <a:lnTo>
                    <a:pt x="3929359" y="1371219"/>
                  </a:lnTo>
                  <a:lnTo>
                    <a:pt x="3930323" y="1365984"/>
                  </a:lnTo>
                  <a:lnTo>
                    <a:pt x="3931287" y="1360485"/>
                  </a:lnTo>
                  <a:lnTo>
                    <a:pt x="3932251" y="1354805"/>
                  </a:lnTo>
                  <a:lnTo>
                    <a:pt x="3933215" y="1348909"/>
                  </a:lnTo>
                  <a:lnTo>
                    <a:pt x="3934179" y="1342781"/>
                  </a:lnTo>
                  <a:lnTo>
                    <a:pt x="3935143" y="1336373"/>
                  </a:lnTo>
                  <a:lnTo>
                    <a:pt x="3936107" y="1329669"/>
                  </a:lnTo>
                  <a:lnTo>
                    <a:pt x="3937071" y="1322647"/>
                  </a:lnTo>
                  <a:lnTo>
                    <a:pt x="3938035" y="1315216"/>
                  </a:lnTo>
                  <a:lnTo>
                    <a:pt x="3938999" y="1307328"/>
                  </a:lnTo>
                  <a:lnTo>
                    <a:pt x="3939963" y="1299056"/>
                  </a:lnTo>
                  <a:lnTo>
                    <a:pt x="3940927" y="1290480"/>
                  </a:lnTo>
                  <a:lnTo>
                    <a:pt x="3941891" y="1281625"/>
                  </a:lnTo>
                  <a:lnTo>
                    <a:pt x="3942855" y="1272385"/>
                  </a:lnTo>
                  <a:lnTo>
                    <a:pt x="3943819" y="1262716"/>
                  </a:lnTo>
                  <a:lnTo>
                    <a:pt x="3944783" y="1252593"/>
                  </a:lnTo>
                  <a:lnTo>
                    <a:pt x="3945747" y="1242014"/>
                  </a:lnTo>
                  <a:lnTo>
                    <a:pt x="3946711" y="1231024"/>
                  </a:lnTo>
                  <a:lnTo>
                    <a:pt x="3947675" y="1219644"/>
                  </a:lnTo>
                  <a:lnTo>
                    <a:pt x="3948639" y="1207856"/>
                  </a:lnTo>
                  <a:lnTo>
                    <a:pt x="3949603" y="1195700"/>
                  </a:lnTo>
                  <a:lnTo>
                    <a:pt x="3950567" y="1183210"/>
                  </a:lnTo>
                  <a:lnTo>
                    <a:pt x="3951531" y="1170448"/>
                  </a:lnTo>
                  <a:lnTo>
                    <a:pt x="3952495" y="1157492"/>
                  </a:lnTo>
                  <a:lnTo>
                    <a:pt x="3953459" y="1144458"/>
                  </a:lnTo>
                  <a:lnTo>
                    <a:pt x="3954423" y="1131430"/>
                  </a:lnTo>
                  <a:lnTo>
                    <a:pt x="3955387" y="1118388"/>
                  </a:lnTo>
                  <a:lnTo>
                    <a:pt x="3956351" y="1105303"/>
                  </a:lnTo>
                  <a:lnTo>
                    <a:pt x="3957315" y="1092243"/>
                  </a:lnTo>
                  <a:lnTo>
                    <a:pt x="3958279" y="1079271"/>
                  </a:lnTo>
                  <a:lnTo>
                    <a:pt x="3959243" y="1066464"/>
                  </a:lnTo>
                  <a:lnTo>
                    <a:pt x="3960207" y="1053851"/>
                  </a:lnTo>
                  <a:lnTo>
                    <a:pt x="3961171" y="1041423"/>
                  </a:lnTo>
                  <a:lnTo>
                    <a:pt x="3962135" y="1029186"/>
                  </a:lnTo>
                  <a:lnTo>
                    <a:pt x="3963099" y="1017192"/>
                  </a:lnTo>
                  <a:lnTo>
                    <a:pt x="3964063" y="1005483"/>
                  </a:lnTo>
                  <a:lnTo>
                    <a:pt x="3965027" y="994041"/>
                  </a:lnTo>
                  <a:lnTo>
                    <a:pt x="3965991" y="982868"/>
                  </a:lnTo>
                  <a:lnTo>
                    <a:pt x="3966955" y="971897"/>
                  </a:lnTo>
                  <a:lnTo>
                    <a:pt x="3967919" y="961132"/>
                  </a:lnTo>
                  <a:lnTo>
                    <a:pt x="3968883" y="950546"/>
                  </a:lnTo>
                  <a:lnTo>
                    <a:pt x="3969847" y="940119"/>
                  </a:lnTo>
                  <a:lnTo>
                    <a:pt x="3970811" y="929809"/>
                  </a:lnTo>
                  <a:lnTo>
                    <a:pt x="3971775" y="919535"/>
                  </a:lnTo>
                  <a:lnTo>
                    <a:pt x="3972739" y="909248"/>
                  </a:lnTo>
                  <a:lnTo>
                    <a:pt x="3973703" y="898963"/>
                  </a:lnTo>
                  <a:lnTo>
                    <a:pt x="3974667" y="888632"/>
                  </a:lnTo>
                  <a:lnTo>
                    <a:pt x="3975631" y="878230"/>
                  </a:lnTo>
                  <a:lnTo>
                    <a:pt x="3976595" y="867791"/>
                  </a:lnTo>
                  <a:lnTo>
                    <a:pt x="3977559" y="857244"/>
                  </a:lnTo>
                  <a:lnTo>
                    <a:pt x="3978523" y="846588"/>
                  </a:lnTo>
                  <a:lnTo>
                    <a:pt x="3979487" y="835864"/>
                  </a:lnTo>
                  <a:lnTo>
                    <a:pt x="3980451" y="825102"/>
                  </a:lnTo>
                  <a:lnTo>
                    <a:pt x="3981415" y="814305"/>
                  </a:lnTo>
                  <a:lnTo>
                    <a:pt x="3982379" y="803501"/>
                  </a:lnTo>
                  <a:lnTo>
                    <a:pt x="3983343" y="792719"/>
                  </a:lnTo>
                  <a:lnTo>
                    <a:pt x="3984307" y="781994"/>
                  </a:lnTo>
                  <a:lnTo>
                    <a:pt x="3985271" y="771393"/>
                  </a:lnTo>
                  <a:lnTo>
                    <a:pt x="3986235" y="760903"/>
                  </a:lnTo>
                  <a:lnTo>
                    <a:pt x="3987199" y="750555"/>
                  </a:lnTo>
                  <a:lnTo>
                    <a:pt x="3988163" y="740367"/>
                  </a:lnTo>
                  <a:lnTo>
                    <a:pt x="3989127" y="730352"/>
                  </a:lnTo>
                  <a:lnTo>
                    <a:pt x="3990091" y="720537"/>
                  </a:lnTo>
                  <a:lnTo>
                    <a:pt x="3991055" y="710918"/>
                  </a:lnTo>
                  <a:lnTo>
                    <a:pt x="3992019" y="701596"/>
                  </a:lnTo>
                  <a:lnTo>
                    <a:pt x="3992983" y="692582"/>
                  </a:lnTo>
                  <a:lnTo>
                    <a:pt x="3993947" y="683907"/>
                  </a:lnTo>
                  <a:lnTo>
                    <a:pt x="3994911" y="675577"/>
                  </a:lnTo>
                  <a:lnTo>
                    <a:pt x="3995875" y="667578"/>
                  </a:lnTo>
                  <a:lnTo>
                    <a:pt x="3996839" y="660006"/>
                  </a:lnTo>
                  <a:lnTo>
                    <a:pt x="3997803" y="652849"/>
                  </a:lnTo>
                  <a:lnTo>
                    <a:pt x="3998767" y="646069"/>
                  </a:lnTo>
                  <a:lnTo>
                    <a:pt x="3999731" y="639619"/>
                  </a:lnTo>
                  <a:lnTo>
                    <a:pt x="4000695" y="633547"/>
                  </a:lnTo>
                  <a:lnTo>
                    <a:pt x="4001659" y="627741"/>
                  </a:lnTo>
                  <a:lnTo>
                    <a:pt x="4002623" y="622145"/>
                  </a:lnTo>
                  <a:lnTo>
                    <a:pt x="4003587" y="616736"/>
                  </a:lnTo>
                  <a:lnTo>
                    <a:pt x="4004551" y="611553"/>
                  </a:lnTo>
                  <a:lnTo>
                    <a:pt x="4005515" y="606604"/>
                  </a:lnTo>
                  <a:lnTo>
                    <a:pt x="4006479" y="601831"/>
                  </a:lnTo>
                  <a:lnTo>
                    <a:pt x="4007443" y="597225"/>
                  </a:lnTo>
                  <a:lnTo>
                    <a:pt x="4008407" y="592784"/>
                  </a:lnTo>
                  <a:lnTo>
                    <a:pt x="4009371" y="588439"/>
                  </a:lnTo>
                  <a:lnTo>
                    <a:pt x="4010335" y="584138"/>
                  </a:lnTo>
                  <a:lnTo>
                    <a:pt x="4011299" y="579817"/>
                  </a:lnTo>
                  <a:lnTo>
                    <a:pt x="4012263" y="575437"/>
                  </a:lnTo>
                  <a:lnTo>
                    <a:pt x="4013227" y="571034"/>
                  </a:lnTo>
                  <a:lnTo>
                    <a:pt x="4014191" y="566679"/>
                  </a:lnTo>
                  <a:lnTo>
                    <a:pt x="4015155" y="562416"/>
                  </a:lnTo>
                  <a:lnTo>
                    <a:pt x="4016119" y="558401"/>
                  </a:lnTo>
                  <a:lnTo>
                    <a:pt x="4017083" y="554665"/>
                  </a:lnTo>
                  <a:lnTo>
                    <a:pt x="4018047" y="551237"/>
                  </a:lnTo>
                  <a:lnTo>
                    <a:pt x="4019011" y="548159"/>
                  </a:lnTo>
                  <a:lnTo>
                    <a:pt x="4019975" y="545528"/>
                  </a:lnTo>
                  <a:lnTo>
                    <a:pt x="4020939" y="543415"/>
                  </a:lnTo>
                  <a:lnTo>
                    <a:pt x="4021903" y="541803"/>
                  </a:lnTo>
                  <a:lnTo>
                    <a:pt x="4022867" y="540668"/>
                  </a:lnTo>
                  <a:lnTo>
                    <a:pt x="4023831" y="540097"/>
                  </a:lnTo>
                  <a:lnTo>
                    <a:pt x="4024795" y="540117"/>
                  </a:lnTo>
                  <a:lnTo>
                    <a:pt x="4025759" y="540699"/>
                  </a:lnTo>
                  <a:lnTo>
                    <a:pt x="4026723" y="541866"/>
                  </a:lnTo>
                  <a:lnTo>
                    <a:pt x="4027688" y="543618"/>
                  </a:lnTo>
                  <a:lnTo>
                    <a:pt x="4028652" y="545898"/>
                  </a:lnTo>
                  <a:lnTo>
                    <a:pt x="4029616" y="548683"/>
                  </a:lnTo>
                  <a:lnTo>
                    <a:pt x="4030580" y="551978"/>
                  </a:lnTo>
                  <a:lnTo>
                    <a:pt x="4031544" y="555766"/>
                  </a:lnTo>
                  <a:lnTo>
                    <a:pt x="4032508" y="560025"/>
                  </a:lnTo>
                  <a:lnTo>
                    <a:pt x="4033472" y="564690"/>
                  </a:lnTo>
                  <a:lnTo>
                    <a:pt x="4034436" y="569731"/>
                  </a:lnTo>
                  <a:lnTo>
                    <a:pt x="4035400" y="575181"/>
                  </a:lnTo>
                  <a:lnTo>
                    <a:pt x="4036364" y="581082"/>
                  </a:lnTo>
                  <a:lnTo>
                    <a:pt x="4037328" y="587409"/>
                  </a:lnTo>
                  <a:lnTo>
                    <a:pt x="4038292" y="594065"/>
                  </a:lnTo>
                  <a:lnTo>
                    <a:pt x="4039256" y="601020"/>
                  </a:lnTo>
                  <a:lnTo>
                    <a:pt x="4040220" y="608298"/>
                  </a:lnTo>
                  <a:lnTo>
                    <a:pt x="4041184" y="615879"/>
                  </a:lnTo>
                  <a:lnTo>
                    <a:pt x="4042148" y="623685"/>
                  </a:lnTo>
                  <a:lnTo>
                    <a:pt x="4043112" y="631688"/>
                  </a:lnTo>
                  <a:lnTo>
                    <a:pt x="4044076" y="639792"/>
                  </a:lnTo>
                  <a:lnTo>
                    <a:pt x="4045040" y="647902"/>
                  </a:lnTo>
                  <a:lnTo>
                    <a:pt x="4046004" y="655947"/>
                  </a:lnTo>
                  <a:lnTo>
                    <a:pt x="4046968" y="663923"/>
                  </a:lnTo>
                  <a:lnTo>
                    <a:pt x="4047932" y="671860"/>
                  </a:lnTo>
                  <a:lnTo>
                    <a:pt x="4048896" y="679704"/>
                  </a:lnTo>
                  <a:lnTo>
                    <a:pt x="4049860" y="687449"/>
                  </a:lnTo>
                  <a:lnTo>
                    <a:pt x="4050824" y="695073"/>
                  </a:lnTo>
                  <a:lnTo>
                    <a:pt x="4051788" y="702586"/>
                  </a:lnTo>
                  <a:lnTo>
                    <a:pt x="4052752" y="710022"/>
                  </a:lnTo>
                  <a:lnTo>
                    <a:pt x="4053716" y="717322"/>
                  </a:lnTo>
                  <a:lnTo>
                    <a:pt x="4054680" y="724459"/>
                  </a:lnTo>
                  <a:lnTo>
                    <a:pt x="4055644" y="731362"/>
                  </a:lnTo>
                  <a:lnTo>
                    <a:pt x="4056608" y="737995"/>
                  </a:lnTo>
                  <a:lnTo>
                    <a:pt x="4057572" y="744373"/>
                  </a:lnTo>
                  <a:lnTo>
                    <a:pt x="4058536" y="750623"/>
                  </a:lnTo>
                  <a:lnTo>
                    <a:pt x="4059500" y="756763"/>
                  </a:lnTo>
                  <a:lnTo>
                    <a:pt x="4060464" y="762812"/>
                  </a:lnTo>
                  <a:lnTo>
                    <a:pt x="4061428" y="768740"/>
                  </a:lnTo>
                  <a:lnTo>
                    <a:pt x="4062392" y="774475"/>
                  </a:lnTo>
                  <a:lnTo>
                    <a:pt x="4063356" y="779930"/>
                  </a:lnTo>
                  <a:lnTo>
                    <a:pt x="4064320" y="784967"/>
                  </a:lnTo>
                  <a:lnTo>
                    <a:pt x="4065284" y="789519"/>
                  </a:lnTo>
                  <a:lnTo>
                    <a:pt x="4066248" y="793571"/>
                  </a:lnTo>
                  <a:lnTo>
                    <a:pt x="4067212" y="797060"/>
                  </a:lnTo>
                  <a:lnTo>
                    <a:pt x="4068176" y="799935"/>
                  </a:lnTo>
                  <a:lnTo>
                    <a:pt x="4069140" y="802152"/>
                  </a:lnTo>
                  <a:lnTo>
                    <a:pt x="4070104" y="803693"/>
                  </a:lnTo>
                  <a:lnTo>
                    <a:pt x="4071068" y="804639"/>
                  </a:lnTo>
                  <a:lnTo>
                    <a:pt x="4072032" y="805032"/>
                  </a:lnTo>
                  <a:lnTo>
                    <a:pt x="4072996" y="804825"/>
                  </a:lnTo>
                  <a:lnTo>
                    <a:pt x="4073960" y="804072"/>
                  </a:lnTo>
                  <a:lnTo>
                    <a:pt x="4074924" y="802798"/>
                  </a:lnTo>
                  <a:lnTo>
                    <a:pt x="4075888" y="800996"/>
                  </a:lnTo>
                  <a:lnTo>
                    <a:pt x="4076852" y="798663"/>
                  </a:lnTo>
                  <a:lnTo>
                    <a:pt x="4077816" y="795872"/>
                  </a:lnTo>
                  <a:lnTo>
                    <a:pt x="4078780" y="792640"/>
                  </a:lnTo>
                  <a:lnTo>
                    <a:pt x="4079744" y="789001"/>
                  </a:lnTo>
                  <a:lnTo>
                    <a:pt x="4080708" y="785007"/>
                  </a:lnTo>
                  <a:lnTo>
                    <a:pt x="4081672" y="780733"/>
                  </a:lnTo>
                  <a:lnTo>
                    <a:pt x="4082636" y="776233"/>
                  </a:lnTo>
                  <a:lnTo>
                    <a:pt x="4083600" y="771502"/>
                  </a:lnTo>
                  <a:lnTo>
                    <a:pt x="4084564" y="766520"/>
                  </a:lnTo>
                  <a:lnTo>
                    <a:pt x="4085528" y="761266"/>
                  </a:lnTo>
                  <a:lnTo>
                    <a:pt x="4086492" y="755774"/>
                  </a:lnTo>
                  <a:lnTo>
                    <a:pt x="4087456" y="750155"/>
                  </a:lnTo>
                  <a:lnTo>
                    <a:pt x="4088420" y="744356"/>
                  </a:lnTo>
                  <a:lnTo>
                    <a:pt x="4089384" y="738465"/>
                  </a:lnTo>
                  <a:lnTo>
                    <a:pt x="4090348" y="732588"/>
                  </a:lnTo>
                  <a:lnTo>
                    <a:pt x="4091312" y="726805"/>
                  </a:lnTo>
                  <a:lnTo>
                    <a:pt x="4092276" y="721197"/>
                  </a:lnTo>
                  <a:lnTo>
                    <a:pt x="4093240" y="715819"/>
                  </a:lnTo>
                  <a:lnTo>
                    <a:pt x="4094204" y="710771"/>
                  </a:lnTo>
                  <a:lnTo>
                    <a:pt x="4095168" y="706048"/>
                  </a:lnTo>
                  <a:lnTo>
                    <a:pt x="4096132" y="701663"/>
                  </a:lnTo>
                  <a:lnTo>
                    <a:pt x="4097096" y="697632"/>
                  </a:lnTo>
                  <a:lnTo>
                    <a:pt x="4098060" y="693884"/>
                  </a:lnTo>
                  <a:lnTo>
                    <a:pt x="4099024" y="690382"/>
                  </a:lnTo>
                  <a:lnTo>
                    <a:pt x="4099988" y="687116"/>
                  </a:lnTo>
                  <a:lnTo>
                    <a:pt x="4100952" y="683964"/>
                  </a:lnTo>
                  <a:lnTo>
                    <a:pt x="4101916" y="680886"/>
                  </a:lnTo>
                  <a:lnTo>
                    <a:pt x="4102880" y="677907"/>
                  </a:lnTo>
                  <a:lnTo>
                    <a:pt x="4103844" y="675032"/>
                  </a:lnTo>
                  <a:lnTo>
                    <a:pt x="4104808" y="672288"/>
                  </a:lnTo>
                  <a:lnTo>
                    <a:pt x="4105772" y="669639"/>
                  </a:lnTo>
                  <a:lnTo>
                    <a:pt x="4106736" y="666939"/>
                  </a:lnTo>
                  <a:lnTo>
                    <a:pt x="4107700" y="664119"/>
                  </a:lnTo>
                  <a:lnTo>
                    <a:pt x="4108664" y="661190"/>
                  </a:lnTo>
                  <a:lnTo>
                    <a:pt x="4109628" y="658105"/>
                  </a:lnTo>
                  <a:lnTo>
                    <a:pt x="4110592" y="654854"/>
                  </a:lnTo>
                  <a:lnTo>
                    <a:pt x="4111556" y="651498"/>
                  </a:lnTo>
                  <a:lnTo>
                    <a:pt x="4112520" y="648114"/>
                  </a:lnTo>
                  <a:lnTo>
                    <a:pt x="4113484" y="644789"/>
                  </a:lnTo>
                  <a:lnTo>
                    <a:pt x="4114448" y="641544"/>
                  </a:lnTo>
                  <a:lnTo>
                    <a:pt x="4115412" y="638397"/>
                  </a:lnTo>
                  <a:lnTo>
                    <a:pt x="4116376" y="635424"/>
                  </a:lnTo>
                  <a:lnTo>
                    <a:pt x="4117340" y="632633"/>
                  </a:lnTo>
                  <a:lnTo>
                    <a:pt x="4118304" y="630036"/>
                  </a:lnTo>
                  <a:lnTo>
                    <a:pt x="4119268" y="627603"/>
                  </a:lnTo>
                  <a:lnTo>
                    <a:pt x="4120232" y="625269"/>
                  </a:lnTo>
                  <a:lnTo>
                    <a:pt x="4121196" y="623030"/>
                  </a:lnTo>
                  <a:lnTo>
                    <a:pt x="4122160" y="620851"/>
                  </a:lnTo>
                  <a:lnTo>
                    <a:pt x="4123124" y="618682"/>
                  </a:lnTo>
                  <a:lnTo>
                    <a:pt x="4124088" y="616535"/>
                  </a:lnTo>
                  <a:lnTo>
                    <a:pt x="4125052" y="614421"/>
                  </a:lnTo>
                  <a:lnTo>
                    <a:pt x="4126016" y="612322"/>
                  </a:lnTo>
                  <a:lnTo>
                    <a:pt x="4126980" y="610186"/>
                  </a:lnTo>
                  <a:lnTo>
                    <a:pt x="4127944" y="607967"/>
                  </a:lnTo>
                  <a:lnTo>
                    <a:pt x="4128908" y="605586"/>
                  </a:lnTo>
                  <a:lnTo>
                    <a:pt x="4129872" y="602979"/>
                  </a:lnTo>
                  <a:lnTo>
                    <a:pt x="4130836" y="600074"/>
                  </a:lnTo>
                  <a:lnTo>
                    <a:pt x="4131800" y="596860"/>
                  </a:lnTo>
                  <a:lnTo>
                    <a:pt x="4132764" y="593308"/>
                  </a:lnTo>
                  <a:lnTo>
                    <a:pt x="4133728" y="589425"/>
                  </a:lnTo>
                  <a:lnTo>
                    <a:pt x="4134692" y="585183"/>
                  </a:lnTo>
                  <a:lnTo>
                    <a:pt x="4135656" y="580540"/>
                  </a:lnTo>
                  <a:lnTo>
                    <a:pt x="4136620" y="575477"/>
                  </a:lnTo>
                  <a:lnTo>
                    <a:pt x="4137584" y="569919"/>
                  </a:lnTo>
                  <a:lnTo>
                    <a:pt x="4138549" y="563763"/>
                  </a:lnTo>
                  <a:lnTo>
                    <a:pt x="4139513" y="556910"/>
                  </a:lnTo>
                  <a:lnTo>
                    <a:pt x="4140477" y="549444"/>
                  </a:lnTo>
                  <a:lnTo>
                    <a:pt x="4141441" y="541382"/>
                  </a:lnTo>
                  <a:lnTo>
                    <a:pt x="4142405" y="532758"/>
                  </a:lnTo>
                  <a:lnTo>
                    <a:pt x="4143369" y="523611"/>
                  </a:lnTo>
                  <a:lnTo>
                    <a:pt x="4144333" y="513915"/>
                  </a:lnTo>
                  <a:lnTo>
                    <a:pt x="4145297" y="503645"/>
                  </a:lnTo>
                  <a:lnTo>
                    <a:pt x="4146261" y="492874"/>
                  </a:lnTo>
                  <a:lnTo>
                    <a:pt x="4147225" y="481718"/>
                  </a:lnTo>
                  <a:lnTo>
                    <a:pt x="4148189" y="470265"/>
                  </a:lnTo>
                  <a:lnTo>
                    <a:pt x="4149153" y="458614"/>
                  </a:lnTo>
                  <a:lnTo>
                    <a:pt x="4150117" y="446877"/>
                  </a:lnTo>
                  <a:lnTo>
                    <a:pt x="4151081" y="435131"/>
                  </a:lnTo>
                  <a:lnTo>
                    <a:pt x="4152045" y="423486"/>
                  </a:lnTo>
                  <a:lnTo>
                    <a:pt x="4153009" y="412001"/>
                  </a:lnTo>
                  <a:lnTo>
                    <a:pt x="4153973" y="400695"/>
                  </a:lnTo>
                  <a:lnTo>
                    <a:pt x="4154937" y="389625"/>
                  </a:lnTo>
                  <a:lnTo>
                    <a:pt x="4155901" y="378885"/>
                  </a:lnTo>
                  <a:lnTo>
                    <a:pt x="4156865" y="368447"/>
                  </a:lnTo>
                  <a:lnTo>
                    <a:pt x="4157829" y="358386"/>
                  </a:lnTo>
                  <a:lnTo>
                    <a:pt x="4158793" y="348831"/>
                  </a:lnTo>
                  <a:lnTo>
                    <a:pt x="4159757" y="339820"/>
                  </a:lnTo>
                  <a:lnTo>
                    <a:pt x="4160721" y="331326"/>
                  </a:lnTo>
                  <a:lnTo>
                    <a:pt x="4161685" y="323302"/>
                  </a:lnTo>
                  <a:lnTo>
                    <a:pt x="4162649" y="315703"/>
                  </a:lnTo>
                  <a:lnTo>
                    <a:pt x="4163613" y="308595"/>
                  </a:lnTo>
                  <a:lnTo>
                    <a:pt x="4164577" y="301960"/>
                  </a:lnTo>
                  <a:lnTo>
                    <a:pt x="4165541" y="295795"/>
                  </a:lnTo>
                  <a:lnTo>
                    <a:pt x="4166505" y="290131"/>
                  </a:lnTo>
                  <a:lnTo>
                    <a:pt x="4167469" y="284966"/>
                  </a:lnTo>
                  <a:lnTo>
                    <a:pt x="4168433" y="280385"/>
                  </a:lnTo>
                  <a:lnTo>
                    <a:pt x="4169397" y="276352"/>
                  </a:lnTo>
                  <a:lnTo>
                    <a:pt x="4170361" y="272928"/>
                  </a:lnTo>
                  <a:lnTo>
                    <a:pt x="4171325" y="270171"/>
                  </a:lnTo>
                  <a:lnTo>
                    <a:pt x="4172289" y="268065"/>
                  </a:lnTo>
                  <a:lnTo>
                    <a:pt x="4173253" y="266597"/>
                  </a:lnTo>
                  <a:lnTo>
                    <a:pt x="4174217" y="265790"/>
                  </a:lnTo>
                  <a:lnTo>
                    <a:pt x="4175181" y="265731"/>
                  </a:lnTo>
                  <a:lnTo>
                    <a:pt x="4176145" y="266541"/>
                  </a:lnTo>
                  <a:lnTo>
                    <a:pt x="4177109" y="268282"/>
                  </a:lnTo>
                  <a:lnTo>
                    <a:pt x="4178073" y="270991"/>
                  </a:lnTo>
                  <a:lnTo>
                    <a:pt x="4179037" y="274622"/>
                  </a:lnTo>
                  <a:lnTo>
                    <a:pt x="4180001" y="279159"/>
                  </a:lnTo>
                  <a:lnTo>
                    <a:pt x="4180965" y="284621"/>
                  </a:lnTo>
                  <a:lnTo>
                    <a:pt x="4181929" y="291013"/>
                  </a:lnTo>
                  <a:lnTo>
                    <a:pt x="4182893" y="298364"/>
                  </a:lnTo>
                  <a:lnTo>
                    <a:pt x="4183857" y="306729"/>
                  </a:lnTo>
                  <a:lnTo>
                    <a:pt x="4184821" y="316101"/>
                  </a:lnTo>
                  <a:lnTo>
                    <a:pt x="4185785" y="326522"/>
                  </a:lnTo>
                  <a:lnTo>
                    <a:pt x="4186749" y="338004"/>
                  </a:lnTo>
                  <a:lnTo>
                    <a:pt x="4187713" y="350478"/>
                  </a:lnTo>
                  <a:lnTo>
                    <a:pt x="4188677" y="363868"/>
                  </a:lnTo>
                  <a:lnTo>
                    <a:pt x="4189641" y="378022"/>
                  </a:lnTo>
                  <a:lnTo>
                    <a:pt x="4190605" y="392801"/>
                  </a:lnTo>
                  <a:lnTo>
                    <a:pt x="4191569" y="408138"/>
                  </a:lnTo>
                  <a:lnTo>
                    <a:pt x="4192533" y="424001"/>
                  </a:lnTo>
                  <a:lnTo>
                    <a:pt x="4193497" y="440473"/>
                  </a:lnTo>
                  <a:lnTo>
                    <a:pt x="4194461" y="457487"/>
                  </a:lnTo>
                  <a:lnTo>
                    <a:pt x="4195425" y="474882"/>
                  </a:lnTo>
                  <a:lnTo>
                    <a:pt x="4196389" y="492588"/>
                  </a:lnTo>
                  <a:lnTo>
                    <a:pt x="4197353" y="510547"/>
                  </a:lnTo>
                  <a:lnTo>
                    <a:pt x="4198317" y="528692"/>
                  </a:lnTo>
                  <a:lnTo>
                    <a:pt x="4199281" y="546959"/>
                  </a:lnTo>
                  <a:lnTo>
                    <a:pt x="4200245" y="565224"/>
                  </a:lnTo>
                  <a:lnTo>
                    <a:pt x="4201209" y="583398"/>
                  </a:lnTo>
                  <a:lnTo>
                    <a:pt x="4202173" y="601530"/>
                  </a:lnTo>
                  <a:lnTo>
                    <a:pt x="4203137" y="619597"/>
                  </a:lnTo>
                  <a:lnTo>
                    <a:pt x="4204101" y="637573"/>
                  </a:lnTo>
                  <a:lnTo>
                    <a:pt x="4205065" y="655501"/>
                  </a:lnTo>
                  <a:lnTo>
                    <a:pt x="4206029" y="673319"/>
                  </a:lnTo>
                  <a:lnTo>
                    <a:pt x="4206993" y="690918"/>
                  </a:lnTo>
                  <a:lnTo>
                    <a:pt x="4207957" y="708255"/>
                  </a:lnTo>
                  <a:lnTo>
                    <a:pt x="4208921" y="725409"/>
                  </a:lnTo>
                  <a:lnTo>
                    <a:pt x="4209885" y="742406"/>
                  </a:lnTo>
                  <a:lnTo>
                    <a:pt x="4210849" y="759321"/>
                  </a:lnTo>
                  <a:lnTo>
                    <a:pt x="4211813" y="776183"/>
                  </a:lnTo>
                  <a:lnTo>
                    <a:pt x="4212777" y="792957"/>
                  </a:lnTo>
                  <a:lnTo>
                    <a:pt x="4213741" y="809632"/>
                  </a:lnTo>
                  <a:lnTo>
                    <a:pt x="4214705" y="826129"/>
                  </a:lnTo>
                  <a:lnTo>
                    <a:pt x="4215669" y="842406"/>
                  </a:lnTo>
                  <a:lnTo>
                    <a:pt x="4216633" y="858373"/>
                  </a:lnTo>
                  <a:lnTo>
                    <a:pt x="4217597" y="874026"/>
                  </a:lnTo>
                  <a:lnTo>
                    <a:pt x="4218561" y="889383"/>
                  </a:lnTo>
                  <a:lnTo>
                    <a:pt x="4219525" y="904434"/>
                  </a:lnTo>
                  <a:lnTo>
                    <a:pt x="4220489" y="919189"/>
                  </a:lnTo>
                  <a:lnTo>
                    <a:pt x="4221453" y="933679"/>
                  </a:lnTo>
                  <a:lnTo>
                    <a:pt x="4222417" y="947854"/>
                  </a:lnTo>
                  <a:lnTo>
                    <a:pt x="4223381" y="961584"/>
                  </a:lnTo>
                  <a:lnTo>
                    <a:pt x="4224345" y="974682"/>
                  </a:lnTo>
                  <a:lnTo>
                    <a:pt x="4225309" y="987030"/>
                  </a:lnTo>
                  <a:lnTo>
                    <a:pt x="4226273" y="998463"/>
                  </a:lnTo>
                  <a:lnTo>
                    <a:pt x="4227237" y="1009016"/>
                  </a:lnTo>
                  <a:lnTo>
                    <a:pt x="4228201" y="1018700"/>
                  </a:lnTo>
                  <a:lnTo>
                    <a:pt x="4229165" y="1027522"/>
                  </a:lnTo>
                  <a:lnTo>
                    <a:pt x="4230129" y="1035506"/>
                  </a:lnTo>
                  <a:lnTo>
                    <a:pt x="4231093" y="1042613"/>
                  </a:lnTo>
                  <a:lnTo>
                    <a:pt x="4232057" y="1048789"/>
                  </a:lnTo>
                  <a:lnTo>
                    <a:pt x="4233021" y="1053961"/>
                  </a:lnTo>
                  <a:lnTo>
                    <a:pt x="4233985" y="1058101"/>
                  </a:lnTo>
                  <a:lnTo>
                    <a:pt x="4234949" y="1061165"/>
                  </a:lnTo>
                  <a:lnTo>
                    <a:pt x="4235913" y="1063276"/>
                  </a:lnTo>
                  <a:lnTo>
                    <a:pt x="4236877" y="1064505"/>
                  </a:lnTo>
                  <a:lnTo>
                    <a:pt x="4237841" y="1064933"/>
                  </a:lnTo>
                  <a:lnTo>
                    <a:pt x="4238805" y="1064650"/>
                  </a:lnTo>
                  <a:lnTo>
                    <a:pt x="4239769" y="1063712"/>
                  </a:lnTo>
                  <a:lnTo>
                    <a:pt x="4240733" y="1062232"/>
                  </a:lnTo>
                  <a:lnTo>
                    <a:pt x="4241697" y="1060104"/>
                  </a:lnTo>
                  <a:lnTo>
                    <a:pt x="4242661" y="1057422"/>
                  </a:lnTo>
                  <a:lnTo>
                    <a:pt x="4243625" y="1054323"/>
                  </a:lnTo>
                  <a:lnTo>
                    <a:pt x="4244589" y="1050878"/>
                  </a:lnTo>
                  <a:lnTo>
                    <a:pt x="4245553" y="1047176"/>
                  </a:lnTo>
                  <a:lnTo>
                    <a:pt x="4246517" y="1043220"/>
                  </a:lnTo>
                  <a:lnTo>
                    <a:pt x="4247481" y="1039061"/>
                  </a:lnTo>
                  <a:lnTo>
                    <a:pt x="4248445" y="1034751"/>
                  </a:lnTo>
                  <a:lnTo>
                    <a:pt x="4249410" y="1030393"/>
                  </a:lnTo>
                  <a:lnTo>
                    <a:pt x="4250374" y="1025975"/>
                  </a:lnTo>
                  <a:lnTo>
                    <a:pt x="4251338" y="1021513"/>
                  </a:lnTo>
                  <a:lnTo>
                    <a:pt x="4252302" y="1017117"/>
                  </a:lnTo>
                  <a:lnTo>
                    <a:pt x="4253266" y="1012789"/>
                  </a:lnTo>
                  <a:lnTo>
                    <a:pt x="4254230" y="1008576"/>
                  </a:lnTo>
                  <a:lnTo>
                    <a:pt x="4255194" y="1004594"/>
                  </a:lnTo>
                  <a:lnTo>
                    <a:pt x="4256158" y="1000910"/>
                  </a:lnTo>
                  <a:lnTo>
                    <a:pt x="4257122" y="997448"/>
                  </a:lnTo>
                  <a:lnTo>
                    <a:pt x="4258086" y="994246"/>
                  </a:lnTo>
                  <a:lnTo>
                    <a:pt x="4259050" y="991273"/>
                  </a:lnTo>
                  <a:lnTo>
                    <a:pt x="4260014" y="988449"/>
                  </a:lnTo>
                  <a:lnTo>
                    <a:pt x="4260978" y="985747"/>
                  </a:lnTo>
                  <a:lnTo>
                    <a:pt x="4261942" y="983166"/>
                  </a:lnTo>
                  <a:lnTo>
                    <a:pt x="4262906" y="980761"/>
                  </a:lnTo>
                  <a:lnTo>
                    <a:pt x="4263870" y="978604"/>
                  </a:lnTo>
                  <a:lnTo>
                    <a:pt x="4264834" y="976699"/>
                  </a:lnTo>
                  <a:lnTo>
                    <a:pt x="4265798" y="975057"/>
                  </a:lnTo>
                  <a:lnTo>
                    <a:pt x="4266762" y="973602"/>
                  </a:lnTo>
                  <a:lnTo>
                    <a:pt x="4267726" y="972263"/>
                  </a:lnTo>
                  <a:lnTo>
                    <a:pt x="4268690" y="970999"/>
                  </a:lnTo>
                  <a:lnTo>
                    <a:pt x="4269654" y="969783"/>
                  </a:lnTo>
                  <a:lnTo>
                    <a:pt x="4270618" y="968598"/>
                  </a:lnTo>
                  <a:lnTo>
                    <a:pt x="4271582" y="967523"/>
                  </a:lnTo>
                  <a:lnTo>
                    <a:pt x="4272546" y="966669"/>
                  </a:lnTo>
                  <a:lnTo>
                    <a:pt x="4273510" y="966143"/>
                  </a:lnTo>
                  <a:lnTo>
                    <a:pt x="4274474" y="965994"/>
                  </a:lnTo>
                  <a:lnTo>
                    <a:pt x="4275438" y="966353"/>
                  </a:lnTo>
                  <a:lnTo>
                    <a:pt x="4276402" y="967229"/>
                  </a:lnTo>
                  <a:lnTo>
                    <a:pt x="4277366" y="968690"/>
                  </a:lnTo>
                  <a:lnTo>
                    <a:pt x="4278330" y="970720"/>
                  </a:lnTo>
                  <a:lnTo>
                    <a:pt x="4279294" y="973319"/>
                  </a:lnTo>
                  <a:lnTo>
                    <a:pt x="4280258" y="976449"/>
                  </a:lnTo>
                  <a:lnTo>
                    <a:pt x="4281222" y="980172"/>
                  </a:lnTo>
                  <a:lnTo>
                    <a:pt x="4282186" y="984446"/>
                  </a:lnTo>
                  <a:lnTo>
                    <a:pt x="4283150" y="989286"/>
                  </a:lnTo>
                  <a:lnTo>
                    <a:pt x="4284114" y="994626"/>
                  </a:lnTo>
                  <a:lnTo>
                    <a:pt x="4285078" y="1000419"/>
                  </a:lnTo>
                  <a:lnTo>
                    <a:pt x="4286042" y="1006654"/>
                  </a:lnTo>
                  <a:lnTo>
                    <a:pt x="4287006" y="1013303"/>
                  </a:lnTo>
                  <a:lnTo>
                    <a:pt x="4287970" y="1020328"/>
                  </a:lnTo>
                  <a:lnTo>
                    <a:pt x="4288934" y="1027681"/>
                  </a:lnTo>
                  <a:lnTo>
                    <a:pt x="4289898" y="1035356"/>
                  </a:lnTo>
                  <a:lnTo>
                    <a:pt x="4290862" y="1043368"/>
                  </a:lnTo>
                  <a:lnTo>
                    <a:pt x="4291826" y="1051606"/>
                  </a:lnTo>
                  <a:lnTo>
                    <a:pt x="4292790" y="1060044"/>
                  </a:lnTo>
                  <a:lnTo>
                    <a:pt x="4293754" y="1068623"/>
                  </a:lnTo>
                  <a:lnTo>
                    <a:pt x="4294718" y="1077363"/>
                  </a:lnTo>
                  <a:lnTo>
                    <a:pt x="4295682" y="1086252"/>
                  </a:lnTo>
                  <a:lnTo>
                    <a:pt x="4296646" y="1095258"/>
                  </a:lnTo>
                  <a:lnTo>
                    <a:pt x="4297610" y="1104320"/>
                  </a:lnTo>
                  <a:lnTo>
                    <a:pt x="4298574" y="1113442"/>
                  </a:lnTo>
                  <a:lnTo>
                    <a:pt x="4299538" y="1122545"/>
                  </a:lnTo>
                  <a:lnTo>
                    <a:pt x="4300502" y="1131482"/>
                  </a:lnTo>
                  <a:lnTo>
                    <a:pt x="4301466" y="1140225"/>
                  </a:lnTo>
                  <a:lnTo>
                    <a:pt x="4302430" y="1148735"/>
                  </a:lnTo>
                  <a:lnTo>
                    <a:pt x="4303394" y="1156948"/>
                  </a:lnTo>
                  <a:lnTo>
                    <a:pt x="4304358" y="1164755"/>
                  </a:lnTo>
                  <a:lnTo>
                    <a:pt x="4305322" y="1172090"/>
                  </a:lnTo>
                  <a:lnTo>
                    <a:pt x="4306286" y="1178876"/>
                  </a:lnTo>
                  <a:lnTo>
                    <a:pt x="4307250" y="1185000"/>
                  </a:lnTo>
                  <a:lnTo>
                    <a:pt x="4308214" y="1190484"/>
                  </a:lnTo>
                  <a:lnTo>
                    <a:pt x="4309178" y="1195314"/>
                  </a:lnTo>
                  <a:lnTo>
                    <a:pt x="4310142" y="1199449"/>
                  </a:lnTo>
                  <a:lnTo>
                    <a:pt x="4311106" y="1202856"/>
                  </a:lnTo>
                  <a:lnTo>
                    <a:pt x="4312070" y="1205543"/>
                  </a:lnTo>
                  <a:lnTo>
                    <a:pt x="4313034" y="1207454"/>
                  </a:lnTo>
                  <a:lnTo>
                    <a:pt x="4313998" y="1208708"/>
                  </a:lnTo>
                  <a:lnTo>
                    <a:pt x="4314962" y="1209351"/>
                  </a:lnTo>
                  <a:lnTo>
                    <a:pt x="4315926" y="1209403"/>
                  </a:lnTo>
                  <a:lnTo>
                    <a:pt x="4316890" y="1208916"/>
                  </a:lnTo>
                  <a:lnTo>
                    <a:pt x="4317854" y="1207886"/>
                  </a:lnTo>
                  <a:lnTo>
                    <a:pt x="4318818" y="1206344"/>
                  </a:lnTo>
                  <a:lnTo>
                    <a:pt x="4319782" y="1204279"/>
                  </a:lnTo>
                  <a:lnTo>
                    <a:pt x="4320746" y="1201685"/>
                  </a:lnTo>
                  <a:lnTo>
                    <a:pt x="4321710" y="1198460"/>
                  </a:lnTo>
                  <a:lnTo>
                    <a:pt x="4322674" y="1194609"/>
                  </a:lnTo>
                  <a:lnTo>
                    <a:pt x="4323638" y="1190118"/>
                  </a:lnTo>
                  <a:lnTo>
                    <a:pt x="4324602" y="1184954"/>
                  </a:lnTo>
                  <a:lnTo>
                    <a:pt x="4325566" y="1179046"/>
                  </a:lnTo>
                  <a:lnTo>
                    <a:pt x="4326530" y="1172355"/>
                  </a:lnTo>
                  <a:lnTo>
                    <a:pt x="4327494" y="1164915"/>
                  </a:lnTo>
                  <a:lnTo>
                    <a:pt x="4328458" y="1156764"/>
                  </a:lnTo>
                  <a:lnTo>
                    <a:pt x="4329422" y="1147935"/>
                  </a:lnTo>
                  <a:lnTo>
                    <a:pt x="4330386" y="1138487"/>
                  </a:lnTo>
                  <a:lnTo>
                    <a:pt x="4331350" y="1128552"/>
                  </a:lnTo>
                  <a:lnTo>
                    <a:pt x="4332314" y="1118237"/>
                  </a:lnTo>
                  <a:lnTo>
                    <a:pt x="4333278" y="1107549"/>
                  </a:lnTo>
                  <a:lnTo>
                    <a:pt x="4334242" y="1096498"/>
                  </a:lnTo>
                  <a:lnTo>
                    <a:pt x="4335206" y="1085107"/>
                  </a:lnTo>
                  <a:lnTo>
                    <a:pt x="4336170" y="1073392"/>
                  </a:lnTo>
                  <a:lnTo>
                    <a:pt x="4337134" y="1061361"/>
                  </a:lnTo>
                  <a:lnTo>
                    <a:pt x="4338098" y="1049090"/>
                  </a:lnTo>
                  <a:lnTo>
                    <a:pt x="4339062" y="1036543"/>
                  </a:lnTo>
                  <a:lnTo>
                    <a:pt x="4340026" y="1023787"/>
                  </a:lnTo>
                  <a:lnTo>
                    <a:pt x="4340990" y="1010816"/>
                  </a:lnTo>
                  <a:lnTo>
                    <a:pt x="4341954" y="997608"/>
                  </a:lnTo>
                  <a:lnTo>
                    <a:pt x="4342918" y="984189"/>
                  </a:lnTo>
                  <a:lnTo>
                    <a:pt x="4343882" y="970521"/>
                  </a:lnTo>
                  <a:lnTo>
                    <a:pt x="4344846" y="956639"/>
                  </a:lnTo>
                  <a:lnTo>
                    <a:pt x="4345810" y="942553"/>
                  </a:lnTo>
                  <a:lnTo>
                    <a:pt x="4346774" y="928240"/>
                  </a:lnTo>
                  <a:lnTo>
                    <a:pt x="4347738" y="913734"/>
                  </a:lnTo>
                  <a:lnTo>
                    <a:pt x="4348702" y="899227"/>
                  </a:lnTo>
                  <a:lnTo>
                    <a:pt x="4349666" y="884739"/>
                  </a:lnTo>
                  <a:lnTo>
                    <a:pt x="4350630" y="870357"/>
                  </a:lnTo>
                  <a:lnTo>
                    <a:pt x="4351594" y="856109"/>
                  </a:lnTo>
                  <a:lnTo>
                    <a:pt x="4352558" y="841983"/>
                  </a:lnTo>
                  <a:lnTo>
                    <a:pt x="4353522" y="828047"/>
                  </a:lnTo>
                  <a:lnTo>
                    <a:pt x="4354486" y="814337"/>
                  </a:lnTo>
                  <a:lnTo>
                    <a:pt x="4355450" y="801024"/>
                  </a:lnTo>
                  <a:lnTo>
                    <a:pt x="4356414" y="788091"/>
                  </a:lnTo>
                  <a:lnTo>
                    <a:pt x="4357378" y="775569"/>
                  </a:lnTo>
                  <a:lnTo>
                    <a:pt x="4358342" y="763558"/>
                  </a:lnTo>
                  <a:lnTo>
                    <a:pt x="4359306" y="752114"/>
                  </a:lnTo>
                  <a:lnTo>
                    <a:pt x="4360270" y="741234"/>
                  </a:lnTo>
                  <a:lnTo>
                    <a:pt x="4361235" y="730943"/>
                  </a:lnTo>
                  <a:lnTo>
                    <a:pt x="4362199" y="721179"/>
                  </a:lnTo>
                  <a:lnTo>
                    <a:pt x="4363163" y="711844"/>
                  </a:lnTo>
                  <a:lnTo>
                    <a:pt x="4364127" y="703025"/>
                  </a:lnTo>
                  <a:lnTo>
                    <a:pt x="4365091" y="694744"/>
                  </a:lnTo>
                  <a:lnTo>
                    <a:pt x="4366055" y="686958"/>
                  </a:lnTo>
                  <a:lnTo>
                    <a:pt x="4367019" y="679656"/>
                  </a:lnTo>
                  <a:lnTo>
                    <a:pt x="4367983" y="672787"/>
                  </a:lnTo>
                  <a:lnTo>
                    <a:pt x="4368947" y="666343"/>
                  </a:lnTo>
                  <a:lnTo>
                    <a:pt x="4369911" y="660372"/>
                  </a:lnTo>
                  <a:lnTo>
                    <a:pt x="4370875" y="655003"/>
                  </a:lnTo>
                  <a:lnTo>
                    <a:pt x="4371839" y="650207"/>
                  </a:lnTo>
                  <a:lnTo>
                    <a:pt x="4372803" y="645976"/>
                  </a:lnTo>
                  <a:lnTo>
                    <a:pt x="4373767" y="642313"/>
                  </a:lnTo>
                  <a:lnTo>
                    <a:pt x="4374731" y="639229"/>
                  </a:lnTo>
                  <a:lnTo>
                    <a:pt x="4375695" y="636741"/>
                  </a:lnTo>
                  <a:lnTo>
                    <a:pt x="4376659" y="634875"/>
                  </a:lnTo>
                  <a:lnTo>
                    <a:pt x="4377623" y="633611"/>
                  </a:lnTo>
                  <a:lnTo>
                    <a:pt x="4378587" y="632931"/>
                  </a:lnTo>
                  <a:lnTo>
                    <a:pt x="4379551" y="632703"/>
                  </a:lnTo>
                  <a:lnTo>
                    <a:pt x="4380515" y="632873"/>
                  </a:lnTo>
                  <a:lnTo>
                    <a:pt x="4381479" y="633407"/>
                  </a:lnTo>
                  <a:lnTo>
                    <a:pt x="4382443" y="634272"/>
                  </a:lnTo>
                  <a:lnTo>
                    <a:pt x="4383407" y="635436"/>
                  </a:lnTo>
                  <a:lnTo>
                    <a:pt x="4384371" y="636900"/>
                  </a:lnTo>
                  <a:lnTo>
                    <a:pt x="4385335" y="638659"/>
                  </a:lnTo>
                  <a:lnTo>
                    <a:pt x="4386299" y="640675"/>
                  </a:lnTo>
                  <a:lnTo>
                    <a:pt x="4387263" y="642942"/>
                  </a:lnTo>
                  <a:lnTo>
                    <a:pt x="4388227" y="645455"/>
                  </a:lnTo>
                  <a:lnTo>
                    <a:pt x="4389191" y="648165"/>
                  </a:lnTo>
                  <a:lnTo>
                    <a:pt x="4390155" y="651032"/>
                  </a:lnTo>
                  <a:lnTo>
                    <a:pt x="4391119" y="653994"/>
                  </a:lnTo>
                  <a:lnTo>
                    <a:pt x="4392083" y="657052"/>
                  </a:lnTo>
                  <a:lnTo>
                    <a:pt x="4393047" y="660155"/>
                  </a:lnTo>
                  <a:lnTo>
                    <a:pt x="4394011" y="663251"/>
                  </a:lnTo>
                  <a:lnTo>
                    <a:pt x="4394975" y="666389"/>
                  </a:lnTo>
                  <a:lnTo>
                    <a:pt x="4395939" y="669588"/>
                  </a:lnTo>
                  <a:lnTo>
                    <a:pt x="4396903" y="672790"/>
                  </a:lnTo>
                  <a:lnTo>
                    <a:pt x="4397867" y="675918"/>
                  </a:lnTo>
                  <a:lnTo>
                    <a:pt x="4398831" y="678935"/>
                  </a:lnTo>
                  <a:lnTo>
                    <a:pt x="4399795" y="681693"/>
                  </a:lnTo>
                  <a:lnTo>
                    <a:pt x="4400759" y="684229"/>
                  </a:lnTo>
                  <a:lnTo>
                    <a:pt x="4401723" y="686537"/>
                  </a:lnTo>
                  <a:lnTo>
                    <a:pt x="4402687" y="688642"/>
                  </a:lnTo>
                  <a:lnTo>
                    <a:pt x="4403651" y="690505"/>
                  </a:lnTo>
                  <a:lnTo>
                    <a:pt x="4404615" y="692119"/>
                  </a:lnTo>
                  <a:lnTo>
                    <a:pt x="4405579" y="693535"/>
                  </a:lnTo>
                  <a:lnTo>
                    <a:pt x="4406543" y="694675"/>
                  </a:lnTo>
                  <a:lnTo>
                    <a:pt x="4407507" y="695532"/>
                  </a:lnTo>
                  <a:lnTo>
                    <a:pt x="4408471" y="696096"/>
                  </a:lnTo>
                  <a:lnTo>
                    <a:pt x="4409435" y="696361"/>
                  </a:lnTo>
                  <a:lnTo>
                    <a:pt x="4410399" y="696306"/>
                  </a:lnTo>
                  <a:lnTo>
                    <a:pt x="4411363" y="696049"/>
                  </a:lnTo>
                  <a:lnTo>
                    <a:pt x="4412327" y="695547"/>
                  </a:lnTo>
                  <a:lnTo>
                    <a:pt x="4413291" y="694680"/>
                  </a:lnTo>
                  <a:lnTo>
                    <a:pt x="4414255" y="693442"/>
                  </a:lnTo>
                  <a:lnTo>
                    <a:pt x="4415219" y="691915"/>
                  </a:lnTo>
                  <a:lnTo>
                    <a:pt x="4416183" y="690156"/>
                  </a:lnTo>
                  <a:lnTo>
                    <a:pt x="4417147" y="688136"/>
                  </a:lnTo>
                  <a:lnTo>
                    <a:pt x="4418111" y="685877"/>
                  </a:lnTo>
                  <a:lnTo>
                    <a:pt x="4419075" y="683319"/>
                  </a:lnTo>
                  <a:lnTo>
                    <a:pt x="4420039" y="680411"/>
                  </a:lnTo>
                  <a:lnTo>
                    <a:pt x="4421003" y="677253"/>
                  </a:lnTo>
                  <a:lnTo>
                    <a:pt x="4421967" y="673859"/>
                  </a:lnTo>
                  <a:lnTo>
                    <a:pt x="4422931" y="670307"/>
                  </a:lnTo>
                  <a:lnTo>
                    <a:pt x="4423895" y="666600"/>
                  </a:lnTo>
                  <a:lnTo>
                    <a:pt x="4424859" y="662724"/>
                  </a:lnTo>
                  <a:lnTo>
                    <a:pt x="4425823" y="658681"/>
                  </a:lnTo>
                  <a:lnTo>
                    <a:pt x="4426787" y="654411"/>
                  </a:lnTo>
                  <a:lnTo>
                    <a:pt x="4427751" y="649998"/>
                  </a:lnTo>
                  <a:lnTo>
                    <a:pt x="4428715" y="645461"/>
                  </a:lnTo>
                  <a:lnTo>
                    <a:pt x="4429679" y="640834"/>
                  </a:lnTo>
                  <a:lnTo>
                    <a:pt x="4430643" y="636165"/>
                  </a:lnTo>
                  <a:lnTo>
                    <a:pt x="4431607" y="631588"/>
                  </a:lnTo>
                  <a:lnTo>
                    <a:pt x="4432571" y="627122"/>
                  </a:lnTo>
                  <a:lnTo>
                    <a:pt x="4433535" y="622739"/>
                  </a:lnTo>
                  <a:lnTo>
                    <a:pt x="4434499" y="618463"/>
                  </a:lnTo>
                  <a:lnTo>
                    <a:pt x="4435463" y="614269"/>
                  </a:lnTo>
                  <a:lnTo>
                    <a:pt x="4436427" y="610132"/>
                  </a:lnTo>
                  <a:lnTo>
                    <a:pt x="4437391" y="606067"/>
                  </a:lnTo>
                  <a:lnTo>
                    <a:pt x="4438355" y="602153"/>
                  </a:lnTo>
                  <a:lnTo>
                    <a:pt x="4439319" y="598498"/>
                  </a:lnTo>
                  <a:lnTo>
                    <a:pt x="4440283" y="595130"/>
                  </a:lnTo>
                  <a:lnTo>
                    <a:pt x="4441247" y="592119"/>
                  </a:lnTo>
                  <a:lnTo>
                    <a:pt x="4442211" y="589556"/>
                  </a:lnTo>
                  <a:lnTo>
                    <a:pt x="4443175" y="587464"/>
                  </a:lnTo>
                  <a:lnTo>
                    <a:pt x="4444139" y="585805"/>
                  </a:lnTo>
                  <a:lnTo>
                    <a:pt x="4445103" y="584530"/>
                  </a:lnTo>
                  <a:lnTo>
                    <a:pt x="4446067" y="583598"/>
                  </a:lnTo>
                  <a:lnTo>
                    <a:pt x="4447031" y="582990"/>
                  </a:lnTo>
                  <a:lnTo>
                    <a:pt x="4447995" y="582835"/>
                  </a:lnTo>
                  <a:lnTo>
                    <a:pt x="4448959" y="583173"/>
                  </a:lnTo>
                  <a:lnTo>
                    <a:pt x="4449923" y="584099"/>
                  </a:lnTo>
                  <a:lnTo>
                    <a:pt x="4450887" y="585663"/>
                  </a:lnTo>
                  <a:lnTo>
                    <a:pt x="4451851" y="587818"/>
                  </a:lnTo>
                  <a:lnTo>
                    <a:pt x="4452815" y="590586"/>
                  </a:lnTo>
                  <a:lnTo>
                    <a:pt x="4453779" y="593852"/>
                  </a:lnTo>
                  <a:lnTo>
                    <a:pt x="4454743" y="597585"/>
                  </a:lnTo>
                  <a:lnTo>
                    <a:pt x="4455707" y="601737"/>
                  </a:lnTo>
                  <a:lnTo>
                    <a:pt x="4456671" y="606226"/>
                  </a:lnTo>
                  <a:lnTo>
                    <a:pt x="4457635" y="611069"/>
                  </a:lnTo>
                  <a:lnTo>
                    <a:pt x="4458599" y="616258"/>
                  </a:lnTo>
                  <a:lnTo>
                    <a:pt x="4459563" y="621736"/>
                  </a:lnTo>
                  <a:lnTo>
                    <a:pt x="4460527" y="627414"/>
                  </a:lnTo>
                  <a:lnTo>
                    <a:pt x="4461491" y="633371"/>
                  </a:lnTo>
                  <a:lnTo>
                    <a:pt x="4462455" y="639684"/>
                  </a:lnTo>
                  <a:lnTo>
                    <a:pt x="4463419" y="646315"/>
                  </a:lnTo>
                  <a:lnTo>
                    <a:pt x="4464383" y="653190"/>
                  </a:lnTo>
                  <a:lnTo>
                    <a:pt x="4465347" y="660296"/>
                  </a:lnTo>
                  <a:lnTo>
                    <a:pt x="4466311" y="667694"/>
                  </a:lnTo>
                  <a:lnTo>
                    <a:pt x="4467275" y="675383"/>
                  </a:lnTo>
                  <a:lnTo>
                    <a:pt x="4468239" y="683400"/>
                  </a:lnTo>
                  <a:lnTo>
                    <a:pt x="4469203" y="691720"/>
                  </a:lnTo>
                  <a:lnTo>
                    <a:pt x="4470167" y="700345"/>
                  </a:lnTo>
                  <a:lnTo>
                    <a:pt x="4471131" y="709246"/>
                  </a:lnTo>
                  <a:lnTo>
                    <a:pt x="4472096" y="718401"/>
                  </a:lnTo>
                  <a:lnTo>
                    <a:pt x="4473060" y="727837"/>
                  </a:lnTo>
                  <a:lnTo>
                    <a:pt x="4474024" y="737553"/>
                  </a:lnTo>
                  <a:lnTo>
                    <a:pt x="4474988" y="747652"/>
                  </a:lnTo>
                  <a:lnTo>
                    <a:pt x="4475952" y="758180"/>
                  </a:lnTo>
                  <a:lnTo>
                    <a:pt x="4476916" y="769148"/>
                  </a:lnTo>
                  <a:lnTo>
                    <a:pt x="4477880" y="780575"/>
                  </a:lnTo>
                  <a:lnTo>
                    <a:pt x="4478844" y="792501"/>
                  </a:lnTo>
                  <a:lnTo>
                    <a:pt x="4479808" y="804835"/>
                  </a:lnTo>
                  <a:lnTo>
                    <a:pt x="4480772" y="817539"/>
                  </a:lnTo>
                  <a:lnTo>
                    <a:pt x="4481736" y="830639"/>
                  </a:lnTo>
                  <a:lnTo>
                    <a:pt x="4482700" y="844140"/>
                  </a:lnTo>
                  <a:lnTo>
                    <a:pt x="4483664" y="858052"/>
                  </a:lnTo>
                  <a:lnTo>
                    <a:pt x="4484628" y="872431"/>
                  </a:lnTo>
                  <a:lnTo>
                    <a:pt x="4485592" y="887276"/>
                  </a:lnTo>
                  <a:lnTo>
                    <a:pt x="4486556" y="902562"/>
                  </a:lnTo>
                  <a:lnTo>
                    <a:pt x="4487520" y="918210"/>
                  </a:lnTo>
                  <a:lnTo>
                    <a:pt x="4488484" y="934172"/>
                  </a:lnTo>
                  <a:lnTo>
                    <a:pt x="4489448" y="950414"/>
                  </a:lnTo>
                  <a:lnTo>
                    <a:pt x="4490412" y="966815"/>
                  </a:lnTo>
                  <a:lnTo>
                    <a:pt x="4491376" y="983263"/>
                  </a:lnTo>
                  <a:lnTo>
                    <a:pt x="4492340" y="999764"/>
                  </a:lnTo>
                  <a:lnTo>
                    <a:pt x="4493304" y="1016310"/>
                  </a:lnTo>
                  <a:lnTo>
                    <a:pt x="4494268" y="1032969"/>
                  </a:lnTo>
                  <a:lnTo>
                    <a:pt x="4495232" y="1049750"/>
                  </a:lnTo>
                  <a:lnTo>
                    <a:pt x="4496196" y="1066582"/>
                  </a:lnTo>
                  <a:lnTo>
                    <a:pt x="4497160" y="1083336"/>
                  </a:lnTo>
                  <a:lnTo>
                    <a:pt x="4498124" y="1099899"/>
                  </a:lnTo>
                  <a:lnTo>
                    <a:pt x="4499088" y="1116083"/>
                  </a:lnTo>
                  <a:lnTo>
                    <a:pt x="4500052" y="1131794"/>
                  </a:lnTo>
                  <a:lnTo>
                    <a:pt x="4501016" y="1147035"/>
                  </a:lnTo>
                  <a:lnTo>
                    <a:pt x="4501980" y="1161839"/>
                  </a:lnTo>
                  <a:lnTo>
                    <a:pt x="4502944" y="1176226"/>
                  </a:lnTo>
                  <a:lnTo>
                    <a:pt x="4503908" y="1190174"/>
                  </a:lnTo>
                  <a:lnTo>
                    <a:pt x="4504872" y="1203788"/>
                  </a:lnTo>
                  <a:lnTo>
                    <a:pt x="4505836" y="1217042"/>
                  </a:lnTo>
                  <a:lnTo>
                    <a:pt x="4506800" y="1229887"/>
                  </a:lnTo>
                  <a:lnTo>
                    <a:pt x="4507764" y="1242354"/>
                  </a:lnTo>
                  <a:lnTo>
                    <a:pt x="4508728" y="1254472"/>
                  </a:lnTo>
                  <a:lnTo>
                    <a:pt x="4509692" y="1266247"/>
                  </a:lnTo>
                  <a:lnTo>
                    <a:pt x="4510656" y="1277635"/>
                  </a:lnTo>
                  <a:lnTo>
                    <a:pt x="4511620" y="1288618"/>
                  </a:lnTo>
                  <a:lnTo>
                    <a:pt x="4512584" y="1299247"/>
                  </a:lnTo>
                  <a:lnTo>
                    <a:pt x="4513548" y="1309593"/>
                  </a:lnTo>
                  <a:lnTo>
                    <a:pt x="4514512" y="1319630"/>
                  </a:lnTo>
                  <a:lnTo>
                    <a:pt x="4515476" y="1329335"/>
                  </a:lnTo>
                  <a:lnTo>
                    <a:pt x="4516440" y="1338690"/>
                  </a:lnTo>
                  <a:lnTo>
                    <a:pt x="4517404" y="1347647"/>
                  </a:lnTo>
                  <a:lnTo>
                    <a:pt x="4518368" y="1356172"/>
                  </a:lnTo>
                  <a:lnTo>
                    <a:pt x="4519332" y="1364180"/>
                  </a:lnTo>
                  <a:lnTo>
                    <a:pt x="4520296" y="1371696"/>
                  </a:lnTo>
                  <a:lnTo>
                    <a:pt x="4521260" y="1378693"/>
                  </a:lnTo>
                  <a:lnTo>
                    <a:pt x="4522224" y="1385124"/>
                  </a:lnTo>
                  <a:lnTo>
                    <a:pt x="4523188" y="1390964"/>
                  </a:lnTo>
                  <a:lnTo>
                    <a:pt x="4524152" y="1396132"/>
                  </a:lnTo>
                  <a:lnTo>
                    <a:pt x="4525116" y="1400570"/>
                  </a:lnTo>
                  <a:lnTo>
                    <a:pt x="4526080" y="1404254"/>
                  </a:lnTo>
                  <a:lnTo>
                    <a:pt x="4527044" y="1407121"/>
                  </a:lnTo>
                  <a:lnTo>
                    <a:pt x="4528008" y="1409066"/>
                  </a:lnTo>
                  <a:lnTo>
                    <a:pt x="4528972" y="1410086"/>
                  </a:lnTo>
                  <a:lnTo>
                    <a:pt x="4529936" y="1410124"/>
                  </a:lnTo>
                  <a:lnTo>
                    <a:pt x="4530900" y="1409154"/>
                  </a:lnTo>
                  <a:lnTo>
                    <a:pt x="4531864" y="1407211"/>
                  </a:lnTo>
                  <a:lnTo>
                    <a:pt x="4532828" y="1404306"/>
                  </a:lnTo>
                  <a:lnTo>
                    <a:pt x="4533792" y="1400417"/>
                  </a:lnTo>
                  <a:lnTo>
                    <a:pt x="4534756" y="1395565"/>
                  </a:lnTo>
                  <a:lnTo>
                    <a:pt x="4535720" y="1389762"/>
                  </a:lnTo>
                  <a:lnTo>
                    <a:pt x="4536684" y="1383022"/>
                  </a:lnTo>
                  <a:lnTo>
                    <a:pt x="4537648" y="1375272"/>
                  </a:lnTo>
                  <a:lnTo>
                    <a:pt x="4538612" y="1366546"/>
                  </a:lnTo>
                  <a:lnTo>
                    <a:pt x="4539576" y="1356930"/>
                  </a:lnTo>
                  <a:lnTo>
                    <a:pt x="4540540" y="1346473"/>
                  </a:lnTo>
                  <a:lnTo>
                    <a:pt x="4541504" y="1335168"/>
                  </a:lnTo>
                  <a:lnTo>
                    <a:pt x="4542468" y="1323020"/>
                  </a:lnTo>
                  <a:lnTo>
                    <a:pt x="4543432" y="1310044"/>
                  </a:lnTo>
                  <a:lnTo>
                    <a:pt x="4544396" y="1296308"/>
                  </a:lnTo>
                  <a:lnTo>
                    <a:pt x="4545360" y="1281955"/>
                  </a:lnTo>
                  <a:lnTo>
                    <a:pt x="4546324" y="1267030"/>
                  </a:lnTo>
                  <a:lnTo>
                    <a:pt x="4547288" y="1251635"/>
                  </a:lnTo>
                  <a:lnTo>
                    <a:pt x="4548252" y="1235900"/>
                  </a:lnTo>
                  <a:lnTo>
                    <a:pt x="4549216" y="1219854"/>
                  </a:lnTo>
                  <a:lnTo>
                    <a:pt x="4550180" y="1203507"/>
                  </a:lnTo>
                  <a:lnTo>
                    <a:pt x="4551144" y="1186902"/>
                  </a:lnTo>
                  <a:lnTo>
                    <a:pt x="4552108" y="1170227"/>
                  </a:lnTo>
                  <a:lnTo>
                    <a:pt x="4553072" y="1153468"/>
                  </a:lnTo>
                  <a:lnTo>
                    <a:pt x="4554036" y="1136627"/>
                  </a:lnTo>
                  <a:lnTo>
                    <a:pt x="4555000" y="1119794"/>
                  </a:lnTo>
                  <a:lnTo>
                    <a:pt x="4555964" y="1102973"/>
                  </a:lnTo>
                  <a:lnTo>
                    <a:pt x="4556928" y="1086203"/>
                  </a:lnTo>
                  <a:lnTo>
                    <a:pt x="4557892" y="1069483"/>
                  </a:lnTo>
                  <a:lnTo>
                    <a:pt x="4558856" y="1052869"/>
                  </a:lnTo>
                  <a:lnTo>
                    <a:pt x="4559820" y="1036330"/>
                  </a:lnTo>
                  <a:lnTo>
                    <a:pt x="4560784" y="1019894"/>
                  </a:lnTo>
                  <a:lnTo>
                    <a:pt x="4561748" y="1003547"/>
                  </a:lnTo>
                  <a:lnTo>
                    <a:pt x="4562712" y="987273"/>
                  </a:lnTo>
                  <a:lnTo>
                    <a:pt x="4563676" y="971056"/>
                  </a:lnTo>
                  <a:lnTo>
                    <a:pt x="4564640" y="954891"/>
                  </a:lnTo>
                  <a:lnTo>
                    <a:pt x="4565604" y="938800"/>
                  </a:lnTo>
                  <a:lnTo>
                    <a:pt x="4566568" y="922803"/>
                  </a:lnTo>
                  <a:lnTo>
                    <a:pt x="4567532" y="906977"/>
                  </a:lnTo>
                  <a:lnTo>
                    <a:pt x="4568496" y="891309"/>
                  </a:lnTo>
                  <a:lnTo>
                    <a:pt x="4569460" y="875741"/>
                  </a:lnTo>
                  <a:lnTo>
                    <a:pt x="4570424" y="860258"/>
                  </a:lnTo>
                  <a:lnTo>
                    <a:pt x="4571388" y="844894"/>
                  </a:lnTo>
                  <a:lnTo>
                    <a:pt x="4572352" y="829648"/>
                  </a:lnTo>
                  <a:lnTo>
                    <a:pt x="4573316" y="814486"/>
                  </a:lnTo>
                  <a:lnTo>
                    <a:pt x="4574280" y="799448"/>
                  </a:lnTo>
                  <a:lnTo>
                    <a:pt x="4575244" y="784538"/>
                  </a:lnTo>
                  <a:lnTo>
                    <a:pt x="4576208" y="769808"/>
                  </a:lnTo>
                  <a:lnTo>
                    <a:pt x="4577172" y="755308"/>
                  </a:lnTo>
                  <a:lnTo>
                    <a:pt x="4578136" y="741145"/>
                  </a:lnTo>
                  <a:lnTo>
                    <a:pt x="4579100" y="727365"/>
                  </a:lnTo>
                  <a:lnTo>
                    <a:pt x="4580064" y="713979"/>
                  </a:lnTo>
                  <a:lnTo>
                    <a:pt x="4581028" y="700925"/>
                  </a:lnTo>
                  <a:lnTo>
                    <a:pt x="4581992" y="688152"/>
                  </a:lnTo>
                  <a:lnTo>
                    <a:pt x="4582956" y="675706"/>
                  </a:lnTo>
                  <a:lnTo>
                    <a:pt x="4583921" y="663601"/>
                  </a:lnTo>
                  <a:lnTo>
                    <a:pt x="4584885" y="651908"/>
                  </a:lnTo>
                  <a:lnTo>
                    <a:pt x="4585849" y="640699"/>
                  </a:lnTo>
                  <a:lnTo>
                    <a:pt x="4586813" y="630073"/>
                  </a:lnTo>
                  <a:lnTo>
                    <a:pt x="4587777" y="620031"/>
                  </a:lnTo>
                  <a:lnTo>
                    <a:pt x="4588741" y="610515"/>
                  </a:lnTo>
                  <a:lnTo>
                    <a:pt x="4589705" y="601513"/>
                  </a:lnTo>
                  <a:lnTo>
                    <a:pt x="4590669" y="593036"/>
                  </a:lnTo>
                  <a:lnTo>
                    <a:pt x="4591633" y="585057"/>
                  </a:lnTo>
                  <a:lnTo>
                    <a:pt x="4592597" y="577486"/>
                  </a:lnTo>
                  <a:lnTo>
                    <a:pt x="4593561" y="570308"/>
                  </a:lnTo>
                  <a:lnTo>
                    <a:pt x="4594525" y="563435"/>
                  </a:lnTo>
                  <a:lnTo>
                    <a:pt x="4595489" y="556885"/>
                  </a:lnTo>
                  <a:lnTo>
                    <a:pt x="4596453" y="550681"/>
                  </a:lnTo>
                  <a:lnTo>
                    <a:pt x="4597417" y="544782"/>
                  </a:lnTo>
                  <a:lnTo>
                    <a:pt x="4598381" y="539221"/>
                  </a:lnTo>
                  <a:lnTo>
                    <a:pt x="4599345" y="533980"/>
                  </a:lnTo>
                  <a:lnTo>
                    <a:pt x="4600309" y="528920"/>
                  </a:lnTo>
                  <a:lnTo>
                    <a:pt x="4601273" y="523921"/>
                  </a:lnTo>
                  <a:lnTo>
                    <a:pt x="4602237" y="519087"/>
                  </a:lnTo>
                  <a:lnTo>
                    <a:pt x="4603201" y="514467"/>
                  </a:lnTo>
                  <a:lnTo>
                    <a:pt x="4604165" y="510074"/>
                  </a:lnTo>
                  <a:lnTo>
                    <a:pt x="4605129" y="505933"/>
                  </a:lnTo>
                  <a:lnTo>
                    <a:pt x="4606093" y="502076"/>
                  </a:lnTo>
                  <a:lnTo>
                    <a:pt x="4607057" y="498522"/>
                  </a:lnTo>
                  <a:lnTo>
                    <a:pt x="4608021" y="495299"/>
                  </a:lnTo>
                  <a:lnTo>
                    <a:pt x="4608985" y="492444"/>
                  </a:lnTo>
                  <a:lnTo>
                    <a:pt x="4609949" y="489932"/>
                  </a:lnTo>
                  <a:lnTo>
                    <a:pt x="4610913" y="487771"/>
                  </a:lnTo>
                  <a:lnTo>
                    <a:pt x="4611877" y="485942"/>
                  </a:lnTo>
                  <a:lnTo>
                    <a:pt x="4612841" y="484460"/>
                  </a:lnTo>
                  <a:lnTo>
                    <a:pt x="4613805" y="483310"/>
                  </a:lnTo>
                  <a:lnTo>
                    <a:pt x="4614769" y="482492"/>
                  </a:lnTo>
                  <a:lnTo>
                    <a:pt x="4615733" y="481976"/>
                  </a:lnTo>
                  <a:lnTo>
                    <a:pt x="4616697" y="481773"/>
                  </a:lnTo>
                  <a:lnTo>
                    <a:pt x="4617661" y="481918"/>
                  </a:lnTo>
                  <a:lnTo>
                    <a:pt x="4618625" y="482422"/>
                  </a:lnTo>
                  <a:lnTo>
                    <a:pt x="4619589" y="483302"/>
                  </a:lnTo>
                  <a:lnTo>
                    <a:pt x="4620553" y="484543"/>
                  </a:lnTo>
                  <a:lnTo>
                    <a:pt x="4621517" y="486187"/>
                  </a:lnTo>
                  <a:lnTo>
                    <a:pt x="4622481" y="488166"/>
                  </a:lnTo>
                  <a:lnTo>
                    <a:pt x="4623445" y="490460"/>
                  </a:lnTo>
                  <a:lnTo>
                    <a:pt x="4624409" y="493091"/>
                  </a:lnTo>
                  <a:lnTo>
                    <a:pt x="4625373" y="496084"/>
                  </a:lnTo>
                  <a:lnTo>
                    <a:pt x="4626337" y="499418"/>
                  </a:lnTo>
                  <a:lnTo>
                    <a:pt x="4627301" y="502990"/>
                  </a:lnTo>
                  <a:lnTo>
                    <a:pt x="4628265" y="506777"/>
                  </a:lnTo>
                  <a:lnTo>
                    <a:pt x="4629229" y="510754"/>
                  </a:lnTo>
                  <a:lnTo>
                    <a:pt x="4630193" y="514974"/>
                  </a:lnTo>
                  <a:lnTo>
                    <a:pt x="4631157" y="519418"/>
                  </a:lnTo>
                  <a:lnTo>
                    <a:pt x="4632121" y="524026"/>
                  </a:lnTo>
                  <a:lnTo>
                    <a:pt x="4633085" y="528724"/>
                  </a:lnTo>
                  <a:lnTo>
                    <a:pt x="4634049" y="533434"/>
                  </a:lnTo>
                  <a:lnTo>
                    <a:pt x="4635013" y="538070"/>
                  </a:lnTo>
                  <a:lnTo>
                    <a:pt x="4635977" y="542543"/>
                  </a:lnTo>
                  <a:lnTo>
                    <a:pt x="4636941" y="546934"/>
                  </a:lnTo>
                  <a:lnTo>
                    <a:pt x="4637905" y="551249"/>
                  </a:lnTo>
                  <a:lnTo>
                    <a:pt x="4638869" y="555517"/>
                  </a:lnTo>
                  <a:lnTo>
                    <a:pt x="4639833" y="559760"/>
                  </a:lnTo>
                  <a:lnTo>
                    <a:pt x="4640797" y="564077"/>
                  </a:lnTo>
                  <a:lnTo>
                    <a:pt x="4641761" y="568488"/>
                  </a:lnTo>
                  <a:lnTo>
                    <a:pt x="4642725" y="572993"/>
                  </a:lnTo>
                  <a:lnTo>
                    <a:pt x="4643689" y="577623"/>
                  </a:lnTo>
                  <a:lnTo>
                    <a:pt x="4644653" y="582330"/>
                  </a:lnTo>
                  <a:lnTo>
                    <a:pt x="4645617" y="587089"/>
                  </a:lnTo>
                  <a:lnTo>
                    <a:pt x="4646581" y="591886"/>
                  </a:lnTo>
                  <a:lnTo>
                    <a:pt x="4647545" y="596727"/>
                  </a:lnTo>
                  <a:lnTo>
                    <a:pt x="4648509" y="601643"/>
                  </a:lnTo>
                  <a:lnTo>
                    <a:pt x="4649473" y="606662"/>
                  </a:lnTo>
                  <a:lnTo>
                    <a:pt x="4650437" y="611754"/>
                  </a:lnTo>
                  <a:lnTo>
                    <a:pt x="4651401" y="616800"/>
                  </a:lnTo>
                  <a:lnTo>
                    <a:pt x="4652365" y="621710"/>
                  </a:lnTo>
                  <a:lnTo>
                    <a:pt x="4653329" y="626448"/>
                  </a:lnTo>
                  <a:lnTo>
                    <a:pt x="4654293" y="630892"/>
                  </a:lnTo>
                  <a:lnTo>
                    <a:pt x="4655257" y="634900"/>
                  </a:lnTo>
                  <a:lnTo>
                    <a:pt x="4656221" y="638471"/>
                  </a:lnTo>
                  <a:lnTo>
                    <a:pt x="4657185" y="641520"/>
                  </a:lnTo>
                  <a:lnTo>
                    <a:pt x="4658149" y="643969"/>
                  </a:lnTo>
                  <a:lnTo>
                    <a:pt x="4659113" y="645785"/>
                  </a:lnTo>
                  <a:lnTo>
                    <a:pt x="4660077" y="646999"/>
                  </a:lnTo>
                  <a:lnTo>
                    <a:pt x="4661041" y="647604"/>
                  </a:lnTo>
                  <a:lnTo>
                    <a:pt x="4662005" y="647616"/>
                  </a:lnTo>
                  <a:lnTo>
                    <a:pt x="4662969" y="647051"/>
                  </a:lnTo>
                  <a:lnTo>
                    <a:pt x="4663933" y="645925"/>
                  </a:lnTo>
                  <a:lnTo>
                    <a:pt x="4664897" y="644205"/>
                  </a:lnTo>
                  <a:lnTo>
                    <a:pt x="4665861" y="641887"/>
                  </a:lnTo>
                  <a:lnTo>
                    <a:pt x="4666825" y="639065"/>
                  </a:lnTo>
                  <a:lnTo>
                    <a:pt x="4667789" y="635765"/>
                  </a:lnTo>
                  <a:lnTo>
                    <a:pt x="4668753" y="632001"/>
                  </a:lnTo>
                  <a:lnTo>
                    <a:pt x="4669717" y="627792"/>
                  </a:lnTo>
                  <a:lnTo>
                    <a:pt x="4670681" y="623177"/>
                  </a:lnTo>
                  <a:lnTo>
                    <a:pt x="4671645" y="618241"/>
                  </a:lnTo>
                  <a:lnTo>
                    <a:pt x="4672609" y="612995"/>
                  </a:lnTo>
                  <a:lnTo>
                    <a:pt x="4673573" y="607393"/>
                  </a:lnTo>
                  <a:lnTo>
                    <a:pt x="4674537" y="601348"/>
                  </a:lnTo>
                  <a:lnTo>
                    <a:pt x="4675501" y="594893"/>
                  </a:lnTo>
                  <a:lnTo>
                    <a:pt x="4676465" y="588000"/>
                  </a:lnTo>
                  <a:lnTo>
                    <a:pt x="4677429" y="580677"/>
                  </a:lnTo>
                  <a:lnTo>
                    <a:pt x="4678393" y="572956"/>
                  </a:lnTo>
                  <a:lnTo>
                    <a:pt x="4679357" y="564819"/>
                  </a:lnTo>
                  <a:lnTo>
                    <a:pt x="4680321" y="556306"/>
                  </a:lnTo>
                  <a:lnTo>
                    <a:pt x="4681285" y="547434"/>
                  </a:lnTo>
                  <a:lnTo>
                    <a:pt x="4682249" y="538250"/>
                  </a:lnTo>
                  <a:lnTo>
                    <a:pt x="4683213" y="528783"/>
                  </a:lnTo>
                  <a:lnTo>
                    <a:pt x="4684177" y="519099"/>
                  </a:lnTo>
                  <a:lnTo>
                    <a:pt x="4685141" y="509194"/>
                  </a:lnTo>
                  <a:lnTo>
                    <a:pt x="4686105" y="499027"/>
                  </a:lnTo>
                  <a:lnTo>
                    <a:pt x="4687069" y="488603"/>
                  </a:lnTo>
                  <a:lnTo>
                    <a:pt x="4688033" y="477935"/>
                  </a:lnTo>
                  <a:lnTo>
                    <a:pt x="4688997" y="466971"/>
                  </a:lnTo>
                  <a:lnTo>
                    <a:pt x="4689961" y="455643"/>
                  </a:lnTo>
                  <a:lnTo>
                    <a:pt x="4690925" y="444049"/>
                  </a:lnTo>
                  <a:lnTo>
                    <a:pt x="4691889" y="432207"/>
                  </a:lnTo>
                  <a:lnTo>
                    <a:pt x="4692853" y="420083"/>
                  </a:lnTo>
                  <a:lnTo>
                    <a:pt x="4693817" y="407704"/>
                  </a:lnTo>
                  <a:lnTo>
                    <a:pt x="4694782" y="395122"/>
                  </a:lnTo>
                  <a:lnTo>
                    <a:pt x="4695746" y="382306"/>
                  </a:lnTo>
                  <a:lnTo>
                    <a:pt x="4696710" y="369217"/>
                  </a:lnTo>
                  <a:lnTo>
                    <a:pt x="4697674" y="355886"/>
                  </a:lnTo>
                  <a:lnTo>
                    <a:pt x="4698638" y="342371"/>
                  </a:lnTo>
                  <a:lnTo>
                    <a:pt x="4699602" y="328673"/>
                  </a:lnTo>
                  <a:lnTo>
                    <a:pt x="4700566" y="314859"/>
                  </a:lnTo>
                  <a:lnTo>
                    <a:pt x="4701530" y="300922"/>
                  </a:lnTo>
                  <a:lnTo>
                    <a:pt x="4702494" y="286954"/>
                  </a:lnTo>
                  <a:lnTo>
                    <a:pt x="4703458" y="273119"/>
                  </a:lnTo>
                  <a:lnTo>
                    <a:pt x="4704422" y="259488"/>
                  </a:lnTo>
                  <a:lnTo>
                    <a:pt x="4705386" y="246054"/>
                  </a:lnTo>
                  <a:lnTo>
                    <a:pt x="4706350" y="232878"/>
                  </a:lnTo>
                  <a:lnTo>
                    <a:pt x="4707314" y="220103"/>
                  </a:lnTo>
                  <a:lnTo>
                    <a:pt x="4708278" y="207736"/>
                  </a:lnTo>
                  <a:lnTo>
                    <a:pt x="4709242" y="195805"/>
                  </a:lnTo>
                  <a:lnTo>
                    <a:pt x="4710206" y="184351"/>
                  </a:lnTo>
                  <a:lnTo>
                    <a:pt x="4711170" y="173434"/>
                  </a:lnTo>
                  <a:lnTo>
                    <a:pt x="4712134" y="163051"/>
                  </a:lnTo>
                  <a:lnTo>
                    <a:pt x="4713098" y="153205"/>
                  </a:lnTo>
                  <a:lnTo>
                    <a:pt x="4714062" y="143988"/>
                  </a:lnTo>
                  <a:lnTo>
                    <a:pt x="4715026" y="135362"/>
                  </a:lnTo>
                  <a:lnTo>
                    <a:pt x="4715990" y="127226"/>
                  </a:lnTo>
                  <a:lnTo>
                    <a:pt x="4716954" y="119556"/>
                  </a:lnTo>
                  <a:lnTo>
                    <a:pt x="4717918" y="112312"/>
                  </a:lnTo>
                  <a:lnTo>
                    <a:pt x="4718882" y="105473"/>
                  </a:lnTo>
                  <a:lnTo>
                    <a:pt x="4719846" y="98970"/>
                  </a:lnTo>
                  <a:lnTo>
                    <a:pt x="4720810" y="92774"/>
                  </a:lnTo>
                  <a:lnTo>
                    <a:pt x="4721774" y="86876"/>
                  </a:lnTo>
                  <a:lnTo>
                    <a:pt x="4722738" y="81301"/>
                  </a:lnTo>
                  <a:lnTo>
                    <a:pt x="4723702" y="76146"/>
                  </a:lnTo>
                  <a:lnTo>
                    <a:pt x="4724666" y="71418"/>
                  </a:lnTo>
                  <a:lnTo>
                    <a:pt x="4725630" y="67170"/>
                  </a:lnTo>
                  <a:lnTo>
                    <a:pt x="4726594" y="63438"/>
                  </a:lnTo>
                  <a:lnTo>
                    <a:pt x="4727558" y="60147"/>
                  </a:lnTo>
                  <a:lnTo>
                    <a:pt x="4728522" y="57276"/>
                  </a:lnTo>
                  <a:lnTo>
                    <a:pt x="4729486" y="54775"/>
                  </a:lnTo>
                  <a:lnTo>
                    <a:pt x="4730450" y="52680"/>
                  </a:lnTo>
                  <a:lnTo>
                    <a:pt x="4731414" y="51011"/>
                  </a:lnTo>
                  <a:lnTo>
                    <a:pt x="4732378" y="49755"/>
                  </a:lnTo>
                  <a:lnTo>
                    <a:pt x="4733342" y="48897"/>
                  </a:lnTo>
                  <a:lnTo>
                    <a:pt x="4734306" y="48495"/>
                  </a:lnTo>
                  <a:lnTo>
                    <a:pt x="4735270" y="48547"/>
                  </a:lnTo>
                  <a:lnTo>
                    <a:pt x="4736234" y="49032"/>
                  </a:lnTo>
                  <a:lnTo>
                    <a:pt x="4737198" y="49838"/>
                  </a:lnTo>
                  <a:lnTo>
                    <a:pt x="4738162" y="50987"/>
                  </a:lnTo>
                  <a:lnTo>
                    <a:pt x="4739126" y="52452"/>
                  </a:lnTo>
                  <a:lnTo>
                    <a:pt x="4740090" y="54122"/>
                  </a:lnTo>
                  <a:lnTo>
                    <a:pt x="4741054" y="56012"/>
                  </a:lnTo>
                  <a:lnTo>
                    <a:pt x="4742018" y="58233"/>
                  </a:lnTo>
                  <a:lnTo>
                    <a:pt x="4742982" y="60762"/>
                  </a:lnTo>
                  <a:lnTo>
                    <a:pt x="4743946" y="63620"/>
                  </a:lnTo>
                  <a:lnTo>
                    <a:pt x="4744910" y="66825"/>
                  </a:lnTo>
                  <a:lnTo>
                    <a:pt x="4745874" y="70386"/>
                  </a:lnTo>
                  <a:lnTo>
                    <a:pt x="4746838" y="74199"/>
                  </a:lnTo>
                  <a:lnTo>
                    <a:pt x="4747802" y="78214"/>
                  </a:lnTo>
                  <a:lnTo>
                    <a:pt x="4748766" y="82363"/>
                  </a:lnTo>
                  <a:lnTo>
                    <a:pt x="4749730" y="86662"/>
                  </a:lnTo>
                  <a:lnTo>
                    <a:pt x="4750694" y="91137"/>
                  </a:lnTo>
                  <a:lnTo>
                    <a:pt x="4751658" y="95687"/>
                  </a:lnTo>
                  <a:lnTo>
                    <a:pt x="4752622" y="100221"/>
                  </a:lnTo>
                  <a:lnTo>
                    <a:pt x="4753586" y="104727"/>
                  </a:lnTo>
                  <a:lnTo>
                    <a:pt x="4754550" y="109218"/>
                  </a:lnTo>
                  <a:lnTo>
                    <a:pt x="4755514" y="113570"/>
                  </a:lnTo>
                  <a:lnTo>
                    <a:pt x="4756478" y="117700"/>
                  </a:lnTo>
                  <a:lnTo>
                    <a:pt x="4757442" y="121566"/>
                  </a:lnTo>
                  <a:lnTo>
                    <a:pt x="4758406" y="125102"/>
                  </a:lnTo>
                  <a:lnTo>
                    <a:pt x="4759370" y="128222"/>
                  </a:lnTo>
                  <a:lnTo>
                    <a:pt x="4760334" y="130868"/>
                  </a:lnTo>
                  <a:lnTo>
                    <a:pt x="4761298" y="133074"/>
                  </a:lnTo>
                  <a:lnTo>
                    <a:pt x="4762262" y="134821"/>
                  </a:lnTo>
                  <a:lnTo>
                    <a:pt x="4763226" y="136061"/>
                  </a:lnTo>
                  <a:lnTo>
                    <a:pt x="4764190" y="136846"/>
                  </a:lnTo>
                  <a:lnTo>
                    <a:pt x="4765154" y="137231"/>
                  </a:lnTo>
                  <a:lnTo>
                    <a:pt x="4766118" y="137323"/>
                  </a:lnTo>
                  <a:lnTo>
                    <a:pt x="4767082" y="137167"/>
                  </a:lnTo>
                  <a:lnTo>
                    <a:pt x="4768046" y="136783"/>
                  </a:lnTo>
                  <a:lnTo>
                    <a:pt x="4769010" y="136231"/>
                  </a:lnTo>
                  <a:lnTo>
                    <a:pt x="4769974" y="135566"/>
                  </a:lnTo>
                  <a:lnTo>
                    <a:pt x="4770938" y="134838"/>
                  </a:lnTo>
                  <a:lnTo>
                    <a:pt x="4771902" y="134047"/>
                  </a:lnTo>
                  <a:lnTo>
                    <a:pt x="4772866" y="133201"/>
                  </a:lnTo>
                  <a:lnTo>
                    <a:pt x="4773830" y="132356"/>
                  </a:lnTo>
                  <a:lnTo>
                    <a:pt x="4774794" y="131473"/>
                  </a:lnTo>
                  <a:lnTo>
                    <a:pt x="4775758" y="130622"/>
                  </a:lnTo>
                  <a:lnTo>
                    <a:pt x="4776722" y="129919"/>
                  </a:lnTo>
                  <a:lnTo>
                    <a:pt x="4777686" y="129461"/>
                  </a:lnTo>
                  <a:lnTo>
                    <a:pt x="4778650" y="129313"/>
                  </a:lnTo>
                  <a:lnTo>
                    <a:pt x="4779614" y="129400"/>
                  </a:lnTo>
                  <a:lnTo>
                    <a:pt x="4780578" y="129713"/>
                  </a:lnTo>
                  <a:lnTo>
                    <a:pt x="4781542" y="130204"/>
                  </a:lnTo>
                  <a:lnTo>
                    <a:pt x="4782506" y="130861"/>
                  </a:lnTo>
                  <a:lnTo>
                    <a:pt x="4783470" y="131672"/>
                  </a:lnTo>
                  <a:lnTo>
                    <a:pt x="4784434" y="132652"/>
                  </a:lnTo>
                  <a:lnTo>
                    <a:pt x="4785398" y="133894"/>
                  </a:lnTo>
                  <a:lnTo>
                    <a:pt x="4786362" y="135438"/>
                  </a:lnTo>
                  <a:lnTo>
                    <a:pt x="4787326" y="137229"/>
                  </a:lnTo>
                  <a:lnTo>
                    <a:pt x="4788290" y="139328"/>
                  </a:lnTo>
                  <a:lnTo>
                    <a:pt x="4789254" y="141772"/>
                  </a:lnTo>
                  <a:lnTo>
                    <a:pt x="4790218" y="144391"/>
                  </a:lnTo>
                  <a:lnTo>
                    <a:pt x="4791182" y="147097"/>
                  </a:lnTo>
                  <a:lnTo>
                    <a:pt x="4792146" y="149871"/>
                  </a:lnTo>
                  <a:lnTo>
                    <a:pt x="4793110" y="152636"/>
                  </a:lnTo>
                  <a:lnTo>
                    <a:pt x="4794074" y="155418"/>
                  </a:lnTo>
                  <a:lnTo>
                    <a:pt x="4795038" y="158224"/>
                  </a:lnTo>
                  <a:lnTo>
                    <a:pt x="4796002" y="161084"/>
                  </a:lnTo>
                  <a:lnTo>
                    <a:pt x="4796966" y="164065"/>
                  </a:lnTo>
                  <a:lnTo>
                    <a:pt x="4797930" y="167195"/>
                  </a:lnTo>
                  <a:lnTo>
                    <a:pt x="4798894" y="170430"/>
                  </a:lnTo>
                  <a:lnTo>
                    <a:pt x="4799858" y="173811"/>
                  </a:lnTo>
                  <a:lnTo>
                    <a:pt x="4800822" y="177369"/>
                  </a:lnTo>
                  <a:lnTo>
                    <a:pt x="4801786" y="181160"/>
                  </a:lnTo>
                  <a:lnTo>
                    <a:pt x="4802750" y="185200"/>
                  </a:lnTo>
                  <a:lnTo>
                    <a:pt x="4803714" y="189486"/>
                  </a:lnTo>
                  <a:lnTo>
                    <a:pt x="4804678" y="194142"/>
                  </a:lnTo>
                  <a:lnTo>
                    <a:pt x="4805643" y="199209"/>
                  </a:lnTo>
                  <a:lnTo>
                    <a:pt x="4806607" y="204702"/>
                  </a:lnTo>
                  <a:lnTo>
                    <a:pt x="4807571" y="210632"/>
                  </a:lnTo>
                  <a:lnTo>
                    <a:pt x="4808535" y="217063"/>
                  </a:lnTo>
                  <a:lnTo>
                    <a:pt x="4809499" y="223988"/>
                  </a:lnTo>
                  <a:lnTo>
                    <a:pt x="4810463" y="231409"/>
                  </a:lnTo>
                  <a:lnTo>
                    <a:pt x="4811427" y="239347"/>
                  </a:lnTo>
                  <a:lnTo>
                    <a:pt x="4812391" y="247787"/>
                  </a:lnTo>
                  <a:lnTo>
                    <a:pt x="4813355" y="256672"/>
                  </a:lnTo>
                  <a:lnTo>
                    <a:pt x="4814319" y="265889"/>
                  </a:lnTo>
                  <a:lnTo>
                    <a:pt x="4815283" y="275328"/>
                  </a:lnTo>
                  <a:lnTo>
                    <a:pt x="4816247" y="285014"/>
                  </a:lnTo>
                  <a:lnTo>
                    <a:pt x="4817211" y="294881"/>
                  </a:lnTo>
                  <a:lnTo>
                    <a:pt x="4818175" y="304899"/>
                  </a:lnTo>
                  <a:lnTo>
                    <a:pt x="4819139" y="314990"/>
                  </a:lnTo>
                  <a:lnTo>
                    <a:pt x="4820103" y="325040"/>
                  </a:lnTo>
                  <a:lnTo>
                    <a:pt x="4821067" y="335022"/>
                  </a:lnTo>
                  <a:lnTo>
                    <a:pt x="4822031" y="344847"/>
                  </a:lnTo>
                  <a:lnTo>
                    <a:pt x="4822995" y="354448"/>
                  </a:lnTo>
                  <a:lnTo>
                    <a:pt x="4823959" y="363778"/>
                  </a:lnTo>
                  <a:lnTo>
                    <a:pt x="4824923" y="372720"/>
                  </a:lnTo>
                  <a:lnTo>
                    <a:pt x="4825887" y="381194"/>
                  </a:lnTo>
                  <a:lnTo>
                    <a:pt x="4826851" y="389037"/>
                  </a:lnTo>
                  <a:lnTo>
                    <a:pt x="4827815" y="396204"/>
                  </a:lnTo>
                  <a:lnTo>
                    <a:pt x="4828779" y="402778"/>
                  </a:lnTo>
                  <a:lnTo>
                    <a:pt x="4829743" y="408748"/>
                  </a:lnTo>
                  <a:lnTo>
                    <a:pt x="4830707" y="414069"/>
                  </a:lnTo>
                  <a:lnTo>
                    <a:pt x="4831671" y="418707"/>
                  </a:lnTo>
                  <a:lnTo>
                    <a:pt x="4832635" y="422615"/>
                  </a:lnTo>
                  <a:lnTo>
                    <a:pt x="4833599" y="425789"/>
                  </a:lnTo>
                  <a:lnTo>
                    <a:pt x="4834563" y="428221"/>
                  </a:lnTo>
                  <a:lnTo>
                    <a:pt x="4835527" y="429964"/>
                  </a:lnTo>
                  <a:lnTo>
                    <a:pt x="4836491" y="431029"/>
                  </a:lnTo>
                  <a:lnTo>
                    <a:pt x="4837455" y="431383"/>
                  </a:lnTo>
                  <a:lnTo>
                    <a:pt x="4838419" y="431106"/>
                  </a:lnTo>
                  <a:lnTo>
                    <a:pt x="4839383" y="430298"/>
                  </a:lnTo>
                  <a:lnTo>
                    <a:pt x="4840347" y="428950"/>
                  </a:lnTo>
                  <a:lnTo>
                    <a:pt x="4841311" y="427174"/>
                  </a:lnTo>
                  <a:lnTo>
                    <a:pt x="4842275" y="424973"/>
                  </a:lnTo>
                  <a:lnTo>
                    <a:pt x="4843239" y="422348"/>
                  </a:lnTo>
                  <a:lnTo>
                    <a:pt x="4844203" y="419399"/>
                  </a:lnTo>
                  <a:lnTo>
                    <a:pt x="4845167" y="416265"/>
                  </a:lnTo>
                  <a:lnTo>
                    <a:pt x="4846131" y="412990"/>
                  </a:lnTo>
                  <a:lnTo>
                    <a:pt x="4847095" y="409626"/>
                  </a:lnTo>
                  <a:lnTo>
                    <a:pt x="4848059" y="406144"/>
                  </a:lnTo>
                  <a:lnTo>
                    <a:pt x="4849023" y="402509"/>
                  </a:lnTo>
                  <a:lnTo>
                    <a:pt x="4849987" y="398729"/>
                  </a:lnTo>
                  <a:lnTo>
                    <a:pt x="4850951" y="394799"/>
                  </a:lnTo>
                  <a:lnTo>
                    <a:pt x="4851915" y="390742"/>
                  </a:lnTo>
                  <a:lnTo>
                    <a:pt x="4852879" y="386514"/>
                  </a:lnTo>
                  <a:lnTo>
                    <a:pt x="4853843" y="382101"/>
                  </a:lnTo>
                  <a:lnTo>
                    <a:pt x="4854807" y="377516"/>
                  </a:lnTo>
                  <a:lnTo>
                    <a:pt x="4855771" y="372796"/>
                  </a:lnTo>
                  <a:lnTo>
                    <a:pt x="4856735" y="367930"/>
                  </a:lnTo>
                  <a:lnTo>
                    <a:pt x="4857699" y="362892"/>
                  </a:lnTo>
                  <a:lnTo>
                    <a:pt x="4858663" y="357565"/>
                  </a:lnTo>
                  <a:lnTo>
                    <a:pt x="4859627" y="351896"/>
                  </a:lnTo>
                  <a:lnTo>
                    <a:pt x="4860591" y="345818"/>
                  </a:lnTo>
                  <a:lnTo>
                    <a:pt x="4861555" y="339354"/>
                  </a:lnTo>
                  <a:lnTo>
                    <a:pt x="4862519" y="332556"/>
                  </a:lnTo>
                  <a:lnTo>
                    <a:pt x="4863483" y="325483"/>
                  </a:lnTo>
                  <a:lnTo>
                    <a:pt x="4864447" y="318108"/>
                  </a:lnTo>
                  <a:lnTo>
                    <a:pt x="4865411" y="310378"/>
                  </a:lnTo>
                  <a:lnTo>
                    <a:pt x="4866375" y="302271"/>
                  </a:lnTo>
                  <a:lnTo>
                    <a:pt x="4867339" y="293796"/>
                  </a:lnTo>
                  <a:lnTo>
                    <a:pt x="4868303" y="284977"/>
                  </a:lnTo>
                  <a:lnTo>
                    <a:pt x="4869267" y="275886"/>
                  </a:lnTo>
                  <a:lnTo>
                    <a:pt x="4870231" y="266523"/>
                  </a:lnTo>
                  <a:lnTo>
                    <a:pt x="4871195" y="256930"/>
                  </a:lnTo>
                  <a:lnTo>
                    <a:pt x="4872159" y="247122"/>
                  </a:lnTo>
                  <a:lnTo>
                    <a:pt x="4873123" y="237172"/>
                  </a:lnTo>
                  <a:lnTo>
                    <a:pt x="4874087" y="227109"/>
                  </a:lnTo>
                  <a:lnTo>
                    <a:pt x="4875051" y="216983"/>
                  </a:lnTo>
                  <a:lnTo>
                    <a:pt x="4876015" y="206872"/>
                  </a:lnTo>
                  <a:lnTo>
                    <a:pt x="4876979" y="196769"/>
                  </a:lnTo>
                  <a:lnTo>
                    <a:pt x="4877943" y="186702"/>
                  </a:lnTo>
                  <a:lnTo>
                    <a:pt x="4878907" y="176778"/>
                  </a:lnTo>
                  <a:lnTo>
                    <a:pt x="4879871" y="167122"/>
                  </a:lnTo>
                  <a:lnTo>
                    <a:pt x="4880835" y="157796"/>
                  </a:lnTo>
                  <a:lnTo>
                    <a:pt x="4881799" y="148817"/>
                  </a:lnTo>
                  <a:lnTo>
                    <a:pt x="4882763" y="140169"/>
                  </a:lnTo>
                  <a:lnTo>
                    <a:pt x="4883727" y="131847"/>
                  </a:lnTo>
                  <a:lnTo>
                    <a:pt x="4884691" y="123880"/>
                  </a:lnTo>
                  <a:lnTo>
                    <a:pt x="4885655" y="116320"/>
                  </a:lnTo>
                  <a:lnTo>
                    <a:pt x="4886619" y="109189"/>
                  </a:lnTo>
                  <a:lnTo>
                    <a:pt x="4887583" y="102432"/>
                  </a:lnTo>
                  <a:lnTo>
                    <a:pt x="4888547" y="96082"/>
                  </a:lnTo>
                  <a:lnTo>
                    <a:pt x="4889511" y="90181"/>
                  </a:lnTo>
                  <a:lnTo>
                    <a:pt x="4890475" y="84729"/>
                  </a:lnTo>
                  <a:lnTo>
                    <a:pt x="4891439" y="79725"/>
                  </a:lnTo>
                  <a:lnTo>
                    <a:pt x="4892403" y="75133"/>
                  </a:lnTo>
                  <a:lnTo>
                    <a:pt x="4893367" y="70816"/>
                  </a:lnTo>
                  <a:lnTo>
                    <a:pt x="4894331" y="66647"/>
                  </a:lnTo>
                  <a:lnTo>
                    <a:pt x="4895295" y="62581"/>
                  </a:lnTo>
                  <a:lnTo>
                    <a:pt x="4896259" y="58662"/>
                  </a:lnTo>
                  <a:lnTo>
                    <a:pt x="4897223" y="54919"/>
                  </a:lnTo>
                  <a:lnTo>
                    <a:pt x="4898187" y="51292"/>
                  </a:lnTo>
                  <a:lnTo>
                    <a:pt x="4899151" y="47728"/>
                  </a:lnTo>
                  <a:lnTo>
                    <a:pt x="4900115" y="44179"/>
                  </a:lnTo>
                  <a:lnTo>
                    <a:pt x="4901079" y="40622"/>
                  </a:lnTo>
                  <a:lnTo>
                    <a:pt x="4902043" y="37093"/>
                  </a:lnTo>
                  <a:lnTo>
                    <a:pt x="4903007" y="33594"/>
                  </a:lnTo>
                  <a:lnTo>
                    <a:pt x="4903971" y="30064"/>
                  </a:lnTo>
                  <a:lnTo>
                    <a:pt x="4904935" y="26502"/>
                  </a:lnTo>
                  <a:lnTo>
                    <a:pt x="4905899" y="22949"/>
                  </a:lnTo>
                  <a:lnTo>
                    <a:pt x="4906863" y="19496"/>
                  </a:lnTo>
                  <a:lnTo>
                    <a:pt x="4907827" y="16205"/>
                  </a:lnTo>
                  <a:lnTo>
                    <a:pt x="4908791" y="13117"/>
                  </a:lnTo>
                  <a:lnTo>
                    <a:pt x="4909755" y="10270"/>
                  </a:lnTo>
                  <a:lnTo>
                    <a:pt x="4910719" y="7645"/>
                  </a:lnTo>
                  <a:lnTo>
                    <a:pt x="4911683" y="5283"/>
                  </a:lnTo>
                  <a:lnTo>
                    <a:pt x="4912647" y="3245"/>
                  </a:lnTo>
                  <a:lnTo>
                    <a:pt x="4913611" y="1623"/>
                  </a:lnTo>
                  <a:lnTo>
                    <a:pt x="4914575" y="511"/>
                  </a:lnTo>
                  <a:lnTo>
                    <a:pt x="4915539" y="0"/>
                  </a:lnTo>
                  <a:lnTo>
                    <a:pt x="4916503" y="119"/>
                  </a:lnTo>
                  <a:lnTo>
                    <a:pt x="4917468" y="884"/>
                  </a:lnTo>
                  <a:lnTo>
                    <a:pt x="4918432" y="2292"/>
                  </a:lnTo>
                  <a:lnTo>
                    <a:pt x="4919396" y="4407"/>
                  </a:lnTo>
                  <a:lnTo>
                    <a:pt x="4920360" y="7235"/>
                  </a:lnTo>
                  <a:lnTo>
                    <a:pt x="4921324" y="10716"/>
                  </a:lnTo>
                  <a:lnTo>
                    <a:pt x="4922288" y="14855"/>
                  </a:lnTo>
                  <a:lnTo>
                    <a:pt x="4923252" y="19661"/>
                  </a:lnTo>
                  <a:lnTo>
                    <a:pt x="4924216" y="25144"/>
                  </a:lnTo>
                  <a:lnTo>
                    <a:pt x="4925180" y="31296"/>
                  </a:lnTo>
                  <a:lnTo>
                    <a:pt x="4926144" y="38074"/>
                  </a:lnTo>
                  <a:lnTo>
                    <a:pt x="4927108" y="45391"/>
                  </a:lnTo>
                  <a:lnTo>
                    <a:pt x="4928072" y="53182"/>
                  </a:lnTo>
                  <a:lnTo>
                    <a:pt x="4929036" y="61404"/>
                  </a:lnTo>
                  <a:lnTo>
                    <a:pt x="4930000" y="70031"/>
                  </a:lnTo>
                  <a:lnTo>
                    <a:pt x="4930964" y="79042"/>
                  </a:lnTo>
                  <a:lnTo>
                    <a:pt x="4931928" y="88416"/>
                  </a:lnTo>
                  <a:lnTo>
                    <a:pt x="4932892" y="98093"/>
                  </a:lnTo>
                  <a:lnTo>
                    <a:pt x="4933856" y="107986"/>
                  </a:lnTo>
                  <a:lnTo>
                    <a:pt x="4934820" y="117987"/>
                  </a:lnTo>
                  <a:lnTo>
                    <a:pt x="4935784" y="128078"/>
                  </a:lnTo>
                  <a:lnTo>
                    <a:pt x="4936748" y="138261"/>
                  </a:lnTo>
                  <a:lnTo>
                    <a:pt x="4937712" y="148487"/>
                  </a:lnTo>
                  <a:lnTo>
                    <a:pt x="4938676" y="158704"/>
                  </a:lnTo>
                  <a:lnTo>
                    <a:pt x="4939640" y="168901"/>
                  </a:lnTo>
                  <a:lnTo>
                    <a:pt x="4940604" y="179120"/>
                  </a:lnTo>
                  <a:lnTo>
                    <a:pt x="4941568" y="189365"/>
                  </a:lnTo>
                  <a:lnTo>
                    <a:pt x="4942532" y="199581"/>
                  </a:lnTo>
                  <a:lnTo>
                    <a:pt x="4943496" y="209682"/>
                  </a:lnTo>
                  <a:lnTo>
                    <a:pt x="4944460" y="219585"/>
                  </a:lnTo>
                  <a:lnTo>
                    <a:pt x="4945424" y="229247"/>
                  </a:lnTo>
                  <a:lnTo>
                    <a:pt x="4946388" y="238725"/>
                  </a:lnTo>
                  <a:lnTo>
                    <a:pt x="4947352" y="248097"/>
                  </a:lnTo>
                  <a:lnTo>
                    <a:pt x="4948316" y="257439"/>
                  </a:lnTo>
                  <a:lnTo>
                    <a:pt x="4949280" y="266855"/>
                  </a:lnTo>
                  <a:lnTo>
                    <a:pt x="4950244" y="276304"/>
                  </a:lnTo>
                  <a:lnTo>
                    <a:pt x="4951208" y="285741"/>
                  </a:lnTo>
                  <a:lnTo>
                    <a:pt x="4952172" y="295191"/>
                  </a:lnTo>
                  <a:lnTo>
                    <a:pt x="4953136" y="304660"/>
                  </a:lnTo>
                  <a:lnTo>
                    <a:pt x="4954100" y="314051"/>
                  </a:lnTo>
                  <a:lnTo>
                    <a:pt x="4955064" y="323210"/>
                  </a:lnTo>
                  <a:lnTo>
                    <a:pt x="4956028" y="332117"/>
                  </a:lnTo>
                  <a:lnTo>
                    <a:pt x="4956992" y="340822"/>
                  </a:lnTo>
                  <a:lnTo>
                    <a:pt x="4957956" y="349379"/>
                  </a:lnTo>
                  <a:lnTo>
                    <a:pt x="4958920" y="357782"/>
                  </a:lnTo>
                  <a:lnTo>
                    <a:pt x="4959884" y="366002"/>
                  </a:lnTo>
                  <a:lnTo>
                    <a:pt x="4960848" y="373915"/>
                  </a:lnTo>
                  <a:lnTo>
                    <a:pt x="4961812" y="381471"/>
                  </a:lnTo>
                  <a:lnTo>
                    <a:pt x="4962776" y="388553"/>
                  </a:lnTo>
                  <a:lnTo>
                    <a:pt x="4963740" y="394990"/>
                  </a:lnTo>
                  <a:lnTo>
                    <a:pt x="4964704" y="400746"/>
                  </a:lnTo>
                  <a:lnTo>
                    <a:pt x="4965668" y="405792"/>
                  </a:lnTo>
                  <a:lnTo>
                    <a:pt x="4966632" y="410077"/>
                  </a:lnTo>
                  <a:lnTo>
                    <a:pt x="4967596" y="413534"/>
                  </a:lnTo>
                  <a:lnTo>
                    <a:pt x="4968560" y="416153"/>
                  </a:lnTo>
                  <a:lnTo>
                    <a:pt x="4969524" y="418020"/>
                  </a:lnTo>
                  <a:lnTo>
                    <a:pt x="4970488" y="419141"/>
                  </a:lnTo>
                  <a:lnTo>
                    <a:pt x="4971452" y="419564"/>
                  </a:lnTo>
                  <a:lnTo>
                    <a:pt x="4972416" y="419286"/>
                  </a:lnTo>
                  <a:lnTo>
                    <a:pt x="4973380" y="418299"/>
                  </a:lnTo>
                  <a:lnTo>
                    <a:pt x="4974344" y="416705"/>
                  </a:lnTo>
                  <a:lnTo>
                    <a:pt x="4975308" y="414598"/>
                  </a:lnTo>
                  <a:lnTo>
                    <a:pt x="4976272" y="411935"/>
                  </a:lnTo>
                  <a:lnTo>
                    <a:pt x="4977236" y="408686"/>
                  </a:lnTo>
                  <a:lnTo>
                    <a:pt x="4978200" y="404912"/>
                  </a:lnTo>
                  <a:lnTo>
                    <a:pt x="4979164" y="400654"/>
                  </a:lnTo>
                  <a:lnTo>
                    <a:pt x="4980128" y="395914"/>
                  </a:lnTo>
                  <a:lnTo>
                    <a:pt x="4981092" y="390693"/>
                  </a:lnTo>
                  <a:lnTo>
                    <a:pt x="4982056" y="385083"/>
                  </a:lnTo>
                  <a:lnTo>
                    <a:pt x="4983020" y="379185"/>
                  </a:lnTo>
                  <a:lnTo>
                    <a:pt x="4983984" y="373083"/>
                  </a:lnTo>
                  <a:lnTo>
                    <a:pt x="4984948" y="366780"/>
                  </a:lnTo>
                  <a:lnTo>
                    <a:pt x="4985912" y="360226"/>
                  </a:lnTo>
                  <a:lnTo>
                    <a:pt x="4986876" y="353414"/>
                  </a:lnTo>
                  <a:lnTo>
                    <a:pt x="4987840" y="346330"/>
                  </a:lnTo>
                  <a:lnTo>
                    <a:pt x="4988804" y="338902"/>
                  </a:lnTo>
                  <a:lnTo>
                    <a:pt x="4989768" y="331076"/>
                  </a:lnTo>
                  <a:lnTo>
                    <a:pt x="4990732" y="322957"/>
                  </a:lnTo>
                  <a:lnTo>
                    <a:pt x="4991696" y="314725"/>
                  </a:lnTo>
                  <a:lnTo>
                    <a:pt x="4992660" y="306539"/>
                  </a:lnTo>
                  <a:lnTo>
                    <a:pt x="4993624" y="298447"/>
                  </a:lnTo>
                  <a:lnTo>
                    <a:pt x="4994588" y="290447"/>
                  </a:lnTo>
                  <a:lnTo>
                    <a:pt x="4995552" y="282522"/>
                  </a:lnTo>
                  <a:lnTo>
                    <a:pt x="4996516" y="274620"/>
                  </a:lnTo>
                  <a:lnTo>
                    <a:pt x="4997480" y="266674"/>
                  </a:lnTo>
                  <a:lnTo>
                    <a:pt x="4998444" y="258661"/>
                  </a:lnTo>
                  <a:lnTo>
                    <a:pt x="4999408" y="250608"/>
                  </a:lnTo>
                  <a:lnTo>
                    <a:pt x="5000372" y="242530"/>
                  </a:lnTo>
                  <a:lnTo>
                    <a:pt x="5001336" y="234432"/>
                  </a:lnTo>
                  <a:lnTo>
                    <a:pt x="5002300" y="226374"/>
                  </a:lnTo>
                  <a:lnTo>
                    <a:pt x="5003264" y="218509"/>
                  </a:lnTo>
                  <a:lnTo>
                    <a:pt x="5004228" y="210923"/>
                  </a:lnTo>
                  <a:lnTo>
                    <a:pt x="5005192" y="203592"/>
                  </a:lnTo>
                  <a:lnTo>
                    <a:pt x="5006156" y="196447"/>
                  </a:lnTo>
                  <a:lnTo>
                    <a:pt x="5007120" y="189414"/>
                  </a:lnTo>
                  <a:lnTo>
                    <a:pt x="5008084" y="182479"/>
                  </a:lnTo>
                  <a:lnTo>
                    <a:pt x="5009048" y="175691"/>
                  </a:lnTo>
                  <a:lnTo>
                    <a:pt x="5010012" y="169089"/>
                  </a:lnTo>
                  <a:lnTo>
                    <a:pt x="5010976" y="162720"/>
                  </a:lnTo>
                  <a:lnTo>
                    <a:pt x="5011940" y="156712"/>
                  </a:lnTo>
                  <a:lnTo>
                    <a:pt x="5012904" y="151099"/>
                  </a:lnTo>
                  <a:lnTo>
                    <a:pt x="5013868" y="145909"/>
                  </a:lnTo>
                  <a:lnTo>
                    <a:pt x="5014832" y="141198"/>
                  </a:lnTo>
                  <a:lnTo>
                    <a:pt x="5015796" y="137031"/>
                  </a:lnTo>
                  <a:lnTo>
                    <a:pt x="5016760" y="133480"/>
                  </a:lnTo>
                  <a:lnTo>
                    <a:pt x="5017724" y="130469"/>
                  </a:lnTo>
                  <a:lnTo>
                    <a:pt x="5018688" y="127933"/>
                  </a:lnTo>
                  <a:lnTo>
                    <a:pt x="5019652" y="125880"/>
                  </a:lnTo>
                  <a:lnTo>
                    <a:pt x="5020616" y="124277"/>
                  </a:lnTo>
                  <a:lnTo>
                    <a:pt x="5021580" y="123117"/>
                  </a:lnTo>
                  <a:lnTo>
                    <a:pt x="5022544" y="122395"/>
                  </a:lnTo>
                  <a:lnTo>
                    <a:pt x="5023508" y="122033"/>
                  </a:lnTo>
                  <a:lnTo>
                    <a:pt x="5024472" y="122013"/>
                  </a:lnTo>
                  <a:lnTo>
                    <a:pt x="5025436" y="122362"/>
                  </a:lnTo>
                  <a:lnTo>
                    <a:pt x="5026400" y="123053"/>
                  </a:lnTo>
                  <a:lnTo>
                    <a:pt x="5027364" y="124085"/>
                  </a:lnTo>
                  <a:lnTo>
                    <a:pt x="5028329" y="125420"/>
                  </a:lnTo>
                  <a:lnTo>
                    <a:pt x="5029293" y="127070"/>
                  </a:lnTo>
                  <a:lnTo>
                    <a:pt x="5030257" y="129000"/>
                  </a:lnTo>
                  <a:lnTo>
                    <a:pt x="5031221" y="131176"/>
                  </a:lnTo>
                  <a:lnTo>
                    <a:pt x="5032185" y="133536"/>
                  </a:lnTo>
                  <a:lnTo>
                    <a:pt x="5033149" y="136090"/>
                  </a:lnTo>
                  <a:lnTo>
                    <a:pt x="5034113" y="138858"/>
                  </a:lnTo>
                  <a:lnTo>
                    <a:pt x="5035077" y="141871"/>
                  </a:lnTo>
                  <a:lnTo>
                    <a:pt x="5036041" y="145094"/>
                  </a:lnTo>
                  <a:lnTo>
                    <a:pt x="5037005" y="148544"/>
                  </a:lnTo>
                  <a:lnTo>
                    <a:pt x="5037969" y="152253"/>
                  </a:lnTo>
                  <a:lnTo>
                    <a:pt x="5038933" y="156238"/>
                  </a:lnTo>
                  <a:lnTo>
                    <a:pt x="5039897" y="160419"/>
                  </a:lnTo>
                  <a:lnTo>
                    <a:pt x="5040861" y="164653"/>
                  </a:lnTo>
                  <a:lnTo>
                    <a:pt x="5041825" y="168873"/>
                  </a:lnTo>
                  <a:lnTo>
                    <a:pt x="5042789" y="173091"/>
                  </a:lnTo>
                  <a:lnTo>
                    <a:pt x="5043753" y="177286"/>
                  </a:lnTo>
                  <a:lnTo>
                    <a:pt x="5044717" y="181427"/>
                  </a:lnTo>
                  <a:lnTo>
                    <a:pt x="5045681" y="185503"/>
                  </a:lnTo>
                  <a:lnTo>
                    <a:pt x="5046645" y="189524"/>
                  </a:lnTo>
                  <a:lnTo>
                    <a:pt x="5047609" y="193467"/>
                  </a:lnTo>
                  <a:lnTo>
                    <a:pt x="5048573" y="197319"/>
                  </a:lnTo>
                  <a:lnTo>
                    <a:pt x="5049537" y="201052"/>
                  </a:lnTo>
                  <a:lnTo>
                    <a:pt x="5050501" y="204694"/>
                  </a:lnTo>
                  <a:lnTo>
                    <a:pt x="5051465" y="208253"/>
                  </a:lnTo>
                  <a:lnTo>
                    <a:pt x="5052429" y="211698"/>
                  </a:lnTo>
                  <a:lnTo>
                    <a:pt x="5053393" y="215029"/>
                  </a:lnTo>
                  <a:lnTo>
                    <a:pt x="5054357" y="218193"/>
                  </a:lnTo>
                  <a:lnTo>
                    <a:pt x="5055321" y="221290"/>
                  </a:lnTo>
                  <a:lnTo>
                    <a:pt x="5056285" y="224378"/>
                  </a:lnTo>
                  <a:lnTo>
                    <a:pt x="5057249" y="227501"/>
                  </a:lnTo>
                  <a:lnTo>
                    <a:pt x="5058213" y="230637"/>
                  </a:lnTo>
                  <a:lnTo>
                    <a:pt x="5059177" y="233783"/>
                  </a:lnTo>
                  <a:lnTo>
                    <a:pt x="5060141" y="236913"/>
                  </a:lnTo>
                  <a:lnTo>
                    <a:pt x="5061105" y="240004"/>
                  </a:lnTo>
                  <a:lnTo>
                    <a:pt x="5062069" y="243085"/>
                  </a:lnTo>
                  <a:lnTo>
                    <a:pt x="5063033" y="246118"/>
                  </a:lnTo>
                  <a:lnTo>
                    <a:pt x="5063997" y="249058"/>
                  </a:lnTo>
                  <a:lnTo>
                    <a:pt x="5064961" y="251856"/>
                  </a:lnTo>
                  <a:lnTo>
                    <a:pt x="5065925" y="254467"/>
                  </a:lnTo>
                  <a:lnTo>
                    <a:pt x="5066889" y="256945"/>
                  </a:lnTo>
                  <a:lnTo>
                    <a:pt x="5067853" y="259211"/>
                  </a:lnTo>
                  <a:lnTo>
                    <a:pt x="5068817" y="261320"/>
                  </a:lnTo>
                  <a:lnTo>
                    <a:pt x="5069781" y="263233"/>
                  </a:lnTo>
                  <a:lnTo>
                    <a:pt x="5070745" y="264923"/>
                  </a:lnTo>
                  <a:lnTo>
                    <a:pt x="5071709" y="266348"/>
                  </a:lnTo>
                  <a:lnTo>
                    <a:pt x="5072673" y="267525"/>
                  </a:lnTo>
                  <a:lnTo>
                    <a:pt x="5073637" y="268471"/>
                  </a:lnTo>
                  <a:lnTo>
                    <a:pt x="5074601" y="269221"/>
                  </a:lnTo>
                  <a:lnTo>
                    <a:pt x="5075565" y="269764"/>
                  </a:lnTo>
                  <a:lnTo>
                    <a:pt x="5076529" y="270068"/>
                  </a:lnTo>
                  <a:lnTo>
                    <a:pt x="5077493" y="270125"/>
                  </a:lnTo>
                  <a:lnTo>
                    <a:pt x="5078457" y="269949"/>
                  </a:lnTo>
                  <a:lnTo>
                    <a:pt x="5079421" y="269537"/>
                  </a:lnTo>
                  <a:lnTo>
                    <a:pt x="5080385" y="268876"/>
                  </a:lnTo>
                  <a:lnTo>
                    <a:pt x="5081349" y="267980"/>
                  </a:lnTo>
                  <a:lnTo>
                    <a:pt x="5082313" y="266898"/>
                  </a:lnTo>
                  <a:lnTo>
                    <a:pt x="5083277" y="265658"/>
                  </a:lnTo>
                  <a:lnTo>
                    <a:pt x="5084241" y="264412"/>
                  </a:lnTo>
                  <a:lnTo>
                    <a:pt x="5085205" y="263273"/>
                  </a:lnTo>
                  <a:lnTo>
                    <a:pt x="5086169" y="262296"/>
                  </a:lnTo>
                  <a:lnTo>
                    <a:pt x="5087133" y="261611"/>
                  </a:lnTo>
                  <a:lnTo>
                    <a:pt x="5088097" y="261159"/>
                  </a:lnTo>
                  <a:lnTo>
                    <a:pt x="5089061" y="260987"/>
                  </a:lnTo>
                  <a:lnTo>
                    <a:pt x="5090025" y="261174"/>
                  </a:lnTo>
                  <a:lnTo>
                    <a:pt x="5090989" y="261708"/>
                  </a:lnTo>
                  <a:lnTo>
                    <a:pt x="5091953" y="262581"/>
                  </a:lnTo>
                  <a:lnTo>
                    <a:pt x="5092917" y="263799"/>
                  </a:lnTo>
                  <a:lnTo>
                    <a:pt x="5093881" y="265380"/>
                  </a:lnTo>
                  <a:lnTo>
                    <a:pt x="5094845" y="267350"/>
                  </a:lnTo>
                  <a:lnTo>
                    <a:pt x="5095809" y="269727"/>
                  </a:lnTo>
                  <a:lnTo>
                    <a:pt x="5096773" y="272525"/>
                  </a:lnTo>
                  <a:lnTo>
                    <a:pt x="5097737" y="275795"/>
                  </a:lnTo>
                  <a:lnTo>
                    <a:pt x="5098701" y="279530"/>
                  </a:lnTo>
                  <a:lnTo>
                    <a:pt x="5099665" y="283684"/>
                  </a:lnTo>
                  <a:lnTo>
                    <a:pt x="5100629" y="288225"/>
                  </a:lnTo>
                  <a:lnTo>
                    <a:pt x="5101593" y="293135"/>
                  </a:lnTo>
                  <a:lnTo>
                    <a:pt x="5102557" y="298477"/>
                  </a:lnTo>
                  <a:lnTo>
                    <a:pt x="5103521" y="304296"/>
                  </a:lnTo>
                  <a:lnTo>
                    <a:pt x="5104485" y="310489"/>
                  </a:lnTo>
                  <a:lnTo>
                    <a:pt x="5105449" y="316966"/>
                  </a:lnTo>
                  <a:lnTo>
                    <a:pt x="5106413" y="323753"/>
                  </a:lnTo>
                  <a:lnTo>
                    <a:pt x="5107377" y="330935"/>
                  </a:lnTo>
                  <a:lnTo>
                    <a:pt x="5108341" y="338535"/>
                  </a:lnTo>
                  <a:lnTo>
                    <a:pt x="5109305" y="346609"/>
                  </a:lnTo>
                  <a:lnTo>
                    <a:pt x="5110269" y="355096"/>
                  </a:lnTo>
                  <a:lnTo>
                    <a:pt x="5111233" y="363977"/>
                  </a:lnTo>
                  <a:lnTo>
                    <a:pt x="5112197" y="373220"/>
                  </a:lnTo>
                  <a:lnTo>
                    <a:pt x="5113161" y="382834"/>
                  </a:lnTo>
                  <a:lnTo>
                    <a:pt x="5114125" y="392885"/>
                  </a:lnTo>
                  <a:lnTo>
                    <a:pt x="5115089" y="403439"/>
                  </a:lnTo>
                  <a:lnTo>
                    <a:pt x="5116053" y="414567"/>
                  </a:lnTo>
                  <a:lnTo>
                    <a:pt x="5117017" y="426296"/>
                  </a:lnTo>
                  <a:lnTo>
                    <a:pt x="5117981" y="438586"/>
                  </a:lnTo>
                  <a:lnTo>
                    <a:pt x="5118945" y="451408"/>
                  </a:lnTo>
                  <a:lnTo>
                    <a:pt x="5119909" y="464804"/>
                  </a:lnTo>
                  <a:lnTo>
                    <a:pt x="5120873" y="478746"/>
                  </a:lnTo>
                  <a:lnTo>
                    <a:pt x="5121837" y="493161"/>
                  </a:lnTo>
                  <a:lnTo>
                    <a:pt x="5122801" y="508005"/>
                  </a:lnTo>
                  <a:lnTo>
                    <a:pt x="5123765" y="523273"/>
                  </a:lnTo>
                  <a:lnTo>
                    <a:pt x="5124729" y="539026"/>
                  </a:lnTo>
                  <a:lnTo>
                    <a:pt x="5125693" y="555324"/>
                  </a:lnTo>
                  <a:lnTo>
                    <a:pt x="5126657" y="572217"/>
                  </a:lnTo>
                  <a:lnTo>
                    <a:pt x="5127621" y="589772"/>
                  </a:lnTo>
                  <a:lnTo>
                    <a:pt x="5128585" y="608037"/>
                  </a:lnTo>
                  <a:lnTo>
                    <a:pt x="5129549" y="626989"/>
                  </a:lnTo>
                  <a:lnTo>
                    <a:pt x="5130513" y="646454"/>
                  </a:lnTo>
                  <a:lnTo>
                    <a:pt x="5131477" y="666385"/>
                  </a:lnTo>
                  <a:lnTo>
                    <a:pt x="5132441" y="686661"/>
                  </a:lnTo>
                  <a:lnTo>
                    <a:pt x="5133405" y="707090"/>
                  </a:lnTo>
                  <a:lnTo>
                    <a:pt x="5134369" y="727590"/>
                  </a:lnTo>
                  <a:lnTo>
                    <a:pt x="5135333" y="748049"/>
                  </a:lnTo>
                  <a:lnTo>
                    <a:pt x="5136297" y="768436"/>
                  </a:lnTo>
                  <a:lnTo>
                    <a:pt x="5137261" y="788815"/>
                  </a:lnTo>
                  <a:lnTo>
                    <a:pt x="5138225" y="809131"/>
                  </a:lnTo>
                  <a:lnTo>
                    <a:pt x="5139190" y="829383"/>
                  </a:lnTo>
                  <a:lnTo>
                    <a:pt x="5140154" y="849584"/>
                  </a:lnTo>
                  <a:lnTo>
                    <a:pt x="5141118" y="869761"/>
                  </a:lnTo>
                  <a:lnTo>
                    <a:pt x="5142082" y="889934"/>
                  </a:lnTo>
                  <a:lnTo>
                    <a:pt x="5143046" y="910066"/>
                  </a:lnTo>
                  <a:lnTo>
                    <a:pt x="5144010" y="930159"/>
                  </a:lnTo>
                  <a:lnTo>
                    <a:pt x="5144974" y="950307"/>
                  </a:lnTo>
                  <a:lnTo>
                    <a:pt x="5145938" y="970477"/>
                  </a:lnTo>
                  <a:lnTo>
                    <a:pt x="5146902" y="990672"/>
                  </a:lnTo>
                  <a:lnTo>
                    <a:pt x="5147866" y="1010968"/>
                  </a:lnTo>
                  <a:lnTo>
                    <a:pt x="5148830" y="1031356"/>
                  </a:lnTo>
                  <a:lnTo>
                    <a:pt x="5149794" y="1051820"/>
                  </a:lnTo>
                  <a:lnTo>
                    <a:pt x="5150758" y="1072328"/>
                  </a:lnTo>
                  <a:lnTo>
                    <a:pt x="5151722" y="1092789"/>
                  </a:lnTo>
                  <a:lnTo>
                    <a:pt x="5152686" y="1113237"/>
                  </a:lnTo>
                  <a:lnTo>
                    <a:pt x="5153650" y="1133744"/>
                  </a:lnTo>
                  <a:lnTo>
                    <a:pt x="5154614" y="1154343"/>
                  </a:lnTo>
                  <a:lnTo>
                    <a:pt x="5155578" y="1174918"/>
                  </a:lnTo>
                  <a:lnTo>
                    <a:pt x="5156542" y="1195364"/>
                  </a:lnTo>
                  <a:lnTo>
                    <a:pt x="5157506" y="1215641"/>
                  </a:lnTo>
                  <a:lnTo>
                    <a:pt x="5158470" y="1235693"/>
                  </a:lnTo>
                  <a:lnTo>
                    <a:pt x="5159434" y="1255619"/>
                  </a:lnTo>
                  <a:lnTo>
                    <a:pt x="5160398" y="1275466"/>
                  </a:lnTo>
                  <a:lnTo>
                    <a:pt x="5161362" y="1295240"/>
                  </a:lnTo>
                  <a:lnTo>
                    <a:pt x="5162326" y="1314861"/>
                  </a:lnTo>
                  <a:lnTo>
                    <a:pt x="5163290" y="1334202"/>
                  </a:lnTo>
                  <a:lnTo>
                    <a:pt x="5164254" y="1353190"/>
                  </a:lnTo>
                  <a:lnTo>
                    <a:pt x="5165218" y="1371728"/>
                  </a:lnTo>
                  <a:lnTo>
                    <a:pt x="5166182" y="1389861"/>
                  </a:lnTo>
                  <a:lnTo>
                    <a:pt x="5167146" y="1407602"/>
                  </a:lnTo>
                  <a:lnTo>
                    <a:pt x="5168110" y="1424993"/>
                  </a:lnTo>
                  <a:lnTo>
                    <a:pt x="5169074" y="1442059"/>
                  </a:lnTo>
                  <a:lnTo>
                    <a:pt x="5170038" y="1458875"/>
                  </a:lnTo>
                  <a:lnTo>
                    <a:pt x="5171002" y="1475494"/>
                  </a:lnTo>
                  <a:lnTo>
                    <a:pt x="5171966" y="1491913"/>
                  </a:lnTo>
                  <a:lnTo>
                    <a:pt x="5172930" y="1508136"/>
                  </a:lnTo>
                  <a:lnTo>
                    <a:pt x="5173894" y="1524082"/>
                  </a:lnTo>
                  <a:lnTo>
                    <a:pt x="5174858" y="1539653"/>
                  </a:lnTo>
                  <a:lnTo>
                    <a:pt x="5175822" y="1554806"/>
                  </a:lnTo>
                  <a:lnTo>
                    <a:pt x="5176786" y="1569498"/>
                  </a:lnTo>
                  <a:lnTo>
                    <a:pt x="5177750" y="1583723"/>
                  </a:lnTo>
                  <a:lnTo>
                    <a:pt x="5178714" y="1597623"/>
                  </a:lnTo>
                  <a:lnTo>
                    <a:pt x="5179678" y="1611346"/>
                  </a:lnTo>
                  <a:lnTo>
                    <a:pt x="5180642" y="1624909"/>
                  </a:lnTo>
                  <a:lnTo>
                    <a:pt x="5181606" y="1638395"/>
                  </a:lnTo>
                  <a:lnTo>
                    <a:pt x="5182570" y="1651884"/>
                  </a:lnTo>
                  <a:lnTo>
                    <a:pt x="5183534" y="1665349"/>
                  </a:lnTo>
                  <a:lnTo>
                    <a:pt x="5184498" y="1678805"/>
                  </a:lnTo>
                  <a:lnTo>
                    <a:pt x="5185462" y="1692146"/>
                  </a:lnTo>
                  <a:lnTo>
                    <a:pt x="5186426" y="1705369"/>
                  </a:lnTo>
                  <a:lnTo>
                    <a:pt x="5187390" y="1718457"/>
                  </a:lnTo>
                  <a:lnTo>
                    <a:pt x="5188354" y="1731356"/>
                  </a:lnTo>
                  <a:lnTo>
                    <a:pt x="5189318" y="1744097"/>
                  </a:lnTo>
                  <a:lnTo>
                    <a:pt x="5190282" y="1756652"/>
                  </a:lnTo>
                  <a:lnTo>
                    <a:pt x="5191246" y="1769022"/>
                  </a:lnTo>
                  <a:lnTo>
                    <a:pt x="5192210" y="1781234"/>
                  </a:lnTo>
                  <a:lnTo>
                    <a:pt x="5193174" y="1793187"/>
                  </a:lnTo>
                  <a:lnTo>
                    <a:pt x="5194138" y="1804757"/>
                  </a:lnTo>
                  <a:lnTo>
                    <a:pt x="5195102" y="1815879"/>
                  </a:lnTo>
                  <a:lnTo>
                    <a:pt x="5196066" y="1826450"/>
                  </a:lnTo>
                  <a:lnTo>
                    <a:pt x="5196115" y="1826954"/>
                  </a:lnTo>
                  <a:lnTo>
                    <a:pt x="5245152" y="1826954"/>
                  </a:lnTo>
                  <a:lnTo>
                    <a:pt x="5245230" y="1826475"/>
                  </a:lnTo>
                  <a:lnTo>
                    <a:pt x="5246194" y="1820804"/>
                  </a:lnTo>
                  <a:lnTo>
                    <a:pt x="5247158" y="1815305"/>
                  </a:lnTo>
                  <a:lnTo>
                    <a:pt x="5248122" y="1809979"/>
                  </a:lnTo>
                  <a:lnTo>
                    <a:pt x="5249086" y="1804825"/>
                  </a:lnTo>
                  <a:lnTo>
                    <a:pt x="5250050" y="1799831"/>
                  </a:lnTo>
                  <a:lnTo>
                    <a:pt x="5251015" y="1794951"/>
                  </a:lnTo>
                  <a:lnTo>
                    <a:pt x="5251979" y="1790184"/>
                  </a:lnTo>
                  <a:lnTo>
                    <a:pt x="5252943" y="1785568"/>
                  </a:lnTo>
                  <a:lnTo>
                    <a:pt x="5253907" y="1781098"/>
                  </a:lnTo>
                  <a:lnTo>
                    <a:pt x="5254871" y="1776808"/>
                  </a:lnTo>
                  <a:lnTo>
                    <a:pt x="5255835" y="1772709"/>
                  </a:lnTo>
                  <a:lnTo>
                    <a:pt x="5256799" y="1768838"/>
                  </a:lnTo>
                  <a:lnTo>
                    <a:pt x="5257763" y="1765123"/>
                  </a:lnTo>
                  <a:lnTo>
                    <a:pt x="5258727" y="1761528"/>
                  </a:lnTo>
                  <a:lnTo>
                    <a:pt x="5259691" y="1758034"/>
                  </a:lnTo>
                  <a:lnTo>
                    <a:pt x="5260655" y="1754618"/>
                  </a:lnTo>
                  <a:lnTo>
                    <a:pt x="5261619" y="1751280"/>
                  </a:lnTo>
                  <a:lnTo>
                    <a:pt x="5262583" y="1748030"/>
                  </a:lnTo>
                  <a:lnTo>
                    <a:pt x="5263547" y="1744889"/>
                  </a:lnTo>
                  <a:lnTo>
                    <a:pt x="5264511" y="1741869"/>
                  </a:lnTo>
                  <a:lnTo>
                    <a:pt x="5265475" y="1738974"/>
                  </a:lnTo>
                  <a:lnTo>
                    <a:pt x="5266439" y="1736220"/>
                  </a:lnTo>
                  <a:lnTo>
                    <a:pt x="5267403" y="1733580"/>
                  </a:lnTo>
                  <a:lnTo>
                    <a:pt x="5268367" y="1731060"/>
                  </a:lnTo>
                  <a:lnTo>
                    <a:pt x="5269331" y="1728646"/>
                  </a:lnTo>
                  <a:lnTo>
                    <a:pt x="5270295" y="1726339"/>
                  </a:lnTo>
                  <a:lnTo>
                    <a:pt x="5271259" y="1724127"/>
                  </a:lnTo>
                  <a:lnTo>
                    <a:pt x="5272223" y="1722011"/>
                  </a:lnTo>
                  <a:lnTo>
                    <a:pt x="5273187" y="1720015"/>
                  </a:lnTo>
                  <a:lnTo>
                    <a:pt x="5274151" y="1718148"/>
                  </a:lnTo>
                  <a:lnTo>
                    <a:pt x="5275115" y="1716409"/>
                  </a:lnTo>
                  <a:lnTo>
                    <a:pt x="5276079" y="1714828"/>
                  </a:lnTo>
                  <a:lnTo>
                    <a:pt x="5277043" y="1713415"/>
                  </a:lnTo>
                  <a:lnTo>
                    <a:pt x="5278007" y="1712181"/>
                  </a:lnTo>
                  <a:lnTo>
                    <a:pt x="5278971" y="1711127"/>
                  </a:lnTo>
                  <a:lnTo>
                    <a:pt x="5279935" y="1710265"/>
                  </a:lnTo>
                  <a:lnTo>
                    <a:pt x="5280899" y="1709607"/>
                  </a:lnTo>
                  <a:lnTo>
                    <a:pt x="5281863" y="1709139"/>
                  </a:lnTo>
                  <a:lnTo>
                    <a:pt x="5282827" y="1708863"/>
                  </a:lnTo>
                  <a:lnTo>
                    <a:pt x="5283791" y="1708792"/>
                  </a:lnTo>
                  <a:lnTo>
                    <a:pt x="5284755" y="1708913"/>
                  </a:lnTo>
                  <a:lnTo>
                    <a:pt x="5285719" y="1709169"/>
                  </a:lnTo>
                  <a:lnTo>
                    <a:pt x="5286683" y="1709562"/>
                  </a:lnTo>
                  <a:lnTo>
                    <a:pt x="5287647" y="1710034"/>
                  </a:lnTo>
                  <a:lnTo>
                    <a:pt x="5288611" y="1710583"/>
                  </a:lnTo>
                  <a:lnTo>
                    <a:pt x="5289575" y="1711227"/>
                  </a:lnTo>
                  <a:lnTo>
                    <a:pt x="5290539" y="1711949"/>
                  </a:lnTo>
                  <a:lnTo>
                    <a:pt x="5291503" y="1712737"/>
                  </a:lnTo>
                  <a:lnTo>
                    <a:pt x="5292467" y="1713536"/>
                  </a:lnTo>
                  <a:lnTo>
                    <a:pt x="5293431" y="1714308"/>
                  </a:lnTo>
                  <a:lnTo>
                    <a:pt x="5294395" y="1715053"/>
                  </a:lnTo>
                  <a:lnTo>
                    <a:pt x="5295359" y="1715755"/>
                  </a:lnTo>
                  <a:lnTo>
                    <a:pt x="5296323" y="1716379"/>
                  </a:lnTo>
                  <a:lnTo>
                    <a:pt x="5297287" y="1716935"/>
                  </a:lnTo>
                  <a:lnTo>
                    <a:pt x="5298251" y="1717422"/>
                  </a:lnTo>
                  <a:lnTo>
                    <a:pt x="5299215" y="1717836"/>
                  </a:lnTo>
                  <a:lnTo>
                    <a:pt x="5300179" y="1718182"/>
                  </a:lnTo>
                  <a:lnTo>
                    <a:pt x="5301143" y="1718417"/>
                  </a:lnTo>
                  <a:lnTo>
                    <a:pt x="5302107" y="1718544"/>
                  </a:lnTo>
                  <a:lnTo>
                    <a:pt x="5303071" y="1718544"/>
                  </a:lnTo>
                  <a:lnTo>
                    <a:pt x="5304035" y="1718418"/>
                  </a:lnTo>
                  <a:lnTo>
                    <a:pt x="5304999" y="1718140"/>
                  </a:lnTo>
                  <a:lnTo>
                    <a:pt x="5305963" y="1717723"/>
                  </a:lnTo>
                  <a:lnTo>
                    <a:pt x="5306927" y="1717213"/>
                  </a:lnTo>
                  <a:lnTo>
                    <a:pt x="5307891" y="1716609"/>
                  </a:lnTo>
                  <a:lnTo>
                    <a:pt x="5308855" y="1715924"/>
                  </a:lnTo>
                  <a:lnTo>
                    <a:pt x="5309819" y="1715118"/>
                  </a:lnTo>
                  <a:lnTo>
                    <a:pt x="5310783" y="1714214"/>
                  </a:lnTo>
                  <a:lnTo>
                    <a:pt x="5311747" y="1713208"/>
                  </a:lnTo>
                  <a:lnTo>
                    <a:pt x="5312711" y="1712087"/>
                  </a:lnTo>
                  <a:lnTo>
                    <a:pt x="5313675" y="1710866"/>
                  </a:lnTo>
                  <a:lnTo>
                    <a:pt x="5314639" y="1709570"/>
                  </a:lnTo>
                  <a:lnTo>
                    <a:pt x="5315603" y="1708195"/>
                  </a:lnTo>
                  <a:lnTo>
                    <a:pt x="5316567" y="1706765"/>
                  </a:lnTo>
                  <a:lnTo>
                    <a:pt x="5317531" y="1705283"/>
                  </a:lnTo>
                  <a:lnTo>
                    <a:pt x="5318495" y="1703742"/>
                  </a:lnTo>
                  <a:lnTo>
                    <a:pt x="5319459" y="1702119"/>
                  </a:lnTo>
                  <a:lnTo>
                    <a:pt x="5320423" y="1700383"/>
                  </a:lnTo>
                  <a:lnTo>
                    <a:pt x="5321387" y="1698528"/>
                  </a:lnTo>
                  <a:lnTo>
                    <a:pt x="5322351" y="1696516"/>
                  </a:lnTo>
                  <a:lnTo>
                    <a:pt x="5323315" y="1694351"/>
                  </a:lnTo>
                  <a:lnTo>
                    <a:pt x="5324279" y="1692056"/>
                  </a:lnTo>
                  <a:lnTo>
                    <a:pt x="5325243" y="1689630"/>
                  </a:lnTo>
                  <a:lnTo>
                    <a:pt x="5326207" y="1687052"/>
                  </a:lnTo>
                  <a:lnTo>
                    <a:pt x="5327171" y="1684296"/>
                  </a:lnTo>
                  <a:lnTo>
                    <a:pt x="5328135" y="1681352"/>
                  </a:lnTo>
                  <a:lnTo>
                    <a:pt x="5329099" y="1678206"/>
                  </a:lnTo>
                  <a:lnTo>
                    <a:pt x="5330063" y="1674877"/>
                  </a:lnTo>
                  <a:lnTo>
                    <a:pt x="5331027" y="1671383"/>
                  </a:lnTo>
                  <a:lnTo>
                    <a:pt x="5331991" y="1667711"/>
                  </a:lnTo>
                  <a:lnTo>
                    <a:pt x="5332955" y="1663865"/>
                  </a:lnTo>
                  <a:lnTo>
                    <a:pt x="5333919" y="1659806"/>
                  </a:lnTo>
                  <a:lnTo>
                    <a:pt x="5334883" y="1655568"/>
                  </a:lnTo>
                  <a:lnTo>
                    <a:pt x="5335847" y="1651249"/>
                  </a:lnTo>
                  <a:lnTo>
                    <a:pt x="5336811" y="1646926"/>
                  </a:lnTo>
                  <a:lnTo>
                    <a:pt x="5337775" y="1642567"/>
                  </a:lnTo>
                  <a:lnTo>
                    <a:pt x="5338739" y="1638134"/>
                  </a:lnTo>
                  <a:lnTo>
                    <a:pt x="5339703" y="1633607"/>
                  </a:lnTo>
                  <a:lnTo>
                    <a:pt x="5340667" y="1628973"/>
                  </a:lnTo>
                  <a:lnTo>
                    <a:pt x="5341631" y="1624275"/>
                  </a:lnTo>
                  <a:lnTo>
                    <a:pt x="5342595" y="1619527"/>
                  </a:lnTo>
                  <a:lnTo>
                    <a:pt x="5343559" y="1614745"/>
                  </a:lnTo>
                  <a:lnTo>
                    <a:pt x="5344523" y="1609981"/>
                  </a:lnTo>
                  <a:lnTo>
                    <a:pt x="5345487" y="1605260"/>
                  </a:lnTo>
                  <a:lnTo>
                    <a:pt x="5346451" y="1600572"/>
                  </a:lnTo>
                  <a:lnTo>
                    <a:pt x="5347415" y="1595944"/>
                  </a:lnTo>
                  <a:lnTo>
                    <a:pt x="5348379" y="1591427"/>
                  </a:lnTo>
                  <a:lnTo>
                    <a:pt x="5349343" y="1587080"/>
                  </a:lnTo>
                  <a:lnTo>
                    <a:pt x="5350307" y="1582930"/>
                  </a:lnTo>
                  <a:lnTo>
                    <a:pt x="5351271" y="1578990"/>
                  </a:lnTo>
                  <a:lnTo>
                    <a:pt x="5352235" y="1575283"/>
                  </a:lnTo>
                  <a:lnTo>
                    <a:pt x="5353199" y="1571828"/>
                  </a:lnTo>
                  <a:lnTo>
                    <a:pt x="5354163" y="1568653"/>
                  </a:lnTo>
                  <a:lnTo>
                    <a:pt x="5355127" y="1565785"/>
                  </a:lnTo>
                  <a:lnTo>
                    <a:pt x="5356091" y="1563230"/>
                  </a:lnTo>
                  <a:lnTo>
                    <a:pt x="5357055" y="1560967"/>
                  </a:lnTo>
                  <a:lnTo>
                    <a:pt x="5358019" y="1559022"/>
                  </a:lnTo>
                  <a:lnTo>
                    <a:pt x="5358983" y="1557410"/>
                  </a:lnTo>
                  <a:lnTo>
                    <a:pt x="5359947" y="1556093"/>
                  </a:lnTo>
                  <a:lnTo>
                    <a:pt x="5360911" y="1555067"/>
                  </a:lnTo>
                  <a:lnTo>
                    <a:pt x="5361876" y="1554306"/>
                  </a:lnTo>
                  <a:lnTo>
                    <a:pt x="5362840" y="1553843"/>
                  </a:lnTo>
                  <a:lnTo>
                    <a:pt x="5363804" y="1553625"/>
                  </a:lnTo>
                  <a:lnTo>
                    <a:pt x="5364768" y="1553619"/>
                  </a:lnTo>
                  <a:lnTo>
                    <a:pt x="5365732" y="1553794"/>
                  </a:lnTo>
                  <a:lnTo>
                    <a:pt x="5366696" y="1554155"/>
                  </a:lnTo>
                  <a:lnTo>
                    <a:pt x="5367660" y="1554725"/>
                  </a:lnTo>
                  <a:lnTo>
                    <a:pt x="5368624" y="1555554"/>
                  </a:lnTo>
                  <a:lnTo>
                    <a:pt x="5369588" y="1556659"/>
                  </a:lnTo>
                  <a:lnTo>
                    <a:pt x="5370552" y="1558076"/>
                  </a:lnTo>
                  <a:lnTo>
                    <a:pt x="5371516" y="1559844"/>
                  </a:lnTo>
                  <a:lnTo>
                    <a:pt x="5372480" y="1561907"/>
                  </a:lnTo>
                  <a:lnTo>
                    <a:pt x="5373444" y="1564181"/>
                  </a:lnTo>
                  <a:lnTo>
                    <a:pt x="5374408" y="1566614"/>
                  </a:lnTo>
                  <a:lnTo>
                    <a:pt x="5375372" y="1569206"/>
                  </a:lnTo>
                  <a:lnTo>
                    <a:pt x="5376336" y="1571994"/>
                  </a:lnTo>
                  <a:lnTo>
                    <a:pt x="5377300" y="1574997"/>
                  </a:lnTo>
                  <a:lnTo>
                    <a:pt x="5378264" y="1578223"/>
                  </a:lnTo>
                  <a:lnTo>
                    <a:pt x="5379228" y="1581668"/>
                  </a:lnTo>
                  <a:lnTo>
                    <a:pt x="5380192" y="1585311"/>
                  </a:lnTo>
                  <a:lnTo>
                    <a:pt x="5381156" y="1589129"/>
                  </a:lnTo>
                  <a:lnTo>
                    <a:pt x="5382120" y="1593071"/>
                  </a:lnTo>
                  <a:lnTo>
                    <a:pt x="5383084" y="1597165"/>
                  </a:lnTo>
                  <a:lnTo>
                    <a:pt x="5384048" y="1601328"/>
                  </a:lnTo>
                  <a:lnTo>
                    <a:pt x="5385012" y="1605437"/>
                  </a:lnTo>
                  <a:lnTo>
                    <a:pt x="5385976" y="1609439"/>
                  </a:lnTo>
                  <a:lnTo>
                    <a:pt x="5386940" y="1613378"/>
                  </a:lnTo>
                  <a:lnTo>
                    <a:pt x="5387904" y="1617315"/>
                  </a:lnTo>
                  <a:lnTo>
                    <a:pt x="5388868" y="1621332"/>
                  </a:lnTo>
                  <a:lnTo>
                    <a:pt x="5389832" y="1625443"/>
                  </a:lnTo>
                  <a:lnTo>
                    <a:pt x="5390796" y="1629635"/>
                  </a:lnTo>
                  <a:lnTo>
                    <a:pt x="5391760" y="1633894"/>
                  </a:lnTo>
                  <a:lnTo>
                    <a:pt x="5392724" y="1638202"/>
                  </a:lnTo>
                  <a:lnTo>
                    <a:pt x="5393688" y="1642477"/>
                  </a:lnTo>
                  <a:lnTo>
                    <a:pt x="5394652" y="1646710"/>
                  </a:lnTo>
                  <a:lnTo>
                    <a:pt x="5395616" y="1650855"/>
                  </a:lnTo>
                  <a:lnTo>
                    <a:pt x="5396580" y="1654909"/>
                  </a:lnTo>
                  <a:lnTo>
                    <a:pt x="5397544" y="1658822"/>
                  </a:lnTo>
                  <a:lnTo>
                    <a:pt x="5398508" y="1662555"/>
                  </a:lnTo>
                  <a:lnTo>
                    <a:pt x="5399472" y="1666109"/>
                  </a:lnTo>
                  <a:lnTo>
                    <a:pt x="5400436" y="1669467"/>
                  </a:lnTo>
                  <a:lnTo>
                    <a:pt x="5401400" y="1672654"/>
                  </a:lnTo>
                  <a:lnTo>
                    <a:pt x="5402364" y="1675618"/>
                  </a:lnTo>
                  <a:lnTo>
                    <a:pt x="5403328" y="1678296"/>
                  </a:lnTo>
                  <a:lnTo>
                    <a:pt x="5404292" y="1680631"/>
                  </a:lnTo>
                  <a:lnTo>
                    <a:pt x="5405256" y="1682622"/>
                  </a:lnTo>
                  <a:lnTo>
                    <a:pt x="5406220" y="1684302"/>
                  </a:lnTo>
                  <a:lnTo>
                    <a:pt x="5407184" y="1685635"/>
                  </a:lnTo>
                  <a:lnTo>
                    <a:pt x="5408148" y="1686648"/>
                  </a:lnTo>
                  <a:lnTo>
                    <a:pt x="5409112" y="1687321"/>
                  </a:lnTo>
                  <a:lnTo>
                    <a:pt x="5410076" y="1687708"/>
                  </a:lnTo>
                  <a:lnTo>
                    <a:pt x="5411040" y="1687770"/>
                  </a:lnTo>
                  <a:lnTo>
                    <a:pt x="5412004" y="1687522"/>
                  </a:lnTo>
                  <a:lnTo>
                    <a:pt x="5412968" y="1687019"/>
                  </a:lnTo>
                  <a:lnTo>
                    <a:pt x="5413932" y="1686286"/>
                  </a:lnTo>
                  <a:lnTo>
                    <a:pt x="5414896" y="1685314"/>
                  </a:lnTo>
                  <a:lnTo>
                    <a:pt x="5415860" y="1684136"/>
                  </a:lnTo>
                  <a:lnTo>
                    <a:pt x="5416824" y="1682717"/>
                  </a:lnTo>
                  <a:lnTo>
                    <a:pt x="5417788" y="1681064"/>
                  </a:lnTo>
                  <a:lnTo>
                    <a:pt x="5418752" y="1679181"/>
                  </a:lnTo>
                  <a:lnTo>
                    <a:pt x="5419716" y="1677043"/>
                  </a:lnTo>
                  <a:lnTo>
                    <a:pt x="5420680" y="1674602"/>
                  </a:lnTo>
                  <a:lnTo>
                    <a:pt x="5421644" y="1671903"/>
                  </a:lnTo>
                  <a:lnTo>
                    <a:pt x="5422608" y="1669033"/>
                  </a:lnTo>
                  <a:lnTo>
                    <a:pt x="5423572" y="1666096"/>
                  </a:lnTo>
                  <a:lnTo>
                    <a:pt x="5424536" y="1663064"/>
                  </a:lnTo>
                  <a:lnTo>
                    <a:pt x="5425500" y="1659895"/>
                  </a:lnTo>
                  <a:lnTo>
                    <a:pt x="5426464" y="1656544"/>
                  </a:lnTo>
                  <a:lnTo>
                    <a:pt x="5427428" y="1652983"/>
                  </a:lnTo>
                  <a:lnTo>
                    <a:pt x="5428392" y="1649206"/>
                  </a:lnTo>
                  <a:lnTo>
                    <a:pt x="5429356" y="1645231"/>
                  </a:lnTo>
                  <a:lnTo>
                    <a:pt x="5430320" y="1641150"/>
                  </a:lnTo>
                  <a:lnTo>
                    <a:pt x="5431284" y="1636983"/>
                  </a:lnTo>
                  <a:lnTo>
                    <a:pt x="5432248" y="1632763"/>
                  </a:lnTo>
                  <a:lnTo>
                    <a:pt x="5433212" y="1628572"/>
                  </a:lnTo>
                  <a:lnTo>
                    <a:pt x="5434176" y="1624482"/>
                  </a:lnTo>
                  <a:lnTo>
                    <a:pt x="5435140" y="1620602"/>
                  </a:lnTo>
                  <a:lnTo>
                    <a:pt x="5436104" y="1616971"/>
                  </a:lnTo>
                  <a:lnTo>
                    <a:pt x="5437068" y="1613560"/>
                  </a:lnTo>
                  <a:lnTo>
                    <a:pt x="5438032" y="1610322"/>
                  </a:lnTo>
                  <a:lnTo>
                    <a:pt x="5438996" y="1607259"/>
                  </a:lnTo>
                  <a:lnTo>
                    <a:pt x="5439960" y="1604399"/>
                  </a:lnTo>
                  <a:lnTo>
                    <a:pt x="5440924" y="1601758"/>
                  </a:lnTo>
                  <a:lnTo>
                    <a:pt x="5441888" y="1599359"/>
                  </a:lnTo>
                  <a:lnTo>
                    <a:pt x="5442852" y="1597226"/>
                  </a:lnTo>
                  <a:lnTo>
                    <a:pt x="5443816" y="1595397"/>
                  </a:lnTo>
                  <a:lnTo>
                    <a:pt x="5444780" y="1593892"/>
                  </a:lnTo>
                  <a:lnTo>
                    <a:pt x="5445744" y="1592700"/>
                  </a:lnTo>
                  <a:lnTo>
                    <a:pt x="5446708" y="1591848"/>
                  </a:lnTo>
                  <a:lnTo>
                    <a:pt x="5447672" y="1591319"/>
                  </a:lnTo>
                  <a:lnTo>
                    <a:pt x="5448636" y="1591091"/>
                  </a:lnTo>
                  <a:lnTo>
                    <a:pt x="5449600" y="1591084"/>
                  </a:lnTo>
                  <a:lnTo>
                    <a:pt x="5450564" y="1591247"/>
                  </a:lnTo>
                  <a:lnTo>
                    <a:pt x="5451528" y="1591617"/>
                  </a:lnTo>
                  <a:lnTo>
                    <a:pt x="5452492" y="1592242"/>
                  </a:lnTo>
                  <a:lnTo>
                    <a:pt x="5453456" y="1593136"/>
                  </a:lnTo>
                  <a:lnTo>
                    <a:pt x="5454420" y="1594260"/>
                  </a:lnTo>
                  <a:lnTo>
                    <a:pt x="5455384" y="1595591"/>
                  </a:lnTo>
                  <a:lnTo>
                    <a:pt x="5456348" y="1597139"/>
                  </a:lnTo>
                  <a:lnTo>
                    <a:pt x="5457312" y="1598976"/>
                  </a:lnTo>
                  <a:lnTo>
                    <a:pt x="5458276" y="1601110"/>
                  </a:lnTo>
                  <a:lnTo>
                    <a:pt x="5459240" y="1603487"/>
                  </a:lnTo>
                  <a:lnTo>
                    <a:pt x="5460204" y="1606136"/>
                  </a:lnTo>
                  <a:lnTo>
                    <a:pt x="5461168" y="1608965"/>
                  </a:lnTo>
                  <a:lnTo>
                    <a:pt x="5462132" y="1611959"/>
                  </a:lnTo>
                  <a:lnTo>
                    <a:pt x="5463096" y="1615132"/>
                  </a:lnTo>
                  <a:lnTo>
                    <a:pt x="5464060" y="1618495"/>
                  </a:lnTo>
                  <a:lnTo>
                    <a:pt x="5465024" y="1622056"/>
                  </a:lnTo>
                  <a:lnTo>
                    <a:pt x="5465988" y="1625815"/>
                  </a:lnTo>
                  <a:lnTo>
                    <a:pt x="5466952" y="1629744"/>
                  </a:lnTo>
                  <a:lnTo>
                    <a:pt x="5467916" y="1633845"/>
                  </a:lnTo>
                  <a:lnTo>
                    <a:pt x="5468880" y="1638168"/>
                  </a:lnTo>
                  <a:lnTo>
                    <a:pt x="5469844" y="1642792"/>
                  </a:lnTo>
                  <a:lnTo>
                    <a:pt x="5470808" y="1647716"/>
                  </a:lnTo>
                  <a:lnTo>
                    <a:pt x="5471772" y="1652856"/>
                  </a:lnTo>
                  <a:lnTo>
                    <a:pt x="5472736" y="1658160"/>
                  </a:lnTo>
                  <a:lnTo>
                    <a:pt x="5473701" y="1663639"/>
                  </a:lnTo>
                  <a:lnTo>
                    <a:pt x="5474665" y="1669310"/>
                  </a:lnTo>
                  <a:lnTo>
                    <a:pt x="5475629" y="1675199"/>
                  </a:lnTo>
                  <a:lnTo>
                    <a:pt x="5476593" y="1681321"/>
                  </a:lnTo>
                  <a:lnTo>
                    <a:pt x="5477557" y="1687648"/>
                  </a:lnTo>
                  <a:lnTo>
                    <a:pt x="5478521" y="1694190"/>
                  </a:lnTo>
                  <a:lnTo>
                    <a:pt x="5479485" y="1700962"/>
                  </a:lnTo>
                  <a:lnTo>
                    <a:pt x="5480449" y="1707934"/>
                  </a:lnTo>
                  <a:lnTo>
                    <a:pt x="5481413" y="1715054"/>
                  </a:lnTo>
                  <a:lnTo>
                    <a:pt x="5482377" y="1722302"/>
                  </a:lnTo>
                  <a:lnTo>
                    <a:pt x="5483341" y="1729613"/>
                  </a:lnTo>
                  <a:lnTo>
                    <a:pt x="5484305" y="1736854"/>
                  </a:lnTo>
                  <a:lnTo>
                    <a:pt x="5485269" y="1743967"/>
                  </a:lnTo>
                  <a:lnTo>
                    <a:pt x="5486233" y="1750918"/>
                  </a:lnTo>
                  <a:lnTo>
                    <a:pt x="5487197" y="1757705"/>
                  </a:lnTo>
                  <a:lnTo>
                    <a:pt x="5488161" y="1764315"/>
                  </a:lnTo>
                  <a:lnTo>
                    <a:pt x="5489125" y="1770716"/>
                  </a:lnTo>
                  <a:lnTo>
                    <a:pt x="5490089" y="1776949"/>
                  </a:lnTo>
                  <a:lnTo>
                    <a:pt x="5491053" y="1782974"/>
                  </a:lnTo>
                  <a:lnTo>
                    <a:pt x="5492017" y="1788832"/>
                  </a:lnTo>
                  <a:lnTo>
                    <a:pt x="5492981" y="1794500"/>
                  </a:lnTo>
                  <a:lnTo>
                    <a:pt x="5493945" y="1799969"/>
                  </a:lnTo>
                  <a:lnTo>
                    <a:pt x="5494909" y="1805229"/>
                  </a:lnTo>
                  <a:lnTo>
                    <a:pt x="5495873" y="1810321"/>
                  </a:lnTo>
                  <a:lnTo>
                    <a:pt x="5496837" y="1815225"/>
                  </a:lnTo>
                  <a:lnTo>
                    <a:pt x="5497801" y="1820024"/>
                  </a:lnTo>
                  <a:lnTo>
                    <a:pt x="5498765" y="1824760"/>
                  </a:lnTo>
                  <a:lnTo>
                    <a:pt x="5499214" y="1826954"/>
                  </a:lnTo>
                  <a:lnTo>
                    <a:pt x="5557894" y="1826954"/>
                  </a:lnTo>
                  <a:lnTo>
                    <a:pt x="5558533" y="1823836"/>
                  </a:lnTo>
                  <a:lnTo>
                    <a:pt x="5559497" y="1819079"/>
                  </a:lnTo>
                  <a:lnTo>
                    <a:pt x="5560461" y="1814264"/>
                  </a:lnTo>
                  <a:lnTo>
                    <a:pt x="5561425" y="1809522"/>
                  </a:lnTo>
                  <a:lnTo>
                    <a:pt x="5562389" y="1805022"/>
                  </a:lnTo>
                  <a:lnTo>
                    <a:pt x="5563353" y="1800786"/>
                  </a:lnTo>
                  <a:lnTo>
                    <a:pt x="5564317" y="1796827"/>
                  </a:lnTo>
                  <a:lnTo>
                    <a:pt x="5565281" y="1793176"/>
                  </a:lnTo>
                  <a:lnTo>
                    <a:pt x="5566245" y="1789774"/>
                  </a:lnTo>
                  <a:lnTo>
                    <a:pt x="5567209" y="1786613"/>
                  </a:lnTo>
                  <a:lnTo>
                    <a:pt x="5568173" y="1783668"/>
                  </a:lnTo>
                  <a:lnTo>
                    <a:pt x="5569137" y="1780884"/>
                  </a:lnTo>
                  <a:lnTo>
                    <a:pt x="5570101" y="1778266"/>
                  </a:lnTo>
                  <a:lnTo>
                    <a:pt x="5571065" y="1775850"/>
                  </a:lnTo>
                  <a:lnTo>
                    <a:pt x="5572029" y="1773734"/>
                  </a:lnTo>
                  <a:lnTo>
                    <a:pt x="5572993" y="1771980"/>
                  </a:lnTo>
                  <a:lnTo>
                    <a:pt x="5573957" y="1770584"/>
                  </a:lnTo>
                  <a:lnTo>
                    <a:pt x="5574921" y="1769533"/>
                  </a:lnTo>
                  <a:lnTo>
                    <a:pt x="5575885" y="1768777"/>
                  </a:lnTo>
                  <a:lnTo>
                    <a:pt x="5576849" y="1768289"/>
                  </a:lnTo>
                  <a:lnTo>
                    <a:pt x="5577813" y="1768003"/>
                  </a:lnTo>
                  <a:lnTo>
                    <a:pt x="5578777" y="1767908"/>
                  </a:lnTo>
                  <a:lnTo>
                    <a:pt x="5579741" y="1767999"/>
                  </a:lnTo>
                  <a:lnTo>
                    <a:pt x="5580705" y="1768336"/>
                  </a:lnTo>
                  <a:lnTo>
                    <a:pt x="5581669" y="1768903"/>
                  </a:lnTo>
                  <a:lnTo>
                    <a:pt x="5582633" y="1769697"/>
                  </a:lnTo>
                  <a:lnTo>
                    <a:pt x="5583597" y="1770758"/>
                  </a:lnTo>
                  <a:lnTo>
                    <a:pt x="5584562" y="1772070"/>
                  </a:lnTo>
                  <a:lnTo>
                    <a:pt x="5585526" y="1773512"/>
                  </a:lnTo>
                  <a:lnTo>
                    <a:pt x="5586490" y="1774972"/>
                  </a:lnTo>
                  <a:lnTo>
                    <a:pt x="5587454" y="1776412"/>
                  </a:lnTo>
                  <a:lnTo>
                    <a:pt x="5588418" y="1777774"/>
                  </a:lnTo>
                  <a:lnTo>
                    <a:pt x="5589382" y="1779056"/>
                  </a:lnTo>
                  <a:lnTo>
                    <a:pt x="5590346" y="1780258"/>
                  </a:lnTo>
                  <a:lnTo>
                    <a:pt x="5591310" y="1781347"/>
                  </a:lnTo>
                  <a:lnTo>
                    <a:pt x="5592274" y="1782325"/>
                  </a:lnTo>
                  <a:lnTo>
                    <a:pt x="5593238" y="1783226"/>
                  </a:lnTo>
                  <a:lnTo>
                    <a:pt x="5594202" y="1784004"/>
                  </a:lnTo>
                  <a:lnTo>
                    <a:pt x="5595166" y="1784713"/>
                  </a:lnTo>
                  <a:lnTo>
                    <a:pt x="5596130" y="1785312"/>
                  </a:lnTo>
                  <a:lnTo>
                    <a:pt x="5597094" y="1785844"/>
                  </a:lnTo>
                  <a:lnTo>
                    <a:pt x="5598058" y="1786262"/>
                  </a:lnTo>
                  <a:lnTo>
                    <a:pt x="5599022" y="1786555"/>
                  </a:lnTo>
                  <a:lnTo>
                    <a:pt x="5599986" y="1786736"/>
                  </a:lnTo>
                  <a:lnTo>
                    <a:pt x="5600950" y="1786758"/>
                  </a:lnTo>
                  <a:lnTo>
                    <a:pt x="5601914" y="1786620"/>
                  </a:lnTo>
                  <a:lnTo>
                    <a:pt x="5602878" y="1786324"/>
                  </a:lnTo>
                  <a:lnTo>
                    <a:pt x="5603842" y="1785898"/>
                  </a:lnTo>
                  <a:lnTo>
                    <a:pt x="5604806" y="1785330"/>
                  </a:lnTo>
                  <a:lnTo>
                    <a:pt x="5605770" y="1784593"/>
                  </a:lnTo>
                  <a:lnTo>
                    <a:pt x="5606734" y="1783714"/>
                  </a:lnTo>
                  <a:lnTo>
                    <a:pt x="5607698" y="1782679"/>
                  </a:lnTo>
                  <a:lnTo>
                    <a:pt x="5608662" y="1781449"/>
                  </a:lnTo>
                  <a:lnTo>
                    <a:pt x="5609626" y="1780026"/>
                  </a:lnTo>
                  <a:lnTo>
                    <a:pt x="5610590" y="1778297"/>
                  </a:lnTo>
                  <a:lnTo>
                    <a:pt x="5611554" y="1776220"/>
                  </a:lnTo>
                  <a:lnTo>
                    <a:pt x="5612518" y="1773890"/>
                  </a:lnTo>
                  <a:lnTo>
                    <a:pt x="5613482" y="1771294"/>
                  </a:lnTo>
                  <a:lnTo>
                    <a:pt x="5614446" y="1768518"/>
                  </a:lnTo>
                  <a:lnTo>
                    <a:pt x="5615410" y="1765646"/>
                  </a:lnTo>
                  <a:lnTo>
                    <a:pt x="5616374" y="1762692"/>
                  </a:lnTo>
                  <a:lnTo>
                    <a:pt x="5617338" y="1759704"/>
                  </a:lnTo>
                  <a:lnTo>
                    <a:pt x="5618302" y="1756720"/>
                  </a:lnTo>
                  <a:lnTo>
                    <a:pt x="5619266" y="1753733"/>
                  </a:lnTo>
                  <a:lnTo>
                    <a:pt x="5620230" y="1750679"/>
                  </a:lnTo>
                  <a:lnTo>
                    <a:pt x="5621194" y="1747517"/>
                  </a:lnTo>
                  <a:lnTo>
                    <a:pt x="5622158" y="1744251"/>
                  </a:lnTo>
                  <a:lnTo>
                    <a:pt x="5623122" y="1740891"/>
                  </a:lnTo>
                  <a:lnTo>
                    <a:pt x="5624086" y="1737442"/>
                  </a:lnTo>
                  <a:lnTo>
                    <a:pt x="5625050" y="1733981"/>
                  </a:lnTo>
                  <a:lnTo>
                    <a:pt x="5626014" y="1730545"/>
                  </a:lnTo>
                  <a:lnTo>
                    <a:pt x="5626978" y="1727135"/>
                  </a:lnTo>
                  <a:lnTo>
                    <a:pt x="5627942" y="1723752"/>
                  </a:lnTo>
                  <a:lnTo>
                    <a:pt x="5628906" y="1720356"/>
                  </a:lnTo>
                  <a:lnTo>
                    <a:pt x="5629870" y="1716903"/>
                  </a:lnTo>
                  <a:lnTo>
                    <a:pt x="5630834" y="1713404"/>
                  </a:lnTo>
                  <a:lnTo>
                    <a:pt x="5631798" y="1709799"/>
                  </a:lnTo>
                  <a:lnTo>
                    <a:pt x="5632762" y="1706055"/>
                  </a:lnTo>
                  <a:lnTo>
                    <a:pt x="5633726" y="1702244"/>
                  </a:lnTo>
                  <a:lnTo>
                    <a:pt x="5634690" y="1698498"/>
                  </a:lnTo>
                  <a:lnTo>
                    <a:pt x="5635654" y="1694877"/>
                  </a:lnTo>
                  <a:lnTo>
                    <a:pt x="5636618" y="1691382"/>
                  </a:lnTo>
                  <a:lnTo>
                    <a:pt x="5637582" y="1688011"/>
                  </a:lnTo>
                  <a:lnTo>
                    <a:pt x="5638546" y="1684766"/>
                  </a:lnTo>
                  <a:lnTo>
                    <a:pt x="5639510" y="1681646"/>
                  </a:lnTo>
                  <a:lnTo>
                    <a:pt x="5640474" y="1678651"/>
                  </a:lnTo>
                  <a:lnTo>
                    <a:pt x="5641438" y="1675782"/>
                  </a:lnTo>
                  <a:lnTo>
                    <a:pt x="5642402" y="1673041"/>
                  </a:lnTo>
                  <a:lnTo>
                    <a:pt x="5643366" y="1670440"/>
                  </a:lnTo>
                  <a:lnTo>
                    <a:pt x="5644330" y="1667979"/>
                  </a:lnTo>
                  <a:lnTo>
                    <a:pt x="5645294" y="1665682"/>
                  </a:lnTo>
                  <a:lnTo>
                    <a:pt x="5646258" y="1663642"/>
                  </a:lnTo>
                  <a:lnTo>
                    <a:pt x="5647222" y="1661981"/>
                  </a:lnTo>
                  <a:lnTo>
                    <a:pt x="5648186" y="1660685"/>
                  </a:lnTo>
                  <a:lnTo>
                    <a:pt x="5649150" y="1659773"/>
                  </a:lnTo>
                  <a:lnTo>
                    <a:pt x="5650114" y="1659266"/>
                  </a:lnTo>
                  <a:lnTo>
                    <a:pt x="5651078" y="1659177"/>
                  </a:lnTo>
                  <a:lnTo>
                    <a:pt x="5652042" y="1659481"/>
                  </a:lnTo>
                  <a:lnTo>
                    <a:pt x="5653006" y="1660164"/>
                  </a:lnTo>
                  <a:lnTo>
                    <a:pt x="5653970" y="1661226"/>
                  </a:lnTo>
                  <a:lnTo>
                    <a:pt x="5654934" y="1662668"/>
                  </a:lnTo>
                  <a:lnTo>
                    <a:pt x="5655898" y="1664482"/>
                  </a:lnTo>
                  <a:lnTo>
                    <a:pt x="5656862" y="1666704"/>
                  </a:lnTo>
                  <a:lnTo>
                    <a:pt x="5657826" y="1669363"/>
                  </a:lnTo>
                  <a:lnTo>
                    <a:pt x="5658790" y="1672458"/>
                  </a:lnTo>
                  <a:lnTo>
                    <a:pt x="5659754" y="1675995"/>
                  </a:lnTo>
                  <a:lnTo>
                    <a:pt x="5660718" y="1679879"/>
                  </a:lnTo>
                  <a:lnTo>
                    <a:pt x="5661682" y="1684021"/>
                  </a:lnTo>
                  <a:lnTo>
                    <a:pt x="5662646" y="1688384"/>
                  </a:lnTo>
                  <a:lnTo>
                    <a:pt x="5663610" y="1692849"/>
                  </a:lnTo>
                  <a:lnTo>
                    <a:pt x="5664574" y="1697365"/>
                  </a:lnTo>
                  <a:lnTo>
                    <a:pt x="5665538" y="1701937"/>
                  </a:lnTo>
                  <a:lnTo>
                    <a:pt x="5666502" y="1706540"/>
                  </a:lnTo>
                  <a:lnTo>
                    <a:pt x="5667466" y="1711194"/>
                  </a:lnTo>
                  <a:lnTo>
                    <a:pt x="5668430" y="1715923"/>
                  </a:lnTo>
                  <a:lnTo>
                    <a:pt x="5669394" y="1720730"/>
                  </a:lnTo>
                  <a:lnTo>
                    <a:pt x="5670358" y="1725605"/>
                  </a:lnTo>
                  <a:lnTo>
                    <a:pt x="5671322" y="1730566"/>
                  </a:lnTo>
                  <a:lnTo>
                    <a:pt x="5672286" y="1735508"/>
                  </a:lnTo>
                  <a:lnTo>
                    <a:pt x="5673250" y="1740287"/>
                  </a:lnTo>
                  <a:lnTo>
                    <a:pt x="5674214" y="1744855"/>
                  </a:lnTo>
                  <a:lnTo>
                    <a:pt x="5675178" y="1749217"/>
                  </a:lnTo>
                  <a:lnTo>
                    <a:pt x="5676142" y="1753338"/>
                  </a:lnTo>
                  <a:lnTo>
                    <a:pt x="5677106" y="1757231"/>
                  </a:lnTo>
                  <a:lnTo>
                    <a:pt x="5678070" y="1760880"/>
                  </a:lnTo>
                  <a:lnTo>
                    <a:pt x="5679034" y="1764297"/>
                  </a:lnTo>
                  <a:lnTo>
                    <a:pt x="5679998" y="1767484"/>
                  </a:lnTo>
                  <a:lnTo>
                    <a:pt x="5680962" y="1770489"/>
                  </a:lnTo>
                  <a:lnTo>
                    <a:pt x="5681926" y="1773270"/>
                  </a:lnTo>
                  <a:lnTo>
                    <a:pt x="5682890" y="1775748"/>
                  </a:lnTo>
                  <a:lnTo>
                    <a:pt x="5683854" y="1777888"/>
                  </a:lnTo>
                  <a:lnTo>
                    <a:pt x="5684818" y="1779666"/>
                  </a:lnTo>
                  <a:lnTo>
                    <a:pt x="5685782" y="1781081"/>
                  </a:lnTo>
                  <a:lnTo>
                    <a:pt x="5686746" y="1782180"/>
                  </a:lnTo>
                  <a:lnTo>
                    <a:pt x="5687710" y="1783069"/>
                  </a:lnTo>
                  <a:lnTo>
                    <a:pt x="5688674" y="1783778"/>
                  </a:lnTo>
                  <a:lnTo>
                    <a:pt x="5689638" y="1784295"/>
                  </a:lnTo>
                  <a:lnTo>
                    <a:pt x="5690602" y="1784669"/>
                  </a:lnTo>
                  <a:lnTo>
                    <a:pt x="5691566" y="1784878"/>
                  </a:lnTo>
                  <a:lnTo>
                    <a:pt x="5692530" y="1784986"/>
                  </a:lnTo>
                  <a:lnTo>
                    <a:pt x="5693494" y="1784975"/>
                  </a:lnTo>
                  <a:lnTo>
                    <a:pt x="5694458" y="1784820"/>
                  </a:lnTo>
                  <a:lnTo>
                    <a:pt x="5695423" y="1784411"/>
                  </a:lnTo>
                  <a:lnTo>
                    <a:pt x="5696387" y="1783738"/>
                  </a:lnTo>
                  <a:lnTo>
                    <a:pt x="5697351" y="1782826"/>
                  </a:lnTo>
                  <a:lnTo>
                    <a:pt x="5698315" y="1781682"/>
                  </a:lnTo>
                  <a:lnTo>
                    <a:pt x="5699279" y="1780318"/>
                  </a:lnTo>
                  <a:lnTo>
                    <a:pt x="5700243" y="1778749"/>
                  </a:lnTo>
                  <a:lnTo>
                    <a:pt x="5701207" y="1776998"/>
                  </a:lnTo>
                  <a:lnTo>
                    <a:pt x="5702171" y="1775067"/>
                  </a:lnTo>
                  <a:lnTo>
                    <a:pt x="5703135" y="1772955"/>
                  </a:lnTo>
                  <a:lnTo>
                    <a:pt x="5704099" y="1770675"/>
                  </a:lnTo>
                  <a:lnTo>
                    <a:pt x="5705063" y="1768225"/>
                  </a:lnTo>
                  <a:lnTo>
                    <a:pt x="5706027" y="1765576"/>
                  </a:lnTo>
                  <a:lnTo>
                    <a:pt x="5706991" y="1762730"/>
                  </a:lnTo>
                  <a:lnTo>
                    <a:pt x="5707955" y="1759701"/>
                  </a:lnTo>
                  <a:lnTo>
                    <a:pt x="5708919" y="1756520"/>
                  </a:lnTo>
                  <a:lnTo>
                    <a:pt x="5709883" y="1753269"/>
                  </a:lnTo>
                  <a:lnTo>
                    <a:pt x="5710847" y="1749940"/>
                  </a:lnTo>
                  <a:lnTo>
                    <a:pt x="5711811" y="1746596"/>
                  </a:lnTo>
                  <a:lnTo>
                    <a:pt x="5712775" y="1743284"/>
                  </a:lnTo>
                  <a:lnTo>
                    <a:pt x="5713739" y="1739997"/>
                  </a:lnTo>
                  <a:lnTo>
                    <a:pt x="5714703" y="1736743"/>
                  </a:lnTo>
                  <a:lnTo>
                    <a:pt x="5715667" y="1733509"/>
                  </a:lnTo>
                  <a:lnTo>
                    <a:pt x="5716631" y="1730272"/>
                  </a:lnTo>
                  <a:lnTo>
                    <a:pt x="5717595" y="1727015"/>
                  </a:lnTo>
                  <a:lnTo>
                    <a:pt x="5718559" y="1723751"/>
                  </a:lnTo>
                  <a:lnTo>
                    <a:pt x="5719523" y="1720465"/>
                  </a:lnTo>
                  <a:lnTo>
                    <a:pt x="5720487" y="1717212"/>
                  </a:lnTo>
                  <a:lnTo>
                    <a:pt x="5721451" y="1714188"/>
                  </a:lnTo>
                  <a:lnTo>
                    <a:pt x="5722415" y="1711565"/>
                  </a:lnTo>
                  <a:lnTo>
                    <a:pt x="5723379" y="1709367"/>
                  </a:lnTo>
                  <a:lnTo>
                    <a:pt x="5724343" y="1707617"/>
                  </a:lnTo>
                  <a:lnTo>
                    <a:pt x="5725307" y="1706317"/>
                  </a:lnTo>
                  <a:lnTo>
                    <a:pt x="5726271" y="1705508"/>
                  </a:lnTo>
                  <a:lnTo>
                    <a:pt x="5727235" y="1705233"/>
                  </a:lnTo>
                  <a:lnTo>
                    <a:pt x="5728199" y="1705461"/>
                  </a:lnTo>
                  <a:lnTo>
                    <a:pt x="5729163" y="1706135"/>
                  </a:lnTo>
                  <a:lnTo>
                    <a:pt x="5730127" y="1707270"/>
                  </a:lnTo>
                  <a:lnTo>
                    <a:pt x="5731091" y="1708889"/>
                  </a:lnTo>
                  <a:lnTo>
                    <a:pt x="5732055" y="1711027"/>
                  </a:lnTo>
                  <a:lnTo>
                    <a:pt x="5733019" y="1713707"/>
                  </a:lnTo>
                  <a:lnTo>
                    <a:pt x="5733983" y="1716913"/>
                  </a:lnTo>
                  <a:lnTo>
                    <a:pt x="5734947" y="1720614"/>
                  </a:lnTo>
                  <a:lnTo>
                    <a:pt x="5735911" y="1724704"/>
                  </a:lnTo>
                  <a:lnTo>
                    <a:pt x="5736875" y="1729046"/>
                  </a:lnTo>
                  <a:lnTo>
                    <a:pt x="5737839" y="1733623"/>
                  </a:lnTo>
                  <a:lnTo>
                    <a:pt x="5738803" y="1738408"/>
                  </a:lnTo>
                  <a:lnTo>
                    <a:pt x="5739767" y="1743363"/>
                  </a:lnTo>
                  <a:lnTo>
                    <a:pt x="5740731" y="1748427"/>
                  </a:lnTo>
                  <a:lnTo>
                    <a:pt x="5741695" y="1753518"/>
                  </a:lnTo>
                  <a:lnTo>
                    <a:pt x="5742659" y="1758667"/>
                  </a:lnTo>
                  <a:lnTo>
                    <a:pt x="5743623" y="1763933"/>
                  </a:lnTo>
                  <a:lnTo>
                    <a:pt x="5744587" y="1769318"/>
                  </a:lnTo>
                  <a:lnTo>
                    <a:pt x="5745551" y="1774820"/>
                  </a:lnTo>
                  <a:lnTo>
                    <a:pt x="5746515" y="1780397"/>
                  </a:lnTo>
                  <a:lnTo>
                    <a:pt x="5747479" y="1786012"/>
                  </a:lnTo>
                  <a:lnTo>
                    <a:pt x="5748443" y="1791638"/>
                  </a:lnTo>
                  <a:lnTo>
                    <a:pt x="5749407" y="1797250"/>
                  </a:lnTo>
                  <a:lnTo>
                    <a:pt x="5750371" y="1802847"/>
                  </a:lnTo>
                  <a:lnTo>
                    <a:pt x="5751335" y="1808403"/>
                  </a:lnTo>
                  <a:lnTo>
                    <a:pt x="5752299" y="1813913"/>
                  </a:lnTo>
                  <a:lnTo>
                    <a:pt x="5753263" y="1819364"/>
                  </a:lnTo>
                  <a:lnTo>
                    <a:pt x="5754227" y="1824733"/>
                  </a:lnTo>
                  <a:lnTo>
                    <a:pt x="5754633" y="1826954"/>
                  </a:lnTo>
                  <a:lnTo>
                    <a:pt x="5886296" y="1826853"/>
                  </a:lnTo>
                  <a:lnTo>
                    <a:pt x="5887260" y="1823603"/>
                  </a:lnTo>
                  <a:lnTo>
                    <a:pt x="5888224" y="1820284"/>
                  </a:lnTo>
                  <a:lnTo>
                    <a:pt x="5889188" y="1816992"/>
                  </a:lnTo>
                  <a:lnTo>
                    <a:pt x="5890152" y="1813765"/>
                  </a:lnTo>
                  <a:lnTo>
                    <a:pt x="5891116" y="1810638"/>
                  </a:lnTo>
                  <a:lnTo>
                    <a:pt x="5892080" y="1807549"/>
                  </a:lnTo>
                  <a:lnTo>
                    <a:pt x="5893044" y="1804549"/>
                  </a:lnTo>
                  <a:lnTo>
                    <a:pt x="5894008" y="1801685"/>
                  </a:lnTo>
                  <a:lnTo>
                    <a:pt x="5894972" y="1798981"/>
                  </a:lnTo>
                  <a:lnTo>
                    <a:pt x="5895936" y="1796414"/>
                  </a:lnTo>
                  <a:lnTo>
                    <a:pt x="5896900" y="1794005"/>
                  </a:lnTo>
                  <a:lnTo>
                    <a:pt x="5897864" y="1791818"/>
                  </a:lnTo>
                  <a:lnTo>
                    <a:pt x="5898828" y="1789837"/>
                  </a:lnTo>
                  <a:lnTo>
                    <a:pt x="5899792" y="1788060"/>
                  </a:lnTo>
                  <a:lnTo>
                    <a:pt x="5900756" y="1786525"/>
                  </a:lnTo>
                  <a:lnTo>
                    <a:pt x="5901720" y="1785290"/>
                  </a:lnTo>
                  <a:lnTo>
                    <a:pt x="5902684" y="1784338"/>
                  </a:lnTo>
                  <a:lnTo>
                    <a:pt x="5903648" y="1783644"/>
                  </a:lnTo>
                  <a:lnTo>
                    <a:pt x="5904612" y="1783190"/>
                  </a:lnTo>
                  <a:lnTo>
                    <a:pt x="5905576" y="1782997"/>
                  </a:lnTo>
                  <a:lnTo>
                    <a:pt x="5906540" y="1783070"/>
                  </a:lnTo>
                  <a:lnTo>
                    <a:pt x="5907504" y="1783368"/>
                  </a:lnTo>
                  <a:lnTo>
                    <a:pt x="5908468" y="1783892"/>
                  </a:lnTo>
                  <a:lnTo>
                    <a:pt x="5909432" y="1784664"/>
                  </a:lnTo>
                  <a:lnTo>
                    <a:pt x="5910396" y="1785721"/>
                  </a:lnTo>
                  <a:lnTo>
                    <a:pt x="5911360" y="1787118"/>
                  </a:lnTo>
                  <a:lnTo>
                    <a:pt x="5912324" y="1788861"/>
                  </a:lnTo>
                  <a:lnTo>
                    <a:pt x="5913288" y="1791003"/>
                  </a:lnTo>
                  <a:lnTo>
                    <a:pt x="5914252" y="1793548"/>
                  </a:lnTo>
                  <a:lnTo>
                    <a:pt x="5915216" y="1796435"/>
                  </a:lnTo>
                  <a:lnTo>
                    <a:pt x="5916180" y="1799664"/>
                  </a:lnTo>
                  <a:lnTo>
                    <a:pt x="5917144" y="1803229"/>
                  </a:lnTo>
                  <a:lnTo>
                    <a:pt x="5918109" y="1807081"/>
                  </a:lnTo>
                  <a:lnTo>
                    <a:pt x="5919073" y="1811188"/>
                  </a:lnTo>
                  <a:lnTo>
                    <a:pt x="5920037" y="1815561"/>
                  </a:lnTo>
                  <a:lnTo>
                    <a:pt x="5921001" y="1820199"/>
                  </a:lnTo>
                  <a:lnTo>
                    <a:pt x="5921965" y="1825117"/>
                  </a:lnTo>
                  <a:lnTo>
                    <a:pt x="5922306" y="1826954"/>
                  </a:lnTo>
                  <a:lnTo>
                    <a:pt x="6067547" y="1826954"/>
                  </a:lnTo>
                  <a:lnTo>
                    <a:pt x="6068494" y="1822531"/>
                  </a:lnTo>
                  <a:lnTo>
                    <a:pt x="6069458" y="1817801"/>
                  </a:lnTo>
                  <a:lnTo>
                    <a:pt x="6070422" y="1812831"/>
                  </a:lnTo>
                  <a:lnTo>
                    <a:pt x="6071386" y="1807624"/>
                  </a:lnTo>
                  <a:lnTo>
                    <a:pt x="6072350" y="1802216"/>
                  </a:lnTo>
                  <a:lnTo>
                    <a:pt x="6073314" y="1796636"/>
                  </a:lnTo>
                  <a:lnTo>
                    <a:pt x="6074278" y="1790904"/>
                  </a:lnTo>
                  <a:lnTo>
                    <a:pt x="6075242" y="1785042"/>
                  </a:lnTo>
                  <a:lnTo>
                    <a:pt x="6076206" y="1779057"/>
                  </a:lnTo>
                  <a:lnTo>
                    <a:pt x="6077170" y="1772913"/>
                  </a:lnTo>
                  <a:lnTo>
                    <a:pt x="6078134" y="1766592"/>
                  </a:lnTo>
                  <a:lnTo>
                    <a:pt x="6079098" y="1760117"/>
                  </a:lnTo>
                  <a:lnTo>
                    <a:pt x="6080062" y="1753514"/>
                  </a:lnTo>
                  <a:lnTo>
                    <a:pt x="6081026" y="1746808"/>
                  </a:lnTo>
                  <a:lnTo>
                    <a:pt x="6081990" y="1739973"/>
                  </a:lnTo>
                  <a:lnTo>
                    <a:pt x="6082954" y="1733012"/>
                  </a:lnTo>
                  <a:lnTo>
                    <a:pt x="6083918" y="1725918"/>
                  </a:lnTo>
                  <a:lnTo>
                    <a:pt x="6084882" y="1718775"/>
                  </a:lnTo>
                  <a:lnTo>
                    <a:pt x="6085846" y="1711668"/>
                  </a:lnTo>
                  <a:lnTo>
                    <a:pt x="6086810" y="1704599"/>
                  </a:lnTo>
                  <a:lnTo>
                    <a:pt x="6087774" y="1697514"/>
                  </a:lnTo>
                  <a:lnTo>
                    <a:pt x="6088738" y="1690389"/>
                  </a:lnTo>
                  <a:lnTo>
                    <a:pt x="6089702" y="1683265"/>
                  </a:lnTo>
                  <a:lnTo>
                    <a:pt x="6090666" y="1676122"/>
                  </a:lnTo>
                  <a:lnTo>
                    <a:pt x="6091630" y="1669003"/>
                  </a:lnTo>
                  <a:lnTo>
                    <a:pt x="6092594" y="1661907"/>
                  </a:lnTo>
                  <a:lnTo>
                    <a:pt x="6093558" y="1654823"/>
                  </a:lnTo>
                  <a:lnTo>
                    <a:pt x="6094522" y="1647791"/>
                  </a:lnTo>
                  <a:lnTo>
                    <a:pt x="6095486" y="1640845"/>
                  </a:lnTo>
                  <a:lnTo>
                    <a:pt x="6096450" y="1633988"/>
                  </a:lnTo>
                  <a:lnTo>
                    <a:pt x="6097414" y="1627233"/>
                  </a:lnTo>
                  <a:lnTo>
                    <a:pt x="6098378" y="1620630"/>
                  </a:lnTo>
                  <a:lnTo>
                    <a:pt x="6099342" y="1614152"/>
                  </a:lnTo>
                  <a:lnTo>
                    <a:pt x="6100306" y="1607795"/>
                  </a:lnTo>
                  <a:lnTo>
                    <a:pt x="6101270" y="1601631"/>
                  </a:lnTo>
                  <a:lnTo>
                    <a:pt x="6102234" y="1595727"/>
                  </a:lnTo>
                  <a:lnTo>
                    <a:pt x="6103198" y="1590093"/>
                  </a:lnTo>
                  <a:lnTo>
                    <a:pt x="6104162" y="1584718"/>
                  </a:lnTo>
                  <a:lnTo>
                    <a:pt x="6105126" y="1579643"/>
                  </a:lnTo>
                  <a:lnTo>
                    <a:pt x="6106090" y="1574960"/>
                  </a:lnTo>
                  <a:lnTo>
                    <a:pt x="6107054" y="1570737"/>
                  </a:lnTo>
                  <a:lnTo>
                    <a:pt x="6108018" y="1566988"/>
                  </a:lnTo>
                  <a:lnTo>
                    <a:pt x="6108982" y="1563662"/>
                  </a:lnTo>
                  <a:lnTo>
                    <a:pt x="6109946" y="1560733"/>
                  </a:lnTo>
                  <a:lnTo>
                    <a:pt x="6110910" y="1558197"/>
                  </a:lnTo>
                  <a:lnTo>
                    <a:pt x="6111874" y="1556045"/>
                  </a:lnTo>
                  <a:lnTo>
                    <a:pt x="6112838" y="1554231"/>
                  </a:lnTo>
                  <a:lnTo>
                    <a:pt x="6113802" y="1552812"/>
                  </a:lnTo>
                  <a:lnTo>
                    <a:pt x="6114766" y="1551849"/>
                  </a:lnTo>
                  <a:lnTo>
                    <a:pt x="6115730" y="1551343"/>
                  </a:lnTo>
                  <a:lnTo>
                    <a:pt x="6116694" y="1551276"/>
                  </a:lnTo>
                  <a:lnTo>
                    <a:pt x="6117658" y="1551638"/>
                  </a:lnTo>
                  <a:lnTo>
                    <a:pt x="6118622" y="1552452"/>
                  </a:lnTo>
                  <a:lnTo>
                    <a:pt x="6119586" y="1553725"/>
                  </a:lnTo>
                  <a:lnTo>
                    <a:pt x="6120550" y="1555440"/>
                  </a:lnTo>
                  <a:lnTo>
                    <a:pt x="6121514" y="1557550"/>
                  </a:lnTo>
                  <a:lnTo>
                    <a:pt x="6122478" y="1560047"/>
                  </a:lnTo>
                  <a:lnTo>
                    <a:pt x="6123442" y="1562949"/>
                  </a:lnTo>
                  <a:lnTo>
                    <a:pt x="6124406" y="1566254"/>
                  </a:lnTo>
                  <a:lnTo>
                    <a:pt x="6125370" y="1570012"/>
                  </a:lnTo>
                  <a:lnTo>
                    <a:pt x="6126334" y="1574251"/>
                  </a:lnTo>
                  <a:lnTo>
                    <a:pt x="6127298" y="1578973"/>
                  </a:lnTo>
                  <a:lnTo>
                    <a:pt x="6128262" y="1584125"/>
                  </a:lnTo>
                  <a:lnTo>
                    <a:pt x="6129226" y="1589671"/>
                  </a:lnTo>
                  <a:lnTo>
                    <a:pt x="6130190" y="1595546"/>
                  </a:lnTo>
                  <a:lnTo>
                    <a:pt x="6131154" y="1601745"/>
                  </a:lnTo>
                  <a:lnTo>
                    <a:pt x="6132118" y="1608265"/>
                  </a:lnTo>
                  <a:lnTo>
                    <a:pt x="6133082" y="1615081"/>
                  </a:lnTo>
                  <a:lnTo>
                    <a:pt x="6134046" y="1622097"/>
                  </a:lnTo>
                  <a:lnTo>
                    <a:pt x="6135010" y="1629244"/>
                  </a:lnTo>
                  <a:lnTo>
                    <a:pt x="6135974" y="1636576"/>
                  </a:lnTo>
                  <a:lnTo>
                    <a:pt x="6136938" y="1644130"/>
                  </a:lnTo>
                  <a:lnTo>
                    <a:pt x="6137902" y="1651847"/>
                  </a:lnTo>
                  <a:lnTo>
                    <a:pt x="6138866" y="1659685"/>
                  </a:lnTo>
                  <a:lnTo>
                    <a:pt x="6139830" y="1667609"/>
                  </a:lnTo>
                  <a:lnTo>
                    <a:pt x="6140795" y="1675581"/>
                  </a:lnTo>
                  <a:lnTo>
                    <a:pt x="6141759" y="1683618"/>
                  </a:lnTo>
                  <a:lnTo>
                    <a:pt x="6142723" y="1691721"/>
                  </a:lnTo>
                  <a:lnTo>
                    <a:pt x="6143687" y="1699849"/>
                  </a:lnTo>
                  <a:lnTo>
                    <a:pt x="6144651" y="1708009"/>
                  </a:lnTo>
                  <a:lnTo>
                    <a:pt x="6145615" y="1716203"/>
                  </a:lnTo>
                  <a:lnTo>
                    <a:pt x="6146579" y="1724390"/>
                  </a:lnTo>
                  <a:lnTo>
                    <a:pt x="6147543" y="1732558"/>
                  </a:lnTo>
                  <a:lnTo>
                    <a:pt x="6148507" y="1740745"/>
                  </a:lnTo>
                  <a:lnTo>
                    <a:pt x="6149471" y="1748913"/>
                  </a:lnTo>
                  <a:lnTo>
                    <a:pt x="6150435" y="1756998"/>
                  </a:lnTo>
                  <a:lnTo>
                    <a:pt x="6151399" y="1764943"/>
                  </a:lnTo>
                  <a:lnTo>
                    <a:pt x="6152363" y="1772767"/>
                  </a:lnTo>
                  <a:lnTo>
                    <a:pt x="6153327" y="1780501"/>
                  </a:lnTo>
                  <a:lnTo>
                    <a:pt x="6154291" y="1788103"/>
                  </a:lnTo>
                  <a:lnTo>
                    <a:pt x="6155255" y="1795521"/>
                  </a:lnTo>
                  <a:lnTo>
                    <a:pt x="6156219" y="1802741"/>
                  </a:lnTo>
                  <a:lnTo>
                    <a:pt x="6157183" y="1809731"/>
                  </a:lnTo>
                  <a:lnTo>
                    <a:pt x="6158147" y="1816522"/>
                  </a:lnTo>
                  <a:lnTo>
                    <a:pt x="6159111" y="1823076"/>
                  </a:lnTo>
                  <a:lnTo>
                    <a:pt x="6159701" y="1826954"/>
                  </a:lnTo>
                  <a:lnTo>
                    <a:pt x="6200219" y="1826954"/>
                  </a:lnTo>
                  <a:lnTo>
                    <a:pt x="6200563" y="1825148"/>
                  </a:lnTo>
                  <a:lnTo>
                    <a:pt x="6201527" y="1819872"/>
                  </a:lnTo>
                  <a:lnTo>
                    <a:pt x="6202491" y="1814366"/>
                  </a:lnTo>
                  <a:lnTo>
                    <a:pt x="6203455" y="1808629"/>
                  </a:lnTo>
                  <a:lnTo>
                    <a:pt x="6204419" y="1802662"/>
                  </a:lnTo>
                  <a:lnTo>
                    <a:pt x="6205383" y="1796523"/>
                  </a:lnTo>
                  <a:lnTo>
                    <a:pt x="6206347" y="1790268"/>
                  </a:lnTo>
                  <a:lnTo>
                    <a:pt x="6207311" y="1783974"/>
                  </a:lnTo>
                  <a:lnTo>
                    <a:pt x="6208275" y="1777664"/>
                  </a:lnTo>
                  <a:lnTo>
                    <a:pt x="6209239" y="1771351"/>
                  </a:lnTo>
                  <a:lnTo>
                    <a:pt x="6210203" y="1765038"/>
                  </a:lnTo>
                  <a:lnTo>
                    <a:pt x="6211167" y="1758719"/>
                  </a:lnTo>
                  <a:lnTo>
                    <a:pt x="6212131" y="1752289"/>
                  </a:lnTo>
                  <a:lnTo>
                    <a:pt x="6213095" y="1745728"/>
                  </a:lnTo>
                  <a:lnTo>
                    <a:pt x="6214059" y="1739081"/>
                  </a:lnTo>
                  <a:lnTo>
                    <a:pt x="6215023" y="1732417"/>
                  </a:lnTo>
                  <a:lnTo>
                    <a:pt x="6215987" y="1725835"/>
                  </a:lnTo>
                  <a:lnTo>
                    <a:pt x="6216951" y="1719432"/>
                  </a:lnTo>
                  <a:lnTo>
                    <a:pt x="6217915" y="1713249"/>
                  </a:lnTo>
                  <a:lnTo>
                    <a:pt x="6218879" y="1707302"/>
                  </a:lnTo>
                  <a:lnTo>
                    <a:pt x="6218908" y="182695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367350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367398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367350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461691" y="5535871"/>
              <a:ext cx="126943" cy="224531"/>
            </a:xfrm>
            <a:custGeom>
              <a:avLst/>
              <a:pathLst>
                <a:path w="126943" h="224531">
                  <a:moveTo>
                    <a:pt x="0" y="224531"/>
                  </a:moveTo>
                  <a:lnTo>
                    <a:pt x="54" y="10152"/>
                  </a:lnTo>
                  <a:lnTo>
                    <a:pt x="1018" y="8308"/>
                  </a:lnTo>
                  <a:lnTo>
                    <a:pt x="1982" y="6663"/>
                  </a:lnTo>
                  <a:lnTo>
                    <a:pt x="2946" y="5222"/>
                  </a:lnTo>
                  <a:lnTo>
                    <a:pt x="3910" y="3989"/>
                  </a:lnTo>
                  <a:lnTo>
                    <a:pt x="4874" y="2900"/>
                  </a:lnTo>
                  <a:lnTo>
                    <a:pt x="5838" y="1950"/>
                  </a:lnTo>
                  <a:lnTo>
                    <a:pt x="6802" y="1153"/>
                  </a:lnTo>
                  <a:lnTo>
                    <a:pt x="7766" y="550"/>
                  </a:lnTo>
                  <a:lnTo>
                    <a:pt x="8730" y="173"/>
                  </a:lnTo>
                  <a:lnTo>
                    <a:pt x="9694" y="0"/>
                  </a:lnTo>
                  <a:lnTo>
                    <a:pt x="10658" y="125"/>
                  </a:lnTo>
                  <a:lnTo>
                    <a:pt x="11622" y="538"/>
                  </a:lnTo>
                  <a:lnTo>
                    <a:pt x="12586" y="1181"/>
                  </a:lnTo>
                  <a:lnTo>
                    <a:pt x="13550" y="2029"/>
                  </a:lnTo>
                  <a:lnTo>
                    <a:pt x="14514" y="3097"/>
                  </a:lnTo>
                  <a:lnTo>
                    <a:pt x="15478" y="4403"/>
                  </a:lnTo>
                  <a:lnTo>
                    <a:pt x="16442" y="6004"/>
                  </a:lnTo>
                  <a:lnTo>
                    <a:pt x="17406" y="7887"/>
                  </a:lnTo>
                  <a:lnTo>
                    <a:pt x="18370" y="10054"/>
                  </a:lnTo>
                  <a:lnTo>
                    <a:pt x="19334" y="12556"/>
                  </a:lnTo>
                  <a:lnTo>
                    <a:pt x="20298" y="15429"/>
                  </a:lnTo>
                  <a:lnTo>
                    <a:pt x="21262" y="18639"/>
                  </a:lnTo>
                  <a:lnTo>
                    <a:pt x="22226" y="22110"/>
                  </a:lnTo>
                  <a:lnTo>
                    <a:pt x="23190" y="25823"/>
                  </a:lnTo>
                  <a:lnTo>
                    <a:pt x="24154" y="29806"/>
                  </a:lnTo>
                  <a:lnTo>
                    <a:pt x="25118" y="34021"/>
                  </a:lnTo>
                  <a:lnTo>
                    <a:pt x="26082" y="38449"/>
                  </a:lnTo>
                  <a:lnTo>
                    <a:pt x="27046" y="43076"/>
                  </a:lnTo>
                  <a:lnTo>
                    <a:pt x="28010" y="47862"/>
                  </a:lnTo>
                  <a:lnTo>
                    <a:pt x="28974" y="52796"/>
                  </a:lnTo>
                  <a:lnTo>
                    <a:pt x="29938" y="57849"/>
                  </a:lnTo>
                  <a:lnTo>
                    <a:pt x="30902" y="62950"/>
                  </a:lnTo>
                  <a:lnTo>
                    <a:pt x="31866" y="68087"/>
                  </a:lnTo>
                  <a:lnTo>
                    <a:pt x="32831" y="73227"/>
                  </a:lnTo>
                  <a:lnTo>
                    <a:pt x="33795" y="78362"/>
                  </a:lnTo>
                  <a:lnTo>
                    <a:pt x="34759" y="83475"/>
                  </a:lnTo>
                  <a:lnTo>
                    <a:pt x="35723" y="88577"/>
                  </a:lnTo>
                  <a:lnTo>
                    <a:pt x="36687" y="93701"/>
                  </a:lnTo>
                  <a:lnTo>
                    <a:pt x="37651" y="98791"/>
                  </a:lnTo>
                  <a:lnTo>
                    <a:pt x="38615" y="103740"/>
                  </a:lnTo>
                  <a:lnTo>
                    <a:pt x="39579" y="108566"/>
                  </a:lnTo>
                  <a:lnTo>
                    <a:pt x="40543" y="113290"/>
                  </a:lnTo>
                  <a:lnTo>
                    <a:pt x="41507" y="117878"/>
                  </a:lnTo>
                  <a:lnTo>
                    <a:pt x="42471" y="122353"/>
                  </a:lnTo>
                  <a:lnTo>
                    <a:pt x="43435" y="126719"/>
                  </a:lnTo>
                  <a:lnTo>
                    <a:pt x="44399" y="130962"/>
                  </a:lnTo>
                  <a:lnTo>
                    <a:pt x="45363" y="135104"/>
                  </a:lnTo>
                  <a:lnTo>
                    <a:pt x="46327" y="139141"/>
                  </a:lnTo>
                  <a:lnTo>
                    <a:pt x="47291" y="143043"/>
                  </a:lnTo>
                  <a:lnTo>
                    <a:pt x="48255" y="146743"/>
                  </a:lnTo>
                  <a:lnTo>
                    <a:pt x="49219" y="150254"/>
                  </a:lnTo>
                  <a:lnTo>
                    <a:pt x="50183" y="153565"/>
                  </a:lnTo>
                  <a:lnTo>
                    <a:pt x="51147" y="156667"/>
                  </a:lnTo>
                  <a:lnTo>
                    <a:pt x="52111" y="159532"/>
                  </a:lnTo>
                  <a:lnTo>
                    <a:pt x="53075" y="162191"/>
                  </a:lnTo>
                  <a:lnTo>
                    <a:pt x="54039" y="164643"/>
                  </a:lnTo>
                  <a:lnTo>
                    <a:pt x="55003" y="166892"/>
                  </a:lnTo>
                  <a:lnTo>
                    <a:pt x="55967" y="168900"/>
                  </a:lnTo>
                  <a:lnTo>
                    <a:pt x="56931" y="170665"/>
                  </a:lnTo>
                  <a:lnTo>
                    <a:pt x="57895" y="172172"/>
                  </a:lnTo>
                  <a:lnTo>
                    <a:pt x="58859" y="173420"/>
                  </a:lnTo>
                  <a:lnTo>
                    <a:pt x="59823" y="174389"/>
                  </a:lnTo>
                  <a:lnTo>
                    <a:pt x="60787" y="175115"/>
                  </a:lnTo>
                  <a:lnTo>
                    <a:pt x="61751" y="175638"/>
                  </a:lnTo>
                  <a:lnTo>
                    <a:pt x="62715" y="175998"/>
                  </a:lnTo>
                  <a:lnTo>
                    <a:pt x="63679" y="176212"/>
                  </a:lnTo>
                  <a:lnTo>
                    <a:pt x="64643" y="176258"/>
                  </a:lnTo>
                  <a:lnTo>
                    <a:pt x="65607" y="176115"/>
                  </a:lnTo>
                  <a:lnTo>
                    <a:pt x="66571" y="175815"/>
                  </a:lnTo>
                  <a:lnTo>
                    <a:pt x="67535" y="175314"/>
                  </a:lnTo>
                  <a:lnTo>
                    <a:pt x="68499" y="174628"/>
                  </a:lnTo>
                  <a:lnTo>
                    <a:pt x="69463" y="173743"/>
                  </a:lnTo>
                  <a:lnTo>
                    <a:pt x="70427" y="172742"/>
                  </a:lnTo>
                  <a:lnTo>
                    <a:pt x="71391" y="171667"/>
                  </a:lnTo>
                  <a:lnTo>
                    <a:pt x="72355" y="170517"/>
                  </a:lnTo>
                  <a:lnTo>
                    <a:pt x="73319" y="169293"/>
                  </a:lnTo>
                  <a:lnTo>
                    <a:pt x="74283" y="168010"/>
                  </a:lnTo>
                  <a:lnTo>
                    <a:pt x="75247" y="166681"/>
                  </a:lnTo>
                  <a:lnTo>
                    <a:pt x="76211" y="165299"/>
                  </a:lnTo>
                  <a:lnTo>
                    <a:pt x="77175" y="163894"/>
                  </a:lnTo>
                  <a:lnTo>
                    <a:pt x="78139" y="162475"/>
                  </a:lnTo>
                  <a:lnTo>
                    <a:pt x="79103" y="161086"/>
                  </a:lnTo>
                  <a:lnTo>
                    <a:pt x="80067" y="159779"/>
                  </a:lnTo>
                  <a:lnTo>
                    <a:pt x="81031" y="158553"/>
                  </a:lnTo>
                  <a:lnTo>
                    <a:pt x="81995" y="157431"/>
                  </a:lnTo>
                  <a:lnTo>
                    <a:pt x="82959" y="156413"/>
                  </a:lnTo>
                  <a:lnTo>
                    <a:pt x="83923" y="155483"/>
                  </a:lnTo>
                  <a:lnTo>
                    <a:pt x="84887" y="154633"/>
                  </a:lnTo>
                  <a:lnTo>
                    <a:pt x="85851" y="153862"/>
                  </a:lnTo>
                  <a:lnTo>
                    <a:pt x="86815" y="153224"/>
                  </a:lnTo>
                  <a:lnTo>
                    <a:pt x="87779" y="152731"/>
                  </a:lnTo>
                  <a:lnTo>
                    <a:pt x="88743" y="152369"/>
                  </a:lnTo>
                  <a:lnTo>
                    <a:pt x="89707" y="152154"/>
                  </a:lnTo>
                  <a:lnTo>
                    <a:pt x="90671" y="152092"/>
                  </a:lnTo>
                  <a:lnTo>
                    <a:pt x="91635" y="152170"/>
                  </a:lnTo>
                  <a:lnTo>
                    <a:pt x="92599" y="152387"/>
                  </a:lnTo>
                  <a:lnTo>
                    <a:pt x="93563" y="152728"/>
                  </a:lnTo>
                  <a:lnTo>
                    <a:pt x="94527" y="153177"/>
                  </a:lnTo>
                  <a:lnTo>
                    <a:pt x="95491" y="153733"/>
                  </a:lnTo>
                  <a:lnTo>
                    <a:pt x="96455" y="154446"/>
                  </a:lnTo>
                  <a:lnTo>
                    <a:pt x="97419" y="155339"/>
                  </a:lnTo>
                  <a:lnTo>
                    <a:pt x="98383" y="156404"/>
                  </a:lnTo>
                  <a:lnTo>
                    <a:pt x="99347" y="157649"/>
                  </a:lnTo>
                  <a:lnTo>
                    <a:pt x="100311" y="159074"/>
                  </a:lnTo>
                  <a:lnTo>
                    <a:pt x="101275" y="160688"/>
                  </a:lnTo>
                  <a:lnTo>
                    <a:pt x="102239" y="162467"/>
                  </a:lnTo>
                  <a:lnTo>
                    <a:pt x="103203" y="164373"/>
                  </a:lnTo>
                  <a:lnTo>
                    <a:pt x="104167" y="166389"/>
                  </a:lnTo>
                  <a:lnTo>
                    <a:pt x="105131" y="168542"/>
                  </a:lnTo>
                  <a:lnTo>
                    <a:pt x="106095" y="170816"/>
                  </a:lnTo>
                  <a:lnTo>
                    <a:pt x="107059" y="173198"/>
                  </a:lnTo>
                  <a:lnTo>
                    <a:pt x="108023" y="175671"/>
                  </a:lnTo>
                  <a:lnTo>
                    <a:pt x="108987" y="178229"/>
                  </a:lnTo>
                  <a:lnTo>
                    <a:pt x="109951" y="180861"/>
                  </a:lnTo>
                  <a:lnTo>
                    <a:pt x="110915" y="183502"/>
                  </a:lnTo>
                  <a:lnTo>
                    <a:pt x="111879" y="186138"/>
                  </a:lnTo>
                  <a:lnTo>
                    <a:pt x="112843" y="188752"/>
                  </a:lnTo>
                  <a:lnTo>
                    <a:pt x="113807" y="191350"/>
                  </a:lnTo>
                  <a:lnTo>
                    <a:pt x="114771" y="193944"/>
                  </a:lnTo>
                  <a:lnTo>
                    <a:pt x="115735" y="196540"/>
                  </a:lnTo>
                  <a:lnTo>
                    <a:pt x="116699" y="199131"/>
                  </a:lnTo>
                  <a:lnTo>
                    <a:pt x="117663" y="201738"/>
                  </a:lnTo>
                  <a:lnTo>
                    <a:pt x="118627" y="204356"/>
                  </a:lnTo>
                  <a:lnTo>
                    <a:pt x="119591" y="206941"/>
                  </a:lnTo>
                  <a:lnTo>
                    <a:pt x="120555" y="209471"/>
                  </a:lnTo>
                  <a:lnTo>
                    <a:pt x="121519" y="211947"/>
                  </a:lnTo>
                  <a:lnTo>
                    <a:pt x="122483" y="214359"/>
                  </a:lnTo>
                  <a:lnTo>
                    <a:pt x="123447" y="216709"/>
                  </a:lnTo>
                  <a:lnTo>
                    <a:pt x="124411" y="218997"/>
                  </a:lnTo>
                  <a:lnTo>
                    <a:pt x="125375" y="221198"/>
                  </a:lnTo>
                  <a:lnTo>
                    <a:pt x="126339" y="223290"/>
                  </a:lnTo>
                  <a:lnTo>
                    <a:pt x="126943" y="22453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611046" y="5753808"/>
              <a:ext cx="11895" cy="6594"/>
            </a:xfrm>
            <a:custGeom>
              <a:avLst/>
              <a:pathLst>
                <a:path w="11895" h="6594">
                  <a:moveTo>
                    <a:pt x="0" y="6594"/>
                  </a:moveTo>
                  <a:lnTo>
                    <a:pt x="121" y="6416"/>
                  </a:lnTo>
                  <a:lnTo>
                    <a:pt x="1085" y="4984"/>
                  </a:lnTo>
                  <a:lnTo>
                    <a:pt x="2049" y="3602"/>
                  </a:lnTo>
                  <a:lnTo>
                    <a:pt x="3013" y="2384"/>
                  </a:lnTo>
                  <a:lnTo>
                    <a:pt x="3977" y="1352"/>
                  </a:lnTo>
                  <a:lnTo>
                    <a:pt x="4941" y="566"/>
                  </a:lnTo>
                  <a:lnTo>
                    <a:pt x="5905" y="93"/>
                  </a:lnTo>
                  <a:lnTo>
                    <a:pt x="6869" y="0"/>
                  </a:lnTo>
                  <a:lnTo>
                    <a:pt x="7833" y="347"/>
                  </a:lnTo>
                  <a:lnTo>
                    <a:pt x="8797" y="1168"/>
                  </a:lnTo>
                  <a:lnTo>
                    <a:pt x="9761" y="2448"/>
                  </a:lnTo>
                  <a:lnTo>
                    <a:pt x="10725" y="4100"/>
                  </a:lnTo>
                  <a:lnTo>
                    <a:pt x="11689" y="6091"/>
                  </a:lnTo>
                  <a:lnTo>
                    <a:pt x="11895" y="659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1763630" y="5619867"/>
              <a:ext cx="67064" cy="140535"/>
            </a:xfrm>
            <a:custGeom>
              <a:avLst/>
              <a:pathLst>
                <a:path w="67064" h="140535">
                  <a:moveTo>
                    <a:pt x="0" y="140535"/>
                  </a:moveTo>
                  <a:lnTo>
                    <a:pt x="814" y="133229"/>
                  </a:lnTo>
                  <a:lnTo>
                    <a:pt x="1778" y="124675"/>
                  </a:lnTo>
                  <a:lnTo>
                    <a:pt x="2742" y="116241"/>
                  </a:lnTo>
                  <a:lnTo>
                    <a:pt x="3706" y="107975"/>
                  </a:lnTo>
                  <a:lnTo>
                    <a:pt x="4670" y="99995"/>
                  </a:lnTo>
                  <a:lnTo>
                    <a:pt x="5634" y="92281"/>
                  </a:lnTo>
                  <a:lnTo>
                    <a:pt x="6598" y="84836"/>
                  </a:lnTo>
                  <a:lnTo>
                    <a:pt x="7562" y="77641"/>
                  </a:lnTo>
                  <a:lnTo>
                    <a:pt x="8526" y="70727"/>
                  </a:lnTo>
                  <a:lnTo>
                    <a:pt x="9490" y="64097"/>
                  </a:lnTo>
                  <a:lnTo>
                    <a:pt x="10454" y="57767"/>
                  </a:lnTo>
                  <a:lnTo>
                    <a:pt x="11418" y="51747"/>
                  </a:lnTo>
                  <a:lnTo>
                    <a:pt x="12382" y="46088"/>
                  </a:lnTo>
                  <a:lnTo>
                    <a:pt x="13346" y="40813"/>
                  </a:lnTo>
                  <a:lnTo>
                    <a:pt x="14310" y="35889"/>
                  </a:lnTo>
                  <a:lnTo>
                    <a:pt x="15274" y="31317"/>
                  </a:lnTo>
                  <a:lnTo>
                    <a:pt x="16238" y="27108"/>
                  </a:lnTo>
                  <a:lnTo>
                    <a:pt x="17202" y="23247"/>
                  </a:lnTo>
                  <a:lnTo>
                    <a:pt x="18166" y="19704"/>
                  </a:lnTo>
                  <a:lnTo>
                    <a:pt x="19130" y="16483"/>
                  </a:lnTo>
                  <a:lnTo>
                    <a:pt x="20094" y="13578"/>
                  </a:lnTo>
                  <a:lnTo>
                    <a:pt x="21058" y="11017"/>
                  </a:lnTo>
                  <a:lnTo>
                    <a:pt x="22022" y="8813"/>
                  </a:lnTo>
                  <a:lnTo>
                    <a:pt x="22986" y="6886"/>
                  </a:lnTo>
                  <a:lnTo>
                    <a:pt x="23950" y="5222"/>
                  </a:lnTo>
                  <a:lnTo>
                    <a:pt x="24914" y="3769"/>
                  </a:lnTo>
                  <a:lnTo>
                    <a:pt x="25878" y="2558"/>
                  </a:lnTo>
                  <a:lnTo>
                    <a:pt x="26842" y="1561"/>
                  </a:lnTo>
                  <a:lnTo>
                    <a:pt x="27806" y="782"/>
                  </a:lnTo>
                  <a:lnTo>
                    <a:pt x="28771" y="276"/>
                  </a:lnTo>
                  <a:lnTo>
                    <a:pt x="29735" y="42"/>
                  </a:lnTo>
                  <a:lnTo>
                    <a:pt x="30699" y="0"/>
                  </a:lnTo>
                  <a:lnTo>
                    <a:pt x="31663" y="172"/>
                  </a:lnTo>
                  <a:lnTo>
                    <a:pt x="32627" y="592"/>
                  </a:lnTo>
                  <a:lnTo>
                    <a:pt x="33591" y="1221"/>
                  </a:lnTo>
                  <a:lnTo>
                    <a:pt x="34555" y="2075"/>
                  </a:lnTo>
                  <a:lnTo>
                    <a:pt x="35519" y="3122"/>
                  </a:lnTo>
                  <a:lnTo>
                    <a:pt x="36483" y="4395"/>
                  </a:lnTo>
                  <a:lnTo>
                    <a:pt x="37447" y="5913"/>
                  </a:lnTo>
                  <a:lnTo>
                    <a:pt x="38411" y="7724"/>
                  </a:lnTo>
                  <a:lnTo>
                    <a:pt x="39375" y="9848"/>
                  </a:lnTo>
                  <a:lnTo>
                    <a:pt x="40339" y="12257"/>
                  </a:lnTo>
                  <a:lnTo>
                    <a:pt x="41303" y="14879"/>
                  </a:lnTo>
                  <a:lnTo>
                    <a:pt x="42267" y="17702"/>
                  </a:lnTo>
                  <a:lnTo>
                    <a:pt x="43231" y="20673"/>
                  </a:lnTo>
                  <a:lnTo>
                    <a:pt x="44195" y="23772"/>
                  </a:lnTo>
                  <a:lnTo>
                    <a:pt x="45159" y="27070"/>
                  </a:lnTo>
                  <a:lnTo>
                    <a:pt x="46123" y="30572"/>
                  </a:lnTo>
                  <a:lnTo>
                    <a:pt x="47087" y="34311"/>
                  </a:lnTo>
                  <a:lnTo>
                    <a:pt x="48051" y="38286"/>
                  </a:lnTo>
                  <a:lnTo>
                    <a:pt x="49015" y="42522"/>
                  </a:lnTo>
                  <a:lnTo>
                    <a:pt x="49979" y="47017"/>
                  </a:lnTo>
                  <a:lnTo>
                    <a:pt x="50943" y="51758"/>
                  </a:lnTo>
                  <a:lnTo>
                    <a:pt x="51907" y="56732"/>
                  </a:lnTo>
                  <a:lnTo>
                    <a:pt x="52871" y="61857"/>
                  </a:lnTo>
                  <a:lnTo>
                    <a:pt x="53835" y="67070"/>
                  </a:lnTo>
                  <a:lnTo>
                    <a:pt x="54799" y="72335"/>
                  </a:lnTo>
                  <a:lnTo>
                    <a:pt x="55763" y="77640"/>
                  </a:lnTo>
                  <a:lnTo>
                    <a:pt x="56727" y="82992"/>
                  </a:lnTo>
                  <a:lnTo>
                    <a:pt x="57691" y="88392"/>
                  </a:lnTo>
                  <a:lnTo>
                    <a:pt x="58655" y="93835"/>
                  </a:lnTo>
                  <a:lnTo>
                    <a:pt x="59619" y="99311"/>
                  </a:lnTo>
                  <a:lnTo>
                    <a:pt x="60583" y="104804"/>
                  </a:lnTo>
                  <a:lnTo>
                    <a:pt x="61547" y="110273"/>
                  </a:lnTo>
                  <a:lnTo>
                    <a:pt x="62511" y="115710"/>
                  </a:lnTo>
                  <a:lnTo>
                    <a:pt x="63475" y="121109"/>
                  </a:lnTo>
                  <a:lnTo>
                    <a:pt x="64439" y="126447"/>
                  </a:lnTo>
                  <a:lnTo>
                    <a:pt x="65403" y="131697"/>
                  </a:lnTo>
                  <a:lnTo>
                    <a:pt x="66367" y="136872"/>
                  </a:lnTo>
                  <a:lnTo>
                    <a:pt x="67064" y="140535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885862" y="5669051"/>
              <a:ext cx="263962" cy="91351"/>
            </a:xfrm>
            <a:custGeom>
              <a:avLst/>
              <a:pathLst>
                <a:path w="263962" h="91351">
                  <a:moveTo>
                    <a:pt x="0" y="91351"/>
                  </a:moveTo>
                  <a:lnTo>
                    <a:pt x="48" y="91235"/>
                  </a:lnTo>
                  <a:lnTo>
                    <a:pt x="1012" y="89023"/>
                  </a:lnTo>
                  <a:lnTo>
                    <a:pt x="1976" y="86904"/>
                  </a:lnTo>
                  <a:lnTo>
                    <a:pt x="2940" y="84861"/>
                  </a:lnTo>
                  <a:lnTo>
                    <a:pt x="3904" y="82888"/>
                  </a:lnTo>
                  <a:lnTo>
                    <a:pt x="4868" y="80993"/>
                  </a:lnTo>
                  <a:lnTo>
                    <a:pt x="5832" y="79176"/>
                  </a:lnTo>
                  <a:lnTo>
                    <a:pt x="6796" y="77474"/>
                  </a:lnTo>
                  <a:lnTo>
                    <a:pt x="7760" y="75880"/>
                  </a:lnTo>
                  <a:lnTo>
                    <a:pt x="8724" y="74370"/>
                  </a:lnTo>
                  <a:lnTo>
                    <a:pt x="9688" y="72946"/>
                  </a:lnTo>
                  <a:lnTo>
                    <a:pt x="10652" y="71587"/>
                  </a:lnTo>
                  <a:lnTo>
                    <a:pt x="11616" y="70322"/>
                  </a:lnTo>
                  <a:lnTo>
                    <a:pt x="12580" y="69160"/>
                  </a:lnTo>
                  <a:lnTo>
                    <a:pt x="13544" y="68101"/>
                  </a:lnTo>
                  <a:lnTo>
                    <a:pt x="14508" y="67143"/>
                  </a:lnTo>
                  <a:lnTo>
                    <a:pt x="15472" y="66307"/>
                  </a:lnTo>
                  <a:lnTo>
                    <a:pt x="16436" y="65563"/>
                  </a:lnTo>
                  <a:lnTo>
                    <a:pt x="17400" y="64917"/>
                  </a:lnTo>
                  <a:lnTo>
                    <a:pt x="18364" y="64363"/>
                  </a:lnTo>
                  <a:lnTo>
                    <a:pt x="19328" y="63873"/>
                  </a:lnTo>
                  <a:lnTo>
                    <a:pt x="20292" y="63423"/>
                  </a:lnTo>
                  <a:lnTo>
                    <a:pt x="21256" y="63013"/>
                  </a:lnTo>
                  <a:lnTo>
                    <a:pt x="22220" y="62674"/>
                  </a:lnTo>
                  <a:lnTo>
                    <a:pt x="23184" y="62407"/>
                  </a:lnTo>
                  <a:lnTo>
                    <a:pt x="24148" y="62235"/>
                  </a:lnTo>
                  <a:lnTo>
                    <a:pt x="25112" y="62158"/>
                  </a:lnTo>
                  <a:lnTo>
                    <a:pt x="26076" y="62161"/>
                  </a:lnTo>
                  <a:lnTo>
                    <a:pt x="27040" y="62220"/>
                  </a:lnTo>
                  <a:lnTo>
                    <a:pt x="28004" y="62294"/>
                  </a:lnTo>
                  <a:lnTo>
                    <a:pt x="28968" y="62385"/>
                  </a:lnTo>
                  <a:lnTo>
                    <a:pt x="29932" y="62468"/>
                  </a:lnTo>
                  <a:lnTo>
                    <a:pt x="30896" y="62560"/>
                  </a:lnTo>
                  <a:lnTo>
                    <a:pt x="31860" y="62677"/>
                  </a:lnTo>
                  <a:lnTo>
                    <a:pt x="32824" y="62820"/>
                  </a:lnTo>
                  <a:lnTo>
                    <a:pt x="33788" y="62984"/>
                  </a:lnTo>
                  <a:lnTo>
                    <a:pt x="34752" y="63150"/>
                  </a:lnTo>
                  <a:lnTo>
                    <a:pt x="35716" y="63312"/>
                  </a:lnTo>
                  <a:lnTo>
                    <a:pt x="36680" y="63439"/>
                  </a:lnTo>
                  <a:lnTo>
                    <a:pt x="37644" y="63500"/>
                  </a:lnTo>
                  <a:lnTo>
                    <a:pt x="38608" y="63471"/>
                  </a:lnTo>
                  <a:lnTo>
                    <a:pt x="39572" y="63342"/>
                  </a:lnTo>
                  <a:lnTo>
                    <a:pt x="40536" y="63100"/>
                  </a:lnTo>
                  <a:lnTo>
                    <a:pt x="41500" y="62776"/>
                  </a:lnTo>
                  <a:lnTo>
                    <a:pt x="42464" y="62387"/>
                  </a:lnTo>
                  <a:lnTo>
                    <a:pt x="43428" y="61934"/>
                  </a:lnTo>
                  <a:lnTo>
                    <a:pt x="44392" y="61398"/>
                  </a:lnTo>
                  <a:lnTo>
                    <a:pt x="45356" y="60763"/>
                  </a:lnTo>
                  <a:lnTo>
                    <a:pt x="46320" y="60022"/>
                  </a:lnTo>
                  <a:lnTo>
                    <a:pt x="47284" y="59175"/>
                  </a:lnTo>
                  <a:lnTo>
                    <a:pt x="48248" y="58225"/>
                  </a:lnTo>
                  <a:lnTo>
                    <a:pt x="49212" y="57203"/>
                  </a:lnTo>
                  <a:lnTo>
                    <a:pt x="50176" y="56112"/>
                  </a:lnTo>
                  <a:lnTo>
                    <a:pt x="51140" y="54961"/>
                  </a:lnTo>
                  <a:lnTo>
                    <a:pt x="52104" y="53764"/>
                  </a:lnTo>
                  <a:lnTo>
                    <a:pt x="53068" y="52531"/>
                  </a:lnTo>
                  <a:lnTo>
                    <a:pt x="54032" y="51269"/>
                  </a:lnTo>
                  <a:lnTo>
                    <a:pt x="54996" y="49978"/>
                  </a:lnTo>
                  <a:lnTo>
                    <a:pt x="55960" y="48643"/>
                  </a:lnTo>
                  <a:lnTo>
                    <a:pt x="56924" y="47272"/>
                  </a:lnTo>
                  <a:lnTo>
                    <a:pt x="57888" y="45880"/>
                  </a:lnTo>
                  <a:lnTo>
                    <a:pt x="58852" y="44475"/>
                  </a:lnTo>
                  <a:lnTo>
                    <a:pt x="59816" y="43057"/>
                  </a:lnTo>
                  <a:lnTo>
                    <a:pt x="60780" y="41626"/>
                  </a:lnTo>
                  <a:lnTo>
                    <a:pt x="61744" y="40191"/>
                  </a:lnTo>
                  <a:lnTo>
                    <a:pt x="62708" y="38750"/>
                  </a:lnTo>
                  <a:lnTo>
                    <a:pt x="63672" y="37304"/>
                  </a:lnTo>
                  <a:lnTo>
                    <a:pt x="64636" y="35858"/>
                  </a:lnTo>
                  <a:lnTo>
                    <a:pt x="65600" y="34413"/>
                  </a:lnTo>
                  <a:lnTo>
                    <a:pt x="66564" y="32967"/>
                  </a:lnTo>
                  <a:lnTo>
                    <a:pt x="67528" y="31531"/>
                  </a:lnTo>
                  <a:lnTo>
                    <a:pt x="68492" y="30113"/>
                  </a:lnTo>
                  <a:lnTo>
                    <a:pt x="69456" y="28713"/>
                  </a:lnTo>
                  <a:lnTo>
                    <a:pt x="70420" y="27331"/>
                  </a:lnTo>
                  <a:lnTo>
                    <a:pt x="71384" y="25967"/>
                  </a:lnTo>
                  <a:lnTo>
                    <a:pt x="72348" y="24616"/>
                  </a:lnTo>
                  <a:lnTo>
                    <a:pt x="73312" y="23278"/>
                  </a:lnTo>
                  <a:lnTo>
                    <a:pt x="74276" y="21961"/>
                  </a:lnTo>
                  <a:lnTo>
                    <a:pt x="75240" y="20682"/>
                  </a:lnTo>
                  <a:lnTo>
                    <a:pt x="76204" y="19457"/>
                  </a:lnTo>
                  <a:lnTo>
                    <a:pt x="77168" y="18285"/>
                  </a:lnTo>
                  <a:lnTo>
                    <a:pt x="78132" y="17167"/>
                  </a:lnTo>
                  <a:lnTo>
                    <a:pt x="79096" y="16086"/>
                  </a:lnTo>
                  <a:lnTo>
                    <a:pt x="80060" y="15034"/>
                  </a:lnTo>
                  <a:lnTo>
                    <a:pt x="81024" y="14009"/>
                  </a:lnTo>
                  <a:lnTo>
                    <a:pt x="81988" y="13009"/>
                  </a:lnTo>
                  <a:lnTo>
                    <a:pt x="82953" y="12034"/>
                  </a:lnTo>
                  <a:lnTo>
                    <a:pt x="83917" y="11091"/>
                  </a:lnTo>
                  <a:lnTo>
                    <a:pt x="84881" y="10170"/>
                  </a:lnTo>
                  <a:lnTo>
                    <a:pt x="85845" y="9273"/>
                  </a:lnTo>
                  <a:lnTo>
                    <a:pt x="86809" y="8415"/>
                  </a:lnTo>
                  <a:lnTo>
                    <a:pt x="87773" y="7598"/>
                  </a:lnTo>
                  <a:lnTo>
                    <a:pt x="88737" y="6812"/>
                  </a:lnTo>
                  <a:lnTo>
                    <a:pt x="89701" y="6066"/>
                  </a:lnTo>
                  <a:lnTo>
                    <a:pt x="90665" y="5344"/>
                  </a:lnTo>
                  <a:lnTo>
                    <a:pt x="91629" y="4644"/>
                  </a:lnTo>
                  <a:lnTo>
                    <a:pt x="92593" y="3967"/>
                  </a:lnTo>
                  <a:lnTo>
                    <a:pt x="93557" y="3339"/>
                  </a:lnTo>
                  <a:lnTo>
                    <a:pt x="94521" y="2766"/>
                  </a:lnTo>
                  <a:lnTo>
                    <a:pt x="95485" y="2249"/>
                  </a:lnTo>
                  <a:lnTo>
                    <a:pt x="96449" y="1793"/>
                  </a:lnTo>
                  <a:lnTo>
                    <a:pt x="97413" y="1386"/>
                  </a:lnTo>
                  <a:lnTo>
                    <a:pt x="98377" y="1024"/>
                  </a:lnTo>
                  <a:lnTo>
                    <a:pt x="99341" y="715"/>
                  </a:lnTo>
                  <a:lnTo>
                    <a:pt x="100305" y="458"/>
                  </a:lnTo>
                  <a:lnTo>
                    <a:pt x="101269" y="259"/>
                  </a:lnTo>
                  <a:lnTo>
                    <a:pt x="102233" y="118"/>
                  </a:lnTo>
                  <a:lnTo>
                    <a:pt x="103197" y="33"/>
                  </a:lnTo>
                  <a:lnTo>
                    <a:pt x="104161" y="0"/>
                  </a:lnTo>
                  <a:lnTo>
                    <a:pt x="105125" y="16"/>
                  </a:lnTo>
                  <a:lnTo>
                    <a:pt x="106089" y="67"/>
                  </a:lnTo>
                  <a:lnTo>
                    <a:pt x="107053" y="144"/>
                  </a:lnTo>
                  <a:lnTo>
                    <a:pt x="108017" y="233"/>
                  </a:lnTo>
                  <a:lnTo>
                    <a:pt x="108981" y="339"/>
                  </a:lnTo>
                  <a:lnTo>
                    <a:pt x="109945" y="459"/>
                  </a:lnTo>
                  <a:lnTo>
                    <a:pt x="110909" y="603"/>
                  </a:lnTo>
                  <a:lnTo>
                    <a:pt x="111873" y="770"/>
                  </a:lnTo>
                  <a:lnTo>
                    <a:pt x="112837" y="969"/>
                  </a:lnTo>
                  <a:lnTo>
                    <a:pt x="113801" y="1199"/>
                  </a:lnTo>
                  <a:lnTo>
                    <a:pt x="114765" y="1452"/>
                  </a:lnTo>
                  <a:lnTo>
                    <a:pt x="115729" y="1724"/>
                  </a:lnTo>
                  <a:lnTo>
                    <a:pt x="116693" y="2006"/>
                  </a:lnTo>
                  <a:lnTo>
                    <a:pt x="117657" y="2306"/>
                  </a:lnTo>
                  <a:lnTo>
                    <a:pt x="118621" y="2644"/>
                  </a:lnTo>
                  <a:lnTo>
                    <a:pt x="119585" y="3022"/>
                  </a:lnTo>
                  <a:lnTo>
                    <a:pt x="120549" y="3461"/>
                  </a:lnTo>
                  <a:lnTo>
                    <a:pt x="121513" y="3966"/>
                  </a:lnTo>
                  <a:lnTo>
                    <a:pt x="122477" y="4536"/>
                  </a:lnTo>
                  <a:lnTo>
                    <a:pt x="123441" y="5164"/>
                  </a:lnTo>
                  <a:lnTo>
                    <a:pt x="124405" y="5832"/>
                  </a:lnTo>
                  <a:lnTo>
                    <a:pt x="125369" y="6540"/>
                  </a:lnTo>
                  <a:lnTo>
                    <a:pt x="126333" y="7288"/>
                  </a:lnTo>
                  <a:lnTo>
                    <a:pt x="127297" y="8077"/>
                  </a:lnTo>
                  <a:lnTo>
                    <a:pt x="128261" y="8914"/>
                  </a:lnTo>
                  <a:lnTo>
                    <a:pt x="129225" y="9801"/>
                  </a:lnTo>
                  <a:lnTo>
                    <a:pt x="130189" y="10723"/>
                  </a:lnTo>
                  <a:lnTo>
                    <a:pt x="131153" y="11688"/>
                  </a:lnTo>
                  <a:lnTo>
                    <a:pt x="132117" y="12685"/>
                  </a:lnTo>
                  <a:lnTo>
                    <a:pt x="133081" y="13709"/>
                  </a:lnTo>
                  <a:lnTo>
                    <a:pt x="134045" y="14750"/>
                  </a:lnTo>
                  <a:lnTo>
                    <a:pt x="135009" y="15804"/>
                  </a:lnTo>
                  <a:lnTo>
                    <a:pt x="135973" y="16871"/>
                  </a:lnTo>
                  <a:lnTo>
                    <a:pt x="136937" y="17960"/>
                  </a:lnTo>
                  <a:lnTo>
                    <a:pt x="137901" y="19070"/>
                  </a:lnTo>
                  <a:lnTo>
                    <a:pt x="138865" y="20194"/>
                  </a:lnTo>
                  <a:lnTo>
                    <a:pt x="139829" y="21321"/>
                  </a:lnTo>
                  <a:lnTo>
                    <a:pt x="140793" y="22453"/>
                  </a:lnTo>
                  <a:lnTo>
                    <a:pt x="141757" y="23589"/>
                  </a:lnTo>
                  <a:lnTo>
                    <a:pt x="142721" y="24721"/>
                  </a:lnTo>
                  <a:lnTo>
                    <a:pt x="143685" y="25858"/>
                  </a:lnTo>
                  <a:lnTo>
                    <a:pt x="144649" y="27006"/>
                  </a:lnTo>
                  <a:lnTo>
                    <a:pt x="145613" y="28158"/>
                  </a:lnTo>
                  <a:lnTo>
                    <a:pt x="146577" y="29315"/>
                  </a:lnTo>
                  <a:lnTo>
                    <a:pt x="147541" y="30469"/>
                  </a:lnTo>
                  <a:lnTo>
                    <a:pt x="148505" y="31613"/>
                  </a:lnTo>
                  <a:lnTo>
                    <a:pt x="149469" y="32737"/>
                  </a:lnTo>
                  <a:lnTo>
                    <a:pt x="150433" y="33823"/>
                  </a:lnTo>
                  <a:lnTo>
                    <a:pt x="151397" y="34866"/>
                  </a:lnTo>
                  <a:lnTo>
                    <a:pt x="152361" y="35873"/>
                  </a:lnTo>
                  <a:lnTo>
                    <a:pt x="153325" y="36873"/>
                  </a:lnTo>
                  <a:lnTo>
                    <a:pt x="154289" y="37867"/>
                  </a:lnTo>
                  <a:lnTo>
                    <a:pt x="155253" y="38863"/>
                  </a:lnTo>
                  <a:lnTo>
                    <a:pt x="156217" y="39870"/>
                  </a:lnTo>
                  <a:lnTo>
                    <a:pt x="157181" y="40893"/>
                  </a:lnTo>
                  <a:lnTo>
                    <a:pt x="158145" y="41924"/>
                  </a:lnTo>
                  <a:lnTo>
                    <a:pt x="159109" y="42940"/>
                  </a:lnTo>
                  <a:lnTo>
                    <a:pt x="160073" y="43932"/>
                  </a:lnTo>
                  <a:lnTo>
                    <a:pt x="161037" y="44894"/>
                  </a:lnTo>
                  <a:lnTo>
                    <a:pt x="162001" y="45816"/>
                  </a:lnTo>
                  <a:lnTo>
                    <a:pt x="162965" y="46706"/>
                  </a:lnTo>
                  <a:lnTo>
                    <a:pt x="163929" y="47581"/>
                  </a:lnTo>
                  <a:lnTo>
                    <a:pt x="164893" y="48450"/>
                  </a:lnTo>
                  <a:lnTo>
                    <a:pt x="165857" y="49311"/>
                  </a:lnTo>
                  <a:lnTo>
                    <a:pt x="166821" y="50136"/>
                  </a:lnTo>
                  <a:lnTo>
                    <a:pt x="167785" y="50889"/>
                  </a:lnTo>
                  <a:lnTo>
                    <a:pt x="168749" y="51560"/>
                  </a:lnTo>
                  <a:lnTo>
                    <a:pt x="169713" y="52136"/>
                  </a:lnTo>
                  <a:lnTo>
                    <a:pt x="170677" y="52608"/>
                  </a:lnTo>
                  <a:lnTo>
                    <a:pt x="171641" y="52977"/>
                  </a:lnTo>
                  <a:lnTo>
                    <a:pt x="172605" y="53251"/>
                  </a:lnTo>
                  <a:lnTo>
                    <a:pt x="173569" y="53456"/>
                  </a:lnTo>
                  <a:lnTo>
                    <a:pt x="174533" y="53599"/>
                  </a:lnTo>
                  <a:lnTo>
                    <a:pt x="175497" y="53681"/>
                  </a:lnTo>
                  <a:lnTo>
                    <a:pt x="176461" y="53713"/>
                  </a:lnTo>
                  <a:lnTo>
                    <a:pt x="177425" y="53697"/>
                  </a:lnTo>
                  <a:lnTo>
                    <a:pt x="178389" y="53632"/>
                  </a:lnTo>
                  <a:lnTo>
                    <a:pt x="179353" y="53530"/>
                  </a:lnTo>
                  <a:lnTo>
                    <a:pt x="180317" y="53413"/>
                  </a:lnTo>
                  <a:lnTo>
                    <a:pt x="181281" y="53303"/>
                  </a:lnTo>
                  <a:lnTo>
                    <a:pt x="182245" y="53212"/>
                  </a:lnTo>
                  <a:lnTo>
                    <a:pt x="183209" y="53165"/>
                  </a:lnTo>
                  <a:lnTo>
                    <a:pt x="184173" y="53154"/>
                  </a:lnTo>
                  <a:lnTo>
                    <a:pt x="185137" y="53192"/>
                  </a:lnTo>
                  <a:lnTo>
                    <a:pt x="186101" y="53270"/>
                  </a:lnTo>
                  <a:lnTo>
                    <a:pt x="187065" y="53397"/>
                  </a:lnTo>
                  <a:lnTo>
                    <a:pt x="188029" y="53569"/>
                  </a:lnTo>
                  <a:lnTo>
                    <a:pt x="188993" y="53787"/>
                  </a:lnTo>
                  <a:lnTo>
                    <a:pt x="189957" y="54052"/>
                  </a:lnTo>
                  <a:lnTo>
                    <a:pt x="190921" y="54298"/>
                  </a:lnTo>
                  <a:lnTo>
                    <a:pt x="191885" y="54525"/>
                  </a:lnTo>
                  <a:lnTo>
                    <a:pt x="192849" y="54718"/>
                  </a:lnTo>
                  <a:lnTo>
                    <a:pt x="193814" y="54830"/>
                  </a:lnTo>
                  <a:lnTo>
                    <a:pt x="194778" y="54811"/>
                  </a:lnTo>
                  <a:lnTo>
                    <a:pt x="195742" y="54678"/>
                  </a:lnTo>
                  <a:lnTo>
                    <a:pt x="196706" y="54446"/>
                  </a:lnTo>
                  <a:lnTo>
                    <a:pt x="197670" y="54106"/>
                  </a:lnTo>
                  <a:lnTo>
                    <a:pt x="198634" y="53665"/>
                  </a:lnTo>
                  <a:lnTo>
                    <a:pt x="199598" y="53146"/>
                  </a:lnTo>
                  <a:lnTo>
                    <a:pt x="200562" y="52548"/>
                  </a:lnTo>
                  <a:lnTo>
                    <a:pt x="201526" y="51858"/>
                  </a:lnTo>
                  <a:lnTo>
                    <a:pt x="202490" y="51052"/>
                  </a:lnTo>
                  <a:lnTo>
                    <a:pt x="203454" y="50115"/>
                  </a:lnTo>
                  <a:lnTo>
                    <a:pt x="204418" y="49015"/>
                  </a:lnTo>
                  <a:lnTo>
                    <a:pt x="205382" y="47782"/>
                  </a:lnTo>
                  <a:lnTo>
                    <a:pt x="206346" y="46401"/>
                  </a:lnTo>
                  <a:lnTo>
                    <a:pt x="207310" y="44887"/>
                  </a:lnTo>
                  <a:lnTo>
                    <a:pt x="208274" y="43322"/>
                  </a:lnTo>
                  <a:lnTo>
                    <a:pt x="209238" y="41746"/>
                  </a:lnTo>
                  <a:lnTo>
                    <a:pt x="210202" y="40182"/>
                  </a:lnTo>
                  <a:lnTo>
                    <a:pt x="211166" y="38615"/>
                  </a:lnTo>
                  <a:lnTo>
                    <a:pt x="212130" y="37029"/>
                  </a:lnTo>
                  <a:lnTo>
                    <a:pt x="213094" y="35400"/>
                  </a:lnTo>
                  <a:lnTo>
                    <a:pt x="214058" y="33719"/>
                  </a:lnTo>
                  <a:lnTo>
                    <a:pt x="215022" y="31996"/>
                  </a:lnTo>
                  <a:lnTo>
                    <a:pt x="215986" y="30249"/>
                  </a:lnTo>
                  <a:lnTo>
                    <a:pt x="216950" y="28559"/>
                  </a:lnTo>
                  <a:lnTo>
                    <a:pt x="217914" y="26989"/>
                  </a:lnTo>
                  <a:lnTo>
                    <a:pt x="218878" y="25612"/>
                  </a:lnTo>
                  <a:lnTo>
                    <a:pt x="219842" y="24469"/>
                  </a:lnTo>
                  <a:lnTo>
                    <a:pt x="220806" y="23546"/>
                  </a:lnTo>
                  <a:lnTo>
                    <a:pt x="221770" y="22835"/>
                  </a:lnTo>
                  <a:lnTo>
                    <a:pt x="222734" y="22292"/>
                  </a:lnTo>
                  <a:lnTo>
                    <a:pt x="223698" y="21911"/>
                  </a:lnTo>
                  <a:lnTo>
                    <a:pt x="224662" y="21677"/>
                  </a:lnTo>
                  <a:lnTo>
                    <a:pt x="225626" y="21580"/>
                  </a:lnTo>
                  <a:lnTo>
                    <a:pt x="226590" y="21630"/>
                  </a:lnTo>
                  <a:lnTo>
                    <a:pt x="227554" y="21829"/>
                  </a:lnTo>
                  <a:lnTo>
                    <a:pt x="228518" y="22164"/>
                  </a:lnTo>
                  <a:lnTo>
                    <a:pt x="229482" y="22613"/>
                  </a:lnTo>
                  <a:lnTo>
                    <a:pt x="230446" y="23175"/>
                  </a:lnTo>
                  <a:lnTo>
                    <a:pt x="231410" y="23802"/>
                  </a:lnTo>
                  <a:lnTo>
                    <a:pt x="232374" y="24452"/>
                  </a:lnTo>
                  <a:lnTo>
                    <a:pt x="233338" y="25088"/>
                  </a:lnTo>
                  <a:lnTo>
                    <a:pt x="234302" y="25673"/>
                  </a:lnTo>
                  <a:lnTo>
                    <a:pt x="235266" y="26217"/>
                  </a:lnTo>
                  <a:lnTo>
                    <a:pt x="236230" y="26723"/>
                  </a:lnTo>
                  <a:lnTo>
                    <a:pt x="237194" y="27193"/>
                  </a:lnTo>
                  <a:lnTo>
                    <a:pt x="238158" y="27609"/>
                  </a:lnTo>
                  <a:lnTo>
                    <a:pt x="239122" y="28028"/>
                  </a:lnTo>
                  <a:lnTo>
                    <a:pt x="240086" y="28503"/>
                  </a:lnTo>
                  <a:lnTo>
                    <a:pt x="241050" y="29034"/>
                  </a:lnTo>
                  <a:lnTo>
                    <a:pt x="242014" y="29670"/>
                  </a:lnTo>
                  <a:lnTo>
                    <a:pt x="242978" y="30503"/>
                  </a:lnTo>
                  <a:lnTo>
                    <a:pt x="243942" y="31558"/>
                  </a:lnTo>
                  <a:lnTo>
                    <a:pt x="244906" y="32801"/>
                  </a:lnTo>
                  <a:lnTo>
                    <a:pt x="245870" y="34232"/>
                  </a:lnTo>
                  <a:lnTo>
                    <a:pt x="246834" y="35868"/>
                  </a:lnTo>
                  <a:lnTo>
                    <a:pt x="247798" y="37692"/>
                  </a:lnTo>
                  <a:lnTo>
                    <a:pt x="248762" y="39688"/>
                  </a:lnTo>
                  <a:lnTo>
                    <a:pt x="249726" y="41841"/>
                  </a:lnTo>
                  <a:lnTo>
                    <a:pt x="250690" y="44159"/>
                  </a:lnTo>
                  <a:lnTo>
                    <a:pt x="251654" y="46655"/>
                  </a:lnTo>
                  <a:lnTo>
                    <a:pt x="252618" y="49370"/>
                  </a:lnTo>
                  <a:lnTo>
                    <a:pt x="253582" y="52305"/>
                  </a:lnTo>
                  <a:lnTo>
                    <a:pt x="254546" y="55458"/>
                  </a:lnTo>
                  <a:lnTo>
                    <a:pt x="255510" y="58851"/>
                  </a:lnTo>
                  <a:lnTo>
                    <a:pt x="256474" y="62412"/>
                  </a:lnTo>
                  <a:lnTo>
                    <a:pt x="257438" y="66036"/>
                  </a:lnTo>
                  <a:lnTo>
                    <a:pt x="258402" y="69666"/>
                  </a:lnTo>
                  <a:lnTo>
                    <a:pt x="259366" y="73304"/>
                  </a:lnTo>
                  <a:lnTo>
                    <a:pt x="260330" y="76963"/>
                  </a:lnTo>
                  <a:lnTo>
                    <a:pt x="261294" y="80677"/>
                  </a:lnTo>
                  <a:lnTo>
                    <a:pt x="262258" y="84461"/>
                  </a:lnTo>
                  <a:lnTo>
                    <a:pt x="263222" y="88315"/>
                  </a:lnTo>
                  <a:lnTo>
                    <a:pt x="263962" y="9135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2192443" y="5603506"/>
              <a:ext cx="231177" cy="156896"/>
            </a:xfrm>
            <a:custGeom>
              <a:avLst/>
              <a:pathLst>
                <a:path w="231177" h="156896">
                  <a:moveTo>
                    <a:pt x="0" y="156896"/>
                  </a:moveTo>
                  <a:lnTo>
                    <a:pt x="21" y="156867"/>
                  </a:lnTo>
                  <a:lnTo>
                    <a:pt x="985" y="155613"/>
                  </a:lnTo>
                  <a:lnTo>
                    <a:pt x="1949" y="154369"/>
                  </a:lnTo>
                  <a:lnTo>
                    <a:pt x="2913" y="153106"/>
                  </a:lnTo>
                  <a:lnTo>
                    <a:pt x="3877" y="151799"/>
                  </a:lnTo>
                  <a:lnTo>
                    <a:pt x="4841" y="150450"/>
                  </a:lnTo>
                  <a:lnTo>
                    <a:pt x="5806" y="149036"/>
                  </a:lnTo>
                  <a:lnTo>
                    <a:pt x="6770" y="147529"/>
                  </a:lnTo>
                  <a:lnTo>
                    <a:pt x="7734" y="146001"/>
                  </a:lnTo>
                  <a:lnTo>
                    <a:pt x="8698" y="144513"/>
                  </a:lnTo>
                  <a:lnTo>
                    <a:pt x="9662" y="143132"/>
                  </a:lnTo>
                  <a:lnTo>
                    <a:pt x="10626" y="141920"/>
                  </a:lnTo>
                  <a:lnTo>
                    <a:pt x="11590" y="140890"/>
                  </a:lnTo>
                  <a:lnTo>
                    <a:pt x="12554" y="140058"/>
                  </a:lnTo>
                  <a:lnTo>
                    <a:pt x="13518" y="139399"/>
                  </a:lnTo>
                  <a:lnTo>
                    <a:pt x="14482" y="138896"/>
                  </a:lnTo>
                  <a:lnTo>
                    <a:pt x="15446" y="138550"/>
                  </a:lnTo>
                  <a:lnTo>
                    <a:pt x="16410" y="138362"/>
                  </a:lnTo>
                  <a:lnTo>
                    <a:pt x="17374" y="138339"/>
                  </a:lnTo>
                  <a:lnTo>
                    <a:pt x="18338" y="138488"/>
                  </a:lnTo>
                  <a:lnTo>
                    <a:pt x="19302" y="138808"/>
                  </a:lnTo>
                  <a:lnTo>
                    <a:pt x="20266" y="139308"/>
                  </a:lnTo>
                  <a:lnTo>
                    <a:pt x="21230" y="139980"/>
                  </a:lnTo>
                  <a:lnTo>
                    <a:pt x="22194" y="140763"/>
                  </a:lnTo>
                  <a:lnTo>
                    <a:pt x="23158" y="141619"/>
                  </a:lnTo>
                  <a:lnTo>
                    <a:pt x="24122" y="142517"/>
                  </a:lnTo>
                  <a:lnTo>
                    <a:pt x="25086" y="143419"/>
                  </a:lnTo>
                  <a:lnTo>
                    <a:pt x="26050" y="144333"/>
                  </a:lnTo>
                  <a:lnTo>
                    <a:pt x="27014" y="145259"/>
                  </a:lnTo>
                  <a:lnTo>
                    <a:pt x="27978" y="146185"/>
                  </a:lnTo>
                  <a:lnTo>
                    <a:pt x="28942" y="147087"/>
                  </a:lnTo>
                  <a:lnTo>
                    <a:pt x="29906" y="147950"/>
                  </a:lnTo>
                  <a:lnTo>
                    <a:pt x="30870" y="148768"/>
                  </a:lnTo>
                  <a:lnTo>
                    <a:pt x="31834" y="149521"/>
                  </a:lnTo>
                  <a:lnTo>
                    <a:pt x="32798" y="150196"/>
                  </a:lnTo>
                  <a:lnTo>
                    <a:pt x="33762" y="150802"/>
                  </a:lnTo>
                  <a:lnTo>
                    <a:pt x="34726" y="151321"/>
                  </a:lnTo>
                  <a:lnTo>
                    <a:pt x="35690" y="151753"/>
                  </a:lnTo>
                  <a:lnTo>
                    <a:pt x="36654" y="152082"/>
                  </a:lnTo>
                  <a:lnTo>
                    <a:pt x="37618" y="152299"/>
                  </a:lnTo>
                  <a:lnTo>
                    <a:pt x="38582" y="152421"/>
                  </a:lnTo>
                  <a:lnTo>
                    <a:pt x="39546" y="152447"/>
                  </a:lnTo>
                  <a:lnTo>
                    <a:pt x="40510" y="152369"/>
                  </a:lnTo>
                  <a:lnTo>
                    <a:pt x="41474" y="152180"/>
                  </a:lnTo>
                  <a:lnTo>
                    <a:pt x="42438" y="151878"/>
                  </a:lnTo>
                  <a:lnTo>
                    <a:pt x="43402" y="151472"/>
                  </a:lnTo>
                  <a:lnTo>
                    <a:pt x="44366" y="150955"/>
                  </a:lnTo>
                  <a:lnTo>
                    <a:pt x="45330" y="150338"/>
                  </a:lnTo>
                  <a:lnTo>
                    <a:pt x="46294" y="149646"/>
                  </a:lnTo>
                  <a:lnTo>
                    <a:pt x="47258" y="148880"/>
                  </a:lnTo>
                  <a:lnTo>
                    <a:pt x="48222" y="148030"/>
                  </a:lnTo>
                  <a:lnTo>
                    <a:pt x="49186" y="147096"/>
                  </a:lnTo>
                  <a:lnTo>
                    <a:pt x="50150" y="146104"/>
                  </a:lnTo>
                  <a:lnTo>
                    <a:pt x="51114" y="145092"/>
                  </a:lnTo>
                  <a:lnTo>
                    <a:pt x="52078" y="144079"/>
                  </a:lnTo>
                  <a:lnTo>
                    <a:pt x="53042" y="143059"/>
                  </a:lnTo>
                  <a:lnTo>
                    <a:pt x="54006" y="142048"/>
                  </a:lnTo>
                  <a:lnTo>
                    <a:pt x="54970" y="141058"/>
                  </a:lnTo>
                  <a:lnTo>
                    <a:pt x="55934" y="140090"/>
                  </a:lnTo>
                  <a:lnTo>
                    <a:pt x="56898" y="139143"/>
                  </a:lnTo>
                  <a:lnTo>
                    <a:pt x="57862" y="138218"/>
                  </a:lnTo>
                  <a:lnTo>
                    <a:pt x="58826" y="137321"/>
                  </a:lnTo>
                  <a:lnTo>
                    <a:pt x="59790" y="136423"/>
                  </a:lnTo>
                  <a:lnTo>
                    <a:pt x="60754" y="135517"/>
                  </a:lnTo>
                  <a:lnTo>
                    <a:pt x="61718" y="134604"/>
                  </a:lnTo>
                  <a:lnTo>
                    <a:pt x="62682" y="133690"/>
                  </a:lnTo>
                  <a:lnTo>
                    <a:pt x="63646" y="132783"/>
                  </a:lnTo>
                  <a:lnTo>
                    <a:pt x="64610" y="131871"/>
                  </a:lnTo>
                  <a:lnTo>
                    <a:pt x="65574" y="130952"/>
                  </a:lnTo>
                  <a:lnTo>
                    <a:pt x="66538" y="130021"/>
                  </a:lnTo>
                  <a:lnTo>
                    <a:pt x="67502" y="129076"/>
                  </a:lnTo>
                  <a:lnTo>
                    <a:pt x="68466" y="128110"/>
                  </a:lnTo>
                  <a:lnTo>
                    <a:pt x="69430" y="127115"/>
                  </a:lnTo>
                  <a:lnTo>
                    <a:pt x="70394" y="126105"/>
                  </a:lnTo>
                  <a:lnTo>
                    <a:pt x="71358" y="125089"/>
                  </a:lnTo>
                  <a:lnTo>
                    <a:pt x="72322" y="124051"/>
                  </a:lnTo>
                  <a:lnTo>
                    <a:pt x="73286" y="123000"/>
                  </a:lnTo>
                  <a:lnTo>
                    <a:pt x="74250" y="121951"/>
                  </a:lnTo>
                  <a:lnTo>
                    <a:pt x="75214" y="120898"/>
                  </a:lnTo>
                  <a:lnTo>
                    <a:pt x="76178" y="119838"/>
                  </a:lnTo>
                  <a:lnTo>
                    <a:pt x="77142" y="118771"/>
                  </a:lnTo>
                  <a:lnTo>
                    <a:pt x="78106" y="117705"/>
                  </a:lnTo>
                  <a:lnTo>
                    <a:pt x="79070" y="116640"/>
                  </a:lnTo>
                  <a:lnTo>
                    <a:pt x="80034" y="115576"/>
                  </a:lnTo>
                  <a:lnTo>
                    <a:pt x="80998" y="114525"/>
                  </a:lnTo>
                  <a:lnTo>
                    <a:pt x="81962" y="113489"/>
                  </a:lnTo>
                  <a:lnTo>
                    <a:pt x="82926" y="112466"/>
                  </a:lnTo>
                  <a:lnTo>
                    <a:pt x="83890" y="111480"/>
                  </a:lnTo>
                  <a:lnTo>
                    <a:pt x="84854" y="110532"/>
                  </a:lnTo>
                  <a:lnTo>
                    <a:pt x="85818" y="109629"/>
                  </a:lnTo>
                  <a:lnTo>
                    <a:pt x="86782" y="108764"/>
                  </a:lnTo>
                  <a:lnTo>
                    <a:pt x="87746" y="107920"/>
                  </a:lnTo>
                  <a:lnTo>
                    <a:pt x="88710" y="107097"/>
                  </a:lnTo>
                  <a:lnTo>
                    <a:pt x="89674" y="106303"/>
                  </a:lnTo>
                  <a:lnTo>
                    <a:pt x="90638" y="105547"/>
                  </a:lnTo>
                  <a:lnTo>
                    <a:pt x="91602" y="104828"/>
                  </a:lnTo>
                  <a:lnTo>
                    <a:pt x="92566" y="104139"/>
                  </a:lnTo>
                  <a:lnTo>
                    <a:pt x="93530" y="103516"/>
                  </a:lnTo>
                  <a:lnTo>
                    <a:pt x="94494" y="102951"/>
                  </a:lnTo>
                  <a:lnTo>
                    <a:pt x="95458" y="102444"/>
                  </a:lnTo>
                  <a:lnTo>
                    <a:pt x="96422" y="101991"/>
                  </a:lnTo>
                  <a:lnTo>
                    <a:pt x="97386" y="101600"/>
                  </a:lnTo>
                  <a:lnTo>
                    <a:pt x="98350" y="101247"/>
                  </a:lnTo>
                  <a:lnTo>
                    <a:pt x="99314" y="100906"/>
                  </a:lnTo>
                  <a:lnTo>
                    <a:pt x="100278" y="100565"/>
                  </a:lnTo>
                  <a:lnTo>
                    <a:pt x="101242" y="100240"/>
                  </a:lnTo>
                  <a:lnTo>
                    <a:pt x="102206" y="99938"/>
                  </a:lnTo>
                  <a:lnTo>
                    <a:pt x="103170" y="99660"/>
                  </a:lnTo>
                  <a:lnTo>
                    <a:pt x="104134" y="99404"/>
                  </a:lnTo>
                  <a:lnTo>
                    <a:pt x="105098" y="99163"/>
                  </a:lnTo>
                  <a:lnTo>
                    <a:pt x="106062" y="98943"/>
                  </a:lnTo>
                  <a:lnTo>
                    <a:pt x="107026" y="98746"/>
                  </a:lnTo>
                  <a:lnTo>
                    <a:pt x="107990" y="98566"/>
                  </a:lnTo>
                  <a:lnTo>
                    <a:pt x="108954" y="98401"/>
                  </a:lnTo>
                  <a:lnTo>
                    <a:pt x="109918" y="98258"/>
                  </a:lnTo>
                  <a:lnTo>
                    <a:pt x="110882" y="98141"/>
                  </a:lnTo>
                  <a:lnTo>
                    <a:pt x="111846" y="97990"/>
                  </a:lnTo>
                  <a:lnTo>
                    <a:pt x="112810" y="97818"/>
                  </a:lnTo>
                  <a:lnTo>
                    <a:pt x="113774" y="97632"/>
                  </a:lnTo>
                  <a:lnTo>
                    <a:pt x="114738" y="97443"/>
                  </a:lnTo>
                  <a:lnTo>
                    <a:pt x="115702" y="97251"/>
                  </a:lnTo>
                  <a:lnTo>
                    <a:pt x="116667" y="97052"/>
                  </a:lnTo>
                  <a:lnTo>
                    <a:pt x="117631" y="96856"/>
                  </a:lnTo>
                  <a:lnTo>
                    <a:pt x="118595" y="96623"/>
                  </a:lnTo>
                  <a:lnTo>
                    <a:pt x="119559" y="96350"/>
                  </a:lnTo>
                  <a:lnTo>
                    <a:pt x="120523" y="96035"/>
                  </a:lnTo>
                  <a:lnTo>
                    <a:pt x="121487" y="95686"/>
                  </a:lnTo>
                  <a:lnTo>
                    <a:pt x="122451" y="95287"/>
                  </a:lnTo>
                  <a:lnTo>
                    <a:pt x="123415" y="94846"/>
                  </a:lnTo>
                  <a:lnTo>
                    <a:pt x="124379" y="94366"/>
                  </a:lnTo>
                  <a:lnTo>
                    <a:pt x="125343" y="93846"/>
                  </a:lnTo>
                  <a:lnTo>
                    <a:pt x="126307" y="93338"/>
                  </a:lnTo>
                  <a:lnTo>
                    <a:pt x="127271" y="92833"/>
                  </a:lnTo>
                  <a:lnTo>
                    <a:pt x="128235" y="92340"/>
                  </a:lnTo>
                  <a:lnTo>
                    <a:pt x="129199" y="91842"/>
                  </a:lnTo>
                  <a:lnTo>
                    <a:pt x="130163" y="91330"/>
                  </a:lnTo>
                  <a:lnTo>
                    <a:pt x="131127" y="90804"/>
                  </a:lnTo>
                  <a:lnTo>
                    <a:pt x="132091" y="90242"/>
                  </a:lnTo>
                  <a:lnTo>
                    <a:pt x="133055" y="89672"/>
                  </a:lnTo>
                  <a:lnTo>
                    <a:pt x="134019" y="89094"/>
                  </a:lnTo>
                  <a:lnTo>
                    <a:pt x="134983" y="88517"/>
                  </a:lnTo>
                  <a:lnTo>
                    <a:pt x="135947" y="87930"/>
                  </a:lnTo>
                  <a:lnTo>
                    <a:pt x="136911" y="87295"/>
                  </a:lnTo>
                  <a:lnTo>
                    <a:pt x="137875" y="86588"/>
                  </a:lnTo>
                  <a:lnTo>
                    <a:pt x="138839" y="85788"/>
                  </a:lnTo>
                  <a:lnTo>
                    <a:pt x="139803" y="84878"/>
                  </a:lnTo>
                  <a:lnTo>
                    <a:pt x="140767" y="83859"/>
                  </a:lnTo>
                  <a:lnTo>
                    <a:pt x="141731" y="82726"/>
                  </a:lnTo>
                  <a:lnTo>
                    <a:pt x="142695" y="81459"/>
                  </a:lnTo>
                  <a:lnTo>
                    <a:pt x="143659" y="80058"/>
                  </a:lnTo>
                  <a:lnTo>
                    <a:pt x="144623" y="78548"/>
                  </a:lnTo>
                  <a:lnTo>
                    <a:pt x="145587" y="76915"/>
                  </a:lnTo>
                  <a:lnTo>
                    <a:pt x="146551" y="75145"/>
                  </a:lnTo>
                  <a:lnTo>
                    <a:pt x="147515" y="73263"/>
                  </a:lnTo>
                  <a:lnTo>
                    <a:pt x="148479" y="71268"/>
                  </a:lnTo>
                  <a:lnTo>
                    <a:pt x="149443" y="69154"/>
                  </a:lnTo>
                  <a:lnTo>
                    <a:pt x="150407" y="66911"/>
                  </a:lnTo>
                  <a:lnTo>
                    <a:pt x="151371" y="64573"/>
                  </a:lnTo>
                  <a:lnTo>
                    <a:pt x="152335" y="62147"/>
                  </a:lnTo>
                  <a:lnTo>
                    <a:pt x="153299" y="59649"/>
                  </a:lnTo>
                  <a:lnTo>
                    <a:pt x="154263" y="57096"/>
                  </a:lnTo>
                  <a:lnTo>
                    <a:pt x="155227" y="54480"/>
                  </a:lnTo>
                  <a:lnTo>
                    <a:pt x="156191" y="51800"/>
                  </a:lnTo>
                  <a:lnTo>
                    <a:pt x="157155" y="49063"/>
                  </a:lnTo>
                  <a:lnTo>
                    <a:pt x="158119" y="46261"/>
                  </a:lnTo>
                  <a:lnTo>
                    <a:pt x="159083" y="43387"/>
                  </a:lnTo>
                  <a:lnTo>
                    <a:pt x="160047" y="40508"/>
                  </a:lnTo>
                  <a:lnTo>
                    <a:pt x="161011" y="37719"/>
                  </a:lnTo>
                  <a:lnTo>
                    <a:pt x="161975" y="35014"/>
                  </a:lnTo>
                  <a:lnTo>
                    <a:pt x="162939" y="32381"/>
                  </a:lnTo>
                  <a:lnTo>
                    <a:pt x="163903" y="29817"/>
                  </a:lnTo>
                  <a:lnTo>
                    <a:pt x="164867" y="27324"/>
                  </a:lnTo>
                  <a:lnTo>
                    <a:pt x="165831" y="24907"/>
                  </a:lnTo>
                  <a:lnTo>
                    <a:pt x="166795" y="22605"/>
                  </a:lnTo>
                  <a:lnTo>
                    <a:pt x="167759" y="20460"/>
                  </a:lnTo>
                  <a:lnTo>
                    <a:pt x="168723" y="18469"/>
                  </a:lnTo>
                  <a:lnTo>
                    <a:pt x="169687" y="16633"/>
                  </a:lnTo>
                  <a:lnTo>
                    <a:pt x="170651" y="14951"/>
                  </a:lnTo>
                  <a:lnTo>
                    <a:pt x="171615" y="13415"/>
                  </a:lnTo>
                  <a:lnTo>
                    <a:pt x="172579" y="12009"/>
                  </a:lnTo>
                  <a:lnTo>
                    <a:pt x="173543" y="10717"/>
                  </a:lnTo>
                  <a:lnTo>
                    <a:pt x="174507" y="9497"/>
                  </a:lnTo>
                  <a:lnTo>
                    <a:pt x="175471" y="8300"/>
                  </a:lnTo>
                  <a:lnTo>
                    <a:pt x="176435" y="7134"/>
                  </a:lnTo>
                  <a:lnTo>
                    <a:pt x="177399" y="6036"/>
                  </a:lnTo>
                  <a:lnTo>
                    <a:pt x="178363" y="5023"/>
                  </a:lnTo>
                  <a:lnTo>
                    <a:pt x="179327" y="4103"/>
                  </a:lnTo>
                  <a:lnTo>
                    <a:pt x="180291" y="3294"/>
                  </a:lnTo>
                  <a:lnTo>
                    <a:pt x="181255" y="2564"/>
                  </a:lnTo>
                  <a:lnTo>
                    <a:pt x="182219" y="1872"/>
                  </a:lnTo>
                  <a:lnTo>
                    <a:pt x="183183" y="1232"/>
                  </a:lnTo>
                  <a:lnTo>
                    <a:pt x="184147" y="655"/>
                  </a:lnTo>
                  <a:lnTo>
                    <a:pt x="185111" y="212"/>
                  </a:lnTo>
                  <a:lnTo>
                    <a:pt x="186075" y="0"/>
                  </a:lnTo>
                  <a:lnTo>
                    <a:pt x="187039" y="60"/>
                  </a:lnTo>
                  <a:lnTo>
                    <a:pt x="188003" y="408"/>
                  </a:lnTo>
                  <a:lnTo>
                    <a:pt x="188967" y="1060"/>
                  </a:lnTo>
                  <a:lnTo>
                    <a:pt x="189931" y="2008"/>
                  </a:lnTo>
                  <a:lnTo>
                    <a:pt x="190895" y="3254"/>
                  </a:lnTo>
                  <a:lnTo>
                    <a:pt x="191859" y="4760"/>
                  </a:lnTo>
                  <a:lnTo>
                    <a:pt x="192823" y="6513"/>
                  </a:lnTo>
                  <a:lnTo>
                    <a:pt x="193787" y="8507"/>
                  </a:lnTo>
                  <a:lnTo>
                    <a:pt x="194751" y="10773"/>
                  </a:lnTo>
                  <a:lnTo>
                    <a:pt x="195715" y="13327"/>
                  </a:lnTo>
                  <a:lnTo>
                    <a:pt x="196679" y="16168"/>
                  </a:lnTo>
                  <a:lnTo>
                    <a:pt x="197643" y="19279"/>
                  </a:lnTo>
                  <a:lnTo>
                    <a:pt x="198607" y="22651"/>
                  </a:lnTo>
                  <a:lnTo>
                    <a:pt x="199571" y="26231"/>
                  </a:lnTo>
                  <a:lnTo>
                    <a:pt x="200535" y="29955"/>
                  </a:lnTo>
                  <a:lnTo>
                    <a:pt x="201499" y="33785"/>
                  </a:lnTo>
                  <a:lnTo>
                    <a:pt x="202463" y="37704"/>
                  </a:lnTo>
                  <a:lnTo>
                    <a:pt x="203427" y="41712"/>
                  </a:lnTo>
                  <a:lnTo>
                    <a:pt x="204391" y="45810"/>
                  </a:lnTo>
                  <a:lnTo>
                    <a:pt x="205355" y="50005"/>
                  </a:lnTo>
                  <a:lnTo>
                    <a:pt x="206319" y="54307"/>
                  </a:lnTo>
                  <a:lnTo>
                    <a:pt x="207283" y="58721"/>
                  </a:lnTo>
                  <a:lnTo>
                    <a:pt x="208247" y="63222"/>
                  </a:lnTo>
                  <a:lnTo>
                    <a:pt x="209211" y="67696"/>
                  </a:lnTo>
                  <a:lnTo>
                    <a:pt x="210175" y="72105"/>
                  </a:lnTo>
                  <a:lnTo>
                    <a:pt x="211139" y="76458"/>
                  </a:lnTo>
                  <a:lnTo>
                    <a:pt x="212103" y="80779"/>
                  </a:lnTo>
                  <a:lnTo>
                    <a:pt x="213067" y="85069"/>
                  </a:lnTo>
                  <a:lnTo>
                    <a:pt x="214031" y="89324"/>
                  </a:lnTo>
                  <a:lnTo>
                    <a:pt x="214995" y="93542"/>
                  </a:lnTo>
                  <a:lnTo>
                    <a:pt x="215959" y="97686"/>
                  </a:lnTo>
                  <a:lnTo>
                    <a:pt x="216923" y="101759"/>
                  </a:lnTo>
                  <a:lnTo>
                    <a:pt x="217887" y="105770"/>
                  </a:lnTo>
                  <a:lnTo>
                    <a:pt x="218851" y="109718"/>
                  </a:lnTo>
                  <a:lnTo>
                    <a:pt x="219815" y="113603"/>
                  </a:lnTo>
                  <a:lnTo>
                    <a:pt x="220779" y="117443"/>
                  </a:lnTo>
                  <a:lnTo>
                    <a:pt x="221743" y="121252"/>
                  </a:lnTo>
                  <a:lnTo>
                    <a:pt x="222707" y="125036"/>
                  </a:lnTo>
                  <a:lnTo>
                    <a:pt x="223671" y="128830"/>
                  </a:lnTo>
                  <a:lnTo>
                    <a:pt x="224635" y="132626"/>
                  </a:lnTo>
                  <a:lnTo>
                    <a:pt x="225599" y="136382"/>
                  </a:lnTo>
                  <a:lnTo>
                    <a:pt x="226563" y="140062"/>
                  </a:lnTo>
                  <a:lnTo>
                    <a:pt x="227527" y="143676"/>
                  </a:lnTo>
                  <a:lnTo>
                    <a:pt x="228492" y="147226"/>
                  </a:lnTo>
                  <a:lnTo>
                    <a:pt x="229456" y="150711"/>
                  </a:lnTo>
                  <a:lnTo>
                    <a:pt x="230420" y="154175"/>
                  </a:lnTo>
                  <a:lnTo>
                    <a:pt x="231177" y="15689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2517457" y="5375972"/>
              <a:ext cx="539478" cy="384430"/>
            </a:xfrm>
            <a:custGeom>
              <a:avLst/>
              <a:pathLst>
                <a:path w="539478" h="384430">
                  <a:moveTo>
                    <a:pt x="0" y="384430"/>
                  </a:moveTo>
                  <a:lnTo>
                    <a:pt x="842" y="377986"/>
                  </a:lnTo>
                  <a:lnTo>
                    <a:pt x="1806" y="370807"/>
                  </a:lnTo>
                  <a:lnTo>
                    <a:pt x="2770" y="363811"/>
                  </a:lnTo>
                  <a:lnTo>
                    <a:pt x="3734" y="356978"/>
                  </a:lnTo>
                  <a:lnTo>
                    <a:pt x="4698" y="350288"/>
                  </a:lnTo>
                  <a:lnTo>
                    <a:pt x="5662" y="343772"/>
                  </a:lnTo>
                  <a:lnTo>
                    <a:pt x="6626" y="337456"/>
                  </a:lnTo>
                  <a:lnTo>
                    <a:pt x="7590" y="331341"/>
                  </a:lnTo>
                  <a:lnTo>
                    <a:pt x="8554" y="325427"/>
                  </a:lnTo>
                  <a:lnTo>
                    <a:pt x="9518" y="319713"/>
                  </a:lnTo>
                  <a:lnTo>
                    <a:pt x="10482" y="314200"/>
                  </a:lnTo>
                  <a:lnTo>
                    <a:pt x="11446" y="308924"/>
                  </a:lnTo>
                  <a:lnTo>
                    <a:pt x="12410" y="303885"/>
                  </a:lnTo>
                  <a:lnTo>
                    <a:pt x="13374" y="299084"/>
                  </a:lnTo>
                  <a:lnTo>
                    <a:pt x="14338" y="294520"/>
                  </a:lnTo>
                  <a:lnTo>
                    <a:pt x="15302" y="290231"/>
                  </a:lnTo>
                  <a:lnTo>
                    <a:pt x="16266" y="286216"/>
                  </a:lnTo>
                  <a:lnTo>
                    <a:pt x="17230" y="282527"/>
                  </a:lnTo>
                  <a:lnTo>
                    <a:pt x="18194" y="279122"/>
                  </a:lnTo>
                  <a:lnTo>
                    <a:pt x="19158" y="275966"/>
                  </a:lnTo>
                  <a:lnTo>
                    <a:pt x="20122" y="273088"/>
                  </a:lnTo>
                  <a:lnTo>
                    <a:pt x="21086" y="270487"/>
                  </a:lnTo>
                  <a:lnTo>
                    <a:pt x="22050" y="268164"/>
                  </a:lnTo>
                  <a:lnTo>
                    <a:pt x="23014" y="266118"/>
                  </a:lnTo>
                  <a:lnTo>
                    <a:pt x="23978" y="264349"/>
                  </a:lnTo>
                  <a:lnTo>
                    <a:pt x="24942" y="262859"/>
                  </a:lnTo>
                  <a:lnTo>
                    <a:pt x="25907" y="261645"/>
                  </a:lnTo>
                  <a:lnTo>
                    <a:pt x="26871" y="260709"/>
                  </a:lnTo>
                  <a:lnTo>
                    <a:pt x="27835" y="260051"/>
                  </a:lnTo>
                  <a:lnTo>
                    <a:pt x="28799" y="259642"/>
                  </a:lnTo>
                  <a:lnTo>
                    <a:pt x="29763" y="259412"/>
                  </a:lnTo>
                  <a:lnTo>
                    <a:pt x="30727" y="259361"/>
                  </a:lnTo>
                  <a:lnTo>
                    <a:pt x="31691" y="259470"/>
                  </a:lnTo>
                  <a:lnTo>
                    <a:pt x="32655" y="259734"/>
                  </a:lnTo>
                  <a:lnTo>
                    <a:pt x="33619" y="260147"/>
                  </a:lnTo>
                  <a:lnTo>
                    <a:pt x="34583" y="260648"/>
                  </a:lnTo>
                  <a:lnTo>
                    <a:pt x="35547" y="261190"/>
                  </a:lnTo>
                  <a:lnTo>
                    <a:pt x="36511" y="261759"/>
                  </a:lnTo>
                  <a:lnTo>
                    <a:pt x="37475" y="262344"/>
                  </a:lnTo>
                  <a:lnTo>
                    <a:pt x="38439" y="262899"/>
                  </a:lnTo>
                  <a:lnTo>
                    <a:pt x="39403" y="263440"/>
                  </a:lnTo>
                  <a:lnTo>
                    <a:pt x="40367" y="263950"/>
                  </a:lnTo>
                  <a:lnTo>
                    <a:pt x="41331" y="264415"/>
                  </a:lnTo>
                  <a:lnTo>
                    <a:pt x="42295" y="264834"/>
                  </a:lnTo>
                  <a:lnTo>
                    <a:pt x="43259" y="265220"/>
                  </a:lnTo>
                  <a:lnTo>
                    <a:pt x="44223" y="265586"/>
                  </a:lnTo>
                  <a:lnTo>
                    <a:pt x="45187" y="265917"/>
                  </a:lnTo>
                  <a:lnTo>
                    <a:pt x="46151" y="266204"/>
                  </a:lnTo>
                  <a:lnTo>
                    <a:pt x="47115" y="266441"/>
                  </a:lnTo>
                  <a:lnTo>
                    <a:pt x="48079" y="266626"/>
                  </a:lnTo>
                  <a:lnTo>
                    <a:pt x="49043" y="266761"/>
                  </a:lnTo>
                  <a:lnTo>
                    <a:pt x="50007" y="266845"/>
                  </a:lnTo>
                  <a:lnTo>
                    <a:pt x="50971" y="266878"/>
                  </a:lnTo>
                  <a:lnTo>
                    <a:pt x="51935" y="266870"/>
                  </a:lnTo>
                  <a:lnTo>
                    <a:pt x="52899" y="266870"/>
                  </a:lnTo>
                  <a:lnTo>
                    <a:pt x="53863" y="266870"/>
                  </a:lnTo>
                  <a:lnTo>
                    <a:pt x="54827" y="266870"/>
                  </a:lnTo>
                  <a:lnTo>
                    <a:pt x="55791" y="266870"/>
                  </a:lnTo>
                  <a:lnTo>
                    <a:pt x="56755" y="266870"/>
                  </a:lnTo>
                  <a:lnTo>
                    <a:pt x="57719" y="266870"/>
                  </a:lnTo>
                  <a:lnTo>
                    <a:pt x="58683" y="266870"/>
                  </a:lnTo>
                  <a:lnTo>
                    <a:pt x="59647" y="266870"/>
                  </a:lnTo>
                  <a:lnTo>
                    <a:pt x="60611" y="266870"/>
                  </a:lnTo>
                  <a:lnTo>
                    <a:pt x="61575" y="266870"/>
                  </a:lnTo>
                  <a:lnTo>
                    <a:pt x="62539" y="266870"/>
                  </a:lnTo>
                  <a:lnTo>
                    <a:pt x="63503" y="266870"/>
                  </a:lnTo>
                  <a:lnTo>
                    <a:pt x="64467" y="266870"/>
                  </a:lnTo>
                  <a:lnTo>
                    <a:pt x="65431" y="266870"/>
                  </a:lnTo>
                  <a:lnTo>
                    <a:pt x="66395" y="266870"/>
                  </a:lnTo>
                  <a:lnTo>
                    <a:pt x="67359" y="266870"/>
                  </a:lnTo>
                  <a:lnTo>
                    <a:pt x="68323" y="266870"/>
                  </a:lnTo>
                  <a:lnTo>
                    <a:pt x="69287" y="266870"/>
                  </a:lnTo>
                  <a:lnTo>
                    <a:pt x="70251" y="266870"/>
                  </a:lnTo>
                  <a:lnTo>
                    <a:pt x="71215" y="266870"/>
                  </a:lnTo>
                  <a:lnTo>
                    <a:pt x="72179" y="266870"/>
                  </a:lnTo>
                  <a:lnTo>
                    <a:pt x="73143" y="266870"/>
                  </a:lnTo>
                  <a:lnTo>
                    <a:pt x="74107" y="266870"/>
                  </a:lnTo>
                  <a:lnTo>
                    <a:pt x="75071" y="266870"/>
                  </a:lnTo>
                  <a:lnTo>
                    <a:pt x="76035" y="266870"/>
                  </a:lnTo>
                  <a:lnTo>
                    <a:pt x="76999" y="266870"/>
                  </a:lnTo>
                  <a:lnTo>
                    <a:pt x="77963" y="266870"/>
                  </a:lnTo>
                  <a:lnTo>
                    <a:pt x="78927" y="266870"/>
                  </a:lnTo>
                  <a:lnTo>
                    <a:pt x="79891" y="266870"/>
                  </a:lnTo>
                  <a:lnTo>
                    <a:pt x="80855" y="266870"/>
                  </a:lnTo>
                  <a:lnTo>
                    <a:pt x="81819" y="266870"/>
                  </a:lnTo>
                  <a:lnTo>
                    <a:pt x="82783" y="266870"/>
                  </a:lnTo>
                  <a:lnTo>
                    <a:pt x="83747" y="266870"/>
                  </a:lnTo>
                  <a:lnTo>
                    <a:pt x="84711" y="266870"/>
                  </a:lnTo>
                  <a:lnTo>
                    <a:pt x="85675" y="266870"/>
                  </a:lnTo>
                  <a:lnTo>
                    <a:pt x="86639" y="266870"/>
                  </a:lnTo>
                  <a:lnTo>
                    <a:pt x="87603" y="266870"/>
                  </a:lnTo>
                  <a:lnTo>
                    <a:pt x="88567" y="266870"/>
                  </a:lnTo>
                  <a:lnTo>
                    <a:pt x="89531" y="266870"/>
                  </a:lnTo>
                  <a:lnTo>
                    <a:pt x="90495" y="266870"/>
                  </a:lnTo>
                  <a:lnTo>
                    <a:pt x="91459" y="266870"/>
                  </a:lnTo>
                  <a:lnTo>
                    <a:pt x="92423" y="266870"/>
                  </a:lnTo>
                  <a:lnTo>
                    <a:pt x="93387" y="266870"/>
                  </a:lnTo>
                  <a:lnTo>
                    <a:pt x="94351" y="266870"/>
                  </a:lnTo>
                  <a:lnTo>
                    <a:pt x="95315" y="266870"/>
                  </a:lnTo>
                  <a:lnTo>
                    <a:pt x="96279" y="266870"/>
                  </a:lnTo>
                  <a:lnTo>
                    <a:pt x="97243" y="266870"/>
                  </a:lnTo>
                  <a:lnTo>
                    <a:pt x="98207" y="266870"/>
                  </a:lnTo>
                  <a:lnTo>
                    <a:pt x="99171" y="266870"/>
                  </a:lnTo>
                  <a:lnTo>
                    <a:pt x="100135" y="266870"/>
                  </a:lnTo>
                  <a:lnTo>
                    <a:pt x="101099" y="266870"/>
                  </a:lnTo>
                  <a:lnTo>
                    <a:pt x="102063" y="266870"/>
                  </a:lnTo>
                  <a:lnTo>
                    <a:pt x="103027" y="266870"/>
                  </a:lnTo>
                  <a:lnTo>
                    <a:pt x="103991" y="266870"/>
                  </a:lnTo>
                  <a:lnTo>
                    <a:pt x="104955" y="266870"/>
                  </a:lnTo>
                  <a:lnTo>
                    <a:pt x="105919" y="266870"/>
                  </a:lnTo>
                  <a:lnTo>
                    <a:pt x="106883" y="266870"/>
                  </a:lnTo>
                  <a:lnTo>
                    <a:pt x="107847" y="266870"/>
                  </a:lnTo>
                  <a:lnTo>
                    <a:pt x="108811" y="266870"/>
                  </a:lnTo>
                  <a:lnTo>
                    <a:pt x="109775" y="266870"/>
                  </a:lnTo>
                  <a:lnTo>
                    <a:pt x="110739" y="266870"/>
                  </a:lnTo>
                  <a:lnTo>
                    <a:pt x="111703" y="266878"/>
                  </a:lnTo>
                  <a:lnTo>
                    <a:pt x="112667" y="266896"/>
                  </a:lnTo>
                  <a:lnTo>
                    <a:pt x="113631" y="266922"/>
                  </a:lnTo>
                  <a:lnTo>
                    <a:pt x="114595" y="266957"/>
                  </a:lnTo>
                  <a:lnTo>
                    <a:pt x="115559" y="267000"/>
                  </a:lnTo>
                  <a:lnTo>
                    <a:pt x="116523" y="267052"/>
                  </a:lnTo>
                  <a:lnTo>
                    <a:pt x="117487" y="267113"/>
                  </a:lnTo>
                  <a:lnTo>
                    <a:pt x="118451" y="267183"/>
                  </a:lnTo>
                  <a:lnTo>
                    <a:pt x="119415" y="267261"/>
                  </a:lnTo>
                  <a:lnTo>
                    <a:pt x="120379" y="267353"/>
                  </a:lnTo>
                  <a:lnTo>
                    <a:pt x="121343" y="267459"/>
                  </a:lnTo>
                  <a:lnTo>
                    <a:pt x="122307" y="267578"/>
                  </a:lnTo>
                  <a:lnTo>
                    <a:pt x="123271" y="267711"/>
                  </a:lnTo>
                  <a:lnTo>
                    <a:pt x="124235" y="267858"/>
                  </a:lnTo>
                  <a:lnTo>
                    <a:pt x="125199" y="268018"/>
                  </a:lnTo>
                  <a:lnTo>
                    <a:pt x="126163" y="268187"/>
                  </a:lnTo>
                  <a:lnTo>
                    <a:pt x="127127" y="268365"/>
                  </a:lnTo>
                  <a:lnTo>
                    <a:pt x="128091" y="268552"/>
                  </a:lnTo>
                  <a:lnTo>
                    <a:pt x="129055" y="268747"/>
                  </a:lnTo>
                  <a:lnTo>
                    <a:pt x="130019" y="268951"/>
                  </a:lnTo>
                  <a:lnTo>
                    <a:pt x="130983" y="269163"/>
                  </a:lnTo>
                  <a:lnTo>
                    <a:pt x="131947" y="269385"/>
                  </a:lnTo>
                  <a:lnTo>
                    <a:pt x="132911" y="269615"/>
                  </a:lnTo>
                  <a:lnTo>
                    <a:pt x="133875" y="269854"/>
                  </a:lnTo>
                  <a:lnTo>
                    <a:pt x="134839" y="270092"/>
                  </a:lnTo>
                  <a:lnTo>
                    <a:pt x="135803" y="270331"/>
                  </a:lnTo>
                  <a:lnTo>
                    <a:pt x="136768" y="270570"/>
                  </a:lnTo>
                  <a:lnTo>
                    <a:pt x="137732" y="270808"/>
                  </a:lnTo>
                  <a:lnTo>
                    <a:pt x="138696" y="271047"/>
                  </a:lnTo>
                  <a:lnTo>
                    <a:pt x="139660" y="271286"/>
                  </a:lnTo>
                  <a:lnTo>
                    <a:pt x="140624" y="271525"/>
                  </a:lnTo>
                  <a:lnTo>
                    <a:pt x="141588" y="271763"/>
                  </a:lnTo>
                  <a:lnTo>
                    <a:pt x="142552" y="272002"/>
                  </a:lnTo>
                  <a:lnTo>
                    <a:pt x="143516" y="272241"/>
                  </a:lnTo>
                  <a:lnTo>
                    <a:pt x="144480" y="272479"/>
                  </a:lnTo>
                  <a:lnTo>
                    <a:pt x="145444" y="272718"/>
                  </a:lnTo>
                  <a:lnTo>
                    <a:pt x="146408" y="272957"/>
                  </a:lnTo>
                  <a:lnTo>
                    <a:pt x="147372" y="273196"/>
                  </a:lnTo>
                  <a:lnTo>
                    <a:pt x="148336" y="273434"/>
                  </a:lnTo>
                  <a:lnTo>
                    <a:pt x="149300" y="273673"/>
                  </a:lnTo>
                  <a:lnTo>
                    <a:pt x="150264" y="273912"/>
                  </a:lnTo>
                  <a:lnTo>
                    <a:pt x="151228" y="274151"/>
                  </a:lnTo>
                  <a:lnTo>
                    <a:pt x="152192" y="274389"/>
                  </a:lnTo>
                  <a:lnTo>
                    <a:pt x="153156" y="274628"/>
                  </a:lnTo>
                  <a:lnTo>
                    <a:pt x="154120" y="274867"/>
                  </a:lnTo>
                  <a:lnTo>
                    <a:pt x="155084" y="275106"/>
                  </a:lnTo>
                  <a:lnTo>
                    <a:pt x="156048" y="275345"/>
                  </a:lnTo>
                  <a:lnTo>
                    <a:pt x="157012" y="275583"/>
                  </a:lnTo>
                  <a:lnTo>
                    <a:pt x="157976" y="275822"/>
                  </a:lnTo>
                  <a:lnTo>
                    <a:pt x="158940" y="276061"/>
                  </a:lnTo>
                  <a:lnTo>
                    <a:pt x="159904" y="276291"/>
                  </a:lnTo>
                  <a:lnTo>
                    <a:pt x="160868" y="276504"/>
                  </a:lnTo>
                  <a:lnTo>
                    <a:pt x="161832" y="276699"/>
                  </a:lnTo>
                  <a:lnTo>
                    <a:pt x="162796" y="276877"/>
                  </a:lnTo>
                  <a:lnTo>
                    <a:pt x="163760" y="277037"/>
                  </a:lnTo>
                  <a:lnTo>
                    <a:pt x="164724" y="277180"/>
                  </a:lnTo>
                  <a:lnTo>
                    <a:pt x="165688" y="277306"/>
                  </a:lnTo>
                  <a:lnTo>
                    <a:pt x="166652" y="277414"/>
                  </a:lnTo>
                  <a:lnTo>
                    <a:pt x="167616" y="277514"/>
                  </a:lnTo>
                  <a:lnTo>
                    <a:pt x="168580" y="277600"/>
                  </a:lnTo>
                  <a:lnTo>
                    <a:pt x="169544" y="277667"/>
                  </a:lnTo>
                  <a:lnTo>
                    <a:pt x="170508" y="277716"/>
                  </a:lnTo>
                  <a:lnTo>
                    <a:pt x="171472" y="277746"/>
                  </a:lnTo>
                  <a:lnTo>
                    <a:pt x="172436" y="277762"/>
                  </a:lnTo>
                  <a:lnTo>
                    <a:pt x="173400" y="277764"/>
                  </a:lnTo>
                  <a:lnTo>
                    <a:pt x="174364" y="277758"/>
                  </a:lnTo>
                  <a:lnTo>
                    <a:pt x="175328" y="277763"/>
                  </a:lnTo>
                  <a:lnTo>
                    <a:pt x="176292" y="277779"/>
                  </a:lnTo>
                  <a:lnTo>
                    <a:pt x="177256" y="277807"/>
                  </a:lnTo>
                  <a:lnTo>
                    <a:pt x="178220" y="277845"/>
                  </a:lnTo>
                  <a:lnTo>
                    <a:pt x="179184" y="277896"/>
                  </a:lnTo>
                  <a:lnTo>
                    <a:pt x="180148" y="277957"/>
                  </a:lnTo>
                  <a:lnTo>
                    <a:pt x="181112" y="278030"/>
                  </a:lnTo>
                  <a:lnTo>
                    <a:pt x="182076" y="278113"/>
                  </a:lnTo>
                  <a:lnTo>
                    <a:pt x="183040" y="278217"/>
                  </a:lnTo>
                  <a:lnTo>
                    <a:pt x="184004" y="278350"/>
                  </a:lnTo>
                  <a:lnTo>
                    <a:pt x="184968" y="278519"/>
                  </a:lnTo>
                  <a:lnTo>
                    <a:pt x="185932" y="278726"/>
                  </a:lnTo>
                  <a:lnTo>
                    <a:pt x="186896" y="278961"/>
                  </a:lnTo>
                  <a:lnTo>
                    <a:pt x="187860" y="279164"/>
                  </a:lnTo>
                  <a:lnTo>
                    <a:pt x="188824" y="279338"/>
                  </a:lnTo>
                  <a:lnTo>
                    <a:pt x="189788" y="279470"/>
                  </a:lnTo>
                  <a:lnTo>
                    <a:pt x="190752" y="279559"/>
                  </a:lnTo>
                  <a:lnTo>
                    <a:pt x="191716" y="279605"/>
                  </a:lnTo>
                  <a:lnTo>
                    <a:pt x="192680" y="279615"/>
                  </a:lnTo>
                  <a:lnTo>
                    <a:pt x="193644" y="279589"/>
                  </a:lnTo>
                  <a:lnTo>
                    <a:pt x="194608" y="279528"/>
                  </a:lnTo>
                  <a:lnTo>
                    <a:pt x="195572" y="279387"/>
                  </a:lnTo>
                  <a:lnTo>
                    <a:pt x="196536" y="279148"/>
                  </a:lnTo>
                  <a:lnTo>
                    <a:pt x="197500" y="278810"/>
                  </a:lnTo>
                  <a:lnTo>
                    <a:pt x="198464" y="278373"/>
                  </a:lnTo>
                  <a:lnTo>
                    <a:pt x="199428" y="277829"/>
                  </a:lnTo>
                  <a:lnTo>
                    <a:pt x="200392" y="277179"/>
                  </a:lnTo>
                  <a:lnTo>
                    <a:pt x="201356" y="276421"/>
                  </a:lnTo>
                  <a:lnTo>
                    <a:pt x="202320" y="275610"/>
                  </a:lnTo>
                  <a:lnTo>
                    <a:pt x="203284" y="274748"/>
                  </a:lnTo>
                  <a:lnTo>
                    <a:pt x="204248" y="273850"/>
                  </a:lnTo>
                  <a:lnTo>
                    <a:pt x="205212" y="272916"/>
                  </a:lnTo>
                  <a:lnTo>
                    <a:pt x="206176" y="271955"/>
                  </a:lnTo>
                  <a:lnTo>
                    <a:pt x="207140" y="270957"/>
                  </a:lnTo>
                  <a:lnTo>
                    <a:pt x="208104" y="269924"/>
                  </a:lnTo>
                  <a:lnTo>
                    <a:pt x="209068" y="268872"/>
                  </a:lnTo>
                  <a:lnTo>
                    <a:pt x="210032" y="267848"/>
                  </a:lnTo>
                  <a:lnTo>
                    <a:pt x="210996" y="266871"/>
                  </a:lnTo>
                  <a:lnTo>
                    <a:pt x="211960" y="265947"/>
                  </a:lnTo>
                  <a:lnTo>
                    <a:pt x="212924" y="265076"/>
                  </a:lnTo>
                  <a:lnTo>
                    <a:pt x="213888" y="264260"/>
                  </a:lnTo>
                  <a:lnTo>
                    <a:pt x="214852" y="263497"/>
                  </a:lnTo>
                  <a:lnTo>
                    <a:pt x="215816" y="262780"/>
                  </a:lnTo>
                  <a:lnTo>
                    <a:pt x="216780" y="262099"/>
                  </a:lnTo>
                  <a:lnTo>
                    <a:pt x="217744" y="261451"/>
                  </a:lnTo>
                  <a:lnTo>
                    <a:pt x="218708" y="260821"/>
                  </a:lnTo>
                  <a:lnTo>
                    <a:pt x="219672" y="260209"/>
                  </a:lnTo>
                  <a:lnTo>
                    <a:pt x="220636" y="259602"/>
                  </a:lnTo>
                  <a:lnTo>
                    <a:pt x="221600" y="258995"/>
                  </a:lnTo>
                  <a:lnTo>
                    <a:pt x="222564" y="258388"/>
                  </a:lnTo>
                  <a:lnTo>
                    <a:pt x="223528" y="257761"/>
                  </a:lnTo>
                  <a:lnTo>
                    <a:pt x="224492" y="257099"/>
                  </a:lnTo>
                  <a:lnTo>
                    <a:pt x="225456" y="256402"/>
                  </a:lnTo>
                  <a:lnTo>
                    <a:pt x="226420" y="255665"/>
                  </a:lnTo>
                  <a:lnTo>
                    <a:pt x="227384" y="254888"/>
                  </a:lnTo>
                  <a:lnTo>
                    <a:pt x="228348" y="254072"/>
                  </a:lnTo>
                  <a:lnTo>
                    <a:pt x="229312" y="253215"/>
                  </a:lnTo>
                  <a:lnTo>
                    <a:pt x="230276" y="252324"/>
                  </a:lnTo>
                  <a:lnTo>
                    <a:pt x="231240" y="251405"/>
                  </a:lnTo>
                  <a:lnTo>
                    <a:pt x="232204" y="250451"/>
                  </a:lnTo>
                  <a:lnTo>
                    <a:pt x="233168" y="249403"/>
                  </a:lnTo>
                  <a:lnTo>
                    <a:pt x="234132" y="248275"/>
                  </a:lnTo>
                  <a:lnTo>
                    <a:pt x="235096" y="247090"/>
                  </a:lnTo>
                  <a:lnTo>
                    <a:pt x="236060" y="245920"/>
                  </a:lnTo>
                  <a:lnTo>
                    <a:pt x="237024" y="244821"/>
                  </a:lnTo>
                  <a:lnTo>
                    <a:pt x="237988" y="243759"/>
                  </a:lnTo>
                  <a:lnTo>
                    <a:pt x="238952" y="242670"/>
                  </a:lnTo>
                  <a:lnTo>
                    <a:pt x="239916" y="241528"/>
                  </a:lnTo>
                  <a:lnTo>
                    <a:pt x="240880" y="240342"/>
                  </a:lnTo>
                  <a:lnTo>
                    <a:pt x="241844" y="239119"/>
                  </a:lnTo>
                  <a:lnTo>
                    <a:pt x="242808" y="237860"/>
                  </a:lnTo>
                  <a:lnTo>
                    <a:pt x="243772" y="236608"/>
                  </a:lnTo>
                  <a:lnTo>
                    <a:pt x="244736" y="235378"/>
                  </a:lnTo>
                  <a:lnTo>
                    <a:pt x="245700" y="234130"/>
                  </a:lnTo>
                  <a:lnTo>
                    <a:pt x="246664" y="232869"/>
                  </a:lnTo>
                  <a:lnTo>
                    <a:pt x="247629" y="231596"/>
                  </a:lnTo>
                  <a:lnTo>
                    <a:pt x="248593" y="230256"/>
                  </a:lnTo>
                  <a:lnTo>
                    <a:pt x="249557" y="228835"/>
                  </a:lnTo>
                  <a:lnTo>
                    <a:pt x="250521" y="227255"/>
                  </a:lnTo>
                  <a:lnTo>
                    <a:pt x="251485" y="225458"/>
                  </a:lnTo>
                  <a:lnTo>
                    <a:pt x="252449" y="223415"/>
                  </a:lnTo>
                  <a:lnTo>
                    <a:pt x="253413" y="221151"/>
                  </a:lnTo>
                  <a:lnTo>
                    <a:pt x="254377" y="218669"/>
                  </a:lnTo>
                  <a:lnTo>
                    <a:pt x="255341" y="215971"/>
                  </a:lnTo>
                  <a:lnTo>
                    <a:pt x="256305" y="213064"/>
                  </a:lnTo>
                  <a:lnTo>
                    <a:pt x="257269" y="209930"/>
                  </a:lnTo>
                  <a:lnTo>
                    <a:pt x="258233" y="206510"/>
                  </a:lnTo>
                  <a:lnTo>
                    <a:pt x="259197" y="202759"/>
                  </a:lnTo>
                  <a:lnTo>
                    <a:pt x="260161" y="198708"/>
                  </a:lnTo>
                  <a:lnTo>
                    <a:pt x="261125" y="194352"/>
                  </a:lnTo>
                  <a:lnTo>
                    <a:pt x="262089" y="189710"/>
                  </a:lnTo>
                  <a:lnTo>
                    <a:pt x="263053" y="184845"/>
                  </a:lnTo>
                  <a:lnTo>
                    <a:pt x="264017" y="179767"/>
                  </a:lnTo>
                  <a:lnTo>
                    <a:pt x="264981" y="174533"/>
                  </a:lnTo>
                  <a:lnTo>
                    <a:pt x="265945" y="169149"/>
                  </a:lnTo>
                  <a:lnTo>
                    <a:pt x="266909" y="163693"/>
                  </a:lnTo>
                  <a:lnTo>
                    <a:pt x="267873" y="158175"/>
                  </a:lnTo>
                  <a:lnTo>
                    <a:pt x="268837" y="152603"/>
                  </a:lnTo>
                  <a:lnTo>
                    <a:pt x="269801" y="146982"/>
                  </a:lnTo>
                  <a:lnTo>
                    <a:pt x="270765" y="141295"/>
                  </a:lnTo>
                  <a:lnTo>
                    <a:pt x="271729" y="135574"/>
                  </a:lnTo>
                  <a:lnTo>
                    <a:pt x="272693" y="129863"/>
                  </a:lnTo>
                  <a:lnTo>
                    <a:pt x="273657" y="124161"/>
                  </a:lnTo>
                  <a:lnTo>
                    <a:pt x="274621" y="118475"/>
                  </a:lnTo>
                  <a:lnTo>
                    <a:pt x="275585" y="112808"/>
                  </a:lnTo>
                  <a:lnTo>
                    <a:pt x="276549" y="107167"/>
                  </a:lnTo>
                  <a:lnTo>
                    <a:pt x="277513" y="101550"/>
                  </a:lnTo>
                  <a:lnTo>
                    <a:pt x="278477" y="95969"/>
                  </a:lnTo>
                  <a:lnTo>
                    <a:pt x="279441" y="90409"/>
                  </a:lnTo>
                  <a:lnTo>
                    <a:pt x="280405" y="84872"/>
                  </a:lnTo>
                  <a:lnTo>
                    <a:pt x="281369" y="79414"/>
                  </a:lnTo>
                  <a:lnTo>
                    <a:pt x="282333" y="74086"/>
                  </a:lnTo>
                  <a:lnTo>
                    <a:pt x="283297" y="68829"/>
                  </a:lnTo>
                  <a:lnTo>
                    <a:pt x="284261" y="63590"/>
                  </a:lnTo>
                  <a:lnTo>
                    <a:pt x="285225" y="58309"/>
                  </a:lnTo>
                  <a:lnTo>
                    <a:pt x="286189" y="53033"/>
                  </a:lnTo>
                  <a:lnTo>
                    <a:pt x="287153" y="47869"/>
                  </a:lnTo>
                  <a:lnTo>
                    <a:pt x="288117" y="42940"/>
                  </a:lnTo>
                  <a:lnTo>
                    <a:pt x="289081" y="38251"/>
                  </a:lnTo>
                  <a:lnTo>
                    <a:pt x="290045" y="33728"/>
                  </a:lnTo>
                  <a:lnTo>
                    <a:pt x="291009" y="29338"/>
                  </a:lnTo>
                  <a:lnTo>
                    <a:pt x="291973" y="25098"/>
                  </a:lnTo>
                  <a:lnTo>
                    <a:pt x="292937" y="20997"/>
                  </a:lnTo>
                  <a:lnTo>
                    <a:pt x="293901" y="17122"/>
                  </a:lnTo>
                  <a:lnTo>
                    <a:pt x="294865" y="13529"/>
                  </a:lnTo>
                  <a:lnTo>
                    <a:pt x="295829" y="10219"/>
                  </a:lnTo>
                  <a:lnTo>
                    <a:pt x="296793" y="7254"/>
                  </a:lnTo>
                  <a:lnTo>
                    <a:pt x="297757" y="4711"/>
                  </a:lnTo>
                  <a:lnTo>
                    <a:pt x="298721" y="2670"/>
                  </a:lnTo>
                  <a:lnTo>
                    <a:pt x="299685" y="1208"/>
                  </a:lnTo>
                  <a:lnTo>
                    <a:pt x="300649" y="322"/>
                  </a:lnTo>
                  <a:lnTo>
                    <a:pt x="301613" y="0"/>
                  </a:lnTo>
                  <a:lnTo>
                    <a:pt x="302577" y="179"/>
                  </a:lnTo>
                  <a:lnTo>
                    <a:pt x="303541" y="861"/>
                  </a:lnTo>
                  <a:lnTo>
                    <a:pt x="304505" y="2097"/>
                  </a:lnTo>
                  <a:lnTo>
                    <a:pt x="305469" y="3896"/>
                  </a:lnTo>
                  <a:lnTo>
                    <a:pt x="306433" y="6281"/>
                  </a:lnTo>
                  <a:lnTo>
                    <a:pt x="307397" y="9282"/>
                  </a:lnTo>
                  <a:lnTo>
                    <a:pt x="308361" y="12834"/>
                  </a:lnTo>
                  <a:lnTo>
                    <a:pt x="309325" y="16885"/>
                  </a:lnTo>
                  <a:lnTo>
                    <a:pt x="310289" y="21405"/>
                  </a:lnTo>
                  <a:lnTo>
                    <a:pt x="311253" y="26309"/>
                  </a:lnTo>
                  <a:lnTo>
                    <a:pt x="312217" y="31526"/>
                  </a:lnTo>
                  <a:lnTo>
                    <a:pt x="313181" y="37008"/>
                  </a:lnTo>
                  <a:lnTo>
                    <a:pt x="314145" y="42723"/>
                  </a:lnTo>
                  <a:lnTo>
                    <a:pt x="315109" y="48609"/>
                  </a:lnTo>
                  <a:lnTo>
                    <a:pt x="316073" y="54605"/>
                  </a:lnTo>
                  <a:lnTo>
                    <a:pt x="317037" y="60607"/>
                  </a:lnTo>
                  <a:lnTo>
                    <a:pt x="318001" y="66623"/>
                  </a:lnTo>
                  <a:lnTo>
                    <a:pt x="318965" y="72676"/>
                  </a:lnTo>
                  <a:lnTo>
                    <a:pt x="319929" y="78753"/>
                  </a:lnTo>
                  <a:lnTo>
                    <a:pt x="320893" y="84798"/>
                  </a:lnTo>
                  <a:lnTo>
                    <a:pt x="321857" y="90759"/>
                  </a:lnTo>
                  <a:lnTo>
                    <a:pt x="322821" y="96648"/>
                  </a:lnTo>
                  <a:lnTo>
                    <a:pt x="323785" y="102443"/>
                  </a:lnTo>
                  <a:lnTo>
                    <a:pt x="324749" y="108183"/>
                  </a:lnTo>
                  <a:lnTo>
                    <a:pt x="325713" y="113888"/>
                  </a:lnTo>
                  <a:lnTo>
                    <a:pt x="326677" y="119619"/>
                  </a:lnTo>
                  <a:lnTo>
                    <a:pt x="327641" y="125399"/>
                  </a:lnTo>
                  <a:lnTo>
                    <a:pt x="328605" y="131194"/>
                  </a:lnTo>
                  <a:lnTo>
                    <a:pt x="329569" y="136986"/>
                  </a:lnTo>
                  <a:lnTo>
                    <a:pt x="330533" y="142706"/>
                  </a:lnTo>
                  <a:lnTo>
                    <a:pt x="331497" y="148455"/>
                  </a:lnTo>
                  <a:lnTo>
                    <a:pt x="332461" y="154301"/>
                  </a:lnTo>
                  <a:lnTo>
                    <a:pt x="333425" y="160272"/>
                  </a:lnTo>
                  <a:lnTo>
                    <a:pt x="334389" y="166368"/>
                  </a:lnTo>
                  <a:lnTo>
                    <a:pt x="335353" y="172556"/>
                  </a:lnTo>
                  <a:lnTo>
                    <a:pt x="336317" y="178767"/>
                  </a:lnTo>
                  <a:lnTo>
                    <a:pt x="337281" y="184922"/>
                  </a:lnTo>
                  <a:lnTo>
                    <a:pt x="338245" y="191107"/>
                  </a:lnTo>
                  <a:lnTo>
                    <a:pt x="339209" y="197399"/>
                  </a:lnTo>
                  <a:lnTo>
                    <a:pt x="340173" y="203776"/>
                  </a:lnTo>
                  <a:lnTo>
                    <a:pt x="341137" y="210153"/>
                  </a:lnTo>
                  <a:lnTo>
                    <a:pt x="342101" y="216423"/>
                  </a:lnTo>
                  <a:lnTo>
                    <a:pt x="343065" y="222562"/>
                  </a:lnTo>
                  <a:lnTo>
                    <a:pt x="344029" y="228575"/>
                  </a:lnTo>
                  <a:lnTo>
                    <a:pt x="344993" y="234456"/>
                  </a:lnTo>
                  <a:lnTo>
                    <a:pt x="345957" y="240105"/>
                  </a:lnTo>
                  <a:lnTo>
                    <a:pt x="346921" y="245450"/>
                  </a:lnTo>
                  <a:lnTo>
                    <a:pt x="347885" y="250426"/>
                  </a:lnTo>
                  <a:lnTo>
                    <a:pt x="348849" y="255053"/>
                  </a:lnTo>
                  <a:lnTo>
                    <a:pt x="349813" y="259326"/>
                  </a:lnTo>
                  <a:lnTo>
                    <a:pt x="350777" y="263287"/>
                  </a:lnTo>
                  <a:lnTo>
                    <a:pt x="351741" y="266949"/>
                  </a:lnTo>
                  <a:lnTo>
                    <a:pt x="352705" y="270256"/>
                  </a:lnTo>
                  <a:lnTo>
                    <a:pt x="353669" y="273151"/>
                  </a:lnTo>
                  <a:lnTo>
                    <a:pt x="354633" y="275622"/>
                  </a:lnTo>
                  <a:lnTo>
                    <a:pt x="355597" y="277666"/>
                  </a:lnTo>
                  <a:lnTo>
                    <a:pt x="356561" y="279311"/>
                  </a:lnTo>
                  <a:lnTo>
                    <a:pt x="357525" y="280612"/>
                  </a:lnTo>
                  <a:lnTo>
                    <a:pt x="358489" y="281579"/>
                  </a:lnTo>
                  <a:lnTo>
                    <a:pt x="359454" y="282204"/>
                  </a:lnTo>
                  <a:lnTo>
                    <a:pt x="360418" y="282574"/>
                  </a:lnTo>
                  <a:lnTo>
                    <a:pt x="361382" y="282702"/>
                  </a:lnTo>
                  <a:lnTo>
                    <a:pt x="362346" y="282604"/>
                  </a:lnTo>
                  <a:lnTo>
                    <a:pt x="363310" y="282265"/>
                  </a:lnTo>
                  <a:lnTo>
                    <a:pt x="364274" y="281737"/>
                  </a:lnTo>
                  <a:lnTo>
                    <a:pt x="365238" y="281148"/>
                  </a:lnTo>
                  <a:lnTo>
                    <a:pt x="366202" y="280637"/>
                  </a:lnTo>
                  <a:lnTo>
                    <a:pt x="367166" y="280172"/>
                  </a:lnTo>
                  <a:lnTo>
                    <a:pt x="368130" y="279732"/>
                  </a:lnTo>
                  <a:lnTo>
                    <a:pt x="369094" y="279340"/>
                  </a:lnTo>
                  <a:lnTo>
                    <a:pt x="370058" y="279045"/>
                  </a:lnTo>
                  <a:lnTo>
                    <a:pt x="371022" y="278857"/>
                  </a:lnTo>
                  <a:lnTo>
                    <a:pt x="371986" y="278780"/>
                  </a:lnTo>
                  <a:lnTo>
                    <a:pt x="372950" y="278786"/>
                  </a:lnTo>
                  <a:lnTo>
                    <a:pt x="373914" y="278870"/>
                  </a:lnTo>
                  <a:lnTo>
                    <a:pt x="374878" y="278933"/>
                  </a:lnTo>
                  <a:lnTo>
                    <a:pt x="375842" y="278881"/>
                  </a:lnTo>
                  <a:lnTo>
                    <a:pt x="376806" y="278715"/>
                  </a:lnTo>
                  <a:lnTo>
                    <a:pt x="377770" y="278478"/>
                  </a:lnTo>
                  <a:lnTo>
                    <a:pt x="378734" y="278178"/>
                  </a:lnTo>
                  <a:lnTo>
                    <a:pt x="379698" y="277748"/>
                  </a:lnTo>
                  <a:lnTo>
                    <a:pt x="380662" y="277089"/>
                  </a:lnTo>
                  <a:lnTo>
                    <a:pt x="381626" y="276171"/>
                  </a:lnTo>
                  <a:lnTo>
                    <a:pt x="382590" y="274993"/>
                  </a:lnTo>
                  <a:lnTo>
                    <a:pt x="383554" y="273546"/>
                  </a:lnTo>
                  <a:lnTo>
                    <a:pt x="384518" y="271792"/>
                  </a:lnTo>
                  <a:lnTo>
                    <a:pt x="385482" y="269763"/>
                  </a:lnTo>
                  <a:lnTo>
                    <a:pt x="386446" y="267483"/>
                  </a:lnTo>
                  <a:lnTo>
                    <a:pt x="387410" y="264898"/>
                  </a:lnTo>
                  <a:lnTo>
                    <a:pt x="388374" y="262026"/>
                  </a:lnTo>
                  <a:lnTo>
                    <a:pt x="389338" y="258988"/>
                  </a:lnTo>
                  <a:lnTo>
                    <a:pt x="390302" y="255938"/>
                  </a:lnTo>
                  <a:lnTo>
                    <a:pt x="391266" y="252913"/>
                  </a:lnTo>
                  <a:lnTo>
                    <a:pt x="392230" y="249878"/>
                  </a:lnTo>
                  <a:lnTo>
                    <a:pt x="393194" y="246833"/>
                  </a:lnTo>
                  <a:lnTo>
                    <a:pt x="394158" y="243822"/>
                  </a:lnTo>
                  <a:lnTo>
                    <a:pt x="395122" y="240899"/>
                  </a:lnTo>
                  <a:lnTo>
                    <a:pt x="396086" y="238153"/>
                  </a:lnTo>
                  <a:lnTo>
                    <a:pt x="397050" y="235600"/>
                  </a:lnTo>
                  <a:lnTo>
                    <a:pt x="398014" y="233248"/>
                  </a:lnTo>
                  <a:lnTo>
                    <a:pt x="398978" y="231133"/>
                  </a:lnTo>
                  <a:lnTo>
                    <a:pt x="399942" y="229256"/>
                  </a:lnTo>
                  <a:lnTo>
                    <a:pt x="400906" y="227613"/>
                  </a:lnTo>
                  <a:lnTo>
                    <a:pt x="401870" y="226256"/>
                  </a:lnTo>
                  <a:lnTo>
                    <a:pt x="402834" y="225209"/>
                  </a:lnTo>
                  <a:lnTo>
                    <a:pt x="403798" y="224470"/>
                  </a:lnTo>
                  <a:lnTo>
                    <a:pt x="404762" y="224063"/>
                  </a:lnTo>
                  <a:lnTo>
                    <a:pt x="405726" y="223989"/>
                  </a:lnTo>
                  <a:lnTo>
                    <a:pt x="406690" y="224278"/>
                  </a:lnTo>
                  <a:lnTo>
                    <a:pt x="407654" y="224986"/>
                  </a:lnTo>
                  <a:lnTo>
                    <a:pt x="408618" y="226127"/>
                  </a:lnTo>
                  <a:lnTo>
                    <a:pt x="409582" y="227668"/>
                  </a:lnTo>
                  <a:lnTo>
                    <a:pt x="410546" y="229560"/>
                  </a:lnTo>
                  <a:lnTo>
                    <a:pt x="411510" y="231808"/>
                  </a:lnTo>
                  <a:lnTo>
                    <a:pt x="412474" y="234413"/>
                  </a:lnTo>
                  <a:lnTo>
                    <a:pt x="413438" y="237351"/>
                  </a:lnTo>
                  <a:lnTo>
                    <a:pt x="414402" y="240449"/>
                  </a:lnTo>
                  <a:lnTo>
                    <a:pt x="415366" y="243691"/>
                  </a:lnTo>
                  <a:lnTo>
                    <a:pt x="416330" y="247100"/>
                  </a:lnTo>
                  <a:lnTo>
                    <a:pt x="417294" y="250656"/>
                  </a:lnTo>
                  <a:lnTo>
                    <a:pt x="418258" y="254365"/>
                  </a:lnTo>
                  <a:lnTo>
                    <a:pt x="419222" y="258184"/>
                  </a:lnTo>
                  <a:lnTo>
                    <a:pt x="420186" y="262122"/>
                  </a:lnTo>
                  <a:lnTo>
                    <a:pt x="421150" y="266109"/>
                  </a:lnTo>
                  <a:lnTo>
                    <a:pt x="422114" y="270085"/>
                  </a:lnTo>
                  <a:lnTo>
                    <a:pt x="423078" y="274017"/>
                  </a:lnTo>
                  <a:lnTo>
                    <a:pt x="424042" y="277945"/>
                  </a:lnTo>
                  <a:lnTo>
                    <a:pt x="425006" y="281924"/>
                  </a:lnTo>
                  <a:lnTo>
                    <a:pt x="425970" y="285899"/>
                  </a:lnTo>
                  <a:lnTo>
                    <a:pt x="426934" y="289824"/>
                  </a:lnTo>
                  <a:lnTo>
                    <a:pt x="427898" y="293707"/>
                  </a:lnTo>
                  <a:lnTo>
                    <a:pt x="428862" y="297613"/>
                  </a:lnTo>
                  <a:lnTo>
                    <a:pt x="429826" y="301547"/>
                  </a:lnTo>
                  <a:lnTo>
                    <a:pt x="430790" y="305509"/>
                  </a:lnTo>
                  <a:lnTo>
                    <a:pt x="431754" y="309498"/>
                  </a:lnTo>
                  <a:lnTo>
                    <a:pt x="432718" y="313526"/>
                  </a:lnTo>
                  <a:lnTo>
                    <a:pt x="433682" y="317615"/>
                  </a:lnTo>
                  <a:lnTo>
                    <a:pt x="434646" y="321684"/>
                  </a:lnTo>
                  <a:lnTo>
                    <a:pt x="435610" y="325761"/>
                  </a:lnTo>
                  <a:lnTo>
                    <a:pt x="436574" y="329864"/>
                  </a:lnTo>
                  <a:lnTo>
                    <a:pt x="437538" y="333980"/>
                  </a:lnTo>
                  <a:lnTo>
                    <a:pt x="438502" y="338029"/>
                  </a:lnTo>
                  <a:lnTo>
                    <a:pt x="439466" y="341930"/>
                  </a:lnTo>
                  <a:lnTo>
                    <a:pt x="440430" y="345753"/>
                  </a:lnTo>
                  <a:lnTo>
                    <a:pt x="441394" y="349518"/>
                  </a:lnTo>
                  <a:lnTo>
                    <a:pt x="442358" y="353220"/>
                  </a:lnTo>
                  <a:lnTo>
                    <a:pt x="443322" y="356830"/>
                  </a:lnTo>
                  <a:lnTo>
                    <a:pt x="444286" y="360258"/>
                  </a:lnTo>
                  <a:lnTo>
                    <a:pt x="445250" y="363430"/>
                  </a:lnTo>
                  <a:lnTo>
                    <a:pt x="446214" y="366294"/>
                  </a:lnTo>
                  <a:lnTo>
                    <a:pt x="447178" y="368807"/>
                  </a:lnTo>
                  <a:lnTo>
                    <a:pt x="448142" y="370946"/>
                  </a:lnTo>
                  <a:lnTo>
                    <a:pt x="449106" y="372748"/>
                  </a:lnTo>
                  <a:lnTo>
                    <a:pt x="450070" y="374232"/>
                  </a:lnTo>
                  <a:lnTo>
                    <a:pt x="451034" y="375360"/>
                  </a:lnTo>
                  <a:lnTo>
                    <a:pt x="451998" y="376089"/>
                  </a:lnTo>
                  <a:lnTo>
                    <a:pt x="452962" y="376386"/>
                  </a:lnTo>
                  <a:lnTo>
                    <a:pt x="453926" y="376240"/>
                  </a:lnTo>
                  <a:lnTo>
                    <a:pt x="454890" y="375622"/>
                  </a:lnTo>
                  <a:lnTo>
                    <a:pt x="455854" y="374471"/>
                  </a:lnTo>
                  <a:lnTo>
                    <a:pt x="456818" y="372721"/>
                  </a:lnTo>
                  <a:lnTo>
                    <a:pt x="457782" y="370385"/>
                  </a:lnTo>
                  <a:lnTo>
                    <a:pt x="458746" y="367569"/>
                  </a:lnTo>
                  <a:lnTo>
                    <a:pt x="459710" y="364346"/>
                  </a:lnTo>
                  <a:lnTo>
                    <a:pt x="460674" y="360772"/>
                  </a:lnTo>
                  <a:lnTo>
                    <a:pt x="461638" y="356857"/>
                  </a:lnTo>
                  <a:lnTo>
                    <a:pt x="462602" y="352623"/>
                  </a:lnTo>
                  <a:lnTo>
                    <a:pt x="463566" y="348104"/>
                  </a:lnTo>
                  <a:lnTo>
                    <a:pt x="464530" y="343284"/>
                  </a:lnTo>
                  <a:lnTo>
                    <a:pt x="465494" y="338182"/>
                  </a:lnTo>
                  <a:lnTo>
                    <a:pt x="466458" y="332824"/>
                  </a:lnTo>
                  <a:lnTo>
                    <a:pt x="467422" y="327233"/>
                  </a:lnTo>
                  <a:lnTo>
                    <a:pt x="468386" y="321423"/>
                  </a:lnTo>
                  <a:lnTo>
                    <a:pt x="469350" y="315427"/>
                  </a:lnTo>
                  <a:lnTo>
                    <a:pt x="470315" y="309307"/>
                  </a:lnTo>
                  <a:lnTo>
                    <a:pt x="471279" y="303151"/>
                  </a:lnTo>
                  <a:lnTo>
                    <a:pt x="472243" y="296952"/>
                  </a:lnTo>
                  <a:lnTo>
                    <a:pt x="473207" y="290721"/>
                  </a:lnTo>
                  <a:lnTo>
                    <a:pt x="474171" y="284455"/>
                  </a:lnTo>
                  <a:lnTo>
                    <a:pt x="475135" y="278227"/>
                  </a:lnTo>
                  <a:lnTo>
                    <a:pt x="476099" y="272084"/>
                  </a:lnTo>
                  <a:lnTo>
                    <a:pt x="477063" y="266033"/>
                  </a:lnTo>
                  <a:lnTo>
                    <a:pt x="478027" y="260104"/>
                  </a:lnTo>
                  <a:lnTo>
                    <a:pt x="478991" y="254326"/>
                  </a:lnTo>
                  <a:lnTo>
                    <a:pt x="479955" y="248715"/>
                  </a:lnTo>
                  <a:lnTo>
                    <a:pt x="480919" y="243273"/>
                  </a:lnTo>
                  <a:lnTo>
                    <a:pt x="481883" y="238002"/>
                  </a:lnTo>
                  <a:lnTo>
                    <a:pt x="482847" y="232961"/>
                  </a:lnTo>
                  <a:lnTo>
                    <a:pt x="483811" y="228184"/>
                  </a:lnTo>
                  <a:lnTo>
                    <a:pt x="484775" y="223677"/>
                  </a:lnTo>
                  <a:lnTo>
                    <a:pt x="485739" y="219408"/>
                  </a:lnTo>
                  <a:lnTo>
                    <a:pt x="486703" y="215397"/>
                  </a:lnTo>
                  <a:lnTo>
                    <a:pt x="487667" y="211663"/>
                  </a:lnTo>
                  <a:lnTo>
                    <a:pt x="488631" y="208170"/>
                  </a:lnTo>
                  <a:lnTo>
                    <a:pt x="489595" y="204863"/>
                  </a:lnTo>
                  <a:lnTo>
                    <a:pt x="490559" y="201721"/>
                  </a:lnTo>
                  <a:lnTo>
                    <a:pt x="491523" y="198735"/>
                  </a:lnTo>
                  <a:lnTo>
                    <a:pt x="492487" y="195930"/>
                  </a:lnTo>
                  <a:lnTo>
                    <a:pt x="493451" y="193366"/>
                  </a:lnTo>
                  <a:lnTo>
                    <a:pt x="494415" y="191109"/>
                  </a:lnTo>
                  <a:lnTo>
                    <a:pt x="495379" y="189206"/>
                  </a:lnTo>
                  <a:lnTo>
                    <a:pt x="496343" y="187675"/>
                  </a:lnTo>
                  <a:lnTo>
                    <a:pt x="497307" y="186460"/>
                  </a:lnTo>
                  <a:lnTo>
                    <a:pt x="498271" y="185528"/>
                  </a:lnTo>
                  <a:lnTo>
                    <a:pt x="499235" y="184861"/>
                  </a:lnTo>
                  <a:lnTo>
                    <a:pt x="500199" y="184459"/>
                  </a:lnTo>
                  <a:lnTo>
                    <a:pt x="501163" y="184390"/>
                  </a:lnTo>
                  <a:lnTo>
                    <a:pt x="502127" y="184677"/>
                  </a:lnTo>
                  <a:lnTo>
                    <a:pt x="503091" y="185306"/>
                  </a:lnTo>
                  <a:lnTo>
                    <a:pt x="504055" y="186313"/>
                  </a:lnTo>
                  <a:lnTo>
                    <a:pt x="505019" y="187736"/>
                  </a:lnTo>
                  <a:lnTo>
                    <a:pt x="505983" y="189584"/>
                  </a:lnTo>
                  <a:lnTo>
                    <a:pt x="506947" y="191800"/>
                  </a:lnTo>
                  <a:lnTo>
                    <a:pt x="507911" y="194301"/>
                  </a:lnTo>
                  <a:lnTo>
                    <a:pt x="508875" y="197015"/>
                  </a:lnTo>
                  <a:lnTo>
                    <a:pt x="509839" y="199892"/>
                  </a:lnTo>
                  <a:lnTo>
                    <a:pt x="510803" y="202953"/>
                  </a:lnTo>
                  <a:lnTo>
                    <a:pt x="511767" y="206293"/>
                  </a:lnTo>
                  <a:lnTo>
                    <a:pt x="512731" y="209928"/>
                  </a:lnTo>
                  <a:lnTo>
                    <a:pt x="513695" y="213767"/>
                  </a:lnTo>
                  <a:lnTo>
                    <a:pt x="514659" y="217840"/>
                  </a:lnTo>
                  <a:lnTo>
                    <a:pt x="515623" y="222170"/>
                  </a:lnTo>
                  <a:lnTo>
                    <a:pt x="516587" y="226712"/>
                  </a:lnTo>
                  <a:lnTo>
                    <a:pt x="517551" y="231471"/>
                  </a:lnTo>
                  <a:lnTo>
                    <a:pt x="518515" y="236455"/>
                  </a:lnTo>
                  <a:lnTo>
                    <a:pt x="519479" y="241671"/>
                  </a:lnTo>
                  <a:lnTo>
                    <a:pt x="520443" y="247176"/>
                  </a:lnTo>
                  <a:lnTo>
                    <a:pt x="521407" y="252978"/>
                  </a:lnTo>
                  <a:lnTo>
                    <a:pt x="522371" y="259100"/>
                  </a:lnTo>
                  <a:lnTo>
                    <a:pt x="523335" y="265516"/>
                  </a:lnTo>
                  <a:lnTo>
                    <a:pt x="524299" y="272176"/>
                  </a:lnTo>
                  <a:lnTo>
                    <a:pt x="525263" y="279103"/>
                  </a:lnTo>
                  <a:lnTo>
                    <a:pt x="526227" y="286217"/>
                  </a:lnTo>
                  <a:lnTo>
                    <a:pt x="527191" y="293470"/>
                  </a:lnTo>
                  <a:lnTo>
                    <a:pt x="528155" y="300936"/>
                  </a:lnTo>
                  <a:lnTo>
                    <a:pt x="529119" y="308531"/>
                  </a:lnTo>
                  <a:lnTo>
                    <a:pt x="530083" y="316172"/>
                  </a:lnTo>
                  <a:lnTo>
                    <a:pt x="531047" y="323847"/>
                  </a:lnTo>
                  <a:lnTo>
                    <a:pt x="532011" y="331494"/>
                  </a:lnTo>
                  <a:lnTo>
                    <a:pt x="532975" y="339061"/>
                  </a:lnTo>
                  <a:lnTo>
                    <a:pt x="533939" y="346508"/>
                  </a:lnTo>
                  <a:lnTo>
                    <a:pt x="534903" y="353783"/>
                  </a:lnTo>
                  <a:lnTo>
                    <a:pt x="535867" y="360791"/>
                  </a:lnTo>
                  <a:lnTo>
                    <a:pt x="536831" y="367508"/>
                  </a:lnTo>
                  <a:lnTo>
                    <a:pt x="537795" y="373941"/>
                  </a:lnTo>
                  <a:lnTo>
                    <a:pt x="538759" y="380068"/>
                  </a:lnTo>
                  <a:lnTo>
                    <a:pt x="539478" y="38443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100025" y="5628751"/>
              <a:ext cx="71115" cy="131651"/>
            </a:xfrm>
            <a:custGeom>
              <a:avLst/>
              <a:pathLst>
                <a:path w="71115" h="131651">
                  <a:moveTo>
                    <a:pt x="0" y="131651"/>
                  </a:moveTo>
                  <a:lnTo>
                    <a:pt x="535" y="128262"/>
                  </a:lnTo>
                  <a:lnTo>
                    <a:pt x="1499" y="122233"/>
                  </a:lnTo>
                  <a:lnTo>
                    <a:pt x="2463" y="116329"/>
                  </a:lnTo>
                  <a:lnTo>
                    <a:pt x="3427" y="110565"/>
                  </a:lnTo>
                  <a:lnTo>
                    <a:pt x="4391" y="104996"/>
                  </a:lnTo>
                  <a:lnTo>
                    <a:pt x="5355" y="99590"/>
                  </a:lnTo>
                  <a:lnTo>
                    <a:pt x="6319" y="94289"/>
                  </a:lnTo>
                  <a:lnTo>
                    <a:pt x="7284" y="89036"/>
                  </a:lnTo>
                  <a:lnTo>
                    <a:pt x="8248" y="83787"/>
                  </a:lnTo>
                  <a:lnTo>
                    <a:pt x="9212" y="78554"/>
                  </a:lnTo>
                  <a:lnTo>
                    <a:pt x="10176" y="73355"/>
                  </a:lnTo>
                  <a:lnTo>
                    <a:pt x="11140" y="68203"/>
                  </a:lnTo>
                  <a:lnTo>
                    <a:pt x="12104" y="63101"/>
                  </a:lnTo>
                  <a:lnTo>
                    <a:pt x="13068" y="58043"/>
                  </a:lnTo>
                  <a:lnTo>
                    <a:pt x="14032" y="53011"/>
                  </a:lnTo>
                  <a:lnTo>
                    <a:pt x="14996" y="47957"/>
                  </a:lnTo>
                  <a:lnTo>
                    <a:pt x="15960" y="42951"/>
                  </a:lnTo>
                  <a:lnTo>
                    <a:pt x="16924" y="38034"/>
                  </a:lnTo>
                  <a:lnTo>
                    <a:pt x="17888" y="33217"/>
                  </a:lnTo>
                  <a:lnTo>
                    <a:pt x="18852" y="28578"/>
                  </a:lnTo>
                  <a:lnTo>
                    <a:pt x="19816" y="24184"/>
                  </a:lnTo>
                  <a:lnTo>
                    <a:pt x="20780" y="20050"/>
                  </a:lnTo>
                  <a:lnTo>
                    <a:pt x="21744" y="16193"/>
                  </a:lnTo>
                  <a:lnTo>
                    <a:pt x="22708" y="12648"/>
                  </a:lnTo>
                  <a:lnTo>
                    <a:pt x="23672" y="9428"/>
                  </a:lnTo>
                  <a:lnTo>
                    <a:pt x="24636" y="6594"/>
                  </a:lnTo>
                  <a:lnTo>
                    <a:pt x="25600" y="4202"/>
                  </a:lnTo>
                  <a:lnTo>
                    <a:pt x="26564" y="2365"/>
                  </a:lnTo>
                  <a:lnTo>
                    <a:pt x="27528" y="1117"/>
                  </a:lnTo>
                  <a:lnTo>
                    <a:pt x="28492" y="331"/>
                  </a:lnTo>
                  <a:lnTo>
                    <a:pt x="29456" y="0"/>
                  </a:lnTo>
                  <a:lnTo>
                    <a:pt x="30420" y="147"/>
                  </a:lnTo>
                  <a:lnTo>
                    <a:pt x="31384" y="722"/>
                  </a:lnTo>
                  <a:lnTo>
                    <a:pt x="32348" y="1699"/>
                  </a:lnTo>
                  <a:lnTo>
                    <a:pt x="33312" y="3015"/>
                  </a:lnTo>
                  <a:lnTo>
                    <a:pt x="34276" y="4671"/>
                  </a:lnTo>
                  <a:lnTo>
                    <a:pt x="35240" y="6658"/>
                  </a:lnTo>
                  <a:lnTo>
                    <a:pt x="36204" y="8968"/>
                  </a:lnTo>
                  <a:lnTo>
                    <a:pt x="37168" y="11595"/>
                  </a:lnTo>
                  <a:lnTo>
                    <a:pt x="38132" y="14515"/>
                  </a:lnTo>
                  <a:lnTo>
                    <a:pt x="39096" y="17666"/>
                  </a:lnTo>
                  <a:lnTo>
                    <a:pt x="40060" y="21009"/>
                  </a:lnTo>
                  <a:lnTo>
                    <a:pt x="41024" y="24492"/>
                  </a:lnTo>
                  <a:lnTo>
                    <a:pt x="41988" y="28048"/>
                  </a:lnTo>
                  <a:lnTo>
                    <a:pt x="42952" y="31789"/>
                  </a:lnTo>
                  <a:lnTo>
                    <a:pt x="43916" y="35642"/>
                  </a:lnTo>
                  <a:lnTo>
                    <a:pt x="44880" y="39507"/>
                  </a:lnTo>
                  <a:lnTo>
                    <a:pt x="45844" y="43377"/>
                  </a:lnTo>
                  <a:lnTo>
                    <a:pt x="46808" y="47243"/>
                  </a:lnTo>
                  <a:lnTo>
                    <a:pt x="47772" y="51084"/>
                  </a:lnTo>
                  <a:lnTo>
                    <a:pt x="48736" y="54889"/>
                  </a:lnTo>
                  <a:lnTo>
                    <a:pt x="49700" y="58611"/>
                  </a:lnTo>
                  <a:lnTo>
                    <a:pt x="50664" y="62186"/>
                  </a:lnTo>
                  <a:lnTo>
                    <a:pt x="51628" y="65626"/>
                  </a:lnTo>
                  <a:lnTo>
                    <a:pt x="52592" y="68933"/>
                  </a:lnTo>
                  <a:lnTo>
                    <a:pt x="53556" y="72147"/>
                  </a:lnTo>
                  <a:lnTo>
                    <a:pt x="54520" y="75322"/>
                  </a:lnTo>
                  <a:lnTo>
                    <a:pt x="55484" y="78476"/>
                  </a:lnTo>
                  <a:lnTo>
                    <a:pt x="56448" y="81682"/>
                  </a:lnTo>
                  <a:lnTo>
                    <a:pt x="57412" y="84913"/>
                  </a:lnTo>
                  <a:lnTo>
                    <a:pt x="58376" y="88155"/>
                  </a:lnTo>
                  <a:lnTo>
                    <a:pt x="59340" y="91412"/>
                  </a:lnTo>
                  <a:lnTo>
                    <a:pt x="60304" y="94668"/>
                  </a:lnTo>
                  <a:lnTo>
                    <a:pt x="61268" y="97962"/>
                  </a:lnTo>
                  <a:lnTo>
                    <a:pt x="62232" y="101331"/>
                  </a:lnTo>
                  <a:lnTo>
                    <a:pt x="63196" y="104776"/>
                  </a:lnTo>
                  <a:lnTo>
                    <a:pt x="64160" y="108319"/>
                  </a:lnTo>
                  <a:lnTo>
                    <a:pt x="65124" y="111919"/>
                  </a:lnTo>
                  <a:lnTo>
                    <a:pt x="66088" y="115537"/>
                  </a:lnTo>
                  <a:lnTo>
                    <a:pt x="67052" y="119106"/>
                  </a:lnTo>
                  <a:lnTo>
                    <a:pt x="68016" y="122501"/>
                  </a:lnTo>
                  <a:lnTo>
                    <a:pt x="68980" y="125664"/>
                  </a:lnTo>
                  <a:lnTo>
                    <a:pt x="69944" y="128560"/>
                  </a:lnTo>
                  <a:lnTo>
                    <a:pt x="70908" y="131157"/>
                  </a:lnTo>
                  <a:lnTo>
                    <a:pt x="71115" y="13165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183958" y="5604646"/>
              <a:ext cx="85678" cy="155756"/>
            </a:xfrm>
            <a:custGeom>
              <a:avLst/>
              <a:pathLst>
                <a:path w="85678" h="155756">
                  <a:moveTo>
                    <a:pt x="0" y="155756"/>
                  </a:moveTo>
                  <a:lnTo>
                    <a:pt x="471" y="154746"/>
                  </a:lnTo>
                  <a:lnTo>
                    <a:pt x="1435" y="152409"/>
                  </a:lnTo>
                  <a:lnTo>
                    <a:pt x="2399" y="149820"/>
                  </a:lnTo>
                  <a:lnTo>
                    <a:pt x="3363" y="146998"/>
                  </a:lnTo>
                  <a:lnTo>
                    <a:pt x="4327" y="143998"/>
                  </a:lnTo>
                  <a:lnTo>
                    <a:pt x="5291" y="140815"/>
                  </a:lnTo>
                  <a:lnTo>
                    <a:pt x="6255" y="137514"/>
                  </a:lnTo>
                  <a:lnTo>
                    <a:pt x="7219" y="134155"/>
                  </a:lnTo>
                  <a:lnTo>
                    <a:pt x="8183" y="130692"/>
                  </a:lnTo>
                  <a:lnTo>
                    <a:pt x="9147" y="127123"/>
                  </a:lnTo>
                  <a:lnTo>
                    <a:pt x="10111" y="123464"/>
                  </a:lnTo>
                  <a:lnTo>
                    <a:pt x="11075" y="119716"/>
                  </a:lnTo>
                  <a:lnTo>
                    <a:pt x="12039" y="115898"/>
                  </a:lnTo>
                  <a:lnTo>
                    <a:pt x="13003" y="112011"/>
                  </a:lnTo>
                  <a:lnTo>
                    <a:pt x="13967" y="108100"/>
                  </a:lnTo>
                  <a:lnTo>
                    <a:pt x="14931" y="104258"/>
                  </a:lnTo>
                  <a:lnTo>
                    <a:pt x="15895" y="100534"/>
                  </a:lnTo>
                  <a:lnTo>
                    <a:pt x="16859" y="96917"/>
                  </a:lnTo>
                  <a:lnTo>
                    <a:pt x="17823" y="93372"/>
                  </a:lnTo>
                  <a:lnTo>
                    <a:pt x="18787" y="89852"/>
                  </a:lnTo>
                  <a:lnTo>
                    <a:pt x="19751" y="86391"/>
                  </a:lnTo>
                  <a:lnTo>
                    <a:pt x="20715" y="82955"/>
                  </a:lnTo>
                  <a:lnTo>
                    <a:pt x="21679" y="79498"/>
                  </a:lnTo>
                  <a:lnTo>
                    <a:pt x="22643" y="76103"/>
                  </a:lnTo>
                  <a:lnTo>
                    <a:pt x="23607" y="72774"/>
                  </a:lnTo>
                  <a:lnTo>
                    <a:pt x="24571" y="69498"/>
                  </a:lnTo>
                  <a:lnTo>
                    <a:pt x="25535" y="66275"/>
                  </a:lnTo>
                  <a:lnTo>
                    <a:pt x="26499" y="63064"/>
                  </a:lnTo>
                  <a:lnTo>
                    <a:pt x="27463" y="59849"/>
                  </a:lnTo>
                  <a:lnTo>
                    <a:pt x="28427" y="56596"/>
                  </a:lnTo>
                  <a:lnTo>
                    <a:pt x="29391" y="53256"/>
                  </a:lnTo>
                  <a:lnTo>
                    <a:pt x="30355" y="49852"/>
                  </a:lnTo>
                  <a:lnTo>
                    <a:pt x="31319" y="46403"/>
                  </a:lnTo>
                  <a:lnTo>
                    <a:pt x="32283" y="42984"/>
                  </a:lnTo>
                  <a:lnTo>
                    <a:pt x="33247" y="39653"/>
                  </a:lnTo>
                  <a:lnTo>
                    <a:pt x="34211" y="36439"/>
                  </a:lnTo>
                  <a:lnTo>
                    <a:pt x="35175" y="33385"/>
                  </a:lnTo>
                  <a:lnTo>
                    <a:pt x="36140" y="30485"/>
                  </a:lnTo>
                  <a:lnTo>
                    <a:pt x="37104" y="27737"/>
                  </a:lnTo>
                  <a:lnTo>
                    <a:pt x="38068" y="25136"/>
                  </a:lnTo>
                  <a:lnTo>
                    <a:pt x="39032" y="22587"/>
                  </a:lnTo>
                  <a:lnTo>
                    <a:pt x="39996" y="20117"/>
                  </a:lnTo>
                  <a:lnTo>
                    <a:pt x="40960" y="17793"/>
                  </a:lnTo>
                  <a:lnTo>
                    <a:pt x="41924" y="15630"/>
                  </a:lnTo>
                  <a:lnTo>
                    <a:pt x="42888" y="13566"/>
                  </a:lnTo>
                  <a:lnTo>
                    <a:pt x="43852" y="11642"/>
                  </a:lnTo>
                  <a:lnTo>
                    <a:pt x="44816" y="9837"/>
                  </a:lnTo>
                  <a:lnTo>
                    <a:pt x="45780" y="8149"/>
                  </a:lnTo>
                  <a:lnTo>
                    <a:pt x="46744" y="6541"/>
                  </a:lnTo>
                  <a:lnTo>
                    <a:pt x="47708" y="5033"/>
                  </a:lnTo>
                  <a:lnTo>
                    <a:pt x="48672" y="3648"/>
                  </a:lnTo>
                  <a:lnTo>
                    <a:pt x="49636" y="2444"/>
                  </a:lnTo>
                  <a:lnTo>
                    <a:pt x="50600" y="1456"/>
                  </a:lnTo>
                  <a:lnTo>
                    <a:pt x="51564" y="694"/>
                  </a:lnTo>
                  <a:lnTo>
                    <a:pt x="52528" y="176"/>
                  </a:lnTo>
                  <a:lnTo>
                    <a:pt x="53492" y="0"/>
                  </a:lnTo>
                  <a:lnTo>
                    <a:pt x="54456" y="206"/>
                  </a:lnTo>
                  <a:lnTo>
                    <a:pt x="55420" y="734"/>
                  </a:lnTo>
                  <a:lnTo>
                    <a:pt x="56384" y="1665"/>
                  </a:lnTo>
                  <a:lnTo>
                    <a:pt x="57348" y="3134"/>
                  </a:lnTo>
                  <a:lnTo>
                    <a:pt x="58312" y="5138"/>
                  </a:lnTo>
                  <a:lnTo>
                    <a:pt x="59276" y="7649"/>
                  </a:lnTo>
                  <a:lnTo>
                    <a:pt x="60240" y="10634"/>
                  </a:lnTo>
                  <a:lnTo>
                    <a:pt x="61204" y="14058"/>
                  </a:lnTo>
                  <a:lnTo>
                    <a:pt x="62168" y="17884"/>
                  </a:lnTo>
                  <a:lnTo>
                    <a:pt x="63132" y="22048"/>
                  </a:lnTo>
                  <a:lnTo>
                    <a:pt x="64096" y="26480"/>
                  </a:lnTo>
                  <a:lnTo>
                    <a:pt x="65060" y="31157"/>
                  </a:lnTo>
                  <a:lnTo>
                    <a:pt x="66024" y="36079"/>
                  </a:lnTo>
                  <a:lnTo>
                    <a:pt x="66988" y="41263"/>
                  </a:lnTo>
                  <a:lnTo>
                    <a:pt x="67952" y="46692"/>
                  </a:lnTo>
                  <a:lnTo>
                    <a:pt x="68916" y="52314"/>
                  </a:lnTo>
                  <a:lnTo>
                    <a:pt x="69880" y="58133"/>
                  </a:lnTo>
                  <a:lnTo>
                    <a:pt x="70844" y="64072"/>
                  </a:lnTo>
                  <a:lnTo>
                    <a:pt x="71808" y="70015"/>
                  </a:lnTo>
                  <a:lnTo>
                    <a:pt x="72772" y="75916"/>
                  </a:lnTo>
                  <a:lnTo>
                    <a:pt x="73736" y="81757"/>
                  </a:lnTo>
                  <a:lnTo>
                    <a:pt x="74700" y="87566"/>
                  </a:lnTo>
                  <a:lnTo>
                    <a:pt x="75664" y="93377"/>
                  </a:lnTo>
                  <a:lnTo>
                    <a:pt x="76628" y="99232"/>
                  </a:lnTo>
                  <a:lnTo>
                    <a:pt x="77592" y="105184"/>
                  </a:lnTo>
                  <a:lnTo>
                    <a:pt x="78556" y="111223"/>
                  </a:lnTo>
                  <a:lnTo>
                    <a:pt x="79520" y="117306"/>
                  </a:lnTo>
                  <a:lnTo>
                    <a:pt x="80484" y="123426"/>
                  </a:lnTo>
                  <a:lnTo>
                    <a:pt x="81448" y="129542"/>
                  </a:lnTo>
                  <a:lnTo>
                    <a:pt x="82412" y="135602"/>
                  </a:lnTo>
                  <a:lnTo>
                    <a:pt x="83376" y="141617"/>
                  </a:lnTo>
                  <a:lnTo>
                    <a:pt x="84340" y="147576"/>
                  </a:lnTo>
                  <a:lnTo>
                    <a:pt x="85304" y="153480"/>
                  </a:lnTo>
                  <a:lnTo>
                    <a:pt x="85678" y="15575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668294" y="5708634"/>
              <a:ext cx="51454" cy="51768"/>
            </a:xfrm>
            <a:custGeom>
              <a:avLst/>
              <a:pathLst>
                <a:path w="51454" h="51768">
                  <a:moveTo>
                    <a:pt x="0" y="51768"/>
                  </a:moveTo>
                  <a:lnTo>
                    <a:pt x="67" y="51509"/>
                  </a:lnTo>
                  <a:lnTo>
                    <a:pt x="1031" y="47843"/>
                  </a:lnTo>
                  <a:lnTo>
                    <a:pt x="1995" y="44221"/>
                  </a:lnTo>
                  <a:lnTo>
                    <a:pt x="2959" y="40730"/>
                  </a:lnTo>
                  <a:lnTo>
                    <a:pt x="3923" y="37430"/>
                  </a:lnTo>
                  <a:lnTo>
                    <a:pt x="4887" y="34305"/>
                  </a:lnTo>
                  <a:lnTo>
                    <a:pt x="5851" y="31373"/>
                  </a:lnTo>
                  <a:lnTo>
                    <a:pt x="6815" y="28629"/>
                  </a:lnTo>
                  <a:lnTo>
                    <a:pt x="7779" y="26067"/>
                  </a:lnTo>
                  <a:lnTo>
                    <a:pt x="8743" y="23688"/>
                  </a:lnTo>
                  <a:lnTo>
                    <a:pt x="9707" y="21486"/>
                  </a:lnTo>
                  <a:lnTo>
                    <a:pt x="10671" y="19446"/>
                  </a:lnTo>
                  <a:lnTo>
                    <a:pt x="11635" y="17505"/>
                  </a:lnTo>
                  <a:lnTo>
                    <a:pt x="12599" y="15643"/>
                  </a:lnTo>
                  <a:lnTo>
                    <a:pt x="13563" y="13880"/>
                  </a:lnTo>
                  <a:lnTo>
                    <a:pt x="14527" y="12193"/>
                  </a:lnTo>
                  <a:lnTo>
                    <a:pt x="15491" y="10533"/>
                  </a:lnTo>
                  <a:lnTo>
                    <a:pt x="16455" y="8960"/>
                  </a:lnTo>
                  <a:lnTo>
                    <a:pt x="17419" y="7498"/>
                  </a:lnTo>
                  <a:lnTo>
                    <a:pt x="18383" y="6131"/>
                  </a:lnTo>
                  <a:lnTo>
                    <a:pt x="19347" y="4889"/>
                  </a:lnTo>
                  <a:lnTo>
                    <a:pt x="20312" y="3753"/>
                  </a:lnTo>
                  <a:lnTo>
                    <a:pt x="21276" y="2717"/>
                  </a:lnTo>
                  <a:lnTo>
                    <a:pt x="22240" y="1815"/>
                  </a:lnTo>
                  <a:lnTo>
                    <a:pt x="23204" y="1064"/>
                  </a:lnTo>
                  <a:lnTo>
                    <a:pt x="24168" y="477"/>
                  </a:lnTo>
                  <a:lnTo>
                    <a:pt x="25132" y="127"/>
                  </a:lnTo>
                  <a:lnTo>
                    <a:pt x="26096" y="0"/>
                  </a:lnTo>
                  <a:lnTo>
                    <a:pt x="27060" y="63"/>
                  </a:lnTo>
                  <a:lnTo>
                    <a:pt x="28024" y="333"/>
                  </a:lnTo>
                  <a:lnTo>
                    <a:pt x="28988" y="815"/>
                  </a:lnTo>
                  <a:lnTo>
                    <a:pt x="29952" y="1428"/>
                  </a:lnTo>
                  <a:lnTo>
                    <a:pt x="30916" y="2107"/>
                  </a:lnTo>
                  <a:lnTo>
                    <a:pt x="31880" y="2862"/>
                  </a:lnTo>
                  <a:lnTo>
                    <a:pt x="32844" y="3654"/>
                  </a:lnTo>
                  <a:lnTo>
                    <a:pt x="33808" y="4506"/>
                  </a:lnTo>
                  <a:lnTo>
                    <a:pt x="34772" y="5449"/>
                  </a:lnTo>
                  <a:lnTo>
                    <a:pt x="35736" y="6508"/>
                  </a:lnTo>
                  <a:lnTo>
                    <a:pt x="36700" y="7683"/>
                  </a:lnTo>
                  <a:lnTo>
                    <a:pt x="37664" y="9014"/>
                  </a:lnTo>
                  <a:lnTo>
                    <a:pt x="38628" y="10526"/>
                  </a:lnTo>
                  <a:lnTo>
                    <a:pt x="39592" y="12223"/>
                  </a:lnTo>
                  <a:lnTo>
                    <a:pt x="40556" y="14139"/>
                  </a:lnTo>
                  <a:lnTo>
                    <a:pt x="41520" y="16327"/>
                  </a:lnTo>
                  <a:lnTo>
                    <a:pt x="42484" y="18764"/>
                  </a:lnTo>
                  <a:lnTo>
                    <a:pt x="43448" y="21446"/>
                  </a:lnTo>
                  <a:lnTo>
                    <a:pt x="44412" y="24385"/>
                  </a:lnTo>
                  <a:lnTo>
                    <a:pt x="45376" y="27558"/>
                  </a:lnTo>
                  <a:lnTo>
                    <a:pt x="46340" y="30911"/>
                  </a:lnTo>
                  <a:lnTo>
                    <a:pt x="47304" y="34466"/>
                  </a:lnTo>
                  <a:lnTo>
                    <a:pt x="48268" y="38243"/>
                  </a:lnTo>
                  <a:lnTo>
                    <a:pt x="49232" y="42191"/>
                  </a:lnTo>
                  <a:lnTo>
                    <a:pt x="50196" y="46281"/>
                  </a:lnTo>
                  <a:lnTo>
                    <a:pt x="51160" y="50476"/>
                  </a:lnTo>
                  <a:lnTo>
                    <a:pt x="51454" y="5176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3804186" y="5479861"/>
              <a:ext cx="243599" cy="280541"/>
            </a:xfrm>
            <a:custGeom>
              <a:avLst/>
              <a:pathLst>
                <a:path w="243599" h="280541">
                  <a:moveTo>
                    <a:pt x="0" y="280541"/>
                  </a:moveTo>
                  <a:lnTo>
                    <a:pt x="100" y="280019"/>
                  </a:lnTo>
                  <a:lnTo>
                    <a:pt x="1064" y="275028"/>
                  </a:lnTo>
                  <a:lnTo>
                    <a:pt x="2028" y="270118"/>
                  </a:lnTo>
                  <a:lnTo>
                    <a:pt x="2992" y="265366"/>
                  </a:lnTo>
                  <a:lnTo>
                    <a:pt x="3956" y="260755"/>
                  </a:lnTo>
                  <a:lnTo>
                    <a:pt x="4920" y="256266"/>
                  </a:lnTo>
                  <a:lnTo>
                    <a:pt x="5884" y="251907"/>
                  </a:lnTo>
                  <a:lnTo>
                    <a:pt x="6848" y="247678"/>
                  </a:lnTo>
                  <a:lnTo>
                    <a:pt x="7812" y="243596"/>
                  </a:lnTo>
                  <a:lnTo>
                    <a:pt x="8776" y="239683"/>
                  </a:lnTo>
                  <a:lnTo>
                    <a:pt x="9740" y="235922"/>
                  </a:lnTo>
                  <a:lnTo>
                    <a:pt x="10704" y="232376"/>
                  </a:lnTo>
                  <a:lnTo>
                    <a:pt x="11668" y="229112"/>
                  </a:lnTo>
                  <a:lnTo>
                    <a:pt x="12632" y="226153"/>
                  </a:lnTo>
                  <a:lnTo>
                    <a:pt x="13596" y="223523"/>
                  </a:lnTo>
                  <a:lnTo>
                    <a:pt x="14560" y="221206"/>
                  </a:lnTo>
                  <a:lnTo>
                    <a:pt x="15524" y="219233"/>
                  </a:lnTo>
                  <a:lnTo>
                    <a:pt x="16488" y="217589"/>
                  </a:lnTo>
                  <a:lnTo>
                    <a:pt x="17452" y="216261"/>
                  </a:lnTo>
                  <a:lnTo>
                    <a:pt x="18416" y="215231"/>
                  </a:lnTo>
                  <a:lnTo>
                    <a:pt x="19380" y="214475"/>
                  </a:lnTo>
                  <a:lnTo>
                    <a:pt x="20344" y="214015"/>
                  </a:lnTo>
                  <a:lnTo>
                    <a:pt x="21308" y="213882"/>
                  </a:lnTo>
                  <a:lnTo>
                    <a:pt x="22272" y="214112"/>
                  </a:lnTo>
                  <a:lnTo>
                    <a:pt x="23236" y="214641"/>
                  </a:lnTo>
                  <a:lnTo>
                    <a:pt x="24200" y="215455"/>
                  </a:lnTo>
                  <a:lnTo>
                    <a:pt x="25164" y="216502"/>
                  </a:lnTo>
                  <a:lnTo>
                    <a:pt x="26128" y="217710"/>
                  </a:lnTo>
                  <a:lnTo>
                    <a:pt x="27092" y="219030"/>
                  </a:lnTo>
                  <a:lnTo>
                    <a:pt x="28056" y="220432"/>
                  </a:lnTo>
                  <a:lnTo>
                    <a:pt x="29020" y="221920"/>
                  </a:lnTo>
                  <a:lnTo>
                    <a:pt x="29984" y="223489"/>
                  </a:lnTo>
                  <a:lnTo>
                    <a:pt x="30948" y="225114"/>
                  </a:lnTo>
                  <a:lnTo>
                    <a:pt x="31912" y="226751"/>
                  </a:lnTo>
                  <a:lnTo>
                    <a:pt x="32876" y="228423"/>
                  </a:lnTo>
                  <a:lnTo>
                    <a:pt x="33840" y="230143"/>
                  </a:lnTo>
                  <a:lnTo>
                    <a:pt x="34804" y="231871"/>
                  </a:lnTo>
                  <a:lnTo>
                    <a:pt x="35769" y="233573"/>
                  </a:lnTo>
                  <a:lnTo>
                    <a:pt x="36733" y="235249"/>
                  </a:lnTo>
                  <a:lnTo>
                    <a:pt x="37697" y="236925"/>
                  </a:lnTo>
                  <a:lnTo>
                    <a:pt x="38661" y="238575"/>
                  </a:lnTo>
                  <a:lnTo>
                    <a:pt x="39625" y="240195"/>
                  </a:lnTo>
                  <a:lnTo>
                    <a:pt x="40589" y="241786"/>
                  </a:lnTo>
                  <a:lnTo>
                    <a:pt x="41553" y="243389"/>
                  </a:lnTo>
                  <a:lnTo>
                    <a:pt x="42517" y="244982"/>
                  </a:lnTo>
                  <a:lnTo>
                    <a:pt x="43481" y="246538"/>
                  </a:lnTo>
                  <a:lnTo>
                    <a:pt x="44445" y="248005"/>
                  </a:lnTo>
                  <a:lnTo>
                    <a:pt x="45409" y="249410"/>
                  </a:lnTo>
                  <a:lnTo>
                    <a:pt x="46373" y="250811"/>
                  </a:lnTo>
                  <a:lnTo>
                    <a:pt x="47337" y="252202"/>
                  </a:lnTo>
                  <a:lnTo>
                    <a:pt x="48301" y="253559"/>
                  </a:lnTo>
                  <a:lnTo>
                    <a:pt x="49265" y="254878"/>
                  </a:lnTo>
                  <a:lnTo>
                    <a:pt x="50229" y="256146"/>
                  </a:lnTo>
                  <a:lnTo>
                    <a:pt x="51193" y="257321"/>
                  </a:lnTo>
                  <a:lnTo>
                    <a:pt x="52157" y="258399"/>
                  </a:lnTo>
                  <a:lnTo>
                    <a:pt x="53121" y="259411"/>
                  </a:lnTo>
                  <a:lnTo>
                    <a:pt x="54085" y="260336"/>
                  </a:lnTo>
                  <a:lnTo>
                    <a:pt x="55049" y="261174"/>
                  </a:lnTo>
                  <a:lnTo>
                    <a:pt x="56013" y="261910"/>
                  </a:lnTo>
                  <a:lnTo>
                    <a:pt x="56977" y="262524"/>
                  </a:lnTo>
                  <a:lnTo>
                    <a:pt x="57941" y="263035"/>
                  </a:lnTo>
                  <a:lnTo>
                    <a:pt x="58905" y="263461"/>
                  </a:lnTo>
                  <a:lnTo>
                    <a:pt x="59869" y="263736"/>
                  </a:lnTo>
                  <a:lnTo>
                    <a:pt x="60833" y="263852"/>
                  </a:lnTo>
                  <a:lnTo>
                    <a:pt x="61797" y="263768"/>
                  </a:lnTo>
                  <a:lnTo>
                    <a:pt x="62761" y="263469"/>
                  </a:lnTo>
                  <a:lnTo>
                    <a:pt x="63725" y="262955"/>
                  </a:lnTo>
                  <a:lnTo>
                    <a:pt x="64689" y="262201"/>
                  </a:lnTo>
                  <a:lnTo>
                    <a:pt x="65653" y="261184"/>
                  </a:lnTo>
                  <a:lnTo>
                    <a:pt x="66617" y="259897"/>
                  </a:lnTo>
                  <a:lnTo>
                    <a:pt x="67581" y="258364"/>
                  </a:lnTo>
                  <a:lnTo>
                    <a:pt x="68545" y="256607"/>
                  </a:lnTo>
                  <a:lnTo>
                    <a:pt x="69509" y="254607"/>
                  </a:lnTo>
                  <a:lnTo>
                    <a:pt x="70473" y="252328"/>
                  </a:lnTo>
                  <a:lnTo>
                    <a:pt x="71437" y="249820"/>
                  </a:lnTo>
                  <a:lnTo>
                    <a:pt x="72401" y="247162"/>
                  </a:lnTo>
                  <a:lnTo>
                    <a:pt x="73365" y="244367"/>
                  </a:lnTo>
                  <a:lnTo>
                    <a:pt x="74329" y="241490"/>
                  </a:lnTo>
                  <a:lnTo>
                    <a:pt x="75293" y="238524"/>
                  </a:lnTo>
                  <a:lnTo>
                    <a:pt x="76257" y="235497"/>
                  </a:lnTo>
                  <a:lnTo>
                    <a:pt x="77221" y="232441"/>
                  </a:lnTo>
                  <a:lnTo>
                    <a:pt x="78185" y="229368"/>
                  </a:lnTo>
                  <a:lnTo>
                    <a:pt x="79149" y="226310"/>
                  </a:lnTo>
                  <a:lnTo>
                    <a:pt x="80113" y="223333"/>
                  </a:lnTo>
                  <a:lnTo>
                    <a:pt x="81077" y="220469"/>
                  </a:lnTo>
                  <a:lnTo>
                    <a:pt x="82041" y="217716"/>
                  </a:lnTo>
                  <a:lnTo>
                    <a:pt x="83005" y="215084"/>
                  </a:lnTo>
                  <a:lnTo>
                    <a:pt x="83969" y="212605"/>
                  </a:lnTo>
                  <a:lnTo>
                    <a:pt x="84933" y="210321"/>
                  </a:lnTo>
                  <a:lnTo>
                    <a:pt x="85897" y="208189"/>
                  </a:lnTo>
                  <a:lnTo>
                    <a:pt x="86861" y="206160"/>
                  </a:lnTo>
                  <a:lnTo>
                    <a:pt x="87825" y="204223"/>
                  </a:lnTo>
                  <a:lnTo>
                    <a:pt x="88789" y="202394"/>
                  </a:lnTo>
                  <a:lnTo>
                    <a:pt x="89753" y="200687"/>
                  </a:lnTo>
                  <a:lnTo>
                    <a:pt x="90717" y="199093"/>
                  </a:lnTo>
                  <a:lnTo>
                    <a:pt x="91681" y="197621"/>
                  </a:lnTo>
                  <a:lnTo>
                    <a:pt x="92645" y="196300"/>
                  </a:lnTo>
                  <a:lnTo>
                    <a:pt x="93609" y="195125"/>
                  </a:lnTo>
                  <a:lnTo>
                    <a:pt x="94573" y="194037"/>
                  </a:lnTo>
                  <a:lnTo>
                    <a:pt x="95537" y="193015"/>
                  </a:lnTo>
                  <a:lnTo>
                    <a:pt x="96501" y="192086"/>
                  </a:lnTo>
                  <a:lnTo>
                    <a:pt x="97465" y="191248"/>
                  </a:lnTo>
                  <a:lnTo>
                    <a:pt x="98429" y="190508"/>
                  </a:lnTo>
                  <a:lnTo>
                    <a:pt x="99393" y="189865"/>
                  </a:lnTo>
                  <a:lnTo>
                    <a:pt x="100357" y="189332"/>
                  </a:lnTo>
                  <a:lnTo>
                    <a:pt x="101321" y="188926"/>
                  </a:lnTo>
                  <a:lnTo>
                    <a:pt x="102285" y="188667"/>
                  </a:lnTo>
                  <a:lnTo>
                    <a:pt x="103249" y="188557"/>
                  </a:lnTo>
                  <a:lnTo>
                    <a:pt x="104213" y="188595"/>
                  </a:lnTo>
                  <a:lnTo>
                    <a:pt x="105177" y="188798"/>
                  </a:lnTo>
                  <a:lnTo>
                    <a:pt x="106141" y="189166"/>
                  </a:lnTo>
                  <a:lnTo>
                    <a:pt x="107105" y="189674"/>
                  </a:lnTo>
                  <a:lnTo>
                    <a:pt x="108069" y="190327"/>
                  </a:lnTo>
                  <a:lnTo>
                    <a:pt x="109033" y="191094"/>
                  </a:lnTo>
                  <a:lnTo>
                    <a:pt x="109997" y="191983"/>
                  </a:lnTo>
                  <a:lnTo>
                    <a:pt x="110961" y="192953"/>
                  </a:lnTo>
                  <a:lnTo>
                    <a:pt x="111925" y="193981"/>
                  </a:lnTo>
                  <a:lnTo>
                    <a:pt x="112889" y="195068"/>
                  </a:lnTo>
                  <a:lnTo>
                    <a:pt x="113853" y="196214"/>
                  </a:lnTo>
                  <a:lnTo>
                    <a:pt x="114817" y="197441"/>
                  </a:lnTo>
                  <a:lnTo>
                    <a:pt x="115781" y="198767"/>
                  </a:lnTo>
                  <a:lnTo>
                    <a:pt x="116745" y="200167"/>
                  </a:lnTo>
                  <a:lnTo>
                    <a:pt x="117709" y="201665"/>
                  </a:lnTo>
                  <a:lnTo>
                    <a:pt x="118673" y="203260"/>
                  </a:lnTo>
                  <a:lnTo>
                    <a:pt x="119637" y="204954"/>
                  </a:lnTo>
                  <a:lnTo>
                    <a:pt x="120601" y="206696"/>
                  </a:lnTo>
                  <a:lnTo>
                    <a:pt x="121565" y="208452"/>
                  </a:lnTo>
                  <a:lnTo>
                    <a:pt x="122529" y="210241"/>
                  </a:lnTo>
                  <a:lnTo>
                    <a:pt x="123493" y="212073"/>
                  </a:lnTo>
                  <a:lnTo>
                    <a:pt x="124457" y="213943"/>
                  </a:lnTo>
                  <a:lnTo>
                    <a:pt x="125421" y="215827"/>
                  </a:lnTo>
                  <a:lnTo>
                    <a:pt x="126385" y="217704"/>
                  </a:lnTo>
                  <a:lnTo>
                    <a:pt x="127349" y="219557"/>
                  </a:lnTo>
                  <a:lnTo>
                    <a:pt x="128313" y="221379"/>
                  </a:lnTo>
                  <a:lnTo>
                    <a:pt x="129277" y="223121"/>
                  </a:lnTo>
                  <a:lnTo>
                    <a:pt x="130241" y="224754"/>
                  </a:lnTo>
                  <a:lnTo>
                    <a:pt x="131205" y="226276"/>
                  </a:lnTo>
                  <a:lnTo>
                    <a:pt x="132169" y="227673"/>
                  </a:lnTo>
                  <a:lnTo>
                    <a:pt x="133133" y="228928"/>
                  </a:lnTo>
                  <a:lnTo>
                    <a:pt x="134097" y="230044"/>
                  </a:lnTo>
                  <a:lnTo>
                    <a:pt x="135061" y="231031"/>
                  </a:lnTo>
                  <a:lnTo>
                    <a:pt x="136025" y="231870"/>
                  </a:lnTo>
                  <a:lnTo>
                    <a:pt x="136989" y="232536"/>
                  </a:lnTo>
                  <a:lnTo>
                    <a:pt x="137953" y="233009"/>
                  </a:lnTo>
                  <a:lnTo>
                    <a:pt x="138917" y="233298"/>
                  </a:lnTo>
                  <a:lnTo>
                    <a:pt x="139881" y="233436"/>
                  </a:lnTo>
                  <a:lnTo>
                    <a:pt x="140845" y="233453"/>
                  </a:lnTo>
                  <a:lnTo>
                    <a:pt x="141809" y="233347"/>
                  </a:lnTo>
                  <a:lnTo>
                    <a:pt x="142773" y="233120"/>
                  </a:lnTo>
                  <a:lnTo>
                    <a:pt x="143737" y="232791"/>
                  </a:lnTo>
                  <a:lnTo>
                    <a:pt x="144701" y="232306"/>
                  </a:lnTo>
                  <a:lnTo>
                    <a:pt x="145665" y="231608"/>
                  </a:lnTo>
                  <a:lnTo>
                    <a:pt x="146630" y="230682"/>
                  </a:lnTo>
                  <a:lnTo>
                    <a:pt x="147594" y="229521"/>
                  </a:lnTo>
                  <a:lnTo>
                    <a:pt x="148558" y="228081"/>
                  </a:lnTo>
                  <a:lnTo>
                    <a:pt x="149522" y="226332"/>
                  </a:lnTo>
                  <a:lnTo>
                    <a:pt x="150486" y="224254"/>
                  </a:lnTo>
                  <a:lnTo>
                    <a:pt x="151450" y="221846"/>
                  </a:lnTo>
                  <a:lnTo>
                    <a:pt x="152414" y="219110"/>
                  </a:lnTo>
                  <a:lnTo>
                    <a:pt x="153378" y="216044"/>
                  </a:lnTo>
                  <a:lnTo>
                    <a:pt x="154342" y="212649"/>
                  </a:lnTo>
                  <a:lnTo>
                    <a:pt x="155306" y="208933"/>
                  </a:lnTo>
                  <a:lnTo>
                    <a:pt x="156270" y="204899"/>
                  </a:lnTo>
                  <a:lnTo>
                    <a:pt x="157234" y="200560"/>
                  </a:lnTo>
                  <a:lnTo>
                    <a:pt x="158198" y="195906"/>
                  </a:lnTo>
                  <a:lnTo>
                    <a:pt x="159162" y="190999"/>
                  </a:lnTo>
                  <a:lnTo>
                    <a:pt x="160126" y="185946"/>
                  </a:lnTo>
                  <a:lnTo>
                    <a:pt x="161090" y="180786"/>
                  </a:lnTo>
                  <a:lnTo>
                    <a:pt x="162054" y="175538"/>
                  </a:lnTo>
                  <a:lnTo>
                    <a:pt x="163018" y="170247"/>
                  </a:lnTo>
                  <a:lnTo>
                    <a:pt x="163982" y="164919"/>
                  </a:lnTo>
                  <a:lnTo>
                    <a:pt x="164946" y="159577"/>
                  </a:lnTo>
                  <a:lnTo>
                    <a:pt x="165910" y="154199"/>
                  </a:lnTo>
                  <a:lnTo>
                    <a:pt x="166874" y="148768"/>
                  </a:lnTo>
                  <a:lnTo>
                    <a:pt x="167838" y="143284"/>
                  </a:lnTo>
                  <a:lnTo>
                    <a:pt x="168802" y="137748"/>
                  </a:lnTo>
                  <a:lnTo>
                    <a:pt x="169766" y="132164"/>
                  </a:lnTo>
                  <a:lnTo>
                    <a:pt x="170730" y="126531"/>
                  </a:lnTo>
                  <a:lnTo>
                    <a:pt x="171694" y="120850"/>
                  </a:lnTo>
                  <a:lnTo>
                    <a:pt x="172658" y="115171"/>
                  </a:lnTo>
                  <a:lnTo>
                    <a:pt x="173622" y="109501"/>
                  </a:lnTo>
                  <a:lnTo>
                    <a:pt x="174586" y="103840"/>
                  </a:lnTo>
                  <a:lnTo>
                    <a:pt x="175550" y="98195"/>
                  </a:lnTo>
                  <a:lnTo>
                    <a:pt x="176514" y="92557"/>
                  </a:lnTo>
                  <a:lnTo>
                    <a:pt x="177478" y="86926"/>
                  </a:lnTo>
                  <a:lnTo>
                    <a:pt x="178442" y="81332"/>
                  </a:lnTo>
                  <a:lnTo>
                    <a:pt x="179406" y="75800"/>
                  </a:lnTo>
                  <a:lnTo>
                    <a:pt x="180370" y="70346"/>
                  </a:lnTo>
                  <a:lnTo>
                    <a:pt x="181334" y="64976"/>
                  </a:lnTo>
                  <a:lnTo>
                    <a:pt x="182298" y="59708"/>
                  </a:lnTo>
                  <a:lnTo>
                    <a:pt x="183262" y="54549"/>
                  </a:lnTo>
                  <a:lnTo>
                    <a:pt x="184226" y="49556"/>
                  </a:lnTo>
                  <a:lnTo>
                    <a:pt x="185190" y="44775"/>
                  </a:lnTo>
                  <a:lnTo>
                    <a:pt x="186154" y="40221"/>
                  </a:lnTo>
                  <a:lnTo>
                    <a:pt x="187118" y="35911"/>
                  </a:lnTo>
                  <a:lnTo>
                    <a:pt x="188082" y="31809"/>
                  </a:lnTo>
                  <a:lnTo>
                    <a:pt x="189046" y="27859"/>
                  </a:lnTo>
                  <a:lnTo>
                    <a:pt x="190010" y="24032"/>
                  </a:lnTo>
                  <a:lnTo>
                    <a:pt x="190974" y="20338"/>
                  </a:lnTo>
                  <a:lnTo>
                    <a:pt x="191938" y="16787"/>
                  </a:lnTo>
                  <a:lnTo>
                    <a:pt x="192902" y="13428"/>
                  </a:lnTo>
                  <a:lnTo>
                    <a:pt x="193866" y="10334"/>
                  </a:lnTo>
                  <a:lnTo>
                    <a:pt x="194830" y="7555"/>
                  </a:lnTo>
                  <a:lnTo>
                    <a:pt x="195794" y="5126"/>
                  </a:lnTo>
                  <a:lnTo>
                    <a:pt x="196758" y="3097"/>
                  </a:lnTo>
                  <a:lnTo>
                    <a:pt x="197722" y="1545"/>
                  </a:lnTo>
                  <a:lnTo>
                    <a:pt x="198686" y="514"/>
                  </a:lnTo>
                  <a:lnTo>
                    <a:pt x="199650" y="0"/>
                  </a:lnTo>
                  <a:lnTo>
                    <a:pt x="200614" y="2"/>
                  </a:lnTo>
                  <a:lnTo>
                    <a:pt x="201578" y="543"/>
                  </a:lnTo>
                  <a:lnTo>
                    <a:pt x="202542" y="1624"/>
                  </a:lnTo>
                  <a:lnTo>
                    <a:pt x="203506" y="3244"/>
                  </a:lnTo>
                  <a:lnTo>
                    <a:pt x="204470" y="5394"/>
                  </a:lnTo>
                  <a:lnTo>
                    <a:pt x="205434" y="8086"/>
                  </a:lnTo>
                  <a:lnTo>
                    <a:pt x="206398" y="11340"/>
                  </a:lnTo>
                  <a:lnTo>
                    <a:pt x="207362" y="15152"/>
                  </a:lnTo>
                  <a:lnTo>
                    <a:pt x="208326" y="19375"/>
                  </a:lnTo>
                  <a:lnTo>
                    <a:pt x="209290" y="23958"/>
                  </a:lnTo>
                  <a:lnTo>
                    <a:pt x="210254" y="28861"/>
                  </a:lnTo>
                  <a:lnTo>
                    <a:pt x="211218" y="34011"/>
                  </a:lnTo>
                  <a:lnTo>
                    <a:pt x="212182" y="39343"/>
                  </a:lnTo>
                  <a:lnTo>
                    <a:pt x="213146" y="44810"/>
                  </a:lnTo>
                  <a:lnTo>
                    <a:pt x="214110" y="50374"/>
                  </a:lnTo>
                  <a:lnTo>
                    <a:pt x="215074" y="56042"/>
                  </a:lnTo>
                  <a:lnTo>
                    <a:pt x="216038" y="61788"/>
                  </a:lnTo>
                  <a:lnTo>
                    <a:pt x="217002" y="67633"/>
                  </a:lnTo>
                  <a:lnTo>
                    <a:pt x="217966" y="73641"/>
                  </a:lnTo>
                  <a:lnTo>
                    <a:pt x="218930" y="79796"/>
                  </a:lnTo>
                  <a:lnTo>
                    <a:pt x="219894" y="86066"/>
                  </a:lnTo>
                  <a:lnTo>
                    <a:pt x="220858" y="92467"/>
                  </a:lnTo>
                  <a:lnTo>
                    <a:pt x="221822" y="98993"/>
                  </a:lnTo>
                  <a:lnTo>
                    <a:pt x="222786" y="105675"/>
                  </a:lnTo>
                  <a:lnTo>
                    <a:pt x="223750" y="112489"/>
                  </a:lnTo>
                  <a:lnTo>
                    <a:pt x="224714" y="119432"/>
                  </a:lnTo>
                  <a:lnTo>
                    <a:pt x="225678" y="126510"/>
                  </a:lnTo>
                  <a:lnTo>
                    <a:pt x="226642" y="133723"/>
                  </a:lnTo>
                  <a:lnTo>
                    <a:pt x="227606" y="141046"/>
                  </a:lnTo>
                  <a:lnTo>
                    <a:pt x="228570" y="148484"/>
                  </a:lnTo>
                  <a:lnTo>
                    <a:pt x="229534" y="156051"/>
                  </a:lnTo>
                  <a:lnTo>
                    <a:pt x="230498" y="163767"/>
                  </a:lnTo>
                  <a:lnTo>
                    <a:pt x="231462" y="171633"/>
                  </a:lnTo>
                  <a:lnTo>
                    <a:pt x="232426" y="179617"/>
                  </a:lnTo>
                  <a:lnTo>
                    <a:pt x="233390" y="187743"/>
                  </a:lnTo>
                  <a:lnTo>
                    <a:pt x="234354" y="196038"/>
                  </a:lnTo>
                  <a:lnTo>
                    <a:pt x="235318" y="204419"/>
                  </a:lnTo>
                  <a:lnTo>
                    <a:pt x="236282" y="212845"/>
                  </a:lnTo>
                  <a:lnTo>
                    <a:pt x="237246" y="221370"/>
                  </a:lnTo>
                  <a:lnTo>
                    <a:pt x="238210" y="230012"/>
                  </a:lnTo>
                  <a:lnTo>
                    <a:pt x="239174" y="238840"/>
                  </a:lnTo>
                  <a:lnTo>
                    <a:pt x="240138" y="247806"/>
                  </a:lnTo>
                  <a:lnTo>
                    <a:pt x="241102" y="256888"/>
                  </a:lnTo>
                  <a:lnTo>
                    <a:pt x="242066" y="266053"/>
                  </a:lnTo>
                  <a:lnTo>
                    <a:pt x="243030" y="275197"/>
                  </a:lnTo>
                  <a:lnTo>
                    <a:pt x="243599" y="28054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4130973" y="5624079"/>
              <a:ext cx="184031" cy="136323"/>
            </a:xfrm>
            <a:custGeom>
              <a:avLst/>
              <a:pathLst>
                <a:path w="184031" h="136323">
                  <a:moveTo>
                    <a:pt x="0" y="136323"/>
                  </a:moveTo>
                  <a:lnTo>
                    <a:pt x="112" y="135685"/>
                  </a:lnTo>
                  <a:lnTo>
                    <a:pt x="1076" y="130325"/>
                  </a:lnTo>
                  <a:lnTo>
                    <a:pt x="2040" y="125116"/>
                  </a:lnTo>
                  <a:lnTo>
                    <a:pt x="3004" y="120037"/>
                  </a:lnTo>
                  <a:lnTo>
                    <a:pt x="3968" y="115108"/>
                  </a:lnTo>
                  <a:lnTo>
                    <a:pt x="4932" y="110387"/>
                  </a:lnTo>
                  <a:lnTo>
                    <a:pt x="5896" y="105775"/>
                  </a:lnTo>
                  <a:lnTo>
                    <a:pt x="6860" y="101262"/>
                  </a:lnTo>
                  <a:lnTo>
                    <a:pt x="7824" y="96865"/>
                  </a:lnTo>
                  <a:lnTo>
                    <a:pt x="8788" y="92591"/>
                  </a:lnTo>
                  <a:lnTo>
                    <a:pt x="9752" y="88527"/>
                  </a:lnTo>
                  <a:lnTo>
                    <a:pt x="10716" y="84680"/>
                  </a:lnTo>
                  <a:lnTo>
                    <a:pt x="11680" y="81015"/>
                  </a:lnTo>
                  <a:lnTo>
                    <a:pt x="12644" y="77515"/>
                  </a:lnTo>
                  <a:lnTo>
                    <a:pt x="13608" y="74144"/>
                  </a:lnTo>
                  <a:lnTo>
                    <a:pt x="14572" y="70849"/>
                  </a:lnTo>
                  <a:lnTo>
                    <a:pt x="15536" y="67633"/>
                  </a:lnTo>
                  <a:lnTo>
                    <a:pt x="16500" y="64438"/>
                  </a:lnTo>
                  <a:lnTo>
                    <a:pt x="17464" y="61321"/>
                  </a:lnTo>
                  <a:lnTo>
                    <a:pt x="18428" y="58283"/>
                  </a:lnTo>
                  <a:lnTo>
                    <a:pt x="19392" y="55252"/>
                  </a:lnTo>
                  <a:lnTo>
                    <a:pt x="20356" y="52213"/>
                  </a:lnTo>
                  <a:lnTo>
                    <a:pt x="21320" y="49149"/>
                  </a:lnTo>
                  <a:lnTo>
                    <a:pt x="22284" y="46064"/>
                  </a:lnTo>
                  <a:lnTo>
                    <a:pt x="23248" y="42932"/>
                  </a:lnTo>
                  <a:lnTo>
                    <a:pt x="24212" y="39786"/>
                  </a:lnTo>
                  <a:lnTo>
                    <a:pt x="25176" y="36702"/>
                  </a:lnTo>
                  <a:lnTo>
                    <a:pt x="26140" y="33677"/>
                  </a:lnTo>
                  <a:lnTo>
                    <a:pt x="27104" y="30729"/>
                  </a:lnTo>
                  <a:lnTo>
                    <a:pt x="28068" y="27842"/>
                  </a:lnTo>
                  <a:lnTo>
                    <a:pt x="29032" y="25053"/>
                  </a:lnTo>
                  <a:lnTo>
                    <a:pt x="29996" y="22345"/>
                  </a:lnTo>
                  <a:lnTo>
                    <a:pt x="30960" y="19700"/>
                  </a:lnTo>
                  <a:lnTo>
                    <a:pt x="31924" y="17117"/>
                  </a:lnTo>
                  <a:lnTo>
                    <a:pt x="32888" y="14588"/>
                  </a:lnTo>
                  <a:lnTo>
                    <a:pt x="33852" y="12136"/>
                  </a:lnTo>
                  <a:lnTo>
                    <a:pt x="34816" y="9868"/>
                  </a:lnTo>
                  <a:lnTo>
                    <a:pt x="35780" y="7884"/>
                  </a:lnTo>
                  <a:lnTo>
                    <a:pt x="36744" y="6210"/>
                  </a:lnTo>
                  <a:lnTo>
                    <a:pt x="37708" y="4843"/>
                  </a:lnTo>
                  <a:lnTo>
                    <a:pt x="38672" y="3717"/>
                  </a:lnTo>
                  <a:lnTo>
                    <a:pt x="39636" y="2735"/>
                  </a:lnTo>
                  <a:lnTo>
                    <a:pt x="40600" y="1897"/>
                  </a:lnTo>
                  <a:lnTo>
                    <a:pt x="41564" y="1175"/>
                  </a:lnTo>
                  <a:lnTo>
                    <a:pt x="42528" y="567"/>
                  </a:lnTo>
                  <a:lnTo>
                    <a:pt x="43492" y="159"/>
                  </a:lnTo>
                  <a:lnTo>
                    <a:pt x="44457" y="0"/>
                  </a:lnTo>
                  <a:lnTo>
                    <a:pt x="45421" y="150"/>
                  </a:lnTo>
                  <a:lnTo>
                    <a:pt x="46385" y="590"/>
                  </a:lnTo>
                  <a:lnTo>
                    <a:pt x="47349" y="1318"/>
                  </a:lnTo>
                  <a:lnTo>
                    <a:pt x="48313" y="2323"/>
                  </a:lnTo>
                  <a:lnTo>
                    <a:pt x="49277" y="3508"/>
                  </a:lnTo>
                  <a:lnTo>
                    <a:pt x="50241" y="4741"/>
                  </a:lnTo>
                  <a:lnTo>
                    <a:pt x="51205" y="5930"/>
                  </a:lnTo>
                  <a:lnTo>
                    <a:pt x="52169" y="7086"/>
                  </a:lnTo>
                  <a:lnTo>
                    <a:pt x="53133" y="8242"/>
                  </a:lnTo>
                  <a:lnTo>
                    <a:pt x="54097" y="9425"/>
                  </a:lnTo>
                  <a:lnTo>
                    <a:pt x="55061" y="10637"/>
                  </a:lnTo>
                  <a:lnTo>
                    <a:pt x="56025" y="11838"/>
                  </a:lnTo>
                  <a:lnTo>
                    <a:pt x="56989" y="13027"/>
                  </a:lnTo>
                  <a:lnTo>
                    <a:pt x="57953" y="14128"/>
                  </a:lnTo>
                  <a:lnTo>
                    <a:pt x="58917" y="15061"/>
                  </a:lnTo>
                  <a:lnTo>
                    <a:pt x="59881" y="15790"/>
                  </a:lnTo>
                  <a:lnTo>
                    <a:pt x="60845" y="16337"/>
                  </a:lnTo>
                  <a:lnTo>
                    <a:pt x="61809" y="16727"/>
                  </a:lnTo>
                  <a:lnTo>
                    <a:pt x="62773" y="16944"/>
                  </a:lnTo>
                  <a:lnTo>
                    <a:pt x="63737" y="17019"/>
                  </a:lnTo>
                  <a:lnTo>
                    <a:pt x="64701" y="16995"/>
                  </a:lnTo>
                  <a:lnTo>
                    <a:pt x="65665" y="16935"/>
                  </a:lnTo>
                  <a:lnTo>
                    <a:pt x="66629" y="16796"/>
                  </a:lnTo>
                  <a:lnTo>
                    <a:pt x="67593" y="16590"/>
                  </a:lnTo>
                  <a:lnTo>
                    <a:pt x="68557" y="16369"/>
                  </a:lnTo>
                  <a:lnTo>
                    <a:pt x="69521" y="16150"/>
                  </a:lnTo>
                  <a:lnTo>
                    <a:pt x="70485" y="15963"/>
                  </a:lnTo>
                  <a:lnTo>
                    <a:pt x="71449" y="15814"/>
                  </a:lnTo>
                  <a:lnTo>
                    <a:pt x="72413" y="15718"/>
                  </a:lnTo>
                  <a:lnTo>
                    <a:pt x="73377" y="15642"/>
                  </a:lnTo>
                  <a:lnTo>
                    <a:pt x="74341" y="15586"/>
                  </a:lnTo>
                  <a:lnTo>
                    <a:pt x="75305" y="15570"/>
                  </a:lnTo>
                  <a:lnTo>
                    <a:pt x="76269" y="15609"/>
                  </a:lnTo>
                  <a:lnTo>
                    <a:pt x="77233" y="15767"/>
                  </a:lnTo>
                  <a:lnTo>
                    <a:pt x="78197" y="16030"/>
                  </a:lnTo>
                  <a:lnTo>
                    <a:pt x="79161" y="16428"/>
                  </a:lnTo>
                  <a:lnTo>
                    <a:pt x="80125" y="16945"/>
                  </a:lnTo>
                  <a:lnTo>
                    <a:pt x="81089" y="17575"/>
                  </a:lnTo>
                  <a:lnTo>
                    <a:pt x="82053" y="18306"/>
                  </a:lnTo>
                  <a:lnTo>
                    <a:pt x="83017" y="19083"/>
                  </a:lnTo>
                  <a:lnTo>
                    <a:pt x="83981" y="19802"/>
                  </a:lnTo>
                  <a:lnTo>
                    <a:pt x="84945" y="20424"/>
                  </a:lnTo>
                  <a:lnTo>
                    <a:pt x="85909" y="20957"/>
                  </a:lnTo>
                  <a:lnTo>
                    <a:pt x="86873" y="21414"/>
                  </a:lnTo>
                  <a:lnTo>
                    <a:pt x="87837" y="21886"/>
                  </a:lnTo>
                  <a:lnTo>
                    <a:pt x="88801" y="22403"/>
                  </a:lnTo>
                  <a:lnTo>
                    <a:pt x="89765" y="22946"/>
                  </a:lnTo>
                  <a:lnTo>
                    <a:pt x="90729" y="23524"/>
                  </a:lnTo>
                  <a:lnTo>
                    <a:pt x="91693" y="24047"/>
                  </a:lnTo>
                  <a:lnTo>
                    <a:pt x="92657" y="24435"/>
                  </a:lnTo>
                  <a:lnTo>
                    <a:pt x="93621" y="24628"/>
                  </a:lnTo>
                  <a:lnTo>
                    <a:pt x="94585" y="24626"/>
                  </a:lnTo>
                  <a:lnTo>
                    <a:pt x="95549" y="24449"/>
                  </a:lnTo>
                  <a:lnTo>
                    <a:pt x="96513" y="24099"/>
                  </a:lnTo>
                  <a:lnTo>
                    <a:pt x="97477" y="23615"/>
                  </a:lnTo>
                  <a:lnTo>
                    <a:pt x="98441" y="23099"/>
                  </a:lnTo>
                  <a:lnTo>
                    <a:pt x="99405" y="22647"/>
                  </a:lnTo>
                  <a:lnTo>
                    <a:pt x="100369" y="22315"/>
                  </a:lnTo>
                  <a:lnTo>
                    <a:pt x="101333" y="22081"/>
                  </a:lnTo>
                  <a:lnTo>
                    <a:pt x="102297" y="21916"/>
                  </a:lnTo>
                  <a:lnTo>
                    <a:pt x="103261" y="21770"/>
                  </a:lnTo>
                  <a:lnTo>
                    <a:pt x="104225" y="21690"/>
                  </a:lnTo>
                  <a:lnTo>
                    <a:pt x="105189" y="21674"/>
                  </a:lnTo>
                  <a:lnTo>
                    <a:pt x="106153" y="21767"/>
                  </a:lnTo>
                  <a:lnTo>
                    <a:pt x="107117" y="22029"/>
                  </a:lnTo>
                  <a:lnTo>
                    <a:pt x="108081" y="22552"/>
                  </a:lnTo>
                  <a:lnTo>
                    <a:pt x="109045" y="23337"/>
                  </a:lnTo>
                  <a:lnTo>
                    <a:pt x="110009" y="24375"/>
                  </a:lnTo>
                  <a:lnTo>
                    <a:pt x="110973" y="25670"/>
                  </a:lnTo>
                  <a:lnTo>
                    <a:pt x="111937" y="27223"/>
                  </a:lnTo>
                  <a:lnTo>
                    <a:pt x="112901" y="29014"/>
                  </a:lnTo>
                  <a:lnTo>
                    <a:pt x="113865" y="30944"/>
                  </a:lnTo>
                  <a:lnTo>
                    <a:pt x="114829" y="32961"/>
                  </a:lnTo>
                  <a:lnTo>
                    <a:pt x="115793" y="35034"/>
                  </a:lnTo>
                  <a:lnTo>
                    <a:pt x="116757" y="37125"/>
                  </a:lnTo>
                  <a:lnTo>
                    <a:pt x="117721" y="39226"/>
                  </a:lnTo>
                  <a:lnTo>
                    <a:pt x="118685" y="41320"/>
                  </a:lnTo>
                  <a:lnTo>
                    <a:pt x="119649" y="43383"/>
                  </a:lnTo>
                  <a:lnTo>
                    <a:pt x="120613" y="45405"/>
                  </a:lnTo>
                  <a:lnTo>
                    <a:pt x="121577" y="47380"/>
                  </a:lnTo>
                  <a:lnTo>
                    <a:pt x="122541" y="49266"/>
                  </a:lnTo>
                  <a:lnTo>
                    <a:pt x="123505" y="51036"/>
                  </a:lnTo>
                  <a:lnTo>
                    <a:pt x="124469" y="52683"/>
                  </a:lnTo>
                  <a:lnTo>
                    <a:pt x="125433" y="54103"/>
                  </a:lnTo>
                  <a:lnTo>
                    <a:pt x="126397" y="55259"/>
                  </a:lnTo>
                  <a:lnTo>
                    <a:pt x="127361" y="56142"/>
                  </a:lnTo>
                  <a:lnTo>
                    <a:pt x="128325" y="56775"/>
                  </a:lnTo>
                  <a:lnTo>
                    <a:pt x="129289" y="57188"/>
                  </a:lnTo>
                  <a:lnTo>
                    <a:pt x="130253" y="57433"/>
                  </a:lnTo>
                  <a:lnTo>
                    <a:pt x="131217" y="57526"/>
                  </a:lnTo>
                  <a:lnTo>
                    <a:pt x="132181" y="57483"/>
                  </a:lnTo>
                  <a:lnTo>
                    <a:pt x="133145" y="57317"/>
                  </a:lnTo>
                  <a:lnTo>
                    <a:pt x="134109" y="57011"/>
                  </a:lnTo>
                  <a:lnTo>
                    <a:pt x="135073" y="56556"/>
                  </a:lnTo>
                  <a:lnTo>
                    <a:pt x="136037" y="55953"/>
                  </a:lnTo>
                  <a:lnTo>
                    <a:pt x="137001" y="55179"/>
                  </a:lnTo>
                  <a:lnTo>
                    <a:pt x="137965" y="54258"/>
                  </a:lnTo>
                  <a:lnTo>
                    <a:pt x="138929" y="53230"/>
                  </a:lnTo>
                  <a:lnTo>
                    <a:pt x="139893" y="52167"/>
                  </a:lnTo>
                  <a:lnTo>
                    <a:pt x="140857" y="51152"/>
                  </a:lnTo>
                  <a:lnTo>
                    <a:pt x="141821" y="50200"/>
                  </a:lnTo>
                  <a:lnTo>
                    <a:pt x="142785" y="49319"/>
                  </a:lnTo>
                  <a:lnTo>
                    <a:pt x="143749" y="48487"/>
                  </a:lnTo>
                  <a:lnTo>
                    <a:pt x="144713" y="47704"/>
                  </a:lnTo>
                  <a:lnTo>
                    <a:pt x="145677" y="46984"/>
                  </a:lnTo>
                  <a:lnTo>
                    <a:pt x="146641" y="46303"/>
                  </a:lnTo>
                  <a:lnTo>
                    <a:pt x="147605" y="45651"/>
                  </a:lnTo>
                  <a:lnTo>
                    <a:pt x="148569" y="45007"/>
                  </a:lnTo>
                  <a:lnTo>
                    <a:pt x="149533" y="44366"/>
                  </a:lnTo>
                  <a:lnTo>
                    <a:pt x="150497" y="43740"/>
                  </a:lnTo>
                  <a:lnTo>
                    <a:pt x="151461" y="43172"/>
                  </a:lnTo>
                  <a:lnTo>
                    <a:pt x="152425" y="42658"/>
                  </a:lnTo>
                  <a:lnTo>
                    <a:pt x="153389" y="42151"/>
                  </a:lnTo>
                  <a:lnTo>
                    <a:pt x="154353" y="41684"/>
                  </a:lnTo>
                  <a:lnTo>
                    <a:pt x="155318" y="41205"/>
                  </a:lnTo>
                  <a:lnTo>
                    <a:pt x="156282" y="40691"/>
                  </a:lnTo>
                  <a:lnTo>
                    <a:pt x="157246" y="40137"/>
                  </a:lnTo>
                  <a:lnTo>
                    <a:pt x="158210" y="39557"/>
                  </a:lnTo>
                  <a:lnTo>
                    <a:pt x="159174" y="38972"/>
                  </a:lnTo>
                  <a:lnTo>
                    <a:pt x="160138" y="38389"/>
                  </a:lnTo>
                  <a:lnTo>
                    <a:pt x="161102" y="37835"/>
                  </a:lnTo>
                  <a:lnTo>
                    <a:pt x="162066" y="37329"/>
                  </a:lnTo>
                  <a:lnTo>
                    <a:pt x="163030" y="36940"/>
                  </a:lnTo>
                  <a:lnTo>
                    <a:pt x="163994" y="36770"/>
                  </a:lnTo>
                  <a:lnTo>
                    <a:pt x="164958" y="36872"/>
                  </a:lnTo>
                  <a:lnTo>
                    <a:pt x="165922" y="37292"/>
                  </a:lnTo>
                  <a:lnTo>
                    <a:pt x="166886" y="38069"/>
                  </a:lnTo>
                  <a:lnTo>
                    <a:pt x="167850" y="39315"/>
                  </a:lnTo>
                  <a:lnTo>
                    <a:pt x="168814" y="41001"/>
                  </a:lnTo>
                  <a:lnTo>
                    <a:pt x="169778" y="43185"/>
                  </a:lnTo>
                  <a:lnTo>
                    <a:pt x="170742" y="45843"/>
                  </a:lnTo>
                  <a:lnTo>
                    <a:pt x="171706" y="48973"/>
                  </a:lnTo>
                  <a:lnTo>
                    <a:pt x="172670" y="52569"/>
                  </a:lnTo>
                  <a:lnTo>
                    <a:pt x="173634" y="56678"/>
                  </a:lnTo>
                  <a:lnTo>
                    <a:pt x="174598" y="61402"/>
                  </a:lnTo>
                  <a:lnTo>
                    <a:pt x="175562" y="66748"/>
                  </a:lnTo>
                  <a:lnTo>
                    <a:pt x="176526" y="72708"/>
                  </a:lnTo>
                  <a:lnTo>
                    <a:pt x="177490" y="79278"/>
                  </a:lnTo>
                  <a:lnTo>
                    <a:pt x="178454" y="86370"/>
                  </a:lnTo>
                  <a:lnTo>
                    <a:pt x="179418" y="93903"/>
                  </a:lnTo>
                  <a:lnTo>
                    <a:pt x="180382" y="101877"/>
                  </a:lnTo>
                  <a:lnTo>
                    <a:pt x="181346" y="110298"/>
                  </a:lnTo>
                  <a:lnTo>
                    <a:pt x="182310" y="119187"/>
                  </a:lnTo>
                  <a:lnTo>
                    <a:pt x="183274" y="128572"/>
                  </a:lnTo>
                  <a:lnTo>
                    <a:pt x="184031" y="13632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4402075" y="5517690"/>
              <a:ext cx="74843" cy="242712"/>
            </a:xfrm>
            <a:custGeom>
              <a:avLst/>
              <a:pathLst>
                <a:path w="74843" h="242712">
                  <a:moveTo>
                    <a:pt x="0" y="242712"/>
                  </a:moveTo>
                  <a:lnTo>
                    <a:pt x="861" y="229986"/>
                  </a:lnTo>
                  <a:lnTo>
                    <a:pt x="1825" y="215972"/>
                  </a:lnTo>
                  <a:lnTo>
                    <a:pt x="2789" y="202209"/>
                  </a:lnTo>
                  <a:lnTo>
                    <a:pt x="3753" y="188741"/>
                  </a:lnTo>
                  <a:lnTo>
                    <a:pt x="4717" y="175593"/>
                  </a:lnTo>
                  <a:lnTo>
                    <a:pt x="5681" y="162774"/>
                  </a:lnTo>
                  <a:lnTo>
                    <a:pt x="6645" y="150383"/>
                  </a:lnTo>
                  <a:lnTo>
                    <a:pt x="7609" y="138476"/>
                  </a:lnTo>
                  <a:lnTo>
                    <a:pt x="8573" y="127044"/>
                  </a:lnTo>
                  <a:lnTo>
                    <a:pt x="9537" y="116104"/>
                  </a:lnTo>
                  <a:lnTo>
                    <a:pt x="10501" y="105614"/>
                  </a:lnTo>
                  <a:lnTo>
                    <a:pt x="11465" y="95582"/>
                  </a:lnTo>
                  <a:lnTo>
                    <a:pt x="12429" y="86017"/>
                  </a:lnTo>
                  <a:lnTo>
                    <a:pt x="13393" y="77005"/>
                  </a:lnTo>
                  <a:lnTo>
                    <a:pt x="14358" y="68612"/>
                  </a:lnTo>
                  <a:lnTo>
                    <a:pt x="15322" y="60825"/>
                  </a:lnTo>
                  <a:lnTo>
                    <a:pt x="16286" y="53589"/>
                  </a:lnTo>
                  <a:lnTo>
                    <a:pt x="17250" y="46798"/>
                  </a:lnTo>
                  <a:lnTo>
                    <a:pt x="18214" y="40468"/>
                  </a:lnTo>
                  <a:lnTo>
                    <a:pt x="19178" y="34610"/>
                  </a:lnTo>
                  <a:lnTo>
                    <a:pt x="20142" y="29226"/>
                  </a:lnTo>
                  <a:lnTo>
                    <a:pt x="21106" y="24240"/>
                  </a:lnTo>
                  <a:lnTo>
                    <a:pt x="22070" y="19613"/>
                  </a:lnTo>
                  <a:lnTo>
                    <a:pt x="23034" y="15383"/>
                  </a:lnTo>
                  <a:lnTo>
                    <a:pt x="23998" y="11613"/>
                  </a:lnTo>
                  <a:lnTo>
                    <a:pt x="24962" y="8360"/>
                  </a:lnTo>
                  <a:lnTo>
                    <a:pt x="25926" y="5664"/>
                  </a:lnTo>
                  <a:lnTo>
                    <a:pt x="26890" y="3574"/>
                  </a:lnTo>
                  <a:lnTo>
                    <a:pt x="27854" y="1994"/>
                  </a:lnTo>
                  <a:lnTo>
                    <a:pt x="28818" y="866"/>
                  </a:lnTo>
                  <a:lnTo>
                    <a:pt x="29782" y="207"/>
                  </a:lnTo>
                  <a:lnTo>
                    <a:pt x="30746" y="0"/>
                  </a:lnTo>
                  <a:lnTo>
                    <a:pt x="31710" y="337"/>
                  </a:lnTo>
                  <a:lnTo>
                    <a:pt x="32674" y="1205"/>
                  </a:lnTo>
                  <a:lnTo>
                    <a:pt x="33638" y="2598"/>
                  </a:lnTo>
                  <a:lnTo>
                    <a:pt x="34602" y="4544"/>
                  </a:lnTo>
                  <a:lnTo>
                    <a:pt x="35566" y="7078"/>
                  </a:lnTo>
                  <a:lnTo>
                    <a:pt x="36530" y="10138"/>
                  </a:lnTo>
                  <a:lnTo>
                    <a:pt x="37494" y="13768"/>
                  </a:lnTo>
                  <a:lnTo>
                    <a:pt x="38458" y="17911"/>
                  </a:lnTo>
                  <a:lnTo>
                    <a:pt x="39422" y="22500"/>
                  </a:lnTo>
                  <a:lnTo>
                    <a:pt x="40386" y="27508"/>
                  </a:lnTo>
                  <a:lnTo>
                    <a:pt x="41350" y="32891"/>
                  </a:lnTo>
                  <a:lnTo>
                    <a:pt x="42314" y="38599"/>
                  </a:lnTo>
                  <a:lnTo>
                    <a:pt x="43278" y="44637"/>
                  </a:lnTo>
                  <a:lnTo>
                    <a:pt x="44242" y="50981"/>
                  </a:lnTo>
                  <a:lnTo>
                    <a:pt x="45206" y="57667"/>
                  </a:lnTo>
                  <a:lnTo>
                    <a:pt x="46170" y="64585"/>
                  </a:lnTo>
                  <a:lnTo>
                    <a:pt x="47134" y="71663"/>
                  </a:lnTo>
                  <a:lnTo>
                    <a:pt x="48098" y="78930"/>
                  </a:lnTo>
                  <a:lnTo>
                    <a:pt x="49062" y="86344"/>
                  </a:lnTo>
                  <a:lnTo>
                    <a:pt x="50026" y="93890"/>
                  </a:lnTo>
                  <a:lnTo>
                    <a:pt x="50990" y="101556"/>
                  </a:lnTo>
                  <a:lnTo>
                    <a:pt x="51954" y="109316"/>
                  </a:lnTo>
                  <a:lnTo>
                    <a:pt x="52918" y="117153"/>
                  </a:lnTo>
                  <a:lnTo>
                    <a:pt x="53882" y="124974"/>
                  </a:lnTo>
                  <a:lnTo>
                    <a:pt x="54846" y="132674"/>
                  </a:lnTo>
                  <a:lnTo>
                    <a:pt x="55810" y="140162"/>
                  </a:lnTo>
                  <a:lnTo>
                    <a:pt x="56774" y="147451"/>
                  </a:lnTo>
                  <a:lnTo>
                    <a:pt x="57738" y="154547"/>
                  </a:lnTo>
                  <a:lnTo>
                    <a:pt x="58702" y="161471"/>
                  </a:lnTo>
                  <a:lnTo>
                    <a:pt x="59666" y="168217"/>
                  </a:lnTo>
                  <a:lnTo>
                    <a:pt x="60630" y="174792"/>
                  </a:lnTo>
                  <a:lnTo>
                    <a:pt x="61594" y="181177"/>
                  </a:lnTo>
                  <a:lnTo>
                    <a:pt x="62558" y="187315"/>
                  </a:lnTo>
                  <a:lnTo>
                    <a:pt x="63522" y="193178"/>
                  </a:lnTo>
                  <a:lnTo>
                    <a:pt x="64486" y="198768"/>
                  </a:lnTo>
                  <a:lnTo>
                    <a:pt x="65450" y="204094"/>
                  </a:lnTo>
                  <a:lnTo>
                    <a:pt x="66414" y="209157"/>
                  </a:lnTo>
                  <a:lnTo>
                    <a:pt x="67378" y="213885"/>
                  </a:lnTo>
                  <a:lnTo>
                    <a:pt x="68342" y="218291"/>
                  </a:lnTo>
                  <a:lnTo>
                    <a:pt x="69306" y="222493"/>
                  </a:lnTo>
                  <a:lnTo>
                    <a:pt x="70270" y="226556"/>
                  </a:lnTo>
                  <a:lnTo>
                    <a:pt x="71234" y="230412"/>
                  </a:lnTo>
                  <a:lnTo>
                    <a:pt x="72198" y="234059"/>
                  </a:lnTo>
                  <a:lnTo>
                    <a:pt x="73162" y="237437"/>
                  </a:lnTo>
                  <a:lnTo>
                    <a:pt x="74126" y="240578"/>
                  </a:lnTo>
                  <a:lnTo>
                    <a:pt x="74843" y="242712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4652654" y="5745573"/>
              <a:ext cx="16561" cy="14829"/>
            </a:xfrm>
            <a:custGeom>
              <a:avLst/>
              <a:pathLst>
                <a:path w="16561" h="14829">
                  <a:moveTo>
                    <a:pt x="0" y="14829"/>
                  </a:moveTo>
                  <a:lnTo>
                    <a:pt x="924" y="11711"/>
                  </a:lnTo>
                  <a:lnTo>
                    <a:pt x="1888" y="8783"/>
                  </a:lnTo>
                  <a:lnTo>
                    <a:pt x="2852" y="6226"/>
                  </a:lnTo>
                  <a:lnTo>
                    <a:pt x="3816" y="4071"/>
                  </a:lnTo>
                  <a:lnTo>
                    <a:pt x="4780" y="2387"/>
                  </a:lnTo>
                  <a:lnTo>
                    <a:pt x="5744" y="1202"/>
                  </a:lnTo>
                  <a:lnTo>
                    <a:pt x="6708" y="427"/>
                  </a:lnTo>
                  <a:lnTo>
                    <a:pt x="7672" y="20"/>
                  </a:lnTo>
                  <a:lnTo>
                    <a:pt x="8636" y="0"/>
                  </a:lnTo>
                  <a:lnTo>
                    <a:pt x="9600" y="295"/>
                  </a:lnTo>
                  <a:lnTo>
                    <a:pt x="10564" y="967"/>
                  </a:lnTo>
                  <a:lnTo>
                    <a:pt x="11528" y="2088"/>
                  </a:lnTo>
                  <a:lnTo>
                    <a:pt x="12492" y="3646"/>
                  </a:lnTo>
                  <a:lnTo>
                    <a:pt x="13456" y="5653"/>
                  </a:lnTo>
                  <a:lnTo>
                    <a:pt x="14420" y="8104"/>
                  </a:lnTo>
                  <a:lnTo>
                    <a:pt x="15384" y="10944"/>
                  </a:lnTo>
                  <a:lnTo>
                    <a:pt x="16348" y="14077"/>
                  </a:lnTo>
                  <a:lnTo>
                    <a:pt x="16561" y="14829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4717805" y="5534599"/>
              <a:ext cx="176924" cy="225803"/>
            </a:xfrm>
            <a:custGeom>
              <a:avLst/>
              <a:pathLst>
                <a:path w="176924" h="225803">
                  <a:moveTo>
                    <a:pt x="0" y="225803"/>
                  </a:moveTo>
                  <a:lnTo>
                    <a:pt x="362" y="222301"/>
                  </a:lnTo>
                  <a:lnTo>
                    <a:pt x="1326" y="212837"/>
                  </a:lnTo>
                  <a:lnTo>
                    <a:pt x="2290" y="203255"/>
                  </a:lnTo>
                  <a:lnTo>
                    <a:pt x="3254" y="193535"/>
                  </a:lnTo>
                  <a:lnTo>
                    <a:pt x="4218" y="183677"/>
                  </a:lnTo>
                  <a:lnTo>
                    <a:pt x="5182" y="173708"/>
                  </a:lnTo>
                  <a:lnTo>
                    <a:pt x="6146" y="163734"/>
                  </a:lnTo>
                  <a:lnTo>
                    <a:pt x="7110" y="153829"/>
                  </a:lnTo>
                  <a:lnTo>
                    <a:pt x="8074" y="144005"/>
                  </a:lnTo>
                  <a:lnTo>
                    <a:pt x="9038" y="134321"/>
                  </a:lnTo>
                  <a:lnTo>
                    <a:pt x="10002" y="124791"/>
                  </a:lnTo>
                  <a:lnTo>
                    <a:pt x="10966" y="115442"/>
                  </a:lnTo>
                  <a:lnTo>
                    <a:pt x="11930" y="106316"/>
                  </a:lnTo>
                  <a:lnTo>
                    <a:pt x="12894" y="97470"/>
                  </a:lnTo>
                  <a:lnTo>
                    <a:pt x="13858" y="88858"/>
                  </a:lnTo>
                  <a:lnTo>
                    <a:pt x="14822" y="80509"/>
                  </a:lnTo>
                  <a:lnTo>
                    <a:pt x="15786" y="72405"/>
                  </a:lnTo>
                  <a:lnTo>
                    <a:pt x="16750" y="64628"/>
                  </a:lnTo>
                  <a:lnTo>
                    <a:pt x="17714" y="57253"/>
                  </a:lnTo>
                  <a:lnTo>
                    <a:pt x="18678" y="50286"/>
                  </a:lnTo>
                  <a:lnTo>
                    <a:pt x="19642" y="43785"/>
                  </a:lnTo>
                  <a:lnTo>
                    <a:pt x="20606" y="37707"/>
                  </a:lnTo>
                  <a:lnTo>
                    <a:pt x="21570" y="32117"/>
                  </a:lnTo>
                  <a:lnTo>
                    <a:pt x="22534" y="26967"/>
                  </a:lnTo>
                  <a:lnTo>
                    <a:pt x="23498" y="22316"/>
                  </a:lnTo>
                  <a:lnTo>
                    <a:pt x="24462" y="18175"/>
                  </a:lnTo>
                  <a:lnTo>
                    <a:pt x="25426" y="14537"/>
                  </a:lnTo>
                  <a:lnTo>
                    <a:pt x="26390" y="11363"/>
                  </a:lnTo>
                  <a:lnTo>
                    <a:pt x="27354" y="8605"/>
                  </a:lnTo>
                  <a:lnTo>
                    <a:pt x="28318" y="6243"/>
                  </a:lnTo>
                  <a:lnTo>
                    <a:pt x="29282" y="4253"/>
                  </a:lnTo>
                  <a:lnTo>
                    <a:pt x="30246" y="2660"/>
                  </a:lnTo>
                  <a:lnTo>
                    <a:pt x="31210" y="1428"/>
                  </a:lnTo>
                  <a:lnTo>
                    <a:pt x="32174" y="547"/>
                  </a:lnTo>
                  <a:lnTo>
                    <a:pt x="33138" y="68"/>
                  </a:lnTo>
                  <a:lnTo>
                    <a:pt x="34102" y="0"/>
                  </a:lnTo>
                  <a:lnTo>
                    <a:pt x="35066" y="351"/>
                  </a:lnTo>
                  <a:lnTo>
                    <a:pt x="36030" y="1096"/>
                  </a:lnTo>
                  <a:lnTo>
                    <a:pt x="36994" y="2267"/>
                  </a:lnTo>
                  <a:lnTo>
                    <a:pt x="37958" y="3893"/>
                  </a:lnTo>
                  <a:lnTo>
                    <a:pt x="38922" y="5956"/>
                  </a:lnTo>
                  <a:lnTo>
                    <a:pt x="39886" y="8473"/>
                  </a:lnTo>
                  <a:lnTo>
                    <a:pt x="40850" y="11473"/>
                  </a:lnTo>
                  <a:lnTo>
                    <a:pt x="41814" y="14876"/>
                  </a:lnTo>
                  <a:lnTo>
                    <a:pt x="42778" y="18658"/>
                  </a:lnTo>
                  <a:lnTo>
                    <a:pt x="43742" y="22762"/>
                  </a:lnTo>
                  <a:lnTo>
                    <a:pt x="44706" y="27096"/>
                  </a:lnTo>
                  <a:lnTo>
                    <a:pt x="45670" y="31667"/>
                  </a:lnTo>
                  <a:lnTo>
                    <a:pt x="46634" y="36430"/>
                  </a:lnTo>
                  <a:lnTo>
                    <a:pt x="47598" y="41305"/>
                  </a:lnTo>
                  <a:lnTo>
                    <a:pt x="48562" y="46217"/>
                  </a:lnTo>
                  <a:lnTo>
                    <a:pt x="49526" y="51156"/>
                  </a:lnTo>
                  <a:lnTo>
                    <a:pt x="50490" y="56104"/>
                  </a:lnTo>
                  <a:lnTo>
                    <a:pt x="51454" y="61063"/>
                  </a:lnTo>
                  <a:lnTo>
                    <a:pt x="52418" y="66001"/>
                  </a:lnTo>
                  <a:lnTo>
                    <a:pt x="53382" y="70901"/>
                  </a:lnTo>
                  <a:lnTo>
                    <a:pt x="54346" y="75716"/>
                  </a:lnTo>
                  <a:lnTo>
                    <a:pt x="55310" y="80391"/>
                  </a:lnTo>
                  <a:lnTo>
                    <a:pt x="56274" y="84943"/>
                  </a:lnTo>
                  <a:lnTo>
                    <a:pt x="57238" y="89348"/>
                  </a:lnTo>
                  <a:lnTo>
                    <a:pt x="58202" y="93637"/>
                  </a:lnTo>
                  <a:lnTo>
                    <a:pt x="59166" y="97835"/>
                  </a:lnTo>
                  <a:lnTo>
                    <a:pt x="60130" y="101959"/>
                  </a:lnTo>
                  <a:lnTo>
                    <a:pt x="61094" y="105958"/>
                  </a:lnTo>
                  <a:lnTo>
                    <a:pt x="62058" y="109794"/>
                  </a:lnTo>
                  <a:lnTo>
                    <a:pt x="63022" y="113451"/>
                  </a:lnTo>
                  <a:lnTo>
                    <a:pt x="63986" y="116899"/>
                  </a:lnTo>
                  <a:lnTo>
                    <a:pt x="64950" y="120145"/>
                  </a:lnTo>
                  <a:lnTo>
                    <a:pt x="65914" y="123137"/>
                  </a:lnTo>
                  <a:lnTo>
                    <a:pt x="66878" y="125905"/>
                  </a:lnTo>
                  <a:lnTo>
                    <a:pt x="67842" y="128471"/>
                  </a:lnTo>
                  <a:lnTo>
                    <a:pt x="68806" y="130855"/>
                  </a:lnTo>
                  <a:lnTo>
                    <a:pt x="69770" y="133060"/>
                  </a:lnTo>
                  <a:lnTo>
                    <a:pt x="70734" y="135088"/>
                  </a:lnTo>
                  <a:lnTo>
                    <a:pt x="71698" y="136922"/>
                  </a:lnTo>
                  <a:lnTo>
                    <a:pt x="72662" y="138563"/>
                  </a:lnTo>
                  <a:lnTo>
                    <a:pt x="73626" y="140028"/>
                  </a:lnTo>
                  <a:lnTo>
                    <a:pt x="74590" y="141300"/>
                  </a:lnTo>
                  <a:lnTo>
                    <a:pt x="75554" y="142401"/>
                  </a:lnTo>
                  <a:lnTo>
                    <a:pt x="76518" y="143342"/>
                  </a:lnTo>
                  <a:lnTo>
                    <a:pt x="77483" y="144140"/>
                  </a:lnTo>
                  <a:lnTo>
                    <a:pt x="78447" y="144810"/>
                  </a:lnTo>
                  <a:lnTo>
                    <a:pt x="79411" y="145353"/>
                  </a:lnTo>
                  <a:lnTo>
                    <a:pt x="80375" y="145827"/>
                  </a:lnTo>
                  <a:lnTo>
                    <a:pt x="81339" y="146184"/>
                  </a:lnTo>
                  <a:lnTo>
                    <a:pt x="82303" y="146402"/>
                  </a:lnTo>
                  <a:lnTo>
                    <a:pt x="83267" y="146470"/>
                  </a:lnTo>
                  <a:lnTo>
                    <a:pt x="84231" y="146410"/>
                  </a:lnTo>
                  <a:lnTo>
                    <a:pt x="85195" y="146213"/>
                  </a:lnTo>
                  <a:lnTo>
                    <a:pt x="86159" y="145895"/>
                  </a:lnTo>
                  <a:lnTo>
                    <a:pt x="87123" y="145465"/>
                  </a:lnTo>
                  <a:lnTo>
                    <a:pt x="88087" y="144931"/>
                  </a:lnTo>
                  <a:lnTo>
                    <a:pt x="89051" y="144293"/>
                  </a:lnTo>
                  <a:lnTo>
                    <a:pt x="90015" y="143575"/>
                  </a:lnTo>
                  <a:lnTo>
                    <a:pt x="90979" y="142783"/>
                  </a:lnTo>
                  <a:lnTo>
                    <a:pt x="91943" y="141948"/>
                  </a:lnTo>
                  <a:lnTo>
                    <a:pt x="92907" y="141157"/>
                  </a:lnTo>
                  <a:lnTo>
                    <a:pt x="93871" y="140428"/>
                  </a:lnTo>
                  <a:lnTo>
                    <a:pt x="94835" y="139709"/>
                  </a:lnTo>
                  <a:lnTo>
                    <a:pt x="95799" y="139019"/>
                  </a:lnTo>
                  <a:lnTo>
                    <a:pt x="96763" y="138382"/>
                  </a:lnTo>
                  <a:lnTo>
                    <a:pt x="97727" y="137816"/>
                  </a:lnTo>
                  <a:lnTo>
                    <a:pt x="98691" y="137314"/>
                  </a:lnTo>
                  <a:lnTo>
                    <a:pt x="99655" y="136876"/>
                  </a:lnTo>
                  <a:lnTo>
                    <a:pt x="100619" y="136535"/>
                  </a:lnTo>
                  <a:lnTo>
                    <a:pt x="101583" y="136335"/>
                  </a:lnTo>
                  <a:lnTo>
                    <a:pt x="102547" y="136285"/>
                  </a:lnTo>
                  <a:lnTo>
                    <a:pt x="103511" y="136387"/>
                  </a:lnTo>
                  <a:lnTo>
                    <a:pt x="104475" y="136606"/>
                  </a:lnTo>
                  <a:lnTo>
                    <a:pt x="105439" y="136936"/>
                  </a:lnTo>
                  <a:lnTo>
                    <a:pt x="106403" y="137361"/>
                  </a:lnTo>
                  <a:lnTo>
                    <a:pt x="107367" y="137825"/>
                  </a:lnTo>
                  <a:lnTo>
                    <a:pt x="108331" y="138311"/>
                  </a:lnTo>
                  <a:lnTo>
                    <a:pt x="109295" y="138818"/>
                  </a:lnTo>
                  <a:lnTo>
                    <a:pt x="110259" y="139387"/>
                  </a:lnTo>
                  <a:lnTo>
                    <a:pt x="111223" y="140044"/>
                  </a:lnTo>
                  <a:lnTo>
                    <a:pt x="112187" y="140810"/>
                  </a:lnTo>
                  <a:lnTo>
                    <a:pt x="113151" y="141705"/>
                  </a:lnTo>
                  <a:lnTo>
                    <a:pt x="114115" y="142749"/>
                  </a:lnTo>
                  <a:lnTo>
                    <a:pt x="115079" y="143918"/>
                  </a:lnTo>
                  <a:lnTo>
                    <a:pt x="116043" y="145160"/>
                  </a:lnTo>
                  <a:lnTo>
                    <a:pt x="117007" y="146447"/>
                  </a:lnTo>
                  <a:lnTo>
                    <a:pt x="117971" y="147763"/>
                  </a:lnTo>
                  <a:lnTo>
                    <a:pt x="118935" y="149082"/>
                  </a:lnTo>
                  <a:lnTo>
                    <a:pt x="119899" y="150357"/>
                  </a:lnTo>
                  <a:lnTo>
                    <a:pt x="120863" y="151597"/>
                  </a:lnTo>
                  <a:lnTo>
                    <a:pt x="121827" y="152792"/>
                  </a:lnTo>
                  <a:lnTo>
                    <a:pt x="122791" y="153938"/>
                  </a:lnTo>
                  <a:lnTo>
                    <a:pt x="123755" y="155050"/>
                  </a:lnTo>
                  <a:lnTo>
                    <a:pt x="124719" y="156097"/>
                  </a:lnTo>
                  <a:lnTo>
                    <a:pt x="125683" y="157053"/>
                  </a:lnTo>
                  <a:lnTo>
                    <a:pt x="126647" y="157905"/>
                  </a:lnTo>
                  <a:lnTo>
                    <a:pt x="127611" y="158636"/>
                  </a:lnTo>
                  <a:lnTo>
                    <a:pt x="128575" y="159217"/>
                  </a:lnTo>
                  <a:lnTo>
                    <a:pt x="129539" y="159607"/>
                  </a:lnTo>
                  <a:lnTo>
                    <a:pt x="130503" y="159795"/>
                  </a:lnTo>
                  <a:lnTo>
                    <a:pt x="131467" y="159797"/>
                  </a:lnTo>
                  <a:lnTo>
                    <a:pt x="132431" y="159666"/>
                  </a:lnTo>
                  <a:lnTo>
                    <a:pt x="133395" y="159432"/>
                  </a:lnTo>
                  <a:lnTo>
                    <a:pt x="134359" y="159162"/>
                  </a:lnTo>
                  <a:lnTo>
                    <a:pt x="135323" y="158873"/>
                  </a:lnTo>
                  <a:lnTo>
                    <a:pt x="136287" y="158557"/>
                  </a:lnTo>
                  <a:lnTo>
                    <a:pt x="137251" y="158204"/>
                  </a:lnTo>
                  <a:lnTo>
                    <a:pt x="138215" y="157826"/>
                  </a:lnTo>
                  <a:lnTo>
                    <a:pt x="139179" y="157411"/>
                  </a:lnTo>
                  <a:lnTo>
                    <a:pt x="140143" y="156909"/>
                  </a:lnTo>
                  <a:lnTo>
                    <a:pt x="141107" y="156312"/>
                  </a:lnTo>
                  <a:lnTo>
                    <a:pt x="142071" y="155628"/>
                  </a:lnTo>
                  <a:lnTo>
                    <a:pt x="143035" y="154880"/>
                  </a:lnTo>
                  <a:lnTo>
                    <a:pt x="143999" y="154122"/>
                  </a:lnTo>
                  <a:lnTo>
                    <a:pt x="144963" y="153394"/>
                  </a:lnTo>
                  <a:lnTo>
                    <a:pt x="145927" y="152689"/>
                  </a:lnTo>
                  <a:lnTo>
                    <a:pt x="146891" y="151966"/>
                  </a:lnTo>
                  <a:lnTo>
                    <a:pt x="147855" y="151261"/>
                  </a:lnTo>
                  <a:lnTo>
                    <a:pt x="148819" y="150660"/>
                  </a:lnTo>
                  <a:lnTo>
                    <a:pt x="149783" y="150104"/>
                  </a:lnTo>
                  <a:lnTo>
                    <a:pt x="150747" y="149636"/>
                  </a:lnTo>
                  <a:lnTo>
                    <a:pt x="151711" y="149263"/>
                  </a:lnTo>
                  <a:lnTo>
                    <a:pt x="152675" y="149035"/>
                  </a:lnTo>
                  <a:lnTo>
                    <a:pt x="153639" y="149018"/>
                  </a:lnTo>
                  <a:lnTo>
                    <a:pt x="154603" y="149291"/>
                  </a:lnTo>
                  <a:lnTo>
                    <a:pt x="155567" y="149870"/>
                  </a:lnTo>
                  <a:lnTo>
                    <a:pt x="156531" y="150765"/>
                  </a:lnTo>
                  <a:lnTo>
                    <a:pt x="157495" y="151984"/>
                  </a:lnTo>
                  <a:lnTo>
                    <a:pt x="158459" y="153503"/>
                  </a:lnTo>
                  <a:lnTo>
                    <a:pt x="159423" y="155289"/>
                  </a:lnTo>
                  <a:lnTo>
                    <a:pt x="160387" y="157303"/>
                  </a:lnTo>
                  <a:lnTo>
                    <a:pt x="161351" y="159577"/>
                  </a:lnTo>
                  <a:lnTo>
                    <a:pt x="162315" y="162103"/>
                  </a:lnTo>
                  <a:lnTo>
                    <a:pt x="163279" y="164804"/>
                  </a:lnTo>
                  <a:lnTo>
                    <a:pt x="164243" y="167745"/>
                  </a:lnTo>
                  <a:lnTo>
                    <a:pt x="165207" y="170906"/>
                  </a:lnTo>
                  <a:lnTo>
                    <a:pt x="166171" y="174294"/>
                  </a:lnTo>
                  <a:lnTo>
                    <a:pt x="167135" y="177859"/>
                  </a:lnTo>
                  <a:lnTo>
                    <a:pt x="168099" y="181628"/>
                  </a:lnTo>
                  <a:lnTo>
                    <a:pt x="169063" y="185599"/>
                  </a:lnTo>
                  <a:lnTo>
                    <a:pt x="170027" y="189728"/>
                  </a:lnTo>
                  <a:lnTo>
                    <a:pt x="170991" y="194050"/>
                  </a:lnTo>
                  <a:lnTo>
                    <a:pt x="171955" y="198539"/>
                  </a:lnTo>
                  <a:lnTo>
                    <a:pt x="172919" y="203234"/>
                  </a:lnTo>
                  <a:lnTo>
                    <a:pt x="173883" y="208199"/>
                  </a:lnTo>
                  <a:lnTo>
                    <a:pt x="174847" y="213459"/>
                  </a:lnTo>
                  <a:lnTo>
                    <a:pt x="175811" y="219007"/>
                  </a:lnTo>
                  <a:lnTo>
                    <a:pt x="176775" y="224848"/>
                  </a:lnTo>
                  <a:lnTo>
                    <a:pt x="176924" y="22580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4954831" y="5638532"/>
              <a:ext cx="87972" cy="121870"/>
            </a:xfrm>
            <a:custGeom>
              <a:avLst/>
              <a:pathLst>
                <a:path w="87972" h="121870">
                  <a:moveTo>
                    <a:pt x="0" y="121870"/>
                  </a:moveTo>
                  <a:lnTo>
                    <a:pt x="482" y="117279"/>
                  </a:lnTo>
                  <a:lnTo>
                    <a:pt x="1446" y="108267"/>
                  </a:lnTo>
                  <a:lnTo>
                    <a:pt x="2410" y="99475"/>
                  </a:lnTo>
                  <a:lnTo>
                    <a:pt x="3374" y="90979"/>
                  </a:lnTo>
                  <a:lnTo>
                    <a:pt x="4338" y="82820"/>
                  </a:lnTo>
                  <a:lnTo>
                    <a:pt x="5302" y="75037"/>
                  </a:lnTo>
                  <a:lnTo>
                    <a:pt x="6266" y="67616"/>
                  </a:lnTo>
                  <a:lnTo>
                    <a:pt x="7230" y="60525"/>
                  </a:lnTo>
                  <a:lnTo>
                    <a:pt x="8194" y="53776"/>
                  </a:lnTo>
                  <a:lnTo>
                    <a:pt x="9158" y="47403"/>
                  </a:lnTo>
                  <a:lnTo>
                    <a:pt x="10122" y="41332"/>
                  </a:lnTo>
                  <a:lnTo>
                    <a:pt x="11086" y="35574"/>
                  </a:lnTo>
                  <a:lnTo>
                    <a:pt x="12050" y="30131"/>
                  </a:lnTo>
                  <a:lnTo>
                    <a:pt x="13014" y="25060"/>
                  </a:lnTo>
                  <a:lnTo>
                    <a:pt x="13978" y="20395"/>
                  </a:lnTo>
                  <a:lnTo>
                    <a:pt x="14942" y="16222"/>
                  </a:lnTo>
                  <a:lnTo>
                    <a:pt x="15906" y="12614"/>
                  </a:lnTo>
                  <a:lnTo>
                    <a:pt x="16870" y="9533"/>
                  </a:lnTo>
                  <a:lnTo>
                    <a:pt x="17834" y="6905"/>
                  </a:lnTo>
                  <a:lnTo>
                    <a:pt x="18798" y="4703"/>
                  </a:lnTo>
                  <a:lnTo>
                    <a:pt x="19762" y="2928"/>
                  </a:lnTo>
                  <a:lnTo>
                    <a:pt x="20726" y="1543"/>
                  </a:lnTo>
                  <a:lnTo>
                    <a:pt x="21690" y="591"/>
                  </a:lnTo>
                  <a:lnTo>
                    <a:pt x="22654" y="100"/>
                  </a:lnTo>
                  <a:lnTo>
                    <a:pt x="23618" y="0"/>
                  </a:lnTo>
                  <a:lnTo>
                    <a:pt x="24582" y="302"/>
                  </a:lnTo>
                  <a:lnTo>
                    <a:pt x="25546" y="999"/>
                  </a:lnTo>
                  <a:lnTo>
                    <a:pt x="26510" y="2163"/>
                  </a:lnTo>
                  <a:lnTo>
                    <a:pt x="27474" y="3727"/>
                  </a:lnTo>
                  <a:lnTo>
                    <a:pt x="28438" y="5616"/>
                  </a:lnTo>
                  <a:lnTo>
                    <a:pt x="29402" y="7777"/>
                  </a:lnTo>
                  <a:lnTo>
                    <a:pt x="30366" y="10149"/>
                  </a:lnTo>
                  <a:lnTo>
                    <a:pt x="31330" y="12753"/>
                  </a:lnTo>
                  <a:lnTo>
                    <a:pt x="32294" y="15558"/>
                  </a:lnTo>
                  <a:lnTo>
                    <a:pt x="33258" y="18556"/>
                  </a:lnTo>
                  <a:lnTo>
                    <a:pt x="34222" y="21793"/>
                  </a:lnTo>
                  <a:lnTo>
                    <a:pt x="35186" y="25287"/>
                  </a:lnTo>
                  <a:lnTo>
                    <a:pt x="36150" y="28991"/>
                  </a:lnTo>
                  <a:lnTo>
                    <a:pt x="37114" y="32876"/>
                  </a:lnTo>
                  <a:lnTo>
                    <a:pt x="38078" y="36941"/>
                  </a:lnTo>
                  <a:lnTo>
                    <a:pt x="39042" y="41187"/>
                  </a:lnTo>
                  <a:lnTo>
                    <a:pt x="40006" y="45575"/>
                  </a:lnTo>
                  <a:lnTo>
                    <a:pt x="40970" y="50028"/>
                  </a:lnTo>
                  <a:lnTo>
                    <a:pt x="41934" y="54547"/>
                  </a:lnTo>
                  <a:lnTo>
                    <a:pt x="42898" y="59167"/>
                  </a:lnTo>
                  <a:lnTo>
                    <a:pt x="43862" y="63786"/>
                  </a:lnTo>
                  <a:lnTo>
                    <a:pt x="44826" y="68290"/>
                  </a:lnTo>
                  <a:lnTo>
                    <a:pt x="45790" y="72627"/>
                  </a:lnTo>
                  <a:lnTo>
                    <a:pt x="46754" y="76862"/>
                  </a:lnTo>
                  <a:lnTo>
                    <a:pt x="47718" y="81017"/>
                  </a:lnTo>
                  <a:lnTo>
                    <a:pt x="48682" y="84960"/>
                  </a:lnTo>
                  <a:lnTo>
                    <a:pt x="49646" y="88580"/>
                  </a:lnTo>
                  <a:lnTo>
                    <a:pt x="50610" y="91912"/>
                  </a:lnTo>
                  <a:lnTo>
                    <a:pt x="51574" y="94931"/>
                  </a:lnTo>
                  <a:lnTo>
                    <a:pt x="52538" y="97608"/>
                  </a:lnTo>
                  <a:lnTo>
                    <a:pt x="53502" y="99942"/>
                  </a:lnTo>
                  <a:lnTo>
                    <a:pt x="54466" y="101957"/>
                  </a:lnTo>
                  <a:lnTo>
                    <a:pt x="55430" y="103676"/>
                  </a:lnTo>
                  <a:lnTo>
                    <a:pt x="56394" y="105121"/>
                  </a:lnTo>
                  <a:lnTo>
                    <a:pt x="57358" y="106330"/>
                  </a:lnTo>
                  <a:lnTo>
                    <a:pt x="58322" y="107356"/>
                  </a:lnTo>
                  <a:lnTo>
                    <a:pt x="59286" y="108234"/>
                  </a:lnTo>
                  <a:lnTo>
                    <a:pt x="60250" y="108988"/>
                  </a:lnTo>
                  <a:lnTo>
                    <a:pt x="61214" y="109631"/>
                  </a:lnTo>
                  <a:lnTo>
                    <a:pt x="62178" y="110164"/>
                  </a:lnTo>
                  <a:lnTo>
                    <a:pt x="63142" y="110644"/>
                  </a:lnTo>
                  <a:lnTo>
                    <a:pt x="64106" y="111046"/>
                  </a:lnTo>
                  <a:lnTo>
                    <a:pt x="65070" y="111363"/>
                  </a:lnTo>
                  <a:lnTo>
                    <a:pt x="66034" y="111663"/>
                  </a:lnTo>
                  <a:lnTo>
                    <a:pt x="66998" y="111970"/>
                  </a:lnTo>
                  <a:lnTo>
                    <a:pt x="67962" y="112285"/>
                  </a:lnTo>
                  <a:lnTo>
                    <a:pt x="68926" y="112607"/>
                  </a:lnTo>
                  <a:lnTo>
                    <a:pt x="69890" y="112959"/>
                  </a:lnTo>
                  <a:lnTo>
                    <a:pt x="70854" y="113346"/>
                  </a:lnTo>
                  <a:lnTo>
                    <a:pt x="71818" y="113750"/>
                  </a:lnTo>
                  <a:lnTo>
                    <a:pt x="72782" y="114188"/>
                  </a:lnTo>
                  <a:lnTo>
                    <a:pt x="73746" y="114657"/>
                  </a:lnTo>
                  <a:lnTo>
                    <a:pt x="74710" y="115130"/>
                  </a:lnTo>
                  <a:lnTo>
                    <a:pt x="75674" y="115554"/>
                  </a:lnTo>
                  <a:lnTo>
                    <a:pt x="76638" y="115964"/>
                  </a:lnTo>
                  <a:lnTo>
                    <a:pt x="77602" y="116382"/>
                  </a:lnTo>
                  <a:lnTo>
                    <a:pt x="78566" y="116829"/>
                  </a:lnTo>
                  <a:lnTo>
                    <a:pt x="79530" y="117321"/>
                  </a:lnTo>
                  <a:lnTo>
                    <a:pt x="80494" y="117844"/>
                  </a:lnTo>
                  <a:lnTo>
                    <a:pt x="81458" y="118390"/>
                  </a:lnTo>
                  <a:lnTo>
                    <a:pt x="82422" y="118965"/>
                  </a:lnTo>
                  <a:lnTo>
                    <a:pt x="83386" y="119518"/>
                  </a:lnTo>
                  <a:lnTo>
                    <a:pt x="84350" y="120049"/>
                  </a:lnTo>
                  <a:lnTo>
                    <a:pt x="85314" y="120558"/>
                  </a:lnTo>
                  <a:lnTo>
                    <a:pt x="86278" y="121051"/>
                  </a:lnTo>
                  <a:lnTo>
                    <a:pt x="87242" y="121528"/>
                  </a:lnTo>
                  <a:lnTo>
                    <a:pt x="87972" y="12187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083855" y="5477926"/>
              <a:ext cx="211846" cy="282476"/>
            </a:xfrm>
            <a:custGeom>
              <a:avLst/>
              <a:pathLst>
                <a:path w="211846" h="282476">
                  <a:moveTo>
                    <a:pt x="0" y="282476"/>
                  </a:moveTo>
                  <a:lnTo>
                    <a:pt x="635" y="279206"/>
                  </a:lnTo>
                  <a:lnTo>
                    <a:pt x="1599" y="274060"/>
                  </a:lnTo>
                  <a:lnTo>
                    <a:pt x="2563" y="268752"/>
                  </a:lnTo>
                  <a:lnTo>
                    <a:pt x="3527" y="263371"/>
                  </a:lnTo>
                  <a:lnTo>
                    <a:pt x="4491" y="257962"/>
                  </a:lnTo>
                  <a:lnTo>
                    <a:pt x="5455" y="252554"/>
                  </a:lnTo>
                  <a:lnTo>
                    <a:pt x="6419" y="247172"/>
                  </a:lnTo>
                  <a:lnTo>
                    <a:pt x="7383" y="241823"/>
                  </a:lnTo>
                  <a:lnTo>
                    <a:pt x="8347" y="236518"/>
                  </a:lnTo>
                  <a:lnTo>
                    <a:pt x="9311" y="231262"/>
                  </a:lnTo>
                  <a:lnTo>
                    <a:pt x="10275" y="226055"/>
                  </a:lnTo>
                  <a:lnTo>
                    <a:pt x="11239" y="220891"/>
                  </a:lnTo>
                  <a:lnTo>
                    <a:pt x="12203" y="215819"/>
                  </a:lnTo>
                  <a:lnTo>
                    <a:pt x="13167" y="210840"/>
                  </a:lnTo>
                  <a:lnTo>
                    <a:pt x="14131" y="205938"/>
                  </a:lnTo>
                  <a:lnTo>
                    <a:pt x="15095" y="201113"/>
                  </a:lnTo>
                  <a:lnTo>
                    <a:pt x="16059" y="196325"/>
                  </a:lnTo>
                  <a:lnTo>
                    <a:pt x="17023" y="191539"/>
                  </a:lnTo>
                  <a:lnTo>
                    <a:pt x="17987" y="186706"/>
                  </a:lnTo>
                  <a:lnTo>
                    <a:pt x="18951" y="181815"/>
                  </a:lnTo>
                  <a:lnTo>
                    <a:pt x="19915" y="176859"/>
                  </a:lnTo>
                  <a:lnTo>
                    <a:pt x="20879" y="171794"/>
                  </a:lnTo>
                  <a:lnTo>
                    <a:pt x="21843" y="166588"/>
                  </a:lnTo>
                  <a:lnTo>
                    <a:pt x="22807" y="161197"/>
                  </a:lnTo>
                  <a:lnTo>
                    <a:pt x="23771" y="155660"/>
                  </a:lnTo>
                  <a:lnTo>
                    <a:pt x="24735" y="149992"/>
                  </a:lnTo>
                  <a:lnTo>
                    <a:pt x="25699" y="144204"/>
                  </a:lnTo>
                  <a:lnTo>
                    <a:pt x="26663" y="138313"/>
                  </a:lnTo>
                  <a:lnTo>
                    <a:pt x="27627" y="132339"/>
                  </a:lnTo>
                  <a:lnTo>
                    <a:pt x="28591" y="126380"/>
                  </a:lnTo>
                  <a:lnTo>
                    <a:pt x="29555" y="120515"/>
                  </a:lnTo>
                  <a:lnTo>
                    <a:pt x="30519" y="114782"/>
                  </a:lnTo>
                  <a:lnTo>
                    <a:pt x="31483" y="109271"/>
                  </a:lnTo>
                  <a:lnTo>
                    <a:pt x="32447" y="104009"/>
                  </a:lnTo>
                  <a:lnTo>
                    <a:pt x="33411" y="99027"/>
                  </a:lnTo>
                  <a:lnTo>
                    <a:pt x="34375" y="94314"/>
                  </a:lnTo>
                  <a:lnTo>
                    <a:pt x="35339" y="89905"/>
                  </a:lnTo>
                  <a:lnTo>
                    <a:pt x="36303" y="85855"/>
                  </a:lnTo>
                  <a:lnTo>
                    <a:pt x="37267" y="82208"/>
                  </a:lnTo>
                  <a:lnTo>
                    <a:pt x="38231" y="79035"/>
                  </a:lnTo>
                  <a:lnTo>
                    <a:pt x="39195" y="76361"/>
                  </a:lnTo>
                  <a:lnTo>
                    <a:pt x="40159" y="74237"/>
                  </a:lnTo>
                  <a:lnTo>
                    <a:pt x="41123" y="72669"/>
                  </a:lnTo>
                  <a:lnTo>
                    <a:pt x="42087" y="71611"/>
                  </a:lnTo>
                  <a:lnTo>
                    <a:pt x="43051" y="71013"/>
                  </a:lnTo>
                  <a:lnTo>
                    <a:pt x="44015" y="70803"/>
                  </a:lnTo>
                  <a:lnTo>
                    <a:pt x="44979" y="70915"/>
                  </a:lnTo>
                  <a:lnTo>
                    <a:pt x="45943" y="71315"/>
                  </a:lnTo>
                  <a:lnTo>
                    <a:pt x="46907" y="71903"/>
                  </a:lnTo>
                  <a:lnTo>
                    <a:pt x="47871" y="72641"/>
                  </a:lnTo>
                  <a:lnTo>
                    <a:pt x="48835" y="73482"/>
                  </a:lnTo>
                  <a:lnTo>
                    <a:pt x="49799" y="74389"/>
                  </a:lnTo>
                  <a:lnTo>
                    <a:pt x="50763" y="75305"/>
                  </a:lnTo>
                  <a:lnTo>
                    <a:pt x="51727" y="76163"/>
                  </a:lnTo>
                  <a:lnTo>
                    <a:pt x="52691" y="76873"/>
                  </a:lnTo>
                  <a:lnTo>
                    <a:pt x="53655" y="77409"/>
                  </a:lnTo>
                  <a:lnTo>
                    <a:pt x="54619" y="77715"/>
                  </a:lnTo>
                  <a:lnTo>
                    <a:pt x="55583" y="77782"/>
                  </a:lnTo>
                  <a:lnTo>
                    <a:pt x="56547" y="77564"/>
                  </a:lnTo>
                  <a:lnTo>
                    <a:pt x="57511" y="77049"/>
                  </a:lnTo>
                  <a:lnTo>
                    <a:pt x="58475" y="76224"/>
                  </a:lnTo>
                  <a:lnTo>
                    <a:pt x="59439" y="75095"/>
                  </a:lnTo>
                  <a:lnTo>
                    <a:pt x="60403" y="73617"/>
                  </a:lnTo>
                  <a:lnTo>
                    <a:pt x="61367" y="71842"/>
                  </a:lnTo>
                  <a:lnTo>
                    <a:pt x="62331" y="69763"/>
                  </a:lnTo>
                  <a:lnTo>
                    <a:pt x="63295" y="67418"/>
                  </a:lnTo>
                  <a:lnTo>
                    <a:pt x="64259" y="64794"/>
                  </a:lnTo>
                  <a:lnTo>
                    <a:pt x="65223" y="61963"/>
                  </a:lnTo>
                  <a:lnTo>
                    <a:pt x="66187" y="58965"/>
                  </a:lnTo>
                  <a:lnTo>
                    <a:pt x="67151" y="55838"/>
                  </a:lnTo>
                  <a:lnTo>
                    <a:pt x="68115" y="52566"/>
                  </a:lnTo>
                  <a:lnTo>
                    <a:pt x="69079" y="49186"/>
                  </a:lnTo>
                  <a:lnTo>
                    <a:pt x="70043" y="45751"/>
                  </a:lnTo>
                  <a:lnTo>
                    <a:pt x="71007" y="42419"/>
                  </a:lnTo>
                  <a:lnTo>
                    <a:pt x="71971" y="39264"/>
                  </a:lnTo>
                  <a:lnTo>
                    <a:pt x="72935" y="36333"/>
                  </a:lnTo>
                  <a:lnTo>
                    <a:pt x="73899" y="33655"/>
                  </a:lnTo>
                  <a:lnTo>
                    <a:pt x="74863" y="31245"/>
                  </a:lnTo>
                  <a:lnTo>
                    <a:pt x="75827" y="29113"/>
                  </a:lnTo>
                  <a:lnTo>
                    <a:pt x="76792" y="27239"/>
                  </a:lnTo>
                  <a:lnTo>
                    <a:pt x="77756" y="25523"/>
                  </a:lnTo>
                  <a:lnTo>
                    <a:pt x="78720" y="24008"/>
                  </a:lnTo>
                  <a:lnTo>
                    <a:pt x="79684" y="22652"/>
                  </a:lnTo>
                  <a:lnTo>
                    <a:pt x="80648" y="21481"/>
                  </a:lnTo>
                  <a:lnTo>
                    <a:pt x="81612" y="20505"/>
                  </a:lnTo>
                  <a:lnTo>
                    <a:pt x="82576" y="19734"/>
                  </a:lnTo>
                  <a:lnTo>
                    <a:pt x="83540" y="19152"/>
                  </a:lnTo>
                  <a:lnTo>
                    <a:pt x="84504" y="18710"/>
                  </a:lnTo>
                  <a:lnTo>
                    <a:pt x="85468" y="18314"/>
                  </a:lnTo>
                  <a:lnTo>
                    <a:pt x="86432" y="17856"/>
                  </a:lnTo>
                  <a:lnTo>
                    <a:pt x="87396" y="17263"/>
                  </a:lnTo>
                  <a:lnTo>
                    <a:pt x="88360" y="16511"/>
                  </a:lnTo>
                  <a:lnTo>
                    <a:pt x="89324" y="15552"/>
                  </a:lnTo>
                  <a:lnTo>
                    <a:pt x="90288" y="14410"/>
                  </a:lnTo>
                  <a:lnTo>
                    <a:pt x="91252" y="13102"/>
                  </a:lnTo>
                  <a:lnTo>
                    <a:pt x="92216" y="11660"/>
                  </a:lnTo>
                  <a:lnTo>
                    <a:pt x="93180" y="10092"/>
                  </a:lnTo>
                  <a:lnTo>
                    <a:pt x="94144" y="8442"/>
                  </a:lnTo>
                  <a:lnTo>
                    <a:pt x="95108" y="6811"/>
                  </a:lnTo>
                  <a:lnTo>
                    <a:pt x="96072" y="5311"/>
                  </a:lnTo>
                  <a:lnTo>
                    <a:pt x="97036" y="3975"/>
                  </a:lnTo>
                  <a:lnTo>
                    <a:pt x="98000" y="2795"/>
                  </a:lnTo>
                  <a:lnTo>
                    <a:pt x="98964" y="1790"/>
                  </a:lnTo>
                  <a:lnTo>
                    <a:pt x="99928" y="975"/>
                  </a:lnTo>
                  <a:lnTo>
                    <a:pt x="100892" y="401"/>
                  </a:lnTo>
                  <a:lnTo>
                    <a:pt x="101856" y="68"/>
                  </a:lnTo>
                  <a:lnTo>
                    <a:pt x="102820" y="0"/>
                  </a:lnTo>
                  <a:lnTo>
                    <a:pt x="103784" y="211"/>
                  </a:lnTo>
                  <a:lnTo>
                    <a:pt x="104748" y="735"/>
                  </a:lnTo>
                  <a:lnTo>
                    <a:pt x="105712" y="1620"/>
                  </a:lnTo>
                  <a:lnTo>
                    <a:pt x="106676" y="2892"/>
                  </a:lnTo>
                  <a:lnTo>
                    <a:pt x="107640" y="4574"/>
                  </a:lnTo>
                  <a:lnTo>
                    <a:pt x="108604" y="6683"/>
                  </a:lnTo>
                  <a:lnTo>
                    <a:pt x="109568" y="9175"/>
                  </a:lnTo>
                  <a:lnTo>
                    <a:pt x="110532" y="12002"/>
                  </a:lnTo>
                  <a:lnTo>
                    <a:pt x="111496" y="15155"/>
                  </a:lnTo>
                  <a:lnTo>
                    <a:pt x="112460" y="18680"/>
                  </a:lnTo>
                  <a:lnTo>
                    <a:pt x="113424" y="22515"/>
                  </a:lnTo>
                  <a:lnTo>
                    <a:pt x="114388" y="26658"/>
                  </a:lnTo>
                  <a:lnTo>
                    <a:pt x="115352" y="31108"/>
                  </a:lnTo>
                  <a:lnTo>
                    <a:pt x="116316" y="35873"/>
                  </a:lnTo>
                  <a:lnTo>
                    <a:pt x="117280" y="40992"/>
                  </a:lnTo>
                  <a:lnTo>
                    <a:pt x="118244" y="46433"/>
                  </a:lnTo>
                  <a:lnTo>
                    <a:pt x="119208" y="52153"/>
                  </a:lnTo>
                  <a:lnTo>
                    <a:pt x="120172" y="58018"/>
                  </a:lnTo>
                  <a:lnTo>
                    <a:pt x="121136" y="63954"/>
                  </a:lnTo>
                  <a:lnTo>
                    <a:pt x="122100" y="69886"/>
                  </a:lnTo>
                  <a:lnTo>
                    <a:pt x="123064" y="75732"/>
                  </a:lnTo>
                  <a:lnTo>
                    <a:pt x="124028" y="81451"/>
                  </a:lnTo>
                  <a:lnTo>
                    <a:pt x="124992" y="86967"/>
                  </a:lnTo>
                  <a:lnTo>
                    <a:pt x="125956" y="92294"/>
                  </a:lnTo>
                  <a:lnTo>
                    <a:pt x="126920" y="97375"/>
                  </a:lnTo>
                  <a:lnTo>
                    <a:pt x="127884" y="102195"/>
                  </a:lnTo>
                  <a:lnTo>
                    <a:pt x="128848" y="106710"/>
                  </a:lnTo>
                  <a:lnTo>
                    <a:pt x="129812" y="110826"/>
                  </a:lnTo>
                  <a:lnTo>
                    <a:pt x="130776" y="114526"/>
                  </a:lnTo>
                  <a:lnTo>
                    <a:pt x="131740" y="117794"/>
                  </a:lnTo>
                  <a:lnTo>
                    <a:pt x="132704" y="120647"/>
                  </a:lnTo>
                  <a:lnTo>
                    <a:pt x="133668" y="123121"/>
                  </a:lnTo>
                  <a:lnTo>
                    <a:pt x="134632" y="125274"/>
                  </a:lnTo>
                  <a:lnTo>
                    <a:pt x="135596" y="127196"/>
                  </a:lnTo>
                  <a:lnTo>
                    <a:pt x="136560" y="128932"/>
                  </a:lnTo>
                  <a:lnTo>
                    <a:pt x="137524" y="130570"/>
                  </a:lnTo>
                  <a:lnTo>
                    <a:pt x="138488" y="132135"/>
                  </a:lnTo>
                  <a:lnTo>
                    <a:pt x="139452" y="133658"/>
                  </a:lnTo>
                  <a:lnTo>
                    <a:pt x="140416" y="135149"/>
                  </a:lnTo>
                  <a:lnTo>
                    <a:pt x="141380" y="136650"/>
                  </a:lnTo>
                  <a:lnTo>
                    <a:pt x="142344" y="138184"/>
                  </a:lnTo>
                  <a:lnTo>
                    <a:pt x="143308" y="139759"/>
                  </a:lnTo>
                  <a:lnTo>
                    <a:pt x="144272" y="141310"/>
                  </a:lnTo>
                  <a:lnTo>
                    <a:pt x="145236" y="142843"/>
                  </a:lnTo>
                  <a:lnTo>
                    <a:pt x="146200" y="144359"/>
                  </a:lnTo>
                  <a:lnTo>
                    <a:pt x="147164" y="145862"/>
                  </a:lnTo>
                  <a:lnTo>
                    <a:pt x="148128" y="147343"/>
                  </a:lnTo>
                  <a:lnTo>
                    <a:pt x="149092" y="148804"/>
                  </a:lnTo>
                  <a:lnTo>
                    <a:pt x="150056" y="150277"/>
                  </a:lnTo>
                  <a:lnTo>
                    <a:pt x="151020" y="151721"/>
                  </a:lnTo>
                  <a:lnTo>
                    <a:pt x="151984" y="153097"/>
                  </a:lnTo>
                  <a:lnTo>
                    <a:pt x="152948" y="154411"/>
                  </a:lnTo>
                  <a:lnTo>
                    <a:pt x="153912" y="155600"/>
                  </a:lnTo>
                  <a:lnTo>
                    <a:pt x="154876" y="156569"/>
                  </a:lnTo>
                  <a:lnTo>
                    <a:pt x="155840" y="157248"/>
                  </a:lnTo>
                  <a:lnTo>
                    <a:pt x="156804" y="157616"/>
                  </a:lnTo>
                  <a:lnTo>
                    <a:pt x="157768" y="157657"/>
                  </a:lnTo>
                  <a:lnTo>
                    <a:pt x="158732" y="157455"/>
                  </a:lnTo>
                  <a:lnTo>
                    <a:pt x="159696" y="156958"/>
                  </a:lnTo>
                  <a:lnTo>
                    <a:pt x="160660" y="156190"/>
                  </a:lnTo>
                  <a:lnTo>
                    <a:pt x="161624" y="155170"/>
                  </a:lnTo>
                  <a:lnTo>
                    <a:pt x="162588" y="153972"/>
                  </a:lnTo>
                  <a:lnTo>
                    <a:pt x="163552" y="152578"/>
                  </a:lnTo>
                  <a:lnTo>
                    <a:pt x="164516" y="150992"/>
                  </a:lnTo>
                  <a:lnTo>
                    <a:pt x="165480" y="149244"/>
                  </a:lnTo>
                  <a:lnTo>
                    <a:pt x="166444" y="147351"/>
                  </a:lnTo>
                  <a:lnTo>
                    <a:pt x="167408" y="145257"/>
                  </a:lnTo>
                  <a:lnTo>
                    <a:pt x="168372" y="142975"/>
                  </a:lnTo>
                  <a:lnTo>
                    <a:pt x="169336" y="140568"/>
                  </a:lnTo>
                  <a:lnTo>
                    <a:pt x="170300" y="138170"/>
                  </a:lnTo>
                  <a:lnTo>
                    <a:pt x="171264" y="135797"/>
                  </a:lnTo>
                  <a:lnTo>
                    <a:pt x="172228" y="133513"/>
                  </a:lnTo>
                  <a:lnTo>
                    <a:pt x="173192" y="131385"/>
                  </a:lnTo>
                  <a:lnTo>
                    <a:pt x="174156" y="129480"/>
                  </a:lnTo>
                  <a:lnTo>
                    <a:pt x="175120" y="127800"/>
                  </a:lnTo>
                  <a:lnTo>
                    <a:pt x="176084" y="126419"/>
                  </a:lnTo>
                  <a:lnTo>
                    <a:pt x="177048" y="125301"/>
                  </a:lnTo>
                  <a:lnTo>
                    <a:pt x="178012" y="124547"/>
                  </a:lnTo>
                  <a:lnTo>
                    <a:pt x="178976" y="124227"/>
                  </a:lnTo>
                  <a:lnTo>
                    <a:pt x="179940" y="124363"/>
                  </a:lnTo>
                  <a:lnTo>
                    <a:pt x="180904" y="124910"/>
                  </a:lnTo>
                  <a:lnTo>
                    <a:pt x="181868" y="125889"/>
                  </a:lnTo>
                  <a:lnTo>
                    <a:pt x="182832" y="127333"/>
                  </a:lnTo>
                  <a:lnTo>
                    <a:pt x="183796" y="129251"/>
                  </a:lnTo>
                  <a:lnTo>
                    <a:pt x="184760" y="131659"/>
                  </a:lnTo>
                  <a:lnTo>
                    <a:pt x="185724" y="134494"/>
                  </a:lnTo>
                  <a:lnTo>
                    <a:pt x="186688" y="137754"/>
                  </a:lnTo>
                  <a:lnTo>
                    <a:pt x="187653" y="141390"/>
                  </a:lnTo>
                  <a:lnTo>
                    <a:pt x="188617" y="145365"/>
                  </a:lnTo>
                  <a:lnTo>
                    <a:pt x="189581" y="149659"/>
                  </a:lnTo>
                  <a:lnTo>
                    <a:pt x="190545" y="154160"/>
                  </a:lnTo>
                  <a:lnTo>
                    <a:pt x="191509" y="158842"/>
                  </a:lnTo>
                  <a:lnTo>
                    <a:pt x="192473" y="163652"/>
                  </a:lnTo>
                  <a:lnTo>
                    <a:pt x="193437" y="168536"/>
                  </a:lnTo>
                  <a:lnTo>
                    <a:pt x="194401" y="173464"/>
                  </a:lnTo>
                  <a:lnTo>
                    <a:pt x="195365" y="178475"/>
                  </a:lnTo>
                  <a:lnTo>
                    <a:pt x="196329" y="183581"/>
                  </a:lnTo>
                  <a:lnTo>
                    <a:pt x="197293" y="188771"/>
                  </a:lnTo>
                  <a:lnTo>
                    <a:pt x="198257" y="193969"/>
                  </a:lnTo>
                  <a:lnTo>
                    <a:pt x="199221" y="199141"/>
                  </a:lnTo>
                  <a:lnTo>
                    <a:pt x="200185" y="204359"/>
                  </a:lnTo>
                  <a:lnTo>
                    <a:pt x="201149" y="209593"/>
                  </a:lnTo>
                  <a:lnTo>
                    <a:pt x="202113" y="214845"/>
                  </a:lnTo>
                  <a:lnTo>
                    <a:pt x="203077" y="220195"/>
                  </a:lnTo>
                  <a:lnTo>
                    <a:pt x="204041" y="225768"/>
                  </a:lnTo>
                  <a:lnTo>
                    <a:pt x="205005" y="231670"/>
                  </a:lnTo>
                  <a:lnTo>
                    <a:pt x="205969" y="237911"/>
                  </a:lnTo>
                  <a:lnTo>
                    <a:pt x="206933" y="244478"/>
                  </a:lnTo>
                  <a:lnTo>
                    <a:pt x="207897" y="251375"/>
                  </a:lnTo>
                  <a:lnTo>
                    <a:pt x="208861" y="258584"/>
                  </a:lnTo>
                  <a:lnTo>
                    <a:pt x="209825" y="266087"/>
                  </a:lnTo>
                  <a:lnTo>
                    <a:pt x="210789" y="273805"/>
                  </a:lnTo>
                  <a:lnTo>
                    <a:pt x="211753" y="281696"/>
                  </a:lnTo>
                  <a:lnTo>
                    <a:pt x="211846" y="28247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353165" y="5385149"/>
              <a:ext cx="316308" cy="375253"/>
            </a:xfrm>
            <a:custGeom>
              <a:avLst/>
              <a:pathLst>
                <a:path w="316308" h="375253">
                  <a:moveTo>
                    <a:pt x="0" y="375253"/>
                  </a:moveTo>
                  <a:lnTo>
                    <a:pt x="284" y="372508"/>
                  </a:lnTo>
                  <a:lnTo>
                    <a:pt x="1248" y="363128"/>
                  </a:lnTo>
                  <a:lnTo>
                    <a:pt x="2212" y="353701"/>
                  </a:lnTo>
                  <a:lnTo>
                    <a:pt x="3176" y="344223"/>
                  </a:lnTo>
                  <a:lnTo>
                    <a:pt x="4140" y="334733"/>
                  </a:lnTo>
                  <a:lnTo>
                    <a:pt x="5104" y="325261"/>
                  </a:lnTo>
                  <a:lnTo>
                    <a:pt x="6068" y="315902"/>
                  </a:lnTo>
                  <a:lnTo>
                    <a:pt x="7032" y="306799"/>
                  </a:lnTo>
                  <a:lnTo>
                    <a:pt x="7996" y="298025"/>
                  </a:lnTo>
                  <a:lnTo>
                    <a:pt x="8960" y="289541"/>
                  </a:lnTo>
                  <a:lnTo>
                    <a:pt x="9924" y="281339"/>
                  </a:lnTo>
                  <a:lnTo>
                    <a:pt x="10888" y="273472"/>
                  </a:lnTo>
                  <a:lnTo>
                    <a:pt x="11852" y="265955"/>
                  </a:lnTo>
                  <a:lnTo>
                    <a:pt x="12816" y="258848"/>
                  </a:lnTo>
                  <a:lnTo>
                    <a:pt x="13780" y="252134"/>
                  </a:lnTo>
                  <a:lnTo>
                    <a:pt x="14744" y="245831"/>
                  </a:lnTo>
                  <a:lnTo>
                    <a:pt x="15708" y="239966"/>
                  </a:lnTo>
                  <a:lnTo>
                    <a:pt x="16672" y="234589"/>
                  </a:lnTo>
                  <a:lnTo>
                    <a:pt x="17636" y="229748"/>
                  </a:lnTo>
                  <a:lnTo>
                    <a:pt x="18600" y="225379"/>
                  </a:lnTo>
                  <a:lnTo>
                    <a:pt x="19564" y="221464"/>
                  </a:lnTo>
                  <a:lnTo>
                    <a:pt x="20528" y="217923"/>
                  </a:lnTo>
                  <a:lnTo>
                    <a:pt x="21492" y="214620"/>
                  </a:lnTo>
                  <a:lnTo>
                    <a:pt x="22456" y="211489"/>
                  </a:lnTo>
                  <a:lnTo>
                    <a:pt x="23420" y="208573"/>
                  </a:lnTo>
                  <a:lnTo>
                    <a:pt x="24384" y="205921"/>
                  </a:lnTo>
                  <a:lnTo>
                    <a:pt x="25348" y="203511"/>
                  </a:lnTo>
                  <a:lnTo>
                    <a:pt x="26312" y="201356"/>
                  </a:lnTo>
                  <a:lnTo>
                    <a:pt x="27276" y="199409"/>
                  </a:lnTo>
                  <a:lnTo>
                    <a:pt x="28240" y="197630"/>
                  </a:lnTo>
                  <a:lnTo>
                    <a:pt x="29204" y="195963"/>
                  </a:lnTo>
                  <a:lnTo>
                    <a:pt x="30168" y="194344"/>
                  </a:lnTo>
                  <a:lnTo>
                    <a:pt x="31132" y="192678"/>
                  </a:lnTo>
                  <a:lnTo>
                    <a:pt x="32096" y="190915"/>
                  </a:lnTo>
                  <a:lnTo>
                    <a:pt x="33060" y="189079"/>
                  </a:lnTo>
                  <a:lnTo>
                    <a:pt x="34024" y="187172"/>
                  </a:lnTo>
                  <a:lnTo>
                    <a:pt x="34988" y="185226"/>
                  </a:lnTo>
                  <a:lnTo>
                    <a:pt x="35952" y="183290"/>
                  </a:lnTo>
                  <a:lnTo>
                    <a:pt x="36916" y="181373"/>
                  </a:lnTo>
                  <a:lnTo>
                    <a:pt x="37880" y="179484"/>
                  </a:lnTo>
                  <a:lnTo>
                    <a:pt x="38844" y="177633"/>
                  </a:lnTo>
                  <a:lnTo>
                    <a:pt x="39808" y="175799"/>
                  </a:lnTo>
                  <a:lnTo>
                    <a:pt x="40772" y="173980"/>
                  </a:lnTo>
                  <a:lnTo>
                    <a:pt x="41736" y="172185"/>
                  </a:lnTo>
                  <a:lnTo>
                    <a:pt x="42700" y="170507"/>
                  </a:lnTo>
                  <a:lnTo>
                    <a:pt x="43664" y="168952"/>
                  </a:lnTo>
                  <a:lnTo>
                    <a:pt x="44628" y="167519"/>
                  </a:lnTo>
                  <a:lnTo>
                    <a:pt x="45592" y="166168"/>
                  </a:lnTo>
                  <a:lnTo>
                    <a:pt x="46556" y="164931"/>
                  </a:lnTo>
                  <a:lnTo>
                    <a:pt x="47520" y="163850"/>
                  </a:lnTo>
                  <a:lnTo>
                    <a:pt x="48484" y="162874"/>
                  </a:lnTo>
                  <a:lnTo>
                    <a:pt x="49448" y="161943"/>
                  </a:lnTo>
                  <a:lnTo>
                    <a:pt x="50412" y="160960"/>
                  </a:lnTo>
                  <a:lnTo>
                    <a:pt x="51376" y="159908"/>
                  </a:lnTo>
                  <a:lnTo>
                    <a:pt x="52340" y="158787"/>
                  </a:lnTo>
                  <a:lnTo>
                    <a:pt x="53304" y="157533"/>
                  </a:lnTo>
                  <a:lnTo>
                    <a:pt x="54268" y="156111"/>
                  </a:lnTo>
                  <a:lnTo>
                    <a:pt x="55232" y="154408"/>
                  </a:lnTo>
                  <a:lnTo>
                    <a:pt x="56196" y="152357"/>
                  </a:lnTo>
                  <a:lnTo>
                    <a:pt x="57160" y="149965"/>
                  </a:lnTo>
                  <a:lnTo>
                    <a:pt x="58124" y="147294"/>
                  </a:lnTo>
                  <a:lnTo>
                    <a:pt x="59088" y="144383"/>
                  </a:lnTo>
                  <a:lnTo>
                    <a:pt x="60052" y="141277"/>
                  </a:lnTo>
                  <a:lnTo>
                    <a:pt x="61016" y="138003"/>
                  </a:lnTo>
                  <a:lnTo>
                    <a:pt x="61980" y="134552"/>
                  </a:lnTo>
                  <a:lnTo>
                    <a:pt x="62944" y="130967"/>
                  </a:lnTo>
                  <a:lnTo>
                    <a:pt x="63908" y="127243"/>
                  </a:lnTo>
                  <a:lnTo>
                    <a:pt x="64872" y="123399"/>
                  </a:lnTo>
                  <a:lnTo>
                    <a:pt x="65836" y="119423"/>
                  </a:lnTo>
                  <a:lnTo>
                    <a:pt x="66800" y="115315"/>
                  </a:lnTo>
                  <a:lnTo>
                    <a:pt x="67764" y="111121"/>
                  </a:lnTo>
                  <a:lnTo>
                    <a:pt x="68728" y="106910"/>
                  </a:lnTo>
                  <a:lnTo>
                    <a:pt x="69692" y="102833"/>
                  </a:lnTo>
                  <a:lnTo>
                    <a:pt x="70656" y="98988"/>
                  </a:lnTo>
                  <a:lnTo>
                    <a:pt x="71620" y="95295"/>
                  </a:lnTo>
                  <a:lnTo>
                    <a:pt x="72584" y="91694"/>
                  </a:lnTo>
                  <a:lnTo>
                    <a:pt x="73548" y="88152"/>
                  </a:lnTo>
                  <a:lnTo>
                    <a:pt x="74512" y="84643"/>
                  </a:lnTo>
                  <a:lnTo>
                    <a:pt x="75476" y="81126"/>
                  </a:lnTo>
                  <a:lnTo>
                    <a:pt x="76440" y="77646"/>
                  </a:lnTo>
                  <a:lnTo>
                    <a:pt x="77404" y="74213"/>
                  </a:lnTo>
                  <a:lnTo>
                    <a:pt x="78368" y="70852"/>
                  </a:lnTo>
                  <a:lnTo>
                    <a:pt x="79332" y="67604"/>
                  </a:lnTo>
                  <a:lnTo>
                    <a:pt x="80296" y="64513"/>
                  </a:lnTo>
                  <a:lnTo>
                    <a:pt x="81260" y="61627"/>
                  </a:lnTo>
                  <a:lnTo>
                    <a:pt x="82224" y="58983"/>
                  </a:lnTo>
                  <a:lnTo>
                    <a:pt x="83188" y="56503"/>
                  </a:lnTo>
                  <a:lnTo>
                    <a:pt x="84152" y="54095"/>
                  </a:lnTo>
                  <a:lnTo>
                    <a:pt x="85116" y="51675"/>
                  </a:lnTo>
                  <a:lnTo>
                    <a:pt x="86080" y="49277"/>
                  </a:lnTo>
                  <a:lnTo>
                    <a:pt x="87044" y="46854"/>
                  </a:lnTo>
                  <a:lnTo>
                    <a:pt x="88008" y="44386"/>
                  </a:lnTo>
                  <a:lnTo>
                    <a:pt x="88972" y="41872"/>
                  </a:lnTo>
                  <a:lnTo>
                    <a:pt x="89936" y="39303"/>
                  </a:lnTo>
                  <a:lnTo>
                    <a:pt x="90900" y="36623"/>
                  </a:lnTo>
                  <a:lnTo>
                    <a:pt x="91864" y="33799"/>
                  </a:lnTo>
                  <a:lnTo>
                    <a:pt x="92828" y="30831"/>
                  </a:lnTo>
                  <a:lnTo>
                    <a:pt x="93792" y="27804"/>
                  </a:lnTo>
                  <a:lnTo>
                    <a:pt x="94756" y="24753"/>
                  </a:lnTo>
                  <a:lnTo>
                    <a:pt x="95720" y="21629"/>
                  </a:lnTo>
                  <a:lnTo>
                    <a:pt x="96684" y="18413"/>
                  </a:lnTo>
                  <a:lnTo>
                    <a:pt x="97648" y="15146"/>
                  </a:lnTo>
                  <a:lnTo>
                    <a:pt x="98612" y="11992"/>
                  </a:lnTo>
                  <a:lnTo>
                    <a:pt x="99576" y="9092"/>
                  </a:lnTo>
                  <a:lnTo>
                    <a:pt x="100540" y="6453"/>
                  </a:lnTo>
                  <a:lnTo>
                    <a:pt x="101504" y="4172"/>
                  </a:lnTo>
                  <a:lnTo>
                    <a:pt x="102468" y="2319"/>
                  </a:lnTo>
                  <a:lnTo>
                    <a:pt x="103432" y="970"/>
                  </a:lnTo>
                  <a:lnTo>
                    <a:pt x="104396" y="182"/>
                  </a:lnTo>
                  <a:lnTo>
                    <a:pt x="105360" y="0"/>
                  </a:lnTo>
                  <a:lnTo>
                    <a:pt x="106324" y="367"/>
                  </a:lnTo>
                  <a:lnTo>
                    <a:pt x="107288" y="1247"/>
                  </a:lnTo>
                  <a:lnTo>
                    <a:pt x="108253" y="2617"/>
                  </a:lnTo>
                  <a:lnTo>
                    <a:pt x="109217" y="4398"/>
                  </a:lnTo>
                  <a:lnTo>
                    <a:pt x="110181" y="6571"/>
                  </a:lnTo>
                  <a:lnTo>
                    <a:pt x="111145" y="9128"/>
                  </a:lnTo>
                  <a:lnTo>
                    <a:pt x="112109" y="12073"/>
                  </a:lnTo>
                  <a:lnTo>
                    <a:pt x="113073" y="15374"/>
                  </a:lnTo>
                  <a:lnTo>
                    <a:pt x="114037" y="18963"/>
                  </a:lnTo>
                  <a:lnTo>
                    <a:pt x="115001" y="22813"/>
                  </a:lnTo>
                  <a:lnTo>
                    <a:pt x="115965" y="26874"/>
                  </a:lnTo>
                  <a:lnTo>
                    <a:pt x="116929" y="31071"/>
                  </a:lnTo>
                  <a:lnTo>
                    <a:pt x="117893" y="35299"/>
                  </a:lnTo>
                  <a:lnTo>
                    <a:pt x="118857" y="39455"/>
                  </a:lnTo>
                  <a:lnTo>
                    <a:pt x="119821" y="43565"/>
                  </a:lnTo>
                  <a:lnTo>
                    <a:pt x="120785" y="47720"/>
                  </a:lnTo>
                  <a:lnTo>
                    <a:pt x="121749" y="51968"/>
                  </a:lnTo>
                  <a:lnTo>
                    <a:pt x="122713" y="56267"/>
                  </a:lnTo>
                  <a:lnTo>
                    <a:pt x="123677" y="60629"/>
                  </a:lnTo>
                  <a:lnTo>
                    <a:pt x="124641" y="65053"/>
                  </a:lnTo>
                  <a:lnTo>
                    <a:pt x="125605" y="69493"/>
                  </a:lnTo>
                  <a:lnTo>
                    <a:pt x="126569" y="73993"/>
                  </a:lnTo>
                  <a:lnTo>
                    <a:pt x="127533" y="78485"/>
                  </a:lnTo>
                  <a:lnTo>
                    <a:pt x="128497" y="82933"/>
                  </a:lnTo>
                  <a:lnTo>
                    <a:pt x="129461" y="87321"/>
                  </a:lnTo>
                  <a:lnTo>
                    <a:pt x="130425" y="91592"/>
                  </a:lnTo>
                  <a:lnTo>
                    <a:pt x="131389" y="95768"/>
                  </a:lnTo>
                  <a:lnTo>
                    <a:pt x="132353" y="99946"/>
                  </a:lnTo>
                  <a:lnTo>
                    <a:pt x="133317" y="104243"/>
                  </a:lnTo>
                  <a:lnTo>
                    <a:pt x="134281" y="108677"/>
                  </a:lnTo>
                  <a:lnTo>
                    <a:pt x="135245" y="113213"/>
                  </a:lnTo>
                  <a:lnTo>
                    <a:pt x="136209" y="117898"/>
                  </a:lnTo>
                  <a:lnTo>
                    <a:pt x="137173" y="122767"/>
                  </a:lnTo>
                  <a:lnTo>
                    <a:pt x="138137" y="127834"/>
                  </a:lnTo>
                  <a:lnTo>
                    <a:pt x="139101" y="133114"/>
                  </a:lnTo>
                  <a:lnTo>
                    <a:pt x="140065" y="138653"/>
                  </a:lnTo>
                  <a:lnTo>
                    <a:pt x="141029" y="144415"/>
                  </a:lnTo>
                  <a:lnTo>
                    <a:pt x="141993" y="150385"/>
                  </a:lnTo>
                  <a:lnTo>
                    <a:pt x="142957" y="156508"/>
                  </a:lnTo>
                  <a:lnTo>
                    <a:pt x="143921" y="162789"/>
                  </a:lnTo>
                  <a:lnTo>
                    <a:pt x="144885" y="169256"/>
                  </a:lnTo>
                  <a:lnTo>
                    <a:pt x="145849" y="175948"/>
                  </a:lnTo>
                  <a:lnTo>
                    <a:pt x="146813" y="182778"/>
                  </a:lnTo>
                  <a:lnTo>
                    <a:pt x="147777" y="189563"/>
                  </a:lnTo>
                  <a:lnTo>
                    <a:pt x="148741" y="196262"/>
                  </a:lnTo>
                  <a:lnTo>
                    <a:pt x="149705" y="202902"/>
                  </a:lnTo>
                  <a:lnTo>
                    <a:pt x="150669" y="209350"/>
                  </a:lnTo>
                  <a:lnTo>
                    <a:pt x="151633" y="215550"/>
                  </a:lnTo>
                  <a:lnTo>
                    <a:pt x="152597" y="221394"/>
                  </a:lnTo>
                  <a:lnTo>
                    <a:pt x="153561" y="226814"/>
                  </a:lnTo>
                  <a:lnTo>
                    <a:pt x="154525" y="231807"/>
                  </a:lnTo>
                  <a:lnTo>
                    <a:pt x="155489" y="236409"/>
                  </a:lnTo>
                  <a:lnTo>
                    <a:pt x="156453" y="240602"/>
                  </a:lnTo>
                  <a:lnTo>
                    <a:pt x="157417" y="244445"/>
                  </a:lnTo>
                  <a:lnTo>
                    <a:pt x="158381" y="247923"/>
                  </a:lnTo>
                  <a:lnTo>
                    <a:pt x="159345" y="251071"/>
                  </a:lnTo>
                  <a:lnTo>
                    <a:pt x="160309" y="253906"/>
                  </a:lnTo>
                  <a:lnTo>
                    <a:pt x="161273" y="256436"/>
                  </a:lnTo>
                  <a:lnTo>
                    <a:pt x="162237" y="258681"/>
                  </a:lnTo>
                  <a:lnTo>
                    <a:pt x="163201" y="260646"/>
                  </a:lnTo>
                  <a:lnTo>
                    <a:pt x="164165" y="262316"/>
                  </a:lnTo>
                  <a:lnTo>
                    <a:pt x="165129" y="263693"/>
                  </a:lnTo>
                  <a:lnTo>
                    <a:pt x="166093" y="264826"/>
                  </a:lnTo>
                  <a:lnTo>
                    <a:pt x="167057" y="265822"/>
                  </a:lnTo>
                  <a:lnTo>
                    <a:pt x="168021" y="266728"/>
                  </a:lnTo>
                  <a:lnTo>
                    <a:pt x="168985" y="267484"/>
                  </a:lnTo>
                  <a:lnTo>
                    <a:pt x="169949" y="268036"/>
                  </a:lnTo>
                  <a:lnTo>
                    <a:pt x="170913" y="268385"/>
                  </a:lnTo>
                  <a:lnTo>
                    <a:pt x="171877" y="268570"/>
                  </a:lnTo>
                  <a:lnTo>
                    <a:pt x="172841" y="268637"/>
                  </a:lnTo>
                  <a:lnTo>
                    <a:pt x="173805" y="268642"/>
                  </a:lnTo>
                  <a:lnTo>
                    <a:pt x="174769" y="268549"/>
                  </a:lnTo>
                  <a:lnTo>
                    <a:pt x="175733" y="268377"/>
                  </a:lnTo>
                  <a:lnTo>
                    <a:pt x="176697" y="268223"/>
                  </a:lnTo>
                  <a:lnTo>
                    <a:pt x="177661" y="268134"/>
                  </a:lnTo>
                  <a:lnTo>
                    <a:pt x="178625" y="268156"/>
                  </a:lnTo>
                  <a:lnTo>
                    <a:pt x="179589" y="268331"/>
                  </a:lnTo>
                  <a:lnTo>
                    <a:pt x="180553" y="268662"/>
                  </a:lnTo>
                  <a:lnTo>
                    <a:pt x="181517" y="269080"/>
                  </a:lnTo>
                  <a:lnTo>
                    <a:pt x="182481" y="269502"/>
                  </a:lnTo>
                  <a:lnTo>
                    <a:pt x="183445" y="269995"/>
                  </a:lnTo>
                  <a:lnTo>
                    <a:pt x="184409" y="270592"/>
                  </a:lnTo>
                  <a:lnTo>
                    <a:pt x="185373" y="271257"/>
                  </a:lnTo>
                  <a:lnTo>
                    <a:pt x="186337" y="271944"/>
                  </a:lnTo>
                  <a:lnTo>
                    <a:pt x="187301" y="272616"/>
                  </a:lnTo>
                  <a:lnTo>
                    <a:pt x="188265" y="273231"/>
                  </a:lnTo>
                  <a:lnTo>
                    <a:pt x="189229" y="273793"/>
                  </a:lnTo>
                  <a:lnTo>
                    <a:pt x="190193" y="274269"/>
                  </a:lnTo>
                  <a:lnTo>
                    <a:pt x="191157" y="274627"/>
                  </a:lnTo>
                  <a:lnTo>
                    <a:pt x="192121" y="274822"/>
                  </a:lnTo>
                  <a:lnTo>
                    <a:pt x="193085" y="274851"/>
                  </a:lnTo>
                  <a:lnTo>
                    <a:pt x="194049" y="274669"/>
                  </a:lnTo>
                  <a:lnTo>
                    <a:pt x="195013" y="274214"/>
                  </a:lnTo>
                  <a:lnTo>
                    <a:pt x="195977" y="273531"/>
                  </a:lnTo>
                  <a:lnTo>
                    <a:pt x="196941" y="272646"/>
                  </a:lnTo>
                  <a:lnTo>
                    <a:pt x="197905" y="271458"/>
                  </a:lnTo>
                  <a:lnTo>
                    <a:pt x="198869" y="269971"/>
                  </a:lnTo>
                  <a:lnTo>
                    <a:pt x="199833" y="268232"/>
                  </a:lnTo>
                  <a:lnTo>
                    <a:pt x="200797" y="266327"/>
                  </a:lnTo>
                  <a:lnTo>
                    <a:pt x="201761" y="264339"/>
                  </a:lnTo>
                  <a:lnTo>
                    <a:pt x="202725" y="262314"/>
                  </a:lnTo>
                  <a:lnTo>
                    <a:pt x="203689" y="260224"/>
                  </a:lnTo>
                  <a:lnTo>
                    <a:pt x="204653" y="258089"/>
                  </a:lnTo>
                  <a:lnTo>
                    <a:pt x="205617" y="255909"/>
                  </a:lnTo>
                  <a:lnTo>
                    <a:pt x="206581" y="253728"/>
                  </a:lnTo>
                  <a:lnTo>
                    <a:pt x="207545" y="251586"/>
                  </a:lnTo>
                  <a:lnTo>
                    <a:pt x="208509" y="249465"/>
                  </a:lnTo>
                  <a:lnTo>
                    <a:pt x="209473" y="247369"/>
                  </a:lnTo>
                  <a:lnTo>
                    <a:pt x="210437" y="245325"/>
                  </a:lnTo>
                  <a:lnTo>
                    <a:pt x="211401" y="243405"/>
                  </a:lnTo>
                  <a:lnTo>
                    <a:pt x="212365" y="241678"/>
                  </a:lnTo>
                  <a:lnTo>
                    <a:pt x="213329" y="240224"/>
                  </a:lnTo>
                  <a:lnTo>
                    <a:pt x="214293" y="239082"/>
                  </a:lnTo>
                  <a:lnTo>
                    <a:pt x="215257" y="238209"/>
                  </a:lnTo>
                  <a:lnTo>
                    <a:pt x="216221" y="237554"/>
                  </a:lnTo>
                  <a:lnTo>
                    <a:pt x="217185" y="237105"/>
                  </a:lnTo>
                  <a:lnTo>
                    <a:pt x="218149" y="236853"/>
                  </a:lnTo>
                  <a:lnTo>
                    <a:pt x="219114" y="236837"/>
                  </a:lnTo>
                  <a:lnTo>
                    <a:pt x="220078" y="237081"/>
                  </a:lnTo>
                  <a:lnTo>
                    <a:pt x="221042" y="237525"/>
                  </a:lnTo>
                  <a:lnTo>
                    <a:pt x="222006" y="238081"/>
                  </a:lnTo>
                  <a:lnTo>
                    <a:pt x="222970" y="238732"/>
                  </a:lnTo>
                  <a:lnTo>
                    <a:pt x="223934" y="239486"/>
                  </a:lnTo>
                  <a:lnTo>
                    <a:pt x="224898" y="240231"/>
                  </a:lnTo>
                  <a:lnTo>
                    <a:pt x="225862" y="240900"/>
                  </a:lnTo>
                  <a:lnTo>
                    <a:pt x="226826" y="241450"/>
                  </a:lnTo>
                  <a:lnTo>
                    <a:pt x="227790" y="241854"/>
                  </a:lnTo>
                  <a:lnTo>
                    <a:pt x="228754" y="242065"/>
                  </a:lnTo>
                  <a:lnTo>
                    <a:pt x="229718" y="242085"/>
                  </a:lnTo>
                  <a:lnTo>
                    <a:pt x="230682" y="241968"/>
                  </a:lnTo>
                  <a:lnTo>
                    <a:pt x="231646" y="241737"/>
                  </a:lnTo>
                  <a:lnTo>
                    <a:pt x="232610" y="241347"/>
                  </a:lnTo>
                  <a:lnTo>
                    <a:pt x="233574" y="240767"/>
                  </a:lnTo>
                  <a:lnTo>
                    <a:pt x="234538" y="239959"/>
                  </a:lnTo>
                  <a:lnTo>
                    <a:pt x="235502" y="238947"/>
                  </a:lnTo>
                  <a:lnTo>
                    <a:pt x="236466" y="237779"/>
                  </a:lnTo>
                  <a:lnTo>
                    <a:pt x="237430" y="236473"/>
                  </a:lnTo>
                  <a:lnTo>
                    <a:pt x="238394" y="235082"/>
                  </a:lnTo>
                  <a:lnTo>
                    <a:pt x="239358" y="233708"/>
                  </a:lnTo>
                  <a:lnTo>
                    <a:pt x="240322" y="232432"/>
                  </a:lnTo>
                  <a:lnTo>
                    <a:pt x="241286" y="231247"/>
                  </a:lnTo>
                  <a:lnTo>
                    <a:pt x="242250" y="230115"/>
                  </a:lnTo>
                  <a:lnTo>
                    <a:pt x="243214" y="229006"/>
                  </a:lnTo>
                  <a:lnTo>
                    <a:pt x="244178" y="227851"/>
                  </a:lnTo>
                  <a:lnTo>
                    <a:pt x="245142" y="226650"/>
                  </a:lnTo>
                  <a:lnTo>
                    <a:pt x="246106" y="225400"/>
                  </a:lnTo>
                  <a:lnTo>
                    <a:pt x="247070" y="224220"/>
                  </a:lnTo>
                  <a:lnTo>
                    <a:pt x="248034" y="223073"/>
                  </a:lnTo>
                  <a:lnTo>
                    <a:pt x="248998" y="221985"/>
                  </a:lnTo>
                  <a:lnTo>
                    <a:pt x="249962" y="220915"/>
                  </a:lnTo>
                  <a:lnTo>
                    <a:pt x="250926" y="219834"/>
                  </a:lnTo>
                  <a:lnTo>
                    <a:pt x="251890" y="218753"/>
                  </a:lnTo>
                  <a:lnTo>
                    <a:pt x="252854" y="217678"/>
                  </a:lnTo>
                  <a:lnTo>
                    <a:pt x="253818" y="216559"/>
                  </a:lnTo>
                  <a:lnTo>
                    <a:pt x="254782" y="215359"/>
                  </a:lnTo>
                  <a:lnTo>
                    <a:pt x="255746" y="214009"/>
                  </a:lnTo>
                  <a:lnTo>
                    <a:pt x="256710" y="212516"/>
                  </a:lnTo>
                  <a:lnTo>
                    <a:pt x="257674" y="210909"/>
                  </a:lnTo>
                  <a:lnTo>
                    <a:pt x="258638" y="209243"/>
                  </a:lnTo>
                  <a:lnTo>
                    <a:pt x="259602" y="207510"/>
                  </a:lnTo>
                  <a:lnTo>
                    <a:pt x="260566" y="205609"/>
                  </a:lnTo>
                  <a:lnTo>
                    <a:pt x="261530" y="203466"/>
                  </a:lnTo>
                  <a:lnTo>
                    <a:pt x="262494" y="201040"/>
                  </a:lnTo>
                  <a:lnTo>
                    <a:pt x="263458" y="198300"/>
                  </a:lnTo>
                  <a:lnTo>
                    <a:pt x="264422" y="195227"/>
                  </a:lnTo>
                  <a:lnTo>
                    <a:pt x="265386" y="191860"/>
                  </a:lnTo>
                  <a:lnTo>
                    <a:pt x="266350" y="188241"/>
                  </a:lnTo>
                  <a:lnTo>
                    <a:pt x="267314" y="184438"/>
                  </a:lnTo>
                  <a:lnTo>
                    <a:pt x="268278" y="180435"/>
                  </a:lnTo>
                  <a:lnTo>
                    <a:pt x="269242" y="176302"/>
                  </a:lnTo>
                  <a:lnTo>
                    <a:pt x="270206" y="172123"/>
                  </a:lnTo>
                  <a:lnTo>
                    <a:pt x="271170" y="167963"/>
                  </a:lnTo>
                  <a:lnTo>
                    <a:pt x="272134" y="163825"/>
                  </a:lnTo>
                  <a:lnTo>
                    <a:pt x="273098" y="159825"/>
                  </a:lnTo>
                  <a:lnTo>
                    <a:pt x="274062" y="156064"/>
                  </a:lnTo>
                  <a:lnTo>
                    <a:pt x="275026" y="152619"/>
                  </a:lnTo>
                  <a:lnTo>
                    <a:pt x="275990" y="149527"/>
                  </a:lnTo>
                  <a:lnTo>
                    <a:pt x="276954" y="146822"/>
                  </a:lnTo>
                  <a:lnTo>
                    <a:pt x="277918" y="144575"/>
                  </a:lnTo>
                  <a:lnTo>
                    <a:pt x="278882" y="142815"/>
                  </a:lnTo>
                  <a:lnTo>
                    <a:pt x="279846" y="141521"/>
                  </a:lnTo>
                  <a:lnTo>
                    <a:pt x="280810" y="140656"/>
                  </a:lnTo>
                  <a:lnTo>
                    <a:pt x="281774" y="140214"/>
                  </a:lnTo>
                  <a:lnTo>
                    <a:pt x="282738" y="140268"/>
                  </a:lnTo>
                  <a:lnTo>
                    <a:pt x="283702" y="140844"/>
                  </a:lnTo>
                  <a:lnTo>
                    <a:pt x="284666" y="141913"/>
                  </a:lnTo>
                  <a:lnTo>
                    <a:pt x="285630" y="143428"/>
                  </a:lnTo>
                  <a:lnTo>
                    <a:pt x="286594" y="145425"/>
                  </a:lnTo>
                  <a:lnTo>
                    <a:pt x="287558" y="147781"/>
                  </a:lnTo>
                  <a:lnTo>
                    <a:pt x="288522" y="150391"/>
                  </a:lnTo>
                  <a:lnTo>
                    <a:pt x="289486" y="153184"/>
                  </a:lnTo>
                  <a:lnTo>
                    <a:pt x="290450" y="156187"/>
                  </a:lnTo>
                  <a:lnTo>
                    <a:pt x="291414" y="159516"/>
                  </a:lnTo>
                  <a:lnTo>
                    <a:pt x="292378" y="163274"/>
                  </a:lnTo>
                  <a:lnTo>
                    <a:pt x="293342" y="167540"/>
                  </a:lnTo>
                  <a:lnTo>
                    <a:pt x="294306" y="172311"/>
                  </a:lnTo>
                  <a:lnTo>
                    <a:pt x="295270" y="177566"/>
                  </a:lnTo>
                  <a:lnTo>
                    <a:pt x="296234" y="183303"/>
                  </a:lnTo>
                  <a:lnTo>
                    <a:pt x="297198" y="189465"/>
                  </a:lnTo>
                  <a:lnTo>
                    <a:pt x="298162" y="196002"/>
                  </a:lnTo>
                  <a:lnTo>
                    <a:pt x="299126" y="202904"/>
                  </a:lnTo>
                  <a:lnTo>
                    <a:pt x="300090" y="210147"/>
                  </a:lnTo>
                  <a:lnTo>
                    <a:pt x="301054" y="217723"/>
                  </a:lnTo>
                  <a:lnTo>
                    <a:pt x="302018" y="225662"/>
                  </a:lnTo>
                  <a:lnTo>
                    <a:pt x="302982" y="234023"/>
                  </a:lnTo>
                  <a:lnTo>
                    <a:pt x="303946" y="242844"/>
                  </a:lnTo>
                  <a:lnTo>
                    <a:pt x="304910" y="252121"/>
                  </a:lnTo>
                  <a:lnTo>
                    <a:pt x="305874" y="261793"/>
                  </a:lnTo>
                  <a:lnTo>
                    <a:pt x="306838" y="271718"/>
                  </a:lnTo>
                  <a:lnTo>
                    <a:pt x="307802" y="281732"/>
                  </a:lnTo>
                  <a:lnTo>
                    <a:pt x="308766" y="291822"/>
                  </a:lnTo>
                  <a:lnTo>
                    <a:pt x="309730" y="302042"/>
                  </a:lnTo>
                  <a:lnTo>
                    <a:pt x="310694" y="312353"/>
                  </a:lnTo>
                  <a:lnTo>
                    <a:pt x="311658" y="322754"/>
                  </a:lnTo>
                  <a:lnTo>
                    <a:pt x="312622" y="333329"/>
                  </a:lnTo>
                  <a:lnTo>
                    <a:pt x="313586" y="344074"/>
                  </a:lnTo>
                  <a:lnTo>
                    <a:pt x="314550" y="355005"/>
                  </a:lnTo>
                  <a:lnTo>
                    <a:pt x="315514" y="366071"/>
                  </a:lnTo>
                  <a:lnTo>
                    <a:pt x="316308" y="37525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744524" y="5675614"/>
              <a:ext cx="38371" cy="84788"/>
            </a:xfrm>
            <a:custGeom>
              <a:avLst/>
              <a:pathLst>
                <a:path w="38371" h="84788">
                  <a:moveTo>
                    <a:pt x="0" y="84788"/>
                  </a:moveTo>
                  <a:lnTo>
                    <a:pt x="312" y="82771"/>
                  </a:lnTo>
                  <a:lnTo>
                    <a:pt x="1276" y="76760"/>
                  </a:lnTo>
                  <a:lnTo>
                    <a:pt x="2240" y="70983"/>
                  </a:lnTo>
                  <a:lnTo>
                    <a:pt x="3204" y="65418"/>
                  </a:lnTo>
                  <a:lnTo>
                    <a:pt x="4168" y="60073"/>
                  </a:lnTo>
                  <a:lnTo>
                    <a:pt x="5132" y="54972"/>
                  </a:lnTo>
                  <a:lnTo>
                    <a:pt x="6096" y="50084"/>
                  </a:lnTo>
                  <a:lnTo>
                    <a:pt x="7060" y="45383"/>
                  </a:lnTo>
                  <a:lnTo>
                    <a:pt x="8024" y="40796"/>
                  </a:lnTo>
                  <a:lnTo>
                    <a:pt x="8988" y="36331"/>
                  </a:lnTo>
                  <a:lnTo>
                    <a:pt x="9952" y="32002"/>
                  </a:lnTo>
                  <a:lnTo>
                    <a:pt x="10916" y="27813"/>
                  </a:lnTo>
                  <a:lnTo>
                    <a:pt x="11880" y="23793"/>
                  </a:lnTo>
                  <a:lnTo>
                    <a:pt x="12844" y="19981"/>
                  </a:lnTo>
                  <a:lnTo>
                    <a:pt x="13808" y="16388"/>
                  </a:lnTo>
                  <a:lnTo>
                    <a:pt x="14772" y="13027"/>
                  </a:lnTo>
                  <a:lnTo>
                    <a:pt x="15736" y="10005"/>
                  </a:lnTo>
                  <a:lnTo>
                    <a:pt x="16700" y="7345"/>
                  </a:lnTo>
                  <a:lnTo>
                    <a:pt x="17664" y="5087"/>
                  </a:lnTo>
                  <a:lnTo>
                    <a:pt x="18628" y="3235"/>
                  </a:lnTo>
                  <a:lnTo>
                    <a:pt x="19592" y="1780"/>
                  </a:lnTo>
                  <a:lnTo>
                    <a:pt x="20556" y="734"/>
                  </a:lnTo>
                  <a:lnTo>
                    <a:pt x="21520" y="136"/>
                  </a:lnTo>
                  <a:lnTo>
                    <a:pt x="22484" y="0"/>
                  </a:lnTo>
                  <a:lnTo>
                    <a:pt x="23448" y="359"/>
                  </a:lnTo>
                  <a:lnTo>
                    <a:pt x="24412" y="1202"/>
                  </a:lnTo>
                  <a:lnTo>
                    <a:pt x="25376" y="2657"/>
                  </a:lnTo>
                  <a:lnTo>
                    <a:pt x="26340" y="4727"/>
                  </a:lnTo>
                  <a:lnTo>
                    <a:pt x="27304" y="7444"/>
                  </a:lnTo>
                  <a:lnTo>
                    <a:pt x="28268" y="10790"/>
                  </a:lnTo>
                  <a:lnTo>
                    <a:pt x="29232" y="14808"/>
                  </a:lnTo>
                  <a:lnTo>
                    <a:pt x="30196" y="19462"/>
                  </a:lnTo>
                  <a:lnTo>
                    <a:pt x="31160" y="24735"/>
                  </a:lnTo>
                  <a:lnTo>
                    <a:pt x="32124" y="30601"/>
                  </a:lnTo>
                  <a:lnTo>
                    <a:pt x="33088" y="37103"/>
                  </a:lnTo>
                  <a:lnTo>
                    <a:pt x="34052" y="44254"/>
                  </a:lnTo>
                  <a:lnTo>
                    <a:pt x="35016" y="52104"/>
                  </a:lnTo>
                  <a:lnTo>
                    <a:pt x="35980" y="60653"/>
                  </a:lnTo>
                  <a:lnTo>
                    <a:pt x="36944" y="69896"/>
                  </a:lnTo>
                  <a:lnTo>
                    <a:pt x="37908" y="79766"/>
                  </a:lnTo>
                  <a:lnTo>
                    <a:pt x="38371" y="8478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899539" y="5598885"/>
              <a:ext cx="162379" cy="161517"/>
            </a:xfrm>
            <a:custGeom>
              <a:avLst/>
              <a:pathLst>
                <a:path w="162379" h="161517">
                  <a:moveTo>
                    <a:pt x="0" y="161517"/>
                  </a:moveTo>
                  <a:lnTo>
                    <a:pt x="502" y="160803"/>
                  </a:lnTo>
                  <a:lnTo>
                    <a:pt x="1466" y="159282"/>
                  </a:lnTo>
                  <a:lnTo>
                    <a:pt x="2430" y="157633"/>
                  </a:lnTo>
                  <a:lnTo>
                    <a:pt x="3394" y="155928"/>
                  </a:lnTo>
                  <a:lnTo>
                    <a:pt x="4358" y="154167"/>
                  </a:lnTo>
                  <a:lnTo>
                    <a:pt x="5322" y="152356"/>
                  </a:lnTo>
                  <a:lnTo>
                    <a:pt x="6286" y="150508"/>
                  </a:lnTo>
                  <a:lnTo>
                    <a:pt x="7250" y="148604"/>
                  </a:lnTo>
                  <a:lnTo>
                    <a:pt x="8214" y="146661"/>
                  </a:lnTo>
                  <a:lnTo>
                    <a:pt x="9178" y="144692"/>
                  </a:lnTo>
                  <a:lnTo>
                    <a:pt x="10142" y="142667"/>
                  </a:lnTo>
                  <a:lnTo>
                    <a:pt x="11106" y="140587"/>
                  </a:lnTo>
                  <a:lnTo>
                    <a:pt x="12070" y="138501"/>
                  </a:lnTo>
                  <a:lnTo>
                    <a:pt x="13034" y="136449"/>
                  </a:lnTo>
                  <a:lnTo>
                    <a:pt x="13998" y="134448"/>
                  </a:lnTo>
                  <a:lnTo>
                    <a:pt x="14962" y="132490"/>
                  </a:lnTo>
                  <a:lnTo>
                    <a:pt x="15926" y="130588"/>
                  </a:lnTo>
                  <a:lnTo>
                    <a:pt x="16890" y="128710"/>
                  </a:lnTo>
                  <a:lnTo>
                    <a:pt x="17854" y="126784"/>
                  </a:lnTo>
                  <a:lnTo>
                    <a:pt x="18818" y="124807"/>
                  </a:lnTo>
                  <a:lnTo>
                    <a:pt x="19782" y="122793"/>
                  </a:lnTo>
                  <a:lnTo>
                    <a:pt x="20746" y="120728"/>
                  </a:lnTo>
                  <a:lnTo>
                    <a:pt x="21710" y="118581"/>
                  </a:lnTo>
                  <a:lnTo>
                    <a:pt x="22674" y="116360"/>
                  </a:lnTo>
                  <a:lnTo>
                    <a:pt x="23638" y="114065"/>
                  </a:lnTo>
                  <a:lnTo>
                    <a:pt x="24602" y="111684"/>
                  </a:lnTo>
                  <a:lnTo>
                    <a:pt x="25566" y="109192"/>
                  </a:lnTo>
                  <a:lnTo>
                    <a:pt x="26530" y="106564"/>
                  </a:lnTo>
                  <a:lnTo>
                    <a:pt x="27494" y="103801"/>
                  </a:lnTo>
                  <a:lnTo>
                    <a:pt x="28458" y="100903"/>
                  </a:lnTo>
                  <a:lnTo>
                    <a:pt x="29422" y="97853"/>
                  </a:lnTo>
                  <a:lnTo>
                    <a:pt x="30386" y="94652"/>
                  </a:lnTo>
                  <a:lnTo>
                    <a:pt x="31350" y="91299"/>
                  </a:lnTo>
                  <a:lnTo>
                    <a:pt x="32314" y="87866"/>
                  </a:lnTo>
                  <a:lnTo>
                    <a:pt x="33278" y="84395"/>
                  </a:lnTo>
                  <a:lnTo>
                    <a:pt x="34242" y="80869"/>
                  </a:lnTo>
                  <a:lnTo>
                    <a:pt x="35206" y="77297"/>
                  </a:lnTo>
                  <a:lnTo>
                    <a:pt x="36170" y="73680"/>
                  </a:lnTo>
                  <a:lnTo>
                    <a:pt x="37134" y="70064"/>
                  </a:lnTo>
                  <a:lnTo>
                    <a:pt x="38098" y="66512"/>
                  </a:lnTo>
                  <a:lnTo>
                    <a:pt x="39062" y="63016"/>
                  </a:lnTo>
                  <a:lnTo>
                    <a:pt x="40026" y="59608"/>
                  </a:lnTo>
                  <a:lnTo>
                    <a:pt x="40990" y="56312"/>
                  </a:lnTo>
                  <a:lnTo>
                    <a:pt x="41954" y="53126"/>
                  </a:lnTo>
                  <a:lnTo>
                    <a:pt x="42918" y="50090"/>
                  </a:lnTo>
                  <a:lnTo>
                    <a:pt x="43882" y="47230"/>
                  </a:lnTo>
                  <a:lnTo>
                    <a:pt x="44846" y="44524"/>
                  </a:lnTo>
                  <a:lnTo>
                    <a:pt x="45810" y="41986"/>
                  </a:lnTo>
                  <a:lnTo>
                    <a:pt x="46774" y="39638"/>
                  </a:lnTo>
                  <a:lnTo>
                    <a:pt x="47738" y="37512"/>
                  </a:lnTo>
                  <a:lnTo>
                    <a:pt x="48702" y="35607"/>
                  </a:lnTo>
                  <a:lnTo>
                    <a:pt x="49666" y="33929"/>
                  </a:lnTo>
                  <a:lnTo>
                    <a:pt x="50630" y="32517"/>
                  </a:lnTo>
                  <a:lnTo>
                    <a:pt x="51594" y="31313"/>
                  </a:lnTo>
                  <a:lnTo>
                    <a:pt x="52558" y="30245"/>
                  </a:lnTo>
                  <a:lnTo>
                    <a:pt x="53522" y="29344"/>
                  </a:lnTo>
                  <a:lnTo>
                    <a:pt x="54486" y="28583"/>
                  </a:lnTo>
                  <a:lnTo>
                    <a:pt x="55451" y="27990"/>
                  </a:lnTo>
                  <a:lnTo>
                    <a:pt x="56415" y="27568"/>
                  </a:lnTo>
                  <a:lnTo>
                    <a:pt x="57379" y="27277"/>
                  </a:lnTo>
                  <a:lnTo>
                    <a:pt x="58343" y="27104"/>
                  </a:lnTo>
                  <a:lnTo>
                    <a:pt x="59307" y="27068"/>
                  </a:lnTo>
                  <a:lnTo>
                    <a:pt x="60271" y="27136"/>
                  </a:lnTo>
                  <a:lnTo>
                    <a:pt x="61235" y="27257"/>
                  </a:lnTo>
                  <a:lnTo>
                    <a:pt x="62199" y="27390"/>
                  </a:lnTo>
                  <a:lnTo>
                    <a:pt x="63163" y="27545"/>
                  </a:lnTo>
                  <a:lnTo>
                    <a:pt x="64127" y="27730"/>
                  </a:lnTo>
                  <a:lnTo>
                    <a:pt x="65091" y="27881"/>
                  </a:lnTo>
                  <a:lnTo>
                    <a:pt x="66055" y="28029"/>
                  </a:lnTo>
                  <a:lnTo>
                    <a:pt x="67019" y="28195"/>
                  </a:lnTo>
                  <a:lnTo>
                    <a:pt x="67983" y="28354"/>
                  </a:lnTo>
                  <a:lnTo>
                    <a:pt x="68947" y="28514"/>
                  </a:lnTo>
                  <a:lnTo>
                    <a:pt x="69911" y="28660"/>
                  </a:lnTo>
                  <a:lnTo>
                    <a:pt x="70875" y="28800"/>
                  </a:lnTo>
                  <a:lnTo>
                    <a:pt x="71839" y="28923"/>
                  </a:lnTo>
                  <a:lnTo>
                    <a:pt x="72803" y="29040"/>
                  </a:lnTo>
                  <a:lnTo>
                    <a:pt x="73767" y="29140"/>
                  </a:lnTo>
                  <a:lnTo>
                    <a:pt x="74731" y="29239"/>
                  </a:lnTo>
                  <a:lnTo>
                    <a:pt x="75695" y="29337"/>
                  </a:lnTo>
                  <a:lnTo>
                    <a:pt x="76659" y="29434"/>
                  </a:lnTo>
                  <a:lnTo>
                    <a:pt x="77623" y="29530"/>
                  </a:lnTo>
                  <a:lnTo>
                    <a:pt x="78587" y="29633"/>
                  </a:lnTo>
                  <a:lnTo>
                    <a:pt x="79551" y="29787"/>
                  </a:lnTo>
                  <a:lnTo>
                    <a:pt x="80515" y="30003"/>
                  </a:lnTo>
                  <a:lnTo>
                    <a:pt x="81479" y="30226"/>
                  </a:lnTo>
                  <a:lnTo>
                    <a:pt x="82443" y="30471"/>
                  </a:lnTo>
                  <a:lnTo>
                    <a:pt x="83407" y="30730"/>
                  </a:lnTo>
                  <a:lnTo>
                    <a:pt x="84371" y="31038"/>
                  </a:lnTo>
                  <a:lnTo>
                    <a:pt x="85335" y="31415"/>
                  </a:lnTo>
                  <a:lnTo>
                    <a:pt x="86299" y="31823"/>
                  </a:lnTo>
                  <a:lnTo>
                    <a:pt x="87263" y="32268"/>
                  </a:lnTo>
                  <a:lnTo>
                    <a:pt x="88227" y="32752"/>
                  </a:lnTo>
                  <a:lnTo>
                    <a:pt x="89191" y="33273"/>
                  </a:lnTo>
                  <a:lnTo>
                    <a:pt x="90155" y="33825"/>
                  </a:lnTo>
                  <a:lnTo>
                    <a:pt x="91119" y="34375"/>
                  </a:lnTo>
                  <a:lnTo>
                    <a:pt x="92083" y="34921"/>
                  </a:lnTo>
                  <a:lnTo>
                    <a:pt x="93047" y="35420"/>
                  </a:lnTo>
                  <a:lnTo>
                    <a:pt x="94011" y="35841"/>
                  </a:lnTo>
                  <a:lnTo>
                    <a:pt x="94975" y="36148"/>
                  </a:lnTo>
                  <a:lnTo>
                    <a:pt x="95939" y="36355"/>
                  </a:lnTo>
                  <a:lnTo>
                    <a:pt x="96903" y="36438"/>
                  </a:lnTo>
                  <a:lnTo>
                    <a:pt x="97867" y="36422"/>
                  </a:lnTo>
                  <a:lnTo>
                    <a:pt x="98831" y="36279"/>
                  </a:lnTo>
                  <a:lnTo>
                    <a:pt x="99795" y="35993"/>
                  </a:lnTo>
                  <a:lnTo>
                    <a:pt x="100759" y="35599"/>
                  </a:lnTo>
                  <a:lnTo>
                    <a:pt x="101723" y="35072"/>
                  </a:lnTo>
                  <a:lnTo>
                    <a:pt x="102687" y="34365"/>
                  </a:lnTo>
                  <a:lnTo>
                    <a:pt x="103651" y="33468"/>
                  </a:lnTo>
                  <a:lnTo>
                    <a:pt x="104615" y="32361"/>
                  </a:lnTo>
                  <a:lnTo>
                    <a:pt x="105579" y="31062"/>
                  </a:lnTo>
                  <a:lnTo>
                    <a:pt x="106543" y="29593"/>
                  </a:lnTo>
                  <a:lnTo>
                    <a:pt x="107507" y="27954"/>
                  </a:lnTo>
                  <a:lnTo>
                    <a:pt x="108471" y="26173"/>
                  </a:lnTo>
                  <a:lnTo>
                    <a:pt x="109435" y="24275"/>
                  </a:lnTo>
                  <a:lnTo>
                    <a:pt x="110399" y="22269"/>
                  </a:lnTo>
                  <a:lnTo>
                    <a:pt x="111363" y="20162"/>
                  </a:lnTo>
                  <a:lnTo>
                    <a:pt x="112327" y="17961"/>
                  </a:lnTo>
                  <a:lnTo>
                    <a:pt x="113291" y="15723"/>
                  </a:lnTo>
                  <a:lnTo>
                    <a:pt x="114255" y="13511"/>
                  </a:lnTo>
                  <a:lnTo>
                    <a:pt x="115219" y="11347"/>
                  </a:lnTo>
                  <a:lnTo>
                    <a:pt x="116183" y="9271"/>
                  </a:lnTo>
                  <a:lnTo>
                    <a:pt x="117147" y="7334"/>
                  </a:lnTo>
                  <a:lnTo>
                    <a:pt x="118111" y="5558"/>
                  </a:lnTo>
                  <a:lnTo>
                    <a:pt x="119075" y="3995"/>
                  </a:lnTo>
                  <a:lnTo>
                    <a:pt x="120039" y="2664"/>
                  </a:lnTo>
                  <a:lnTo>
                    <a:pt x="121003" y="1564"/>
                  </a:lnTo>
                  <a:lnTo>
                    <a:pt x="121967" y="732"/>
                  </a:lnTo>
                  <a:lnTo>
                    <a:pt x="122931" y="204"/>
                  </a:lnTo>
                  <a:lnTo>
                    <a:pt x="123895" y="0"/>
                  </a:lnTo>
                  <a:lnTo>
                    <a:pt x="124859" y="91"/>
                  </a:lnTo>
                  <a:lnTo>
                    <a:pt x="125823" y="507"/>
                  </a:lnTo>
                  <a:lnTo>
                    <a:pt x="126787" y="1254"/>
                  </a:lnTo>
                  <a:lnTo>
                    <a:pt x="127751" y="2297"/>
                  </a:lnTo>
                  <a:lnTo>
                    <a:pt x="128715" y="3572"/>
                  </a:lnTo>
                  <a:lnTo>
                    <a:pt x="129679" y="5060"/>
                  </a:lnTo>
                  <a:lnTo>
                    <a:pt x="130643" y="6759"/>
                  </a:lnTo>
                  <a:lnTo>
                    <a:pt x="131607" y="8715"/>
                  </a:lnTo>
                  <a:lnTo>
                    <a:pt x="132571" y="10885"/>
                  </a:lnTo>
                  <a:lnTo>
                    <a:pt x="133535" y="13214"/>
                  </a:lnTo>
                  <a:lnTo>
                    <a:pt x="134499" y="15713"/>
                  </a:lnTo>
                  <a:lnTo>
                    <a:pt x="135463" y="18311"/>
                  </a:lnTo>
                  <a:lnTo>
                    <a:pt x="136427" y="21035"/>
                  </a:lnTo>
                  <a:lnTo>
                    <a:pt x="137391" y="23880"/>
                  </a:lnTo>
                  <a:lnTo>
                    <a:pt x="138355" y="26826"/>
                  </a:lnTo>
                  <a:lnTo>
                    <a:pt x="139319" y="29867"/>
                  </a:lnTo>
                  <a:lnTo>
                    <a:pt x="140283" y="33049"/>
                  </a:lnTo>
                  <a:lnTo>
                    <a:pt x="141247" y="36402"/>
                  </a:lnTo>
                  <a:lnTo>
                    <a:pt x="142211" y="39932"/>
                  </a:lnTo>
                  <a:lnTo>
                    <a:pt x="143175" y="43679"/>
                  </a:lnTo>
                  <a:lnTo>
                    <a:pt x="144139" y="47642"/>
                  </a:lnTo>
                  <a:lnTo>
                    <a:pt x="145103" y="51802"/>
                  </a:lnTo>
                  <a:lnTo>
                    <a:pt x="146067" y="56143"/>
                  </a:lnTo>
                  <a:lnTo>
                    <a:pt x="147031" y="60652"/>
                  </a:lnTo>
                  <a:lnTo>
                    <a:pt x="147995" y="65330"/>
                  </a:lnTo>
                  <a:lnTo>
                    <a:pt x="148959" y="70177"/>
                  </a:lnTo>
                  <a:lnTo>
                    <a:pt x="149923" y="75214"/>
                  </a:lnTo>
                  <a:lnTo>
                    <a:pt x="150887" y="80523"/>
                  </a:lnTo>
                  <a:lnTo>
                    <a:pt x="151851" y="86142"/>
                  </a:lnTo>
                  <a:lnTo>
                    <a:pt x="152815" y="92053"/>
                  </a:lnTo>
                  <a:lnTo>
                    <a:pt x="153779" y="98269"/>
                  </a:lnTo>
                  <a:lnTo>
                    <a:pt x="154743" y="104752"/>
                  </a:lnTo>
                  <a:lnTo>
                    <a:pt x="155707" y="111426"/>
                  </a:lnTo>
                  <a:lnTo>
                    <a:pt x="156671" y="118273"/>
                  </a:lnTo>
                  <a:lnTo>
                    <a:pt x="157635" y="125259"/>
                  </a:lnTo>
                  <a:lnTo>
                    <a:pt x="158599" y="132378"/>
                  </a:lnTo>
                  <a:lnTo>
                    <a:pt x="159563" y="139655"/>
                  </a:lnTo>
                  <a:lnTo>
                    <a:pt x="160527" y="147065"/>
                  </a:lnTo>
                  <a:lnTo>
                    <a:pt x="161491" y="154565"/>
                  </a:lnTo>
                  <a:lnTo>
                    <a:pt x="162379" y="161517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6106503" y="5655338"/>
              <a:ext cx="46566" cy="105064"/>
            </a:xfrm>
            <a:custGeom>
              <a:avLst/>
              <a:pathLst>
                <a:path w="46566" h="105064">
                  <a:moveTo>
                    <a:pt x="0" y="105064"/>
                  </a:moveTo>
                  <a:lnTo>
                    <a:pt x="800" y="99878"/>
                  </a:lnTo>
                  <a:lnTo>
                    <a:pt x="1764" y="93641"/>
                  </a:lnTo>
                  <a:lnTo>
                    <a:pt x="2728" y="87468"/>
                  </a:lnTo>
                  <a:lnTo>
                    <a:pt x="3692" y="81374"/>
                  </a:lnTo>
                  <a:lnTo>
                    <a:pt x="4656" y="75358"/>
                  </a:lnTo>
                  <a:lnTo>
                    <a:pt x="5620" y="69397"/>
                  </a:lnTo>
                  <a:lnTo>
                    <a:pt x="6584" y="63546"/>
                  </a:lnTo>
                  <a:lnTo>
                    <a:pt x="7548" y="57859"/>
                  </a:lnTo>
                  <a:lnTo>
                    <a:pt x="8512" y="52322"/>
                  </a:lnTo>
                  <a:lnTo>
                    <a:pt x="9476" y="46946"/>
                  </a:lnTo>
                  <a:lnTo>
                    <a:pt x="10440" y="41799"/>
                  </a:lnTo>
                  <a:lnTo>
                    <a:pt x="11404" y="36889"/>
                  </a:lnTo>
                  <a:lnTo>
                    <a:pt x="12368" y="32161"/>
                  </a:lnTo>
                  <a:lnTo>
                    <a:pt x="13332" y="27583"/>
                  </a:lnTo>
                  <a:lnTo>
                    <a:pt x="14296" y="23231"/>
                  </a:lnTo>
                  <a:lnTo>
                    <a:pt x="15260" y="19101"/>
                  </a:lnTo>
                  <a:lnTo>
                    <a:pt x="16224" y="15248"/>
                  </a:lnTo>
                  <a:lnTo>
                    <a:pt x="17188" y="11729"/>
                  </a:lnTo>
                  <a:lnTo>
                    <a:pt x="18152" y="8587"/>
                  </a:lnTo>
                  <a:lnTo>
                    <a:pt x="19116" y="5863"/>
                  </a:lnTo>
                  <a:lnTo>
                    <a:pt x="20080" y="3575"/>
                  </a:lnTo>
                  <a:lnTo>
                    <a:pt x="21044" y="1794"/>
                  </a:lnTo>
                  <a:lnTo>
                    <a:pt x="22008" y="616"/>
                  </a:lnTo>
                  <a:lnTo>
                    <a:pt x="22972" y="31"/>
                  </a:lnTo>
                  <a:lnTo>
                    <a:pt x="23936" y="0"/>
                  </a:lnTo>
                  <a:lnTo>
                    <a:pt x="24900" y="489"/>
                  </a:lnTo>
                  <a:lnTo>
                    <a:pt x="25864" y="1423"/>
                  </a:lnTo>
                  <a:lnTo>
                    <a:pt x="26828" y="2832"/>
                  </a:lnTo>
                  <a:lnTo>
                    <a:pt x="27792" y="4674"/>
                  </a:lnTo>
                  <a:lnTo>
                    <a:pt x="28756" y="6923"/>
                  </a:lnTo>
                  <a:lnTo>
                    <a:pt x="29720" y="9583"/>
                  </a:lnTo>
                  <a:lnTo>
                    <a:pt x="30684" y="12650"/>
                  </a:lnTo>
                  <a:lnTo>
                    <a:pt x="31648" y="16076"/>
                  </a:lnTo>
                  <a:lnTo>
                    <a:pt x="32612" y="19891"/>
                  </a:lnTo>
                  <a:lnTo>
                    <a:pt x="33576" y="24136"/>
                  </a:lnTo>
                  <a:lnTo>
                    <a:pt x="34540" y="28777"/>
                  </a:lnTo>
                  <a:lnTo>
                    <a:pt x="35504" y="33735"/>
                  </a:lnTo>
                  <a:lnTo>
                    <a:pt x="36468" y="39022"/>
                  </a:lnTo>
                  <a:lnTo>
                    <a:pt x="37432" y="44651"/>
                  </a:lnTo>
                  <a:lnTo>
                    <a:pt x="38396" y="50549"/>
                  </a:lnTo>
                  <a:lnTo>
                    <a:pt x="39360" y="56676"/>
                  </a:lnTo>
                  <a:lnTo>
                    <a:pt x="40324" y="62950"/>
                  </a:lnTo>
                  <a:lnTo>
                    <a:pt x="41288" y="69284"/>
                  </a:lnTo>
                  <a:lnTo>
                    <a:pt x="42252" y="75715"/>
                  </a:lnTo>
                  <a:lnTo>
                    <a:pt x="43216" y="82229"/>
                  </a:lnTo>
                  <a:lnTo>
                    <a:pt x="44180" y="88778"/>
                  </a:lnTo>
                  <a:lnTo>
                    <a:pt x="45144" y="95355"/>
                  </a:lnTo>
                  <a:lnTo>
                    <a:pt x="46108" y="101942"/>
                  </a:lnTo>
                  <a:lnTo>
                    <a:pt x="46566" y="10506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6280792" y="5452491"/>
              <a:ext cx="208067" cy="307911"/>
            </a:xfrm>
            <a:custGeom>
              <a:avLst/>
              <a:pathLst>
                <a:path w="208067" h="307911">
                  <a:moveTo>
                    <a:pt x="0" y="307911"/>
                  </a:moveTo>
                  <a:lnTo>
                    <a:pt x="33" y="307855"/>
                  </a:lnTo>
                  <a:lnTo>
                    <a:pt x="997" y="306173"/>
                  </a:lnTo>
                  <a:lnTo>
                    <a:pt x="1961" y="304478"/>
                  </a:lnTo>
                  <a:lnTo>
                    <a:pt x="2925" y="302767"/>
                  </a:lnTo>
                  <a:lnTo>
                    <a:pt x="3889" y="300992"/>
                  </a:lnTo>
                  <a:lnTo>
                    <a:pt x="4853" y="299173"/>
                  </a:lnTo>
                  <a:lnTo>
                    <a:pt x="5817" y="297380"/>
                  </a:lnTo>
                  <a:lnTo>
                    <a:pt x="6781" y="295653"/>
                  </a:lnTo>
                  <a:lnTo>
                    <a:pt x="7745" y="293993"/>
                  </a:lnTo>
                  <a:lnTo>
                    <a:pt x="8709" y="292420"/>
                  </a:lnTo>
                  <a:lnTo>
                    <a:pt x="9673" y="290984"/>
                  </a:lnTo>
                  <a:lnTo>
                    <a:pt x="10637" y="289685"/>
                  </a:lnTo>
                  <a:lnTo>
                    <a:pt x="11601" y="288447"/>
                  </a:lnTo>
                  <a:lnTo>
                    <a:pt x="12565" y="287290"/>
                  </a:lnTo>
                  <a:lnTo>
                    <a:pt x="13529" y="286164"/>
                  </a:lnTo>
                  <a:lnTo>
                    <a:pt x="14493" y="285130"/>
                  </a:lnTo>
                  <a:lnTo>
                    <a:pt x="15457" y="284250"/>
                  </a:lnTo>
                  <a:lnTo>
                    <a:pt x="16421" y="283553"/>
                  </a:lnTo>
                  <a:lnTo>
                    <a:pt x="17385" y="283077"/>
                  </a:lnTo>
                  <a:lnTo>
                    <a:pt x="18349" y="282871"/>
                  </a:lnTo>
                  <a:lnTo>
                    <a:pt x="19313" y="282955"/>
                  </a:lnTo>
                  <a:lnTo>
                    <a:pt x="20277" y="283301"/>
                  </a:lnTo>
                  <a:lnTo>
                    <a:pt x="21241" y="283925"/>
                  </a:lnTo>
                  <a:lnTo>
                    <a:pt x="22205" y="284764"/>
                  </a:lnTo>
                  <a:lnTo>
                    <a:pt x="23169" y="285744"/>
                  </a:lnTo>
                  <a:lnTo>
                    <a:pt x="24133" y="286806"/>
                  </a:lnTo>
                  <a:lnTo>
                    <a:pt x="25097" y="287882"/>
                  </a:lnTo>
                  <a:lnTo>
                    <a:pt x="26061" y="288982"/>
                  </a:lnTo>
                  <a:lnTo>
                    <a:pt x="27025" y="290112"/>
                  </a:lnTo>
                  <a:lnTo>
                    <a:pt x="27989" y="291236"/>
                  </a:lnTo>
                  <a:lnTo>
                    <a:pt x="28953" y="292287"/>
                  </a:lnTo>
                  <a:lnTo>
                    <a:pt x="29917" y="293196"/>
                  </a:lnTo>
                  <a:lnTo>
                    <a:pt x="30881" y="293817"/>
                  </a:lnTo>
                  <a:lnTo>
                    <a:pt x="31845" y="294158"/>
                  </a:lnTo>
                  <a:lnTo>
                    <a:pt x="32809" y="294197"/>
                  </a:lnTo>
                  <a:lnTo>
                    <a:pt x="33773" y="293884"/>
                  </a:lnTo>
                  <a:lnTo>
                    <a:pt x="34737" y="293229"/>
                  </a:lnTo>
                  <a:lnTo>
                    <a:pt x="35701" y="292209"/>
                  </a:lnTo>
                  <a:lnTo>
                    <a:pt x="36665" y="290832"/>
                  </a:lnTo>
                  <a:lnTo>
                    <a:pt x="37629" y="289144"/>
                  </a:lnTo>
                  <a:lnTo>
                    <a:pt x="38593" y="287154"/>
                  </a:lnTo>
                  <a:lnTo>
                    <a:pt x="39557" y="284869"/>
                  </a:lnTo>
                  <a:lnTo>
                    <a:pt x="40521" y="282289"/>
                  </a:lnTo>
                  <a:lnTo>
                    <a:pt x="41485" y="279421"/>
                  </a:lnTo>
                  <a:lnTo>
                    <a:pt x="42449" y="276320"/>
                  </a:lnTo>
                  <a:lnTo>
                    <a:pt x="43413" y="273011"/>
                  </a:lnTo>
                  <a:lnTo>
                    <a:pt x="44377" y="269533"/>
                  </a:lnTo>
                  <a:lnTo>
                    <a:pt x="45341" y="265970"/>
                  </a:lnTo>
                  <a:lnTo>
                    <a:pt x="46305" y="262333"/>
                  </a:lnTo>
                  <a:lnTo>
                    <a:pt x="47269" y="258639"/>
                  </a:lnTo>
                  <a:lnTo>
                    <a:pt x="48233" y="254977"/>
                  </a:lnTo>
                  <a:lnTo>
                    <a:pt x="49197" y="251425"/>
                  </a:lnTo>
                  <a:lnTo>
                    <a:pt x="50161" y="247971"/>
                  </a:lnTo>
                  <a:lnTo>
                    <a:pt x="51125" y="244598"/>
                  </a:lnTo>
                  <a:lnTo>
                    <a:pt x="52089" y="241319"/>
                  </a:lnTo>
                  <a:lnTo>
                    <a:pt x="53053" y="238183"/>
                  </a:lnTo>
                  <a:lnTo>
                    <a:pt x="54017" y="235161"/>
                  </a:lnTo>
                  <a:lnTo>
                    <a:pt x="54981" y="232174"/>
                  </a:lnTo>
                  <a:lnTo>
                    <a:pt x="55945" y="229232"/>
                  </a:lnTo>
                  <a:lnTo>
                    <a:pt x="56909" y="226285"/>
                  </a:lnTo>
                  <a:lnTo>
                    <a:pt x="57873" y="223309"/>
                  </a:lnTo>
                  <a:lnTo>
                    <a:pt x="58837" y="220245"/>
                  </a:lnTo>
                  <a:lnTo>
                    <a:pt x="59801" y="217121"/>
                  </a:lnTo>
                  <a:lnTo>
                    <a:pt x="60765" y="213973"/>
                  </a:lnTo>
                  <a:lnTo>
                    <a:pt x="61729" y="210763"/>
                  </a:lnTo>
                  <a:lnTo>
                    <a:pt x="62693" y="207412"/>
                  </a:lnTo>
                  <a:lnTo>
                    <a:pt x="63657" y="203857"/>
                  </a:lnTo>
                  <a:lnTo>
                    <a:pt x="64621" y="200042"/>
                  </a:lnTo>
                  <a:lnTo>
                    <a:pt x="65585" y="195943"/>
                  </a:lnTo>
                  <a:lnTo>
                    <a:pt x="66549" y="191547"/>
                  </a:lnTo>
                  <a:lnTo>
                    <a:pt x="67513" y="186856"/>
                  </a:lnTo>
                  <a:lnTo>
                    <a:pt x="68478" y="181915"/>
                  </a:lnTo>
                  <a:lnTo>
                    <a:pt x="69442" y="176723"/>
                  </a:lnTo>
                  <a:lnTo>
                    <a:pt x="70406" y="171252"/>
                  </a:lnTo>
                  <a:lnTo>
                    <a:pt x="71370" y="165612"/>
                  </a:lnTo>
                  <a:lnTo>
                    <a:pt x="72334" y="159912"/>
                  </a:lnTo>
                  <a:lnTo>
                    <a:pt x="73298" y="154195"/>
                  </a:lnTo>
                  <a:lnTo>
                    <a:pt x="74262" y="148470"/>
                  </a:lnTo>
                  <a:lnTo>
                    <a:pt x="75226" y="142686"/>
                  </a:lnTo>
                  <a:lnTo>
                    <a:pt x="76190" y="136897"/>
                  </a:lnTo>
                  <a:lnTo>
                    <a:pt x="77154" y="131158"/>
                  </a:lnTo>
                  <a:lnTo>
                    <a:pt x="78118" y="125469"/>
                  </a:lnTo>
                  <a:lnTo>
                    <a:pt x="79082" y="119965"/>
                  </a:lnTo>
                  <a:lnTo>
                    <a:pt x="80046" y="114760"/>
                  </a:lnTo>
                  <a:lnTo>
                    <a:pt x="81010" y="109863"/>
                  </a:lnTo>
                  <a:lnTo>
                    <a:pt x="81974" y="105272"/>
                  </a:lnTo>
                  <a:lnTo>
                    <a:pt x="82938" y="100956"/>
                  </a:lnTo>
                  <a:lnTo>
                    <a:pt x="83902" y="96907"/>
                  </a:lnTo>
                  <a:lnTo>
                    <a:pt x="84866" y="93117"/>
                  </a:lnTo>
                  <a:lnTo>
                    <a:pt x="85830" y="89511"/>
                  </a:lnTo>
                  <a:lnTo>
                    <a:pt x="86794" y="85998"/>
                  </a:lnTo>
                  <a:lnTo>
                    <a:pt x="87758" y="82600"/>
                  </a:lnTo>
                  <a:lnTo>
                    <a:pt x="88722" y="79339"/>
                  </a:lnTo>
                  <a:lnTo>
                    <a:pt x="89686" y="76232"/>
                  </a:lnTo>
                  <a:lnTo>
                    <a:pt x="90650" y="73237"/>
                  </a:lnTo>
                  <a:lnTo>
                    <a:pt x="91614" y="70349"/>
                  </a:lnTo>
                  <a:lnTo>
                    <a:pt x="92578" y="67569"/>
                  </a:lnTo>
                  <a:lnTo>
                    <a:pt x="93542" y="64804"/>
                  </a:lnTo>
                  <a:lnTo>
                    <a:pt x="94506" y="61973"/>
                  </a:lnTo>
                  <a:lnTo>
                    <a:pt x="95470" y="59034"/>
                  </a:lnTo>
                  <a:lnTo>
                    <a:pt x="96434" y="55986"/>
                  </a:lnTo>
                  <a:lnTo>
                    <a:pt x="97398" y="52792"/>
                  </a:lnTo>
                  <a:lnTo>
                    <a:pt x="98362" y="49480"/>
                  </a:lnTo>
                  <a:lnTo>
                    <a:pt x="99326" y="46083"/>
                  </a:lnTo>
                  <a:lnTo>
                    <a:pt x="100290" y="42626"/>
                  </a:lnTo>
                  <a:lnTo>
                    <a:pt x="101254" y="39116"/>
                  </a:lnTo>
                  <a:lnTo>
                    <a:pt x="102218" y="35539"/>
                  </a:lnTo>
                  <a:lnTo>
                    <a:pt x="103182" y="31955"/>
                  </a:lnTo>
                  <a:lnTo>
                    <a:pt x="104146" y="28390"/>
                  </a:lnTo>
                  <a:lnTo>
                    <a:pt x="105110" y="24866"/>
                  </a:lnTo>
                  <a:lnTo>
                    <a:pt x="106074" y="21415"/>
                  </a:lnTo>
                  <a:lnTo>
                    <a:pt x="107038" y="18095"/>
                  </a:lnTo>
                  <a:lnTo>
                    <a:pt x="108002" y="14953"/>
                  </a:lnTo>
                  <a:lnTo>
                    <a:pt x="108966" y="11972"/>
                  </a:lnTo>
                  <a:lnTo>
                    <a:pt x="109930" y="9208"/>
                  </a:lnTo>
                  <a:lnTo>
                    <a:pt x="110894" y="6737"/>
                  </a:lnTo>
                  <a:lnTo>
                    <a:pt x="111858" y="4648"/>
                  </a:lnTo>
                  <a:lnTo>
                    <a:pt x="112822" y="2944"/>
                  </a:lnTo>
                  <a:lnTo>
                    <a:pt x="113786" y="1645"/>
                  </a:lnTo>
                  <a:lnTo>
                    <a:pt x="114750" y="748"/>
                  </a:lnTo>
                  <a:lnTo>
                    <a:pt x="115714" y="215"/>
                  </a:lnTo>
                  <a:lnTo>
                    <a:pt x="116678" y="0"/>
                  </a:lnTo>
                  <a:lnTo>
                    <a:pt x="117642" y="65"/>
                  </a:lnTo>
                  <a:lnTo>
                    <a:pt x="118606" y="436"/>
                  </a:lnTo>
                  <a:lnTo>
                    <a:pt x="119570" y="1118"/>
                  </a:lnTo>
                  <a:lnTo>
                    <a:pt x="120534" y="2035"/>
                  </a:lnTo>
                  <a:lnTo>
                    <a:pt x="121498" y="3122"/>
                  </a:lnTo>
                  <a:lnTo>
                    <a:pt x="122462" y="4360"/>
                  </a:lnTo>
                  <a:lnTo>
                    <a:pt x="123426" y="5701"/>
                  </a:lnTo>
                  <a:lnTo>
                    <a:pt x="124390" y="7068"/>
                  </a:lnTo>
                  <a:lnTo>
                    <a:pt x="125354" y="8421"/>
                  </a:lnTo>
                  <a:lnTo>
                    <a:pt x="126318" y="9763"/>
                  </a:lnTo>
                  <a:lnTo>
                    <a:pt x="127282" y="11080"/>
                  </a:lnTo>
                  <a:lnTo>
                    <a:pt x="128246" y="12266"/>
                  </a:lnTo>
                  <a:lnTo>
                    <a:pt x="129210" y="13296"/>
                  </a:lnTo>
                  <a:lnTo>
                    <a:pt x="130174" y="14186"/>
                  </a:lnTo>
                  <a:lnTo>
                    <a:pt x="131138" y="14928"/>
                  </a:lnTo>
                  <a:lnTo>
                    <a:pt x="132102" y="15547"/>
                  </a:lnTo>
                  <a:lnTo>
                    <a:pt x="133066" y="16033"/>
                  </a:lnTo>
                  <a:lnTo>
                    <a:pt x="134030" y="16413"/>
                  </a:lnTo>
                  <a:lnTo>
                    <a:pt x="134994" y="16790"/>
                  </a:lnTo>
                  <a:lnTo>
                    <a:pt x="135958" y="17178"/>
                  </a:lnTo>
                  <a:lnTo>
                    <a:pt x="136922" y="17535"/>
                  </a:lnTo>
                  <a:lnTo>
                    <a:pt x="137886" y="17931"/>
                  </a:lnTo>
                  <a:lnTo>
                    <a:pt x="138850" y="18394"/>
                  </a:lnTo>
                  <a:lnTo>
                    <a:pt x="139814" y="18893"/>
                  </a:lnTo>
                  <a:lnTo>
                    <a:pt x="140778" y="19385"/>
                  </a:lnTo>
                  <a:lnTo>
                    <a:pt x="141742" y="19845"/>
                  </a:lnTo>
                  <a:lnTo>
                    <a:pt x="142706" y="20336"/>
                  </a:lnTo>
                  <a:lnTo>
                    <a:pt x="143670" y="20904"/>
                  </a:lnTo>
                  <a:lnTo>
                    <a:pt x="144634" y="21567"/>
                  </a:lnTo>
                  <a:lnTo>
                    <a:pt x="145598" y="22327"/>
                  </a:lnTo>
                  <a:lnTo>
                    <a:pt x="146562" y="23144"/>
                  </a:lnTo>
                  <a:lnTo>
                    <a:pt x="147526" y="24008"/>
                  </a:lnTo>
                  <a:lnTo>
                    <a:pt x="148490" y="24879"/>
                  </a:lnTo>
                  <a:lnTo>
                    <a:pt x="149454" y="25715"/>
                  </a:lnTo>
                  <a:lnTo>
                    <a:pt x="150418" y="26552"/>
                  </a:lnTo>
                  <a:lnTo>
                    <a:pt x="151382" y="27407"/>
                  </a:lnTo>
                  <a:lnTo>
                    <a:pt x="152346" y="28260"/>
                  </a:lnTo>
                  <a:lnTo>
                    <a:pt x="153310" y="29140"/>
                  </a:lnTo>
                  <a:lnTo>
                    <a:pt x="154274" y="30088"/>
                  </a:lnTo>
                  <a:lnTo>
                    <a:pt x="155238" y="31106"/>
                  </a:lnTo>
                  <a:lnTo>
                    <a:pt x="156202" y="32212"/>
                  </a:lnTo>
                  <a:lnTo>
                    <a:pt x="157166" y="33400"/>
                  </a:lnTo>
                  <a:lnTo>
                    <a:pt x="158130" y="34645"/>
                  </a:lnTo>
                  <a:lnTo>
                    <a:pt x="159094" y="35950"/>
                  </a:lnTo>
                  <a:lnTo>
                    <a:pt x="160058" y="37312"/>
                  </a:lnTo>
                  <a:lnTo>
                    <a:pt x="161022" y="38777"/>
                  </a:lnTo>
                  <a:lnTo>
                    <a:pt x="161986" y="40300"/>
                  </a:lnTo>
                  <a:lnTo>
                    <a:pt x="162950" y="41905"/>
                  </a:lnTo>
                  <a:lnTo>
                    <a:pt x="163914" y="43635"/>
                  </a:lnTo>
                  <a:lnTo>
                    <a:pt x="164878" y="45541"/>
                  </a:lnTo>
                  <a:lnTo>
                    <a:pt x="165842" y="47671"/>
                  </a:lnTo>
                  <a:lnTo>
                    <a:pt x="166806" y="49996"/>
                  </a:lnTo>
                  <a:lnTo>
                    <a:pt x="167770" y="52468"/>
                  </a:lnTo>
                  <a:lnTo>
                    <a:pt x="168734" y="55053"/>
                  </a:lnTo>
                  <a:lnTo>
                    <a:pt x="169698" y="57745"/>
                  </a:lnTo>
                  <a:lnTo>
                    <a:pt x="170662" y="60561"/>
                  </a:lnTo>
                  <a:lnTo>
                    <a:pt x="171626" y="63553"/>
                  </a:lnTo>
                  <a:lnTo>
                    <a:pt x="172590" y="66832"/>
                  </a:lnTo>
                  <a:lnTo>
                    <a:pt x="173554" y="70408"/>
                  </a:lnTo>
                  <a:lnTo>
                    <a:pt x="174518" y="74207"/>
                  </a:lnTo>
                  <a:lnTo>
                    <a:pt x="175482" y="78225"/>
                  </a:lnTo>
                  <a:lnTo>
                    <a:pt x="176446" y="82561"/>
                  </a:lnTo>
                  <a:lnTo>
                    <a:pt x="177410" y="87193"/>
                  </a:lnTo>
                  <a:lnTo>
                    <a:pt x="178374" y="92074"/>
                  </a:lnTo>
                  <a:lnTo>
                    <a:pt x="179339" y="97160"/>
                  </a:lnTo>
                  <a:lnTo>
                    <a:pt x="180303" y="102423"/>
                  </a:lnTo>
                  <a:lnTo>
                    <a:pt x="181267" y="107867"/>
                  </a:lnTo>
                  <a:lnTo>
                    <a:pt x="182231" y="113492"/>
                  </a:lnTo>
                  <a:lnTo>
                    <a:pt x="183195" y="119281"/>
                  </a:lnTo>
                  <a:lnTo>
                    <a:pt x="184159" y="125228"/>
                  </a:lnTo>
                  <a:lnTo>
                    <a:pt x="185123" y="131368"/>
                  </a:lnTo>
                  <a:lnTo>
                    <a:pt x="186087" y="137669"/>
                  </a:lnTo>
                  <a:lnTo>
                    <a:pt x="187051" y="144027"/>
                  </a:lnTo>
                  <a:lnTo>
                    <a:pt x="188015" y="150457"/>
                  </a:lnTo>
                  <a:lnTo>
                    <a:pt x="188979" y="157046"/>
                  </a:lnTo>
                  <a:lnTo>
                    <a:pt x="189943" y="163834"/>
                  </a:lnTo>
                  <a:lnTo>
                    <a:pt x="190907" y="170792"/>
                  </a:lnTo>
                  <a:lnTo>
                    <a:pt x="191871" y="177911"/>
                  </a:lnTo>
                  <a:lnTo>
                    <a:pt x="192835" y="185152"/>
                  </a:lnTo>
                  <a:lnTo>
                    <a:pt x="193799" y="192515"/>
                  </a:lnTo>
                  <a:lnTo>
                    <a:pt x="194763" y="200020"/>
                  </a:lnTo>
                  <a:lnTo>
                    <a:pt x="195727" y="207684"/>
                  </a:lnTo>
                  <a:lnTo>
                    <a:pt x="196691" y="215524"/>
                  </a:lnTo>
                  <a:lnTo>
                    <a:pt x="197655" y="223548"/>
                  </a:lnTo>
                  <a:lnTo>
                    <a:pt x="198619" y="231708"/>
                  </a:lnTo>
                  <a:lnTo>
                    <a:pt x="199583" y="239918"/>
                  </a:lnTo>
                  <a:lnTo>
                    <a:pt x="200547" y="248114"/>
                  </a:lnTo>
                  <a:lnTo>
                    <a:pt x="201511" y="256298"/>
                  </a:lnTo>
                  <a:lnTo>
                    <a:pt x="202475" y="264410"/>
                  </a:lnTo>
                  <a:lnTo>
                    <a:pt x="203439" y="272403"/>
                  </a:lnTo>
                  <a:lnTo>
                    <a:pt x="204403" y="280241"/>
                  </a:lnTo>
                  <a:lnTo>
                    <a:pt x="205367" y="287876"/>
                  </a:lnTo>
                  <a:lnTo>
                    <a:pt x="206331" y="295299"/>
                  </a:lnTo>
                  <a:lnTo>
                    <a:pt x="207295" y="302458"/>
                  </a:lnTo>
                  <a:lnTo>
                    <a:pt x="208067" y="30791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6532031" y="5728216"/>
              <a:ext cx="28971" cy="32186"/>
            </a:xfrm>
            <a:custGeom>
              <a:avLst/>
              <a:pathLst>
                <a:path w="28971" h="32186">
                  <a:moveTo>
                    <a:pt x="0" y="32186"/>
                  </a:moveTo>
                  <a:lnTo>
                    <a:pt x="400" y="30573"/>
                  </a:lnTo>
                  <a:lnTo>
                    <a:pt x="1364" y="26776"/>
                  </a:lnTo>
                  <a:lnTo>
                    <a:pt x="2328" y="23140"/>
                  </a:lnTo>
                  <a:lnTo>
                    <a:pt x="3292" y="19678"/>
                  </a:lnTo>
                  <a:lnTo>
                    <a:pt x="4256" y="16407"/>
                  </a:lnTo>
                  <a:lnTo>
                    <a:pt x="5220" y="13399"/>
                  </a:lnTo>
                  <a:lnTo>
                    <a:pt x="6184" y="10689"/>
                  </a:lnTo>
                  <a:lnTo>
                    <a:pt x="7148" y="8351"/>
                  </a:lnTo>
                  <a:lnTo>
                    <a:pt x="8112" y="6351"/>
                  </a:lnTo>
                  <a:lnTo>
                    <a:pt x="9076" y="4664"/>
                  </a:lnTo>
                  <a:lnTo>
                    <a:pt x="10040" y="3263"/>
                  </a:lnTo>
                  <a:lnTo>
                    <a:pt x="11004" y="2114"/>
                  </a:lnTo>
                  <a:lnTo>
                    <a:pt x="11968" y="1189"/>
                  </a:lnTo>
                  <a:lnTo>
                    <a:pt x="12932" y="493"/>
                  </a:lnTo>
                  <a:lnTo>
                    <a:pt x="13896" y="63"/>
                  </a:lnTo>
                  <a:lnTo>
                    <a:pt x="14860" y="0"/>
                  </a:lnTo>
                  <a:lnTo>
                    <a:pt x="15824" y="329"/>
                  </a:lnTo>
                  <a:lnTo>
                    <a:pt x="16788" y="1082"/>
                  </a:lnTo>
                  <a:lnTo>
                    <a:pt x="17752" y="2158"/>
                  </a:lnTo>
                  <a:lnTo>
                    <a:pt x="18716" y="3532"/>
                  </a:lnTo>
                  <a:lnTo>
                    <a:pt x="19680" y="5167"/>
                  </a:lnTo>
                  <a:lnTo>
                    <a:pt x="20644" y="7034"/>
                  </a:lnTo>
                  <a:lnTo>
                    <a:pt x="21608" y="9101"/>
                  </a:lnTo>
                  <a:lnTo>
                    <a:pt x="22572" y="11437"/>
                  </a:lnTo>
                  <a:lnTo>
                    <a:pt x="23536" y="14002"/>
                  </a:lnTo>
                  <a:lnTo>
                    <a:pt x="24500" y="16768"/>
                  </a:lnTo>
                  <a:lnTo>
                    <a:pt x="25464" y="19716"/>
                  </a:lnTo>
                  <a:lnTo>
                    <a:pt x="26428" y="22828"/>
                  </a:lnTo>
                  <a:lnTo>
                    <a:pt x="27392" y="26143"/>
                  </a:lnTo>
                  <a:lnTo>
                    <a:pt x="28356" y="29726"/>
                  </a:lnTo>
                  <a:lnTo>
                    <a:pt x="28971" y="3218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6653931" y="5388410"/>
              <a:ext cx="211377" cy="371992"/>
            </a:xfrm>
            <a:custGeom>
              <a:avLst/>
              <a:pathLst>
                <a:path w="211377" h="371992">
                  <a:moveTo>
                    <a:pt x="0" y="371992"/>
                  </a:moveTo>
                  <a:lnTo>
                    <a:pt x="929" y="364064"/>
                  </a:lnTo>
                  <a:lnTo>
                    <a:pt x="1893" y="356405"/>
                  </a:lnTo>
                  <a:lnTo>
                    <a:pt x="2857" y="349323"/>
                  </a:lnTo>
                  <a:lnTo>
                    <a:pt x="3821" y="342844"/>
                  </a:lnTo>
                  <a:lnTo>
                    <a:pt x="4785" y="337025"/>
                  </a:lnTo>
                  <a:lnTo>
                    <a:pt x="5749" y="331881"/>
                  </a:lnTo>
                  <a:lnTo>
                    <a:pt x="6713" y="327421"/>
                  </a:lnTo>
                  <a:lnTo>
                    <a:pt x="7677" y="323565"/>
                  </a:lnTo>
                  <a:lnTo>
                    <a:pt x="8641" y="320206"/>
                  </a:lnTo>
                  <a:lnTo>
                    <a:pt x="9605" y="317356"/>
                  </a:lnTo>
                  <a:lnTo>
                    <a:pt x="10569" y="314960"/>
                  </a:lnTo>
                  <a:lnTo>
                    <a:pt x="11533" y="312978"/>
                  </a:lnTo>
                  <a:lnTo>
                    <a:pt x="12497" y="311320"/>
                  </a:lnTo>
                  <a:lnTo>
                    <a:pt x="13461" y="310005"/>
                  </a:lnTo>
                  <a:lnTo>
                    <a:pt x="14425" y="309064"/>
                  </a:lnTo>
                  <a:lnTo>
                    <a:pt x="15389" y="308429"/>
                  </a:lnTo>
                  <a:lnTo>
                    <a:pt x="16353" y="308008"/>
                  </a:lnTo>
                  <a:lnTo>
                    <a:pt x="17317" y="307785"/>
                  </a:lnTo>
                  <a:lnTo>
                    <a:pt x="18281" y="307730"/>
                  </a:lnTo>
                  <a:lnTo>
                    <a:pt x="19245" y="307807"/>
                  </a:lnTo>
                  <a:lnTo>
                    <a:pt x="20209" y="307975"/>
                  </a:lnTo>
                  <a:lnTo>
                    <a:pt x="21173" y="308211"/>
                  </a:lnTo>
                  <a:lnTo>
                    <a:pt x="22137" y="308500"/>
                  </a:lnTo>
                  <a:lnTo>
                    <a:pt x="23101" y="308887"/>
                  </a:lnTo>
                  <a:lnTo>
                    <a:pt x="24065" y="309343"/>
                  </a:lnTo>
                  <a:lnTo>
                    <a:pt x="25029" y="309918"/>
                  </a:lnTo>
                  <a:lnTo>
                    <a:pt x="25993" y="310586"/>
                  </a:lnTo>
                  <a:lnTo>
                    <a:pt x="26957" y="311398"/>
                  </a:lnTo>
                  <a:lnTo>
                    <a:pt x="27921" y="312279"/>
                  </a:lnTo>
                  <a:lnTo>
                    <a:pt x="28885" y="313166"/>
                  </a:lnTo>
                  <a:lnTo>
                    <a:pt x="29849" y="313997"/>
                  </a:lnTo>
                  <a:lnTo>
                    <a:pt x="30813" y="314751"/>
                  </a:lnTo>
                  <a:lnTo>
                    <a:pt x="31777" y="315372"/>
                  </a:lnTo>
                  <a:lnTo>
                    <a:pt x="32741" y="315820"/>
                  </a:lnTo>
                  <a:lnTo>
                    <a:pt x="33705" y="316104"/>
                  </a:lnTo>
                  <a:lnTo>
                    <a:pt x="34669" y="316238"/>
                  </a:lnTo>
                  <a:lnTo>
                    <a:pt x="35633" y="316202"/>
                  </a:lnTo>
                  <a:lnTo>
                    <a:pt x="36597" y="316012"/>
                  </a:lnTo>
                  <a:lnTo>
                    <a:pt x="37561" y="315668"/>
                  </a:lnTo>
                  <a:lnTo>
                    <a:pt x="38525" y="315206"/>
                  </a:lnTo>
                  <a:lnTo>
                    <a:pt x="39489" y="314655"/>
                  </a:lnTo>
                  <a:lnTo>
                    <a:pt x="40453" y="314024"/>
                  </a:lnTo>
                  <a:lnTo>
                    <a:pt x="41417" y="313262"/>
                  </a:lnTo>
                  <a:lnTo>
                    <a:pt x="42381" y="312294"/>
                  </a:lnTo>
                  <a:lnTo>
                    <a:pt x="43345" y="311135"/>
                  </a:lnTo>
                  <a:lnTo>
                    <a:pt x="44309" y="309812"/>
                  </a:lnTo>
                  <a:lnTo>
                    <a:pt x="45273" y="308338"/>
                  </a:lnTo>
                  <a:lnTo>
                    <a:pt x="46238" y="306747"/>
                  </a:lnTo>
                  <a:lnTo>
                    <a:pt x="47202" y="305106"/>
                  </a:lnTo>
                  <a:lnTo>
                    <a:pt x="48166" y="303394"/>
                  </a:lnTo>
                  <a:lnTo>
                    <a:pt x="49130" y="301567"/>
                  </a:lnTo>
                  <a:lnTo>
                    <a:pt x="50094" y="299566"/>
                  </a:lnTo>
                  <a:lnTo>
                    <a:pt x="51058" y="297368"/>
                  </a:lnTo>
                  <a:lnTo>
                    <a:pt x="52022" y="294965"/>
                  </a:lnTo>
                  <a:lnTo>
                    <a:pt x="52986" y="292311"/>
                  </a:lnTo>
                  <a:lnTo>
                    <a:pt x="53950" y="289365"/>
                  </a:lnTo>
                  <a:lnTo>
                    <a:pt x="54914" y="286127"/>
                  </a:lnTo>
                  <a:lnTo>
                    <a:pt x="55878" y="282636"/>
                  </a:lnTo>
                  <a:lnTo>
                    <a:pt x="56842" y="279003"/>
                  </a:lnTo>
                  <a:lnTo>
                    <a:pt x="57806" y="275247"/>
                  </a:lnTo>
                  <a:lnTo>
                    <a:pt x="58770" y="271368"/>
                  </a:lnTo>
                  <a:lnTo>
                    <a:pt x="59734" y="267382"/>
                  </a:lnTo>
                  <a:lnTo>
                    <a:pt x="60698" y="263351"/>
                  </a:lnTo>
                  <a:lnTo>
                    <a:pt x="61662" y="259328"/>
                  </a:lnTo>
                  <a:lnTo>
                    <a:pt x="62626" y="255294"/>
                  </a:lnTo>
                  <a:lnTo>
                    <a:pt x="63590" y="251253"/>
                  </a:lnTo>
                  <a:lnTo>
                    <a:pt x="64554" y="247302"/>
                  </a:lnTo>
                  <a:lnTo>
                    <a:pt x="65518" y="243465"/>
                  </a:lnTo>
                  <a:lnTo>
                    <a:pt x="66482" y="239747"/>
                  </a:lnTo>
                  <a:lnTo>
                    <a:pt x="67446" y="236194"/>
                  </a:lnTo>
                  <a:lnTo>
                    <a:pt x="68410" y="232818"/>
                  </a:lnTo>
                  <a:lnTo>
                    <a:pt x="69374" y="229618"/>
                  </a:lnTo>
                  <a:lnTo>
                    <a:pt x="70338" y="226618"/>
                  </a:lnTo>
                  <a:lnTo>
                    <a:pt x="71302" y="223795"/>
                  </a:lnTo>
                  <a:lnTo>
                    <a:pt x="72266" y="221157"/>
                  </a:lnTo>
                  <a:lnTo>
                    <a:pt x="73230" y="218714"/>
                  </a:lnTo>
                  <a:lnTo>
                    <a:pt x="74194" y="216452"/>
                  </a:lnTo>
                  <a:lnTo>
                    <a:pt x="75158" y="214309"/>
                  </a:lnTo>
                  <a:lnTo>
                    <a:pt x="76122" y="212230"/>
                  </a:lnTo>
                  <a:lnTo>
                    <a:pt x="77086" y="210254"/>
                  </a:lnTo>
                  <a:lnTo>
                    <a:pt x="78050" y="208408"/>
                  </a:lnTo>
                  <a:lnTo>
                    <a:pt x="79014" y="206668"/>
                  </a:lnTo>
                  <a:lnTo>
                    <a:pt x="79978" y="205030"/>
                  </a:lnTo>
                  <a:lnTo>
                    <a:pt x="80942" y="203530"/>
                  </a:lnTo>
                  <a:lnTo>
                    <a:pt x="81906" y="202184"/>
                  </a:lnTo>
                  <a:lnTo>
                    <a:pt x="82870" y="200977"/>
                  </a:lnTo>
                  <a:lnTo>
                    <a:pt x="83834" y="199909"/>
                  </a:lnTo>
                  <a:lnTo>
                    <a:pt x="84798" y="198964"/>
                  </a:lnTo>
                  <a:lnTo>
                    <a:pt x="85762" y="198129"/>
                  </a:lnTo>
                  <a:lnTo>
                    <a:pt x="86726" y="197342"/>
                  </a:lnTo>
                  <a:lnTo>
                    <a:pt x="87690" y="196552"/>
                  </a:lnTo>
                  <a:lnTo>
                    <a:pt x="88654" y="195750"/>
                  </a:lnTo>
                  <a:lnTo>
                    <a:pt x="89618" y="194935"/>
                  </a:lnTo>
                  <a:lnTo>
                    <a:pt x="90582" y="194109"/>
                  </a:lnTo>
                  <a:lnTo>
                    <a:pt x="91546" y="193270"/>
                  </a:lnTo>
                  <a:lnTo>
                    <a:pt x="92510" y="192387"/>
                  </a:lnTo>
                  <a:lnTo>
                    <a:pt x="93474" y="191432"/>
                  </a:lnTo>
                  <a:lnTo>
                    <a:pt x="94438" y="190394"/>
                  </a:lnTo>
                  <a:lnTo>
                    <a:pt x="95402" y="189241"/>
                  </a:lnTo>
                  <a:lnTo>
                    <a:pt x="96366" y="187927"/>
                  </a:lnTo>
                  <a:lnTo>
                    <a:pt x="97330" y="186460"/>
                  </a:lnTo>
                  <a:lnTo>
                    <a:pt x="98294" y="184819"/>
                  </a:lnTo>
                  <a:lnTo>
                    <a:pt x="99258" y="183000"/>
                  </a:lnTo>
                  <a:lnTo>
                    <a:pt x="100222" y="180996"/>
                  </a:lnTo>
                  <a:lnTo>
                    <a:pt x="101186" y="178851"/>
                  </a:lnTo>
                  <a:lnTo>
                    <a:pt x="102150" y="176622"/>
                  </a:lnTo>
                  <a:lnTo>
                    <a:pt x="103114" y="174310"/>
                  </a:lnTo>
                  <a:lnTo>
                    <a:pt x="104078" y="171931"/>
                  </a:lnTo>
                  <a:lnTo>
                    <a:pt x="105042" y="169485"/>
                  </a:lnTo>
                  <a:lnTo>
                    <a:pt x="106006" y="166984"/>
                  </a:lnTo>
                  <a:lnTo>
                    <a:pt x="106970" y="164448"/>
                  </a:lnTo>
                  <a:lnTo>
                    <a:pt x="107934" y="161907"/>
                  </a:lnTo>
                  <a:lnTo>
                    <a:pt x="108898" y="159308"/>
                  </a:lnTo>
                  <a:lnTo>
                    <a:pt x="109862" y="156579"/>
                  </a:lnTo>
                  <a:lnTo>
                    <a:pt x="110826" y="153717"/>
                  </a:lnTo>
                  <a:lnTo>
                    <a:pt x="111790" y="150695"/>
                  </a:lnTo>
                  <a:lnTo>
                    <a:pt x="112754" y="147523"/>
                  </a:lnTo>
                  <a:lnTo>
                    <a:pt x="113718" y="144204"/>
                  </a:lnTo>
                  <a:lnTo>
                    <a:pt x="114682" y="140763"/>
                  </a:lnTo>
                  <a:lnTo>
                    <a:pt x="115646" y="137216"/>
                  </a:lnTo>
                  <a:lnTo>
                    <a:pt x="116610" y="133538"/>
                  </a:lnTo>
                  <a:lnTo>
                    <a:pt x="117574" y="129728"/>
                  </a:lnTo>
                  <a:lnTo>
                    <a:pt x="118538" y="125762"/>
                  </a:lnTo>
                  <a:lnTo>
                    <a:pt x="119502" y="121615"/>
                  </a:lnTo>
                  <a:lnTo>
                    <a:pt x="120466" y="117287"/>
                  </a:lnTo>
                  <a:lnTo>
                    <a:pt x="121430" y="112770"/>
                  </a:lnTo>
                  <a:lnTo>
                    <a:pt x="122394" y="108064"/>
                  </a:lnTo>
                  <a:lnTo>
                    <a:pt x="123358" y="103217"/>
                  </a:lnTo>
                  <a:lnTo>
                    <a:pt x="124322" y="98295"/>
                  </a:lnTo>
                  <a:lnTo>
                    <a:pt x="125286" y="93297"/>
                  </a:lnTo>
                  <a:lnTo>
                    <a:pt x="126250" y="88237"/>
                  </a:lnTo>
                  <a:lnTo>
                    <a:pt x="127214" y="83102"/>
                  </a:lnTo>
                  <a:lnTo>
                    <a:pt x="128178" y="77925"/>
                  </a:lnTo>
                  <a:lnTo>
                    <a:pt x="129142" y="72740"/>
                  </a:lnTo>
                  <a:lnTo>
                    <a:pt x="130106" y="67536"/>
                  </a:lnTo>
                  <a:lnTo>
                    <a:pt x="131070" y="62322"/>
                  </a:lnTo>
                  <a:lnTo>
                    <a:pt x="132034" y="57096"/>
                  </a:lnTo>
                  <a:lnTo>
                    <a:pt x="132998" y="51871"/>
                  </a:lnTo>
                  <a:lnTo>
                    <a:pt x="133962" y="46686"/>
                  </a:lnTo>
                  <a:lnTo>
                    <a:pt x="134926" y="41608"/>
                  </a:lnTo>
                  <a:lnTo>
                    <a:pt x="135890" y="36731"/>
                  </a:lnTo>
                  <a:lnTo>
                    <a:pt x="136854" y="32093"/>
                  </a:lnTo>
                  <a:lnTo>
                    <a:pt x="137818" y="27694"/>
                  </a:lnTo>
                  <a:lnTo>
                    <a:pt x="138782" y="23535"/>
                  </a:lnTo>
                  <a:lnTo>
                    <a:pt x="139746" y="19623"/>
                  </a:lnTo>
                  <a:lnTo>
                    <a:pt x="140710" y="16001"/>
                  </a:lnTo>
                  <a:lnTo>
                    <a:pt x="141674" y="12739"/>
                  </a:lnTo>
                  <a:lnTo>
                    <a:pt x="142638" y="9840"/>
                  </a:lnTo>
                  <a:lnTo>
                    <a:pt x="143602" y="7287"/>
                  </a:lnTo>
                  <a:lnTo>
                    <a:pt x="144566" y="5084"/>
                  </a:lnTo>
                  <a:lnTo>
                    <a:pt x="145530" y="3226"/>
                  </a:lnTo>
                  <a:lnTo>
                    <a:pt x="146494" y="1754"/>
                  </a:lnTo>
                  <a:lnTo>
                    <a:pt x="147458" y="722"/>
                  </a:lnTo>
                  <a:lnTo>
                    <a:pt x="148422" y="146"/>
                  </a:lnTo>
                  <a:lnTo>
                    <a:pt x="149386" y="0"/>
                  </a:lnTo>
                  <a:lnTo>
                    <a:pt x="150350" y="209"/>
                  </a:lnTo>
                  <a:lnTo>
                    <a:pt x="151314" y="729"/>
                  </a:lnTo>
                  <a:lnTo>
                    <a:pt x="152278" y="1552"/>
                  </a:lnTo>
                  <a:lnTo>
                    <a:pt x="153242" y="2662"/>
                  </a:lnTo>
                  <a:lnTo>
                    <a:pt x="154206" y="4045"/>
                  </a:lnTo>
                  <a:lnTo>
                    <a:pt x="155170" y="5679"/>
                  </a:lnTo>
                  <a:lnTo>
                    <a:pt x="156134" y="7527"/>
                  </a:lnTo>
                  <a:lnTo>
                    <a:pt x="157099" y="9596"/>
                  </a:lnTo>
                  <a:lnTo>
                    <a:pt x="158063" y="11948"/>
                  </a:lnTo>
                  <a:lnTo>
                    <a:pt x="159027" y="14606"/>
                  </a:lnTo>
                  <a:lnTo>
                    <a:pt x="159991" y="17601"/>
                  </a:lnTo>
                  <a:lnTo>
                    <a:pt x="160955" y="20929"/>
                  </a:lnTo>
                  <a:lnTo>
                    <a:pt x="161919" y="24536"/>
                  </a:lnTo>
                  <a:lnTo>
                    <a:pt x="162883" y="28386"/>
                  </a:lnTo>
                  <a:lnTo>
                    <a:pt x="163847" y="32429"/>
                  </a:lnTo>
                  <a:lnTo>
                    <a:pt x="164811" y="36656"/>
                  </a:lnTo>
                  <a:lnTo>
                    <a:pt x="165775" y="41079"/>
                  </a:lnTo>
                  <a:lnTo>
                    <a:pt x="166739" y="45715"/>
                  </a:lnTo>
                  <a:lnTo>
                    <a:pt x="167703" y="50614"/>
                  </a:lnTo>
                  <a:lnTo>
                    <a:pt x="168667" y="55808"/>
                  </a:lnTo>
                  <a:lnTo>
                    <a:pt x="169631" y="61287"/>
                  </a:lnTo>
                  <a:lnTo>
                    <a:pt x="170595" y="67062"/>
                  </a:lnTo>
                  <a:lnTo>
                    <a:pt x="171559" y="73087"/>
                  </a:lnTo>
                  <a:lnTo>
                    <a:pt x="172523" y="79304"/>
                  </a:lnTo>
                  <a:lnTo>
                    <a:pt x="173487" y="85700"/>
                  </a:lnTo>
                  <a:lnTo>
                    <a:pt x="174451" y="92263"/>
                  </a:lnTo>
                  <a:lnTo>
                    <a:pt x="175415" y="98992"/>
                  </a:lnTo>
                  <a:lnTo>
                    <a:pt x="176379" y="105909"/>
                  </a:lnTo>
                  <a:lnTo>
                    <a:pt x="177343" y="112980"/>
                  </a:lnTo>
                  <a:lnTo>
                    <a:pt x="178307" y="120190"/>
                  </a:lnTo>
                  <a:lnTo>
                    <a:pt x="179271" y="127553"/>
                  </a:lnTo>
                  <a:lnTo>
                    <a:pt x="180235" y="135059"/>
                  </a:lnTo>
                  <a:lnTo>
                    <a:pt x="181199" y="142716"/>
                  </a:lnTo>
                  <a:lnTo>
                    <a:pt x="182163" y="150483"/>
                  </a:lnTo>
                  <a:lnTo>
                    <a:pt x="183127" y="158311"/>
                  </a:lnTo>
                  <a:lnTo>
                    <a:pt x="184091" y="166160"/>
                  </a:lnTo>
                  <a:lnTo>
                    <a:pt x="185055" y="173993"/>
                  </a:lnTo>
                  <a:lnTo>
                    <a:pt x="186019" y="181803"/>
                  </a:lnTo>
                  <a:lnTo>
                    <a:pt x="186983" y="189621"/>
                  </a:lnTo>
                  <a:lnTo>
                    <a:pt x="187947" y="197462"/>
                  </a:lnTo>
                  <a:lnTo>
                    <a:pt x="188911" y="205364"/>
                  </a:lnTo>
                  <a:lnTo>
                    <a:pt x="189875" y="213297"/>
                  </a:lnTo>
                  <a:lnTo>
                    <a:pt x="190839" y="221247"/>
                  </a:lnTo>
                  <a:lnTo>
                    <a:pt x="191803" y="229229"/>
                  </a:lnTo>
                  <a:lnTo>
                    <a:pt x="192767" y="237261"/>
                  </a:lnTo>
                  <a:lnTo>
                    <a:pt x="193731" y="245292"/>
                  </a:lnTo>
                  <a:lnTo>
                    <a:pt x="194695" y="253309"/>
                  </a:lnTo>
                  <a:lnTo>
                    <a:pt x="195659" y="261258"/>
                  </a:lnTo>
                  <a:lnTo>
                    <a:pt x="196623" y="269121"/>
                  </a:lnTo>
                  <a:lnTo>
                    <a:pt x="197587" y="276888"/>
                  </a:lnTo>
                  <a:lnTo>
                    <a:pt x="198551" y="284558"/>
                  </a:lnTo>
                  <a:lnTo>
                    <a:pt x="199515" y="292175"/>
                  </a:lnTo>
                  <a:lnTo>
                    <a:pt x="200479" y="299740"/>
                  </a:lnTo>
                  <a:lnTo>
                    <a:pt x="201443" y="307242"/>
                  </a:lnTo>
                  <a:lnTo>
                    <a:pt x="202407" y="314613"/>
                  </a:lnTo>
                  <a:lnTo>
                    <a:pt x="203371" y="321821"/>
                  </a:lnTo>
                  <a:lnTo>
                    <a:pt x="204335" y="328836"/>
                  </a:lnTo>
                  <a:lnTo>
                    <a:pt x="205299" y="335633"/>
                  </a:lnTo>
                  <a:lnTo>
                    <a:pt x="206263" y="342174"/>
                  </a:lnTo>
                  <a:lnTo>
                    <a:pt x="207227" y="348416"/>
                  </a:lnTo>
                  <a:lnTo>
                    <a:pt x="208191" y="354372"/>
                  </a:lnTo>
                  <a:lnTo>
                    <a:pt x="209155" y="360026"/>
                  </a:lnTo>
                  <a:lnTo>
                    <a:pt x="210119" y="365413"/>
                  </a:lnTo>
                  <a:lnTo>
                    <a:pt x="211083" y="370514"/>
                  </a:lnTo>
                  <a:lnTo>
                    <a:pt x="211377" y="371992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6905317" y="5656442"/>
              <a:ext cx="69275" cy="103960"/>
            </a:xfrm>
            <a:custGeom>
              <a:avLst/>
              <a:pathLst>
                <a:path w="69275" h="103960">
                  <a:moveTo>
                    <a:pt x="0" y="103960"/>
                  </a:moveTo>
                  <a:lnTo>
                    <a:pt x="185" y="102891"/>
                  </a:lnTo>
                  <a:lnTo>
                    <a:pt x="1149" y="97395"/>
                  </a:lnTo>
                  <a:lnTo>
                    <a:pt x="2113" y="92051"/>
                  </a:lnTo>
                  <a:lnTo>
                    <a:pt x="3077" y="86889"/>
                  </a:lnTo>
                  <a:lnTo>
                    <a:pt x="4041" y="81930"/>
                  </a:lnTo>
                  <a:lnTo>
                    <a:pt x="5005" y="77178"/>
                  </a:lnTo>
                  <a:lnTo>
                    <a:pt x="5969" y="72609"/>
                  </a:lnTo>
                  <a:lnTo>
                    <a:pt x="6933" y="68217"/>
                  </a:lnTo>
                  <a:lnTo>
                    <a:pt x="7897" y="64042"/>
                  </a:lnTo>
                  <a:lnTo>
                    <a:pt x="8861" y="60116"/>
                  </a:lnTo>
                  <a:lnTo>
                    <a:pt x="9825" y="56430"/>
                  </a:lnTo>
                  <a:lnTo>
                    <a:pt x="10789" y="52987"/>
                  </a:lnTo>
                  <a:lnTo>
                    <a:pt x="11753" y="49801"/>
                  </a:lnTo>
                  <a:lnTo>
                    <a:pt x="12717" y="46854"/>
                  </a:lnTo>
                  <a:lnTo>
                    <a:pt x="13681" y="44081"/>
                  </a:lnTo>
                  <a:lnTo>
                    <a:pt x="14645" y="41446"/>
                  </a:lnTo>
                  <a:lnTo>
                    <a:pt x="15609" y="38932"/>
                  </a:lnTo>
                  <a:lnTo>
                    <a:pt x="16573" y="36531"/>
                  </a:lnTo>
                  <a:lnTo>
                    <a:pt x="17537" y="34236"/>
                  </a:lnTo>
                  <a:lnTo>
                    <a:pt x="18501" y="32046"/>
                  </a:lnTo>
                  <a:lnTo>
                    <a:pt x="19465" y="29948"/>
                  </a:lnTo>
                  <a:lnTo>
                    <a:pt x="20429" y="27915"/>
                  </a:lnTo>
                  <a:lnTo>
                    <a:pt x="21393" y="25909"/>
                  </a:lnTo>
                  <a:lnTo>
                    <a:pt x="22357" y="23920"/>
                  </a:lnTo>
                  <a:lnTo>
                    <a:pt x="23321" y="21975"/>
                  </a:lnTo>
                  <a:lnTo>
                    <a:pt x="24285" y="20065"/>
                  </a:lnTo>
                  <a:lnTo>
                    <a:pt x="25249" y="18185"/>
                  </a:lnTo>
                  <a:lnTo>
                    <a:pt x="26213" y="16324"/>
                  </a:lnTo>
                  <a:lnTo>
                    <a:pt x="27177" y="14498"/>
                  </a:lnTo>
                  <a:lnTo>
                    <a:pt x="28141" y="12707"/>
                  </a:lnTo>
                  <a:lnTo>
                    <a:pt x="29105" y="10934"/>
                  </a:lnTo>
                  <a:lnTo>
                    <a:pt x="30069" y="9205"/>
                  </a:lnTo>
                  <a:lnTo>
                    <a:pt x="31033" y="7492"/>
                  </a:lnTo>
                  <a:lnTo>
                    <a:pt x="31997" y="5824"/>
                  </a:lnTo>
                  <a:lnTo>
                    <a:pt x="32961" y="4275"/>
                  </a:lnTo>
                  <a:lnTo>
                    <a:pt x="33925" y="2848"/>
                  </a:lnTo>
                  <a:lnTo>
                    <a:pt x="34889" y="1615"/>
                  </a:lnTo>
                  <a:lnTo>
                    <a:pt x="35853" y="728"/>
                  </a:lnTo>
                  <a:lnTo>
                    <a:pt x="36817" y="209"/>
                  </a:lnTo>
                  <a:lnTo>
                    <a:pt x="37781" y="0"/>
                  </a:lnTo>
                  <a:lnTo>
                    <a:pt x="38745" y="195"/>
                  </a:lnTo>
                  <a:lnTo>
                    <a:pt x="39709" y="754"/>
                  </a:lnTo>
                  <a:lnTo>
                    <a:pt x="40673" y="1702"/>
                  </a:lnTo>
                  <a:lnTo>
                    <a:pt x="41637" y="3050"/>
                  </a:lnTo>
                  <a:lnTo>
                    <a:pt x="42601" y="4799"/>
                  </a:lnTo>
                  <a:lnTo>
                    <a:pt x="43565" y="6931"/>
                  </a:lnTo>
                  <a:lnTo>
                    <a:pt x="44529" y="9392"/>
                  </a:lnTo>
                  <a:lnTo>
                    <a:pt x="45493" y="12214"/>
                  </a:lnTo>
                  <a:lnTo>
                    <a:pt x="46457" y="15379"/>
                  </a:lnTo>
                  <a:lnTo>
                    <a:pt x="47421" y="18840"/>
                  </a:lnTo>
                  <a:lnTo>
                    <a:pt x="48385" y="22541"/>
                  </a:lnTo>
                  <a:lnTo>
                    <a:pt x="49349" y="26457"/>
                  </a:lnTo>
                  <a:lnTo>
                    <a:pt x="50313" y="30475"/>
                  </a:lnTo>
                  <a:lnTo>
                    <a:pt x="51277" y="34550"/>
                  </a:lnTo>
                  <a:lnTo>
                    <a:pt x="52241" y="38696"/>
                  </a:lnTo>
                  <a:lnTo>
                    <a:pt x="53205" y="42799"/>
                  </a:lnTo>
                  <a:lnTo>
                    <a:pt x="54169" y="46871"/>
                  </a:lnTo>
                  <a:lnTo>
                    <a:pt x="55133" y="50911"/>
                  </a:lnTo>
                  <a:lnTo>
                    <a:pt x="56097" y="54892"/>
                  </a:lnTo>
                  <a:lnTo>
                    <a:pt x="57062" y="58783"/>
                  </a:lnTo>
                  <a:lnTo>
                    <a:pt x="58026" y="62598"/>
                  </a:lnTo>
                  <a:lnTo>
                    <a:pt x="58990" y="66371"/>
                  </a:lnTo>
                  <a:lnTo>
                    <a:pt x="59954" y="70092"/>
                  </a:lnTo>
                  <a:lnTo>
                    <a:pt x="60918" y="73730"/>
                  </a:lnTo>
                  <a:lnTo>
                    <a:pt x="61882" y="77287"/>
                  </a:lnTo>
                  <a:lnTo>
                    <a:pt x="62846" y="80808"/>
                  </a:lnTo>
                  <a:lnTo>
                    <a:pt x="63810" y="84302"/>
                  </a:lnTo>
                  <a:lnTo>
                    <a:pt x="64774" y="87775"/>
                  </a:lnTo>
                  <a:lnTo>
                    <a:pt x="65738" y="91244"/>
                  </a:lnTo>
                  <a:lnTo>
                    <a:pt x="66702" y="94687"/>
                  </a:lnTo>
                  <a:lnTo>
                    <a:pt x="67666" y="98130"/>
                  </a:lnTo>
                  <a:lnTo>
                    <a:pt x="68630" y="101603"/>
                  </a:lnTo>
                  <a:lnTo>
                    <a:pt x="69275" y="10396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7032476" y="5602773"/>
              <a:ext cx="205949" cy="157629"/>
            </a:xfrm>
            <a:custGeom>
              <a:avLst/>
              <a:pathLst>
                <a:path w="205949" h="157629">
                  <a:moveTo>
                    <a:pt x="0" y="157629"/>
                  </a:moveTo>
                  <a:lnTo>
                    <a:pt x="276" y="156438"/>
                  </a:lnTo>
                  <a:lnTo>
                    <a:pt x="1240" y="152111"/>
                  </a:lnTo>
                  <a:lnTo>
                    <a:pt x="2204" y="147552"/>
                  </a:lnTo>
                  <a:lnTo>
                    <a:pt x="3168" y="142817"/>
                  </a:lnTo>
                  <a:lnTo>
                    <a:pt x="4132" y="137971"/>
                  </a:lnTo>
                  <a:lnTo>
                    <a:pt x="5096" y="133050"/>
                  </a:lnTo>
                  <a:lnTo>
                    <a:pt x="6060" y="128172"/>
                  </a:lnTo>
                  <a:lnTo>
                    <a:pt x="7024" y="123359"/>
                  </a:lnTo>
                  <a:lnTo>
                    <a:pt x="7988" y="118612"/>
                  </a:lnTo>
                  <a:lnTo>
                    <a:pt x="8952" y="114009"/>
                  </a:lnTo>
                  <a:lnTo>
                    <a:pt x="9916" y="109556"/>
                  </a:lnTo>
                  <a:lnTo>
                    <a:pt x="10880" y="105300"/>
                  </a:lnTo>
                  <a:lnTo>
                    <a:pt x="11844" y="101230"/>
                  </a:lnTo>
                  <a:lnTo>
                    <a:pt x="12808" y="97395"/>
                  </a:lnTo>
                  <a:lnTo>
                    <a:pt x="13772" y="93779"/>
                  </a:lnTo>
                  <a:lnTo>
                    <a:pt x="14736" y="90402"/>
                  </a:lnTo>
                  <a:lnTo>
                    <a:pt x="15700" y="87389"/>
                  </a:lnTo>
                  <a:lnTo>
                    <a:pt x="16664" y="84787"/>
                  </a:lnTo>
                  <a:lnTo>
                    <a:pt x="17628" y="82585"/>
                  </a:lnTo>
                  <a:lnTo>
                    <a:pt x="18592" y="80743"/>
                  </a:lnTo>
                  <a:lnTo>
                    <a:pt x="19556" y="79218"/>
                  </a:lnTo>
                  <a:lnTo>
                    <a:pt x="20520" y="77929"/>
                  </a:lnTo>
                  <a:lnTo>
                    <a:pt x="21484" y="76876"/>
                  </a:lnTo>
                  <a:lnTo>
                    <a:pt x="22448" y="76059"/>
                  </a:lnTo>
                  <a:lnTo>
                    <a:pt x="23412" y="75367"/>
                  </a:lnTo>
                  <a:lnTo>
                    <a:pt x="24376" y="74782"/>
                  </a:lnTo>
                  <a:lnTo>
                    <a:pt x="25340" y="74282"/>
                  </a:lnTo>
                  <a:lnTo>
                    <a:pt x="26304" y="73858"/>
                  </a:lnTo>
                  <a:lnTo>
                    <a:pt x="27268" y="73502"/>
                  </a:lnTo>
                  <a:lnTo>
                    <a:pt x="28232" y="73231"/>
                  </a:lnTo>
                  <a:lnTo>
                    <a:pt x="29196" y="73065"/>
                  </a:lnTo>
                  <a:lnTo>
                    <a:pt x="30160" y="72860"/>
                  </a:lnTo>
                  <a:lnTo>
                    <a:pt x="31124" y="72567"/>
                  </a:lnTo>
                  <a:lnTo>
                    <a:pt x="32088" y="72190"/>
                  </a:lnTo>
                  <a:lnTo>
                    <a:pt x="33052" y="71680"/>
                  </a:lnTo>
                  <a:lnTo>
                    <a:pt x="34016" y="71019"/>
                  </a:lnTo>
                  <a:lnTo>
                    <a:pt x="34980" y="70192"/>
                  </a:lnTo>
                  <a:lnTo>
                    <a:pt x="35944" y="69198"/>
                  </a:lnTo>
                  <a:lnTo>
                    <a:pt x="36908" y="68064"/>
                  </a:lnTo>
                  <a:lnTo>
                    <a:pt x="37872" y="66851"/>
                  </a:lnTo>
                  <a:lnTo>
                    <a:pt x="38836" y="65548"/>
                  </a:lnTo>
                  <a:lnTo>
                    <a:pt x="39800" y="64147"/>
                  </a:lnTo>
                  <a:lnTo>
                    <a:pt x="40764" y="62632"/>
                  </a:lnTo>
                  <a:lnTo>
                    <a:pt x="41728" y="60987"/>
                  </a:lnTo>
                  <a:lnTo>
                    <a:pt x="42692" y="59221"/>
                  </a:lnTo>
                  <a:lnTo>
                    <a:pt x="43656" y="57309"/>
                  </a:lnTo>
                  <a:lnTo>
                    <a:pt x="44620" y="55318"/>
                  </a:lnTo>
                  <a:lnTo>
                    <a:pt x="45584" y="53275"/>
                  </a:lnTo>
                  <a:lnTo>
                    <a:pt x="46548" y="51248"/>
                  </a:lnTo>
                  <a:lnTo>
                    <a:pt x="47512" y="49327"/>
                  </a:lnTo>
                  <a:lnTo>
                    <a:pt x="48476" y="47497"/>
                  </a:lnTo>
                  <a:lnTo>
                    <a:pt x="49440" y="45757"/>
                  </a:lnTo>
                  <a:lnTo>
                    <a:pt x="50404" y="44146"/>
                  </a:lnTo>
                  <a:lnTo>
                    <a:pt x="51368" y="42664"/>
                  </a:lnTo>
                  <a:lnTo>
                    <a:pt x="52332" y="41254"/>
                  </a:lnTo>
                  <a:lnTo>
                    <a:pt x="53296" y="39889"/>
                  </a:lnTo>
                  <a:lnTo>
                    <a:pt x="54260" y="38582"/>
                  </a:lnTo>
                  <a:lnTo>
                    <a:pt x="55224" y="37331"/>
                  </a:lnTo>
                  <a:lnTo>
                    <a:pt x="56188" y="36155"/>
                  </a:lnTo>
                  <a:lnTo>
                    <a:pt x="57152" y="35059"/>
                  </a:lnTo>
                  <a:lnTo>
                    <a:pt x="58116" y="34043"/>
                  </a:lnTo>
                  <a:lnTo>
                    <a:pt x="59080" y="33093"/>
                  </a:lnTo>
                  <a:lnTo>
                    <a:pt x="60044" y="32194"/>
                  </a:lnTo>
                  <a:lnTo>
                    <a:pt x="61008" y="31289"/>
                  </a:lnTo>
                  <a:lnTo>
                    <a:pt x="61972" y="30330"/>
                  </a:lnTo>
                  <a:lnTo>
                    <a:pt x="62936" y="29332"/>
                  </a:lnTo>
                  <a:lnTo>
                    <a:pt x="63900" y="28275"/>
                  </a:lnTo>
                  <a:lnTo>
                    <a:pt x="64864" y="27106"/>
                  </a:lnTo>
                  <a:lnTo>
                    <a:pt x="65828" y="25843"/>
                  </a:lnTo>
                  <a:lnTo>
                    <a:pt x="66792" y="24482"/>
                  </a:lnTo>
                  <a:lnTo>
                    <a:pt x="67756" y="23065"/>
                  </a:lnTo>
                  <a:lnTo>
                    <a:pt x="68720" y="21600"/>
                  </a:lnTo>
                  <a:lnTo>
                    <a:pt x="69684" y="20098"/>
                  </a:lnTo>
                  <a:lnTo>
                    <a:pt x="70648" y="18559"/>
                  </a:lnTo>
                  <a:lnTo>
                    <a:pt x="71612" y="16979"/>
                  </a:lnTo>
                  <a:lnTo>
                    <a:pt x="72576" y="15375"/>
                  </a:lnTo>
                  <a:lnTo>
                    <a:pt x="73540" y="13759"/>
                  </a:lnTo>
                  <a:lnTo>
                    <a:pt x="74504" y="12131"/>
                  </a:lnTo>
                  <a:lnTo>
                    <a:pt x="75468" y="10492"/>
                  </a:lnTo>
                  <a:lnTo>
                    <a:pt x="76432" y="8849"/>
                  </a:lnTo>
                  <a:lnTo>
                    <a:pt x="77396" y="7177"/>
                  </a:lnTo>
                  <a:lnTo>
                    <a:pt x="78360" y="5560"/>
                  </a:lnTo>
                  <a:lnTo>
                    <a:pt x="79324" y="4129"/>
                  </a:lnTo>
                  <a:lnTo>
                    <a:pt x="80288" y="2854"/>
                  </a:lnTo>
                  <a:lnTo>
                    <a:pt x="81252" y="1780"/>
                  </a:lnTo>
                  <a:lnTo>
                    <a:pt x="82216" y="944"/>
                  </a:lnTo>
                  <a:lnTo>
                    <a:pt x="83180" y="369"/>
                  </a:lnTo>
                  <a:lnTo>
                    <a:pt x="84144" y="49"/>
                  </a:lnTo>
                  <a:lnTo>
                    <a:pt x="85108" y="0"/>
                  </a:lnTo>
                  <a:lnTo>
                    <a:pt x="86072" y="181"/>
                  </a:lnTo>
                  <a:lnTo>
                    <a:pt x="87036" y="637"/>
                  </a:lnTo>
                  <a:lnTo>
                    <a:pt x="88000" y="1377"/>
                  </a:lnTo>
                  <a:lnTo>
                    <a:pt x="88964" y="2408"/>
                  </a:lnTo>
                  <a:lnTo>
                    <a:pt x="89928" y="3755"/>
                  </a:lnTo>
                  <a:lnTo>
                    <a:pt x="90892" y="5409"/>
                  </a:lnTo>
                  <a:lnTo>
                    <a:pt x="91856" y="7371"/>
                  </a:lnTo>
                  <a:lnTo>
                    <a:pt x="92820" y="9595"/>
                  </a:lnTo>
                  <a:lnTo>
                    <a:pt x="93784" y="11994"/>
                  </a:lnTo>
                  <a:lnTo>
                    <a:pt x="94748" y="14563"/>
                  </a:lnTo>
                  <a:lnTo>
                    <a:pt x="95712" y="17190"/>
                  </a:lnTo>
                  <a:lnTo>
                    <a:pt x="96676" y="19844"/>
                  </a:lnTo>
                  <a:lnTo>
                    <a:pt x="97640" y="22526"/>
                  </a:lnTo>
                  <a:lnTo>
                    <a:pt x="98604" y="25234"/>
                  </a:lnTo>
                  <a:lnTo>
                    <a:pt x="99568" y="27937"/>
                  </a:lnTo>
                  <a:lnTo>
                    <a:pt x="100532" y="30664"/>
                  </a:lnTo>
                  <a:lnTo>
                    <a:pt x="101496" y="33389"/>
                  </a:lnTo>
                  <a:lnTo>
                    <a:pt x="102460" y="36098"/>
                  </a:lnTo>
                  <a:lnTo>
                    <a:pt x="103424" y="38799"/>
                  </a:lnTo>
                  <a:lnTo>
                    <a:pt x="104388" y="41476"/>
                  </a:lnTo>
                  <a:lnTo>
                    <a:pt x="105352" y="44136"/>
                  </a:lnTo>
                  <a:lnTo>
                    <a:pt x="106316" y="46781"/>
                  </a:lnTo>
                  <a:lnTo>
                    <a:pt x="107280" y="49430"/>
                  </a:lnTo>
                  <a:lnTo>
                    <a:pt x="108244" y="52092"/>
                  </a:lnTo>
                  <a:lnTo>
                    <a:pt x="109208" y="54772"/>
                  </a:lnTo>
                  <a:lnTo>
                    <a:pt x="110173" y="57538"/>
                  </a:lnTo>
                  <a:lnTo>
                    <a:pt x="111137" y="60373"/>
                  </a:lnTo>
                  <a:lnTo>
                    <a:pt x="112101" y="63277"/>
                  </a:lnTo>
                  <a:lnTo>
                    <a:pt x="113065" y="66250"/>
                  </a:lnTo>
                  <a:lnTo>
                    <a:pt x="114029" y="69308"/>
                  </a:lnTo>
                  <a:lnTo>
                    <a:pt x="114993" y="72453"/>
                  </a:lnTo>
                  <a:lnTo>
                    <a:pt x="115957" y="75683"/>
                  </a:lnTo>
                  <a:lnTo>
                    <a:pt x="116921" y="78999"/>
                  </a:lnTo>
                  <a:lnTo>
                    <a:pt x="117885" y="82372"/>
                  </a:lnTo>
                  <a:lnTo>
                    <a:pt x="118849" y="85797"/>
                  </a:lnTo>
                  <a:lnTo>
                    <a:pt x="119813" y="89278"/>
                  </a:lnTo>
                  <a:lnTo>
                    <a:pt x="120777" y="92809"/>
                  </a:lnTo>
                  <a:lnTo>
                    <a:pt x="121741" y="96335"/>
                  </a:lnTo>
                  <a:lnTo>
                    <a:pt x="122705" y="99828"/>
                  </a:lnTo>
                  <a:lnTo>
                    <a:pt x="123669" y="103287"/>
                  </a:lnTo>
                  <a:lnTo>
                    <a:pt x="124633" y="106705"/>
                  </a:lnTo>
                  <a:lnTo>
                    <a:pt x="125597" y="110082"/>
                  </a:lnTo>
                  <a:lnTo>
                    <a:pt x="126561" y="113418"/>
                  </a:lnTo>
                  <a:lnTo>
                    <a:pt x="127525" y="116644"/>
                  </a:lnTo>
                  <a:lnTo>
                    <a:pt x="128489" y="119734"/>
                  </a:lnTo>
                  <a:lnTo>
                    <a:pt x="129453" y="122699"/>
                  </a:lnTo>
                  <a:lnTo>
                    <a:pt x="130417" y="125496"/>
                  </a:lnTo>
                  <a:lnTo>
                    <a:pt x="131381" y="128124"/>
                  </a:lnTo>
                  <a:lnTo>
                    <a:pt x="132345" y="130562"/>
                  </a:lnTo>
                  <a:lnTo>
                    <a:pt x="133309" y="132787"/>
                  </a:lnTo>
                  <a:lnTo>
                    <a:pt x="134273" y="134817"/>
                  </a:lnTo>
                  <a:lnTo>
                    <a:pt x="135237" y="136606"/>
                  </a:lnTo>
                  <a:lnTo>
                    <a:pt x="136201" y="138141"/>
                  </a:lnTo>
                  <a:lnTo>
                    <a:pt x="137165" y="139454"/>
                  </a:lnTo>
                  <a:lnTo>
                    <a:pt x="138129" y="140559"/>
                  </a:lnTo>
                  <a:lnTo>
                    <a:pt x="139093" y="141457"/>
                  </a:lnTo>
                  <a:lnTo>
                    <a:pt x="140057" y="142155"/>
                  </a:lnTo>
                  <a:lnTo>
                    <a:pt x="141021" y="142646"/>
                  </a:lnTo>
                  <a:lnTo>
                    <a:pt x="141985" y="142998"/>
                  </a:lnTo>
                  <a:lnTo>
                    <a:pt x="142949" y="143230"/>
                  </a:lnTo>
                  <a:lnTo>
                    <a:pt x="143913" y="143340"/>
                  </a:lnTo>
                  <a:lnTo>
                    <a:pt x="144877" y="143374"/>
                  </a:lnTo>
                  <a:lnTo>
                    <a:pt x="145841" y="143332"/>
                  </a:lnTo>
                  <a:lnTo>
                    <a:pt x="146805" y="143240"/>
                  </a:lnTo>
                  <a:lnTo>
                    <a:pt x="147769" y="143114"/>
                  </a:lnTo>
                  <a:lnTo>
                    <a:pt x="148733" y="142956"/>
                  </a:lnTo>
                  <a:lnTo>
                    <a:pt x="149697" y="142802"/>
                  </a:lnTo>
                  <a:lnTo>
                    <a:pt x="150661" y="142672"/>
                  </a:lnTo>
                  <a:lnTo>
                    <a:pt x="151625" y="142545"/>
                  </a:lnTo>
                  <a:lnTo>
                    <a:pt x="152589" y="142426"/>
                  </a:lnTo>
                  <a:lnTo>
                    <a:pt x="153553" y="142309"/>
                  </a:lnTo>
                  <a:lnTo>
                    <a:pt x="154517" y="142163"/>
                  </a:lnTo>
                  <a:lnTo>
                    <a:pt x="155481" y="141968"/>
                  </a:lnTo>
                  <a:lnTo>
                    <a:pt x="156445" y="141712"/>
                  </a:lnTo>
                  <a:lnTo>
                    <a:pt x="157409" y="141407"/>
                  </a:lnTo>
                  <a:lnTo>
                    <a:pt x="158373" y="141052"/>
                  </a:lnTo>
                  <a:lnTo>
                    <a:pt x="159337" y="140649"/>
                  </a:lnTo>
                  <a:lnTo>
                    <a:pt x="160301" y="140197"/>
                  </a:lnTo>
                  <a:lnTo>
                    <a:pt x="161265" y="139696"/>
                  </a:lnTo>
                  <a:lnTo>
                    <a:pt x="162229" y="139130"/>
                  </a:lnTo>
                  <a:lnTo>
                    <a:pt x="163193" y="138480"/>
                  </a:lnTo>
                  <a:lnTo>
                    <a:pt x="164157" y="137747"/>
                  </a:lnTo>
                  <a:lnTo>
                    <a:pt x="165121" y="136932"/>
                  </a:lnTo>
                  <a:lnTo>
                    <a:pt x="166085" y="136051"/>
                  </a:lnTo>
                  <a:lnTo>
                    <a:pt x="167049" y="135113"/>
                  </a:lnTo>
                  <a:lnTo>
                    <a:pt x="168013" y="134132"/>
                  </a:lnTo>
                  <a:lnTo>
                    <a:pt x="168977" y="133131"/>
                  </a:lnTo>
                  <a:lnTo>
                    <a:pt x="169941" y="132155"/>
                  </a:lnTo>
                  <a:lnTo>
                    <a:pt x="170905" y="131275"/>
                  </a:lnTo>
                  <a:lnTo>
                    <a:pt x="171869" y="130513"/>
                  </a:lnTo>
                  <a:lnTo>
                    <a:pt x="172833" y="129877"/>
                  </a:lnTo>
                  <a:lnTo>
                    <a:pt x="173797" y="129355"/>
                  </a:lnTo>
                  <a:lnTo>
                    <a:pt x="174761" y="128960"/>
                  </a:lnTo>
                  <a:lnTo>
                    <a:pt x="175725" y="128678"/>
                  </a:lnTo>
                  <a:lnTo>
                    <a:pt x="176689" y="128538"/>
                  </a:lnTo>
                  <a:lnTo>
                    <a:pt x="177653" y="128548"/>
                  </a:lnTo>
                  <a:lnTo>
                    <a:pt x="178617" y="128708"/>
                  </a:lnTo>
                  <a:lnTo>
                    <a:pt x="179581" y="129017"/>
                  </a:lnTo>
                  <a:lnTo>
                    <a:pt x="180545" y="129498"/>
                  </a:lnTo>
                  <a:lnTo>
                    <a:pt x="181509" y="130178"/>
                  </a:lnTo>
                  <a:lnTo>
                    <a:pt x="182473" y="131053"/>
                  </a:lnTo>
                  <a:lnTo>
                    <a:pt x="183437" y="132071"/>
                  </a:lnTo>
                  <a:lnTo>
                    <a:pt x="184401" y="133235"/>
                  </a:lnTo>
                  <a:lnTo>
                    <a:pt x="185365" y="134494"/>
                  </a:lnTo>
                  <a:lnTo>
                    <a:pt x="186329" y="135783"/>
                  </a:lnTo>
                  <a:lnTo>
                    <a:pt x="187293" y="137076"/>
                  </a:lnTo>
                  <a:lnTo>
                    <a:pt x="188257" y="138375"/>
                  </a:lnTo>
                  <a:lnTo>
                    <a:pt x="189221" y="139679"/>
                  </a:lnTo>
                  <a:lnTo>
                    <a:pt x="190185" y="140989"/>
                  </a:lnTo>
                  <a:lnTo>
                    <a:pt x="191149" y="142271"/>
                  </a:lnTo>
                  <a:lnTo>
                    <a:pt x="192113" y="143535"/>
                  </a:lnTo>
                  <a:lnTo>
                    <a:pt x="193077" y="144788"/>
                  </a:lnTo>
                  <a:lnTo>
                    <a:pt x="194041" y="146030"/>
                  </a:lnTo>
                  <a:lnTo>
                    <a:pt x="195005" y="147238"/>
                  </a:lnTo>
                  <a:lnTo>
                    <a:pt x="195969" y="148378"/>
                  </a:lnTo>
                  <a:lnTo>
                    <a:pt x="196933" y="149456"/>
                  </a:lnTo>
                  <a:lnTo>
                    <a:pt x="197897" y="150488"/>
                  </a:lnTo>
                  <a:lnTo>
                    <a:pt x="198861" y="151466"/>
                  </a:lnTo>
                  <a:lnTo>
                    <a:pt x="199825" y="152400"/>
                  </a:lnTo>
                  <a:lnTo>
                    <a:pt x="200789" y="153298"/>
                  </a:lnTo>
                  <a:lnTo>
                    <a:pt x="201753" y="154146"/>
                  </a:lnTo>
                  <a:lnTo>
                    <a:pt x="202717" y="154965"/>
                  </a:lnTo>
                  <a:lnTo>
                    <a:pt x="203681" y="155768"/>
                  </a:lnTo>
                  <a:lnTo>
                    <a:pt x="204645" y="156566"/>
                  </a:lnTo>
                  <a:lnTo>
                    <a:pt x="205609" y="157357"/>
                  </a:lnTo>
                  <a:lnTo>
                    <a:pt x="205949" y="157629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7305358" y="5692046"/>
              <a:ext cx="55517" cy="68356"/>
            </a:xfrm>
            <a:custGeom>
              <a:avLst/>
              <a:pathLst>
                <a:path w="55517" h="68356">
                  <a:moveTo>
                    <a:pt x="0" y="68356"/>
                  </a:moveTo>
                  <a:lnTo>
                    <a:pt x="208" y="67918"/>
                  </a:lnTo>
                  <a:lnTo>
                    <a:pt x="1172" y="65797"/>
                  </a:lnTo>
                  <a:lnTo>
                    <a:pt x="2136" y="63555"/>
                  </a:lnTo>
                  <a:lnTo>
                    <a:pt x="3100" y="61213"/>
                  </a:lnTo>
                  <a:lnTo>
                    <a:pt x="4064" y="58791"/>
                  </a:lnTo>
                  <a:lnTo>
                    <a:pt x="5028" y="56291"/>
                  </a:lnTo>
                  <a:lnTo>
                    <a:pt x="5992" y="53742"/>
                  </a:lnTo>
                  <a:lnTo>
                    <a:pt x="6956" y="51203"/>
                  </a:lnTo>
                  <a:lnTo>
                    <a:pt x="7920" y="48636"/>
                  </a:lnTo>
                  <a:lnTo>
                    <a:pt x="8884" y="46043"/>
                  </a:lnTo>
                  <a:lnTo>
                    <a:pt x="9848" y="43476"/>
                  </a:lnTo>
                  <a:lnTo>
                    <a:pt x="10812" y="40929"/>
                  </a:lnTo>
                  <a:lnTo>
                    <a:pt x="11776" y="38410"/>
                  </a:lnTo>
                  <a:lnTo>
                    <a:pt x="12740" y="35927"/>
                  </a:lnTo>
                  <a:lnTo>
                    <a:pt x="13704" y="33495"/>
                  </a:lnTo>
                  <a:lnTo>
                    <a:pt x="14668" y="31099"/>
                  </a:lnTo>
                  <a:lnTo>
                    <a:pt x="15632" y="28716"/>
                  </a:lnTo>
                  <a:lnTo>
                    <a:pt x="16596" y="26404"/>
                  </a:lnTo>
                  <a:lnTo>
                    <a:pt x="17560" y="24185"/>
                  </a:lnTo>
                  <a:lnTo>
                    <a:pt x="18524" y="22051"/>
                  </a:lnTo>
                  <a:lnTo>
                    <a:pt x="19488" y="20003"/>
                  </a:lnTo>
                  <a:lnTo>
                    <a:pt x="20452" y="18033"/>
                  </a:lnTo>
                  <a:lnTo>
                    <a:pt x="21416" y="16132"/>
                  </a:lnTo>
                  <a:lnTo>
                    <a:pt x="22380" y="14291"/>
                  </a:lnTo>
                  <a:lnTo>
                    <a:pt x="23344" y="12556"/>
                  </a:lnTo>
                  <a:lnTo>
                    <a:pt x="24308" y="10890"/>
                  </a:lnTo>
                  <a:lnTo>
                    <a:pt x="25272" y="9293"/>
                  </a:lnTo>
                  <a:lnTo>
                    <a:pt x="26236" y="7788"/>
                  </a:lnTo>
                  <a:lnTo>
                    <a:pt x="27200" y="6377"/>
                  </a:lnTo>
                  <a:lnTo>
                    <a:pt x="28164" y="5058"/>
                  </a:lnTo>
                  <a:lnTo>
                    <a:pt x="29128" y="3847"/>
                  </a:lnTo>
                  <a:lnTo>
                    <a:pt x="30092" y="2782"/>
                  </a:lnTo>
                  <a:lnTo>
                    <a:pt x="31056" y="1863"/>
                  </a:lnTo>
                  <a:lnTo>
                    <a:pt x="32020" y="1112"/>
                  </a:lnTo>
                  <a:lnTo>
                    <a:pt x="32984" y="543"/>
                  </a:lnTo>
                  <a:lnTo>
                    <a:pt x="33948" y="179"/>
                  </a:lnTo>
                  <a:lnTo>
                    <a:pt x="34912" y="1"/>
                  </a:lnTo>
                  <a:lnTo>
                    <a:pt x="35876" y="0"/>
                  </a:lnTo>
                  <a:lnTo>
                    <a:pt x="36840" y="228"/>
                  </a:lnTo>
                  <a:lnTo>
                    <a:pt x="37804" y="686"/>
                  </a:lnTo>
                  <a:lnTo>
                    <a:pt x="38768" y="1374"/>
                  </a:lnTo>
                  <a:lnTo>
                    <a:pt x="39732" y="2353"/>
                  </a:lnTo>
                  <a:lnTo>
                    <a:pt x="40696" y="3686"/>
                  </a:lnTo>
                  <a:lnTo>
                    <a:pt x="41660" y="5419"/>
                  </a:lnTo>
                  <a:lnTo>
                    <a:pt x="42624" y="7538"/>
                  </a:lnTo>
                  <a:lnTo>
                    <a:pt x="43588" y="10060"/>
                  </a:lnTo>
                  <a:lnTo>
                    <a:pt x="44552" y="12961"/>
                  </a:lnTo>
                  <a:lnTo>
                    <a:pt x="45516" y="16197"/>
                  </a:lnTo>
                  <a:lnTo>
                    <a:pt x="46480" y="19774"/>
                  </a:lnTo>
                  <a:lnTo>
                    <a:pt x="47444" y="23659"/>
                  </a:lnTo>
                  <a:lnTo>
                    <a:pt x="48408" y="27828"/>
                  </a:lnTo>
                  <a:lnTo>
                    <a:pt x="49372" y="32315"/>
                  </a:lnTo>
                  <a:lnTo>
                    <a:pt x="50336" y="37114"/>
                  </a:lnTo>
                  <a:lnTo>
                    <a:pt x="51300" y="42269"/>
                  </a:lnTo>
                  <a:lnTo>
                    <a:pt x="52264" y="47760"/>
                  </a:lnTo>
                  <a:lnTo>
                    <a:pt x="53228" y="53586"/>
                  </a:lnTo>
                  <a:lnTo>
                    <a:pt x="54192" y="59689"/>
                  </a:lnTo>
                  <a:lnTo>
                    <a:pt x="55156" y="65960"/>
                  </a:lnTo>
                  <a:lnTo>
                    <a:pt x="55517" y="6835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7466659" y="5659381"/>
              <a:ext cx="59781" cy="101021"/>
            </a:xfrm>
            <a:custGeom>
              <a:avLst/>
              <a:pathLst>
                <a:path w="59781" h="101021">
                  <a:moveTo>
                    <a:pt x="0" y="101021"/>
                  </a:moveTo>
                  <a:lnTo>
                    <a:pt x="860" y="96995"/>
                  </a:lnTo>
                  <a:lnTo>
                    <a:pt x="1824" y="92554"/>
                  </a:lnTo>
                  <a:lnTo>
                    <a:pt x="2788" y="88127"/>
                  </a:lnTo>
                  <a:lnTo>
                    <a:pt x="3752" y="83715"/>
                  </a:lnTo>
                  <a:lnTo>
                    <a:pt x="4716" y="79317"/>
                  </a:lnTo>
                  <a:lnTo>
                    <a:pt x="5680" y="74941"/>
                  </a:lnTo>
                  <a:lnTo>
                    <a:pt x="6644" y="70611"/>
                  </a:lnTo>
                  <a:lnTo>
                    <a:pt x="7608" y="66371"/>
                  </a:lnTo>
                  <a:lnTo>
                    <a:pt x="8572" y="62245"/>
                  </a:lnTo>
                  <a:lnTo>
                    <a:pt x="9536" y="58229"/>
                  </a:lnTo>
                  <a:lnTo>
                    <a:pt x="10500" y="54350"/>
                  </a:lnTo>
                  <a:lnTo>
                    <a:pt x="11464" y="50591"/>
                  </a:lnTo>
                  <a:lnTo>
                    <a:pt x="12428" y="46970"/>
                  </a:lnTo>
                  <a:lnTo>
                    <a:pt x="13392" y="43471"/>
                  </a:lnTo>
                  <a:lnTo>
                    <a:pt x="14356" y="40076"/>
                  </a:lnTo>
                  <a:lnTo>
                    <a:pt x="15320" y="36774"/>
                  </a:lnTo>
                  <a:lnTo>
                    <a:pt x="16284" y="33569"/>
                  </a:lnTo>
                  <a:lnTo>
                    <a:pt x="17248" y="30482"/>
                  </a:lnTo>
                  <a:lnTo>
                    <a:pt x="18212" y="27508"/>
                  </a:lnTo>
                  <a:lnTo>
                    <a:pt x="19176" y="24671"/>
                  </a:lnTo>
                  <a:lnTo>
                    <a:pt x="20140" y="21949"/>
                  </a:lnTo>
                  <a:lnTo>
                    <a:pt x="21104" y="19363"/>
                  </a:lnTo>
                  <a:lnTo>
                    <a:pt x="22068" y="16899"/>
                  </a:lnTo>
                  <a:lnTo>
                    <a:pt x="23032" y="14539"/>
                  </a:lnTo>
                  <a:lnTo>
                    <a:pt x="23996" y="12287"/>
                  </a:lnTo>
                  <a:lnTo>
                    <a:pt x="24960" y="10119"/>
                  </a:lnTo>
                  <a:lnTo>
                    <a:pt x="25924" y="8066"/>
                  </a:lnTo>
                  <a:lnTo>
                    <a:pt x="26888" y="6193"/>
                  </a:lnTo>
                  <a:lnTo>
                    <a:pt x="27852" y="4544"/>
                  </a:lnTo>
                  <a:lnTo>
                    <a:pt x="28816" y="3147"/>
                  </a:lnTo>
                  <a:lnTo>
                    <a:pt x="29780" y="2017"/>
                  </a:lnTo>
                  <a:lnTo>
                    <a:pt x="30744" y="1123"/>
                  </a:lnTo>
                  <a:lnTo>
                    <a:pt x="31708" y="481"/>
                  </a:lnTo>
                  <a:lnTo>
                    <a:pt x="32673" y="99"/>
                  </a:lnTo>
                  <a:lnTo>
                    <a:pt x="33637" y="0"/>
                  </a:lnTo>
                  <a:lnTo>
                    <a:pt x="34601" y="300"/>
                  </a:lnTo>
                  <a:lnTo>
                    <a:pt x="35565" y="995"/>
                  </a:lnTo>
                  <a:lnTo>
                    <a:pt x="36529" y="2049"/>
                  </a:lnTo>
                  <a:lnTo>
                    <a:pt x="37493" y="3449"/>
                  </a:lnTo>
                  <a:lnTo>
                    <a:pt x="38457" y="5210"/>
                  </a:lnTo>
                  <a:lnTo>
                    <a:pt x="39421" y="7329"/>
                  </a:lnTo>
                  <a:lnTo>
                    <a:pt x="40385" y="9788"/>
                  </a:lnTo>
                  <a:lnTo>
                    <a:pt x="41349" y="12553"/>
                  </a:lnTo>
                  <a:lnTo>
                    <a:pt x="42313" y="15610"/>
                  </a:lnTo>
                  <a:lnTo>
                    <a:pt x="43277" y="18957"/>
                  </a:lnTo>
                  <a:lnTo>
                    <a:pt x="44241" y="22564"/>
                  </a:lnTo>
                  <a:lnTo>
                    <a:pt x="45205" y="26447"/>
                  </a:lnTo>
                  <a:lnTo>
                    <a:pt x="46169" y="30565"/>
                  </a:lnTo>
                  <a:lnTo>
                    <a:pt x="47133" y="34920"/>
                  </a:lnTo>
                  <a:lnTo>
                    <a:pt x="48097" y="39476"/>
                  </a:lnTo>
                  <a:lnTo>
                    <a:pt x="49061" y="44103"/>
                  </a:lnTo>
                  <a:lnTo>
                    <a:pt x="50025" y="48768"/>
                  </a:lnTo>
                  <a:lnTo>
                    <a:pt x="50989" y="53518"/>
                  </a:lnTo>
                  <a:lnTo>
                    <a:pt x="51953" y="58407"/>
                  </a:lnTo>
                  <a:lnTo>
                    <a:pt x="52917" y="63412"/>
                  </a:lnTo>
                  <a:lnTo>
                    <a:pt x="53881" y="68533"/>
                  </a:lnTo>
                  <a:lnTo>
                    <a:pt x="54845" y="73777"/>
                  </a:lnTo>
                  <a:lnTo>
                    <a:pt x="55809" y="79082"/>
                  </a:lnTo>
                  <a:lnTo>
                    <a:pt x="56773" y="84399"/>
                  </a:lnTo>
                  <a:lnTo>
                    <a:pt x="57737" y="89739"/>
                  </a:lnTo>
                  <a:lnTo>
                    <a:pt x="58701" y="95070"/>
                  </a:lnTo>
                  <a:lnTo>
                    <a:pt x="59665" y="100388"/>
                  </a:lnTo>
                  <a:lnTo>
                    <a:pt x="59781" y="10102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7601094" y="5628077"/>
              <a:ext cx="79506" cy="132325"/>
            </a:xfrm>
            <a:custGeom>
              <a:avLst/>
              <a:pathLst>
                <a:path w="79506" h="132325">
                  <a:moveTo>
                    <a:pt x="0" y="132325"/>
                  </a:moveTo>
                  <a:lnTo>
                    <a:pt x="422" y="129624"/>
                  </a:lnTo>
                  <a:lnTo>
                    <a:pt x="1386" y="123677"/>
                  </a:lnTo>
                  <a:lnTo>
                    <a:pt x="2350" y="118031"/>
                  </a:lnTo>
                  <a:lnTo>
                    <a:pt x="3314" y="112708"/>
                  </a:lnTo>
                  <a:lnTo>
                    <a:pt x="4278" y="107725"/>
                  </a:lnTo>
                  <a:lnTo>
                    <a:pt x="5242" y="103145"/>
                  </a:lnTo>
                  <a:lnTo>
                    <a:pt x="6206" y="99051"/>
                  </a:lnTo>
                  <a:lnTo>
                    <a:pt x="7170" y="95408"/>
                  </a:lnTo>
                  <a:lnTo>
                    <a:pt x="8134" y="92188"/>
                  </a:lnTo>
                  <a:lnTo>
                    <a:pt x="9098" y="89379"/>
                  </a:lnTo>
                  <a:lnTo>
                    <a:pt x="10062" y="86981"/>
                  </a:lnTo>
                  <a:lnTo>
                    <a:pt x="11026" y="84953"/>
                  </a:lnTo>
                  <a:lnTo>
                    <a:pt x="11990" y="83247"/>
                  </a:lnTo>
                  <a:lnTo>
                    <a:pt x="12955" y="81856"/>
                  </a:lnTo>
                  <a:lnTo>
                    <a:pt x="13919" y="80788"/>
                  </a:lnTo>
                  <a:lnTo>
                    <a:pt x="14883" y="80091"/>
                  </a:lnTo>
                  <a:lnTo>
                    <a:pt x="15847" y="79719"/>
                  </a:lnTo>
                  <a:lnTo>
                    <a:pt x="16811" y="79572"/>
                  </a:lnTo>
                  <a:lnTo>
                    <a:pt x="17775" y="79693"/>
                  </a:lnTo>
                  <a:lnTo>
                    <a:pt x="18739" y="80059"/>
                  </a:lnTo>
                  <a:lnTo>
                    <a:pt x="19703" y="80605"/>
                  </a:lnTo>
                  <a:lnTo>
                    <a:pt x="20667" y="81297"/>
                  </a:lnTo>
                  <a:lnTo>
                    <a:pt x="21631" y="82108"/>
                  </a:lnTo>
                  <a:lnTo>
                    <a:pt x="22595" y="83017"/>
                  </a:lnTo>
                  <a:lnTo>
                    <a:pt x="23559" y="83919"/>
                  </a:lnTo>
                  <a:lnTo>
                    <a:pt x="24523" y="84791"/>
                  </a:lnTo>
                  <a:lnTo>
                    <a:pt x="25487" y="85708"/>
                  </a:lnTo>
                  <a:lnTo>
                    <a:pt x="26451" y="86642"/>
                  </a:lnTo>
                  <a:lnTo>
                    <a:pt x="27415" y="87659"/>
                  </a:lnTo>
                  <a:lnTo>
                    <a:pt x="28379" y="88686"/>
                  </a:lnTo>
                  <a:lnTo>
                    <a:pt x="29343" y="89734"/>
                  </a:lnTo>
                  <a:lnTo>
                    <a:pt x="30307" y="90846"/>
                  </a:lnTo>
                  <a:lnTo>
                    <a:pt x="31271" y="92044"/>
                  </a:lnTo>
                  <a:lnTo>
                    <a:pt x="32235" y="93234"/>
                  </a:lnTo>
                  <a:lnTo>
                    <a:pt x="33199" y="94372"/>
                  </a:lnTo>
                  <a:lnTo>
                    <a:pt x="34163" y="95440"/>
                  </a:lnTo>
                  <a:lnTo>
                    <a:pt x="35127" y="96415"/>
                  </a:lnTo>
                  <a:lnTo>
                    <a:pt x="36091" y="97323"/>
                  </a:lnTo>
                  <a:lnTo>
                    <a:pt x="37055" y="98188"/>
                  </a:lnTo>
                  <a:lnTo>
                    <a:pt x="38019" y="99058"/>
                  </a:lnTo>
                  <a:lnTo>
                    <a:pt x="38983" y="99951"/>
                  </a:lnTo>
                  <a:lnTo>
                    <a:pt x="39947" y="100853"/>
                  </a:lnTo>
                  <a:lnTo>
                    <a:pt x="40911" y="101785"/>
                  </a:lnTo>
                  <a:lnTo>
                    <a:pt x="41875" y="102646"/>
                  </a:lnTo>
                  <a:lnTo>
                    <a:pt x="42839" y="103388"/>
                  </a:lnTo>
                  <a:lnTo>
                    <a:pt x="43803" y="103964"/>
                  </a:lnTo>
                  <a:lnTo>
                    <a:pt x="44767" y="104331"/>
                  </a:lnTo>
                  <a:lnTo>
                    <a:pt x="45731" y="104484"/>
                  </a:lnTo>
                  <a:lnTo>
                    <a:pt x="46695" y="104505"/>
                  </a:lnTo>
                  <a:lnTo>
                    <a:pt x="47659" y="104392"/>
                  </a:lnTo>
                  <a:lnTo>
                    <a:pt x="48623" y="104144"/>
                  </a:lnTo>
                  <a:lnTo>
                    <a:pt x="49587" y="103794"/>
                  </a:lnTo>
                  <a:lnTo>
                    <a:pt x="50551" y="103267"/>
                  </a:lnTo>
                  <a:lnTo>
                    <a:pt x="51515" y="102509"/>
                  </a:lnTo>
                  <a:lnTo>
                    <a:pt x="52479" y="101516"/>
                  </a:lnTo>
                  <a:lnTo>
                    <a:pt x="53443" y="100271"/>
                  </a:lnTo>
                  <a:lnTo>
                    <a:pt x="54407" y="98712"/>
                  </a:lnTo>
                  <a:lnTo>
                    <a:pt x="55371" y="96815"/>
                  </a:lnTo>
                  <a:lnTo>
                    <a:pt x="56335" y="94604"/>
                  </a:lnTo>
                  <a:lnTo>
                    <a:pt x="57299" y="92076"/>
                  </a:lnTo>
                  <a:lnTo>
                    <a:pt x="58263" y="89206"/>
                  </a:lnTo>
                  <a:lnTo>
                    <a:pt x="59227" y="86056"/>
                  </a:lnTo>
                  <a:lnTo>
                    <a:pt x="60191" y="82686"/>
                  </a:lnTo>
                  <a:lnTo>
                    <a:pt x="61155" y="79108"/>
                  </a:lnTo>
                  <a:lnTo>
                    <a:pt x="62119" y="75329"/>
                  </a:lnTo>
                  <a:lnTo>
                    <a:pt x="63083" y="71359"/>
                  </a:lnTo>
                  <a:lnTo>
                    <a:pt x="64047" y="67174"/>
                  </a:lnTo>
                  <a:lnTo>
                    <a:pt x="65011" y="62858"/>
                  </a:lnTo>
                  <a:lnTo>
                    <a:pt x="65975" y="58451"/>
                  </a:lnTo>
                  <a:lnTo>
                    <a:pt x="66939" y="53939"/>
                  </a:lnTo>
                  <a:lnTo>
                    <a:pt x="67903" y="49358"/>
                  </a:lnTo>
                  <a:lnTo>
                    <a:pt x="68867" y="44789"/>
                  </a:lnTo>
                  <a:lnTo>
                    <a:pt x="69831" y="40207"/>
                  </a:lnTo>
                  <a:lnTo>
                    <a:pt x="70795" y="35614"/>
                  </a:lnTo>
                  <a:lnTo>
                    <a:pt x="71759" y="31093"/>
                  </a:lnTo>
                  <a:lnTo>
                    <a:pt x="72723" y="26726"/>
                  </a:lnTo>
                  <a:lnTo>
                    <a:pt x="73687" y="22479"/>
                  </a:lnTo>
                  <a:lnTo>
                    <a:pt x="74651" y="18342"/>
                  </a:lnTo>
                  <a:lnTo>
                    <a:pt x="75615" y="14306"/>
                  </a:lnTo>
                  <a:lnTo>
                    <a:pt x="76579" y="10417"/>
                  </a:lnTo>
                  <a:lnTo>
                    <a:pt x="77543" y="6748"/>
                  </a:lnTo>
                  <a:lnTo>
                    <a:pt x="78507" y="3276"/>
                  </a:lnTo>
                  <a:lnTo>
                    <a:pt x="79471" y="0"/>
                  </a:lnTo>
                  <a:lnTo>
                    <a:pt x="79506" y="132325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526335" y="5760402"/>
              <a:ext cx="5784052" cy="0"/>
            </a:xfrm>
            <a:custGeom>
              <a:avLst/>
              <a:pathLst>
                <a:path w="5784052" h="0">
                  <a:moveTo>
                    <a:pt x="0" y="0"/>
                  </a:moveTo>
                  <a:lnTo>
                    <a:pt x="578405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526335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2490343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3454352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4418361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5382369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6346378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310387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69"/>
            <p:cNvSpPr/>
            <p:nvPr/>
          </p:nvSpPr>
          <p:spPr>
            <a:xfrm>
              <a:off x="1090008" y="597431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167500000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3018025" y="597431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167540000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4946042" y="597431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167580000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6874060" y="597431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167620000</a:t>
              </a:r>
            </a:p>
          </p:txBody>
        </p:sp>
        <p:sp>
          <p:nvSpPr>
            <p:cNvPr id="74" name="pl73"/>
            <p:cNvSpPr/>
            <p:nvPr/>
          </p:nvSpPr>
          <p:spPr>
            <a:xfrm>
              <a:off x="1188720" y="4140741"/>
              <a:ext cx="0" cy="1480773"/>
            </a:xfrm>
            <a:custGeom>
              <a:avLst/>
              <a:pathLst>
                <a:path w="0" h="1480773">
                  <a:moveTo>
                    <a:pt x="0" y="148077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1097280" y="562151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1097280" y="525132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1097280" y="488112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1097280" y="451093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1097280" y="41407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tx79"/>
            <p:cNvSpPr/>
            <p:nvPr/>
          </p:nvSpPr>
          <p:spPr>
            <a:xfrm rot="-5400000">
              <a:off x="790447" y="556388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81" name="tx80"/>
            <p:cNvSpPr/>
            <p:nvPr/>
          </p:nvSpPr>
          <p:spPr>
            <a:xfrm rot="-5400000">
              <a:off x="790447" y="4823494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82" name="tx81"/>
            <p:cNvSpPr/>
            <p:nvPr/>
          </p:nvSpPr>
          <p:spPr>
            <a:xfrm rot="-5400000">
              <a:off x="790447" y="408310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83" name="pg82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3"/>
            <p:cNvSpPr/>
            <p:nvPr/>
          </p:nvSpPr>
          <p:spPr>
            <a:xfrm>
              <a:off x="3805207" y="3826542"/>
              <a:ext cx="153358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EB5_meso_cnt_n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86" name="pg85"/>
            <p:cNvSpPr/>
            <p:nvPr/>
          </p:nvSpPr>
          <p:spPr>
            <a:xfrm>
              <a:off x="1461691" y="5375972"/>
              <a:ext cx="6218909" cy="384430"/>
            </a:xfrm>
            <a:custGeom>
              <a:avLst/>
              <a:pathLst>
                <a:path w="6218909" h="384430">
                  <a:moveTo>
                    <a:pt x="0" y="384430"/>
                  </a:moveTo>
                  <a:lnTo>
                    <a:pt x="54" y="170051"/>
                  </a:lnTo>
                  <a:lnTo>
                    <a:pt x="1018" y="168207"/>
                  </a:lnTo>
                  <a:lnTo>
                    <a:pt x="1982" y="166562"/>
                  </a:lnTo>
                  <a:lnTo>
                    <a:pt x="2946" y="165122"/>
                  </a:lnTo>
                  <a:lnTo>
                    <a:pt x="3910" y="163888"/>
                  </a:lnTo>
                  <a:lnTo>
                    <a:pt x="4874" y="162799"/>
                  </a:lnTo>
                  <a:lnTo>
                    <a:pt x="5838" y="161849"/>
                  </a:lnTo>
                  <a:lnTo>
                    <a:pt x="6802" y="161052"/>
                  </a:lnTo>
                  <a:lnTo>
                    <a:pt x="7766" y="160449"/>
                  </a:lnTo>
                  <a:lnTo>
                    <a:pt x="8730" y="160072"/>
                  </a:lnTo>
                  <a:lnTo>
                    <a:pt x="9694" y="159899"/>
                  </a:lnTo>
                  <a:lnTo>
                    <a:pt x="10658" y="160024"/>
                  </a:lnTo>
                  <a:lnTo>
                    <a:pt x="11622" y="160437"/>
                  </a:lnTo>
                  <a:lnTo>
                    <a:pt x="12586" y="161080"/>
                  </a:lnTo>
                  <a:lnTo>
                    <a:pt x="13550" y="161928"/>
                  </a:lnTo>
                  <a:lnTo>
                    <a:pt x="14514" y="162996"/>
                  </a:lnTo>
                  <a:lnTo>
                    <a:pt x="15478" y="164302"/>
                  </a:lnTo>
                  <a:lnTo>
                    <a:pt x="16442" y="165903"/>
                  </a:lnTo>
                  <a:lnTo>
                    <a:pt x="17406" y="167787"/>
                  </a:lnTo>
                  <a:lnTo>
                    <a:pt x="18370" y="169953"/>
                  </a:lnTo>
                  <a:lnTo>
                    <a:pt x="19334" y="172455"/>
                  </a:lnTo>
                  <a:lnTo>
                    <a:pt x="20298" y="175328"/>
                  </a:lnTo>
                  <a:lnTo>
                    <a:pt x="21262" y="178538"/>
                  </a:lnTo>
                  <a:lnTo>
                    <a:pt x="22226" y="182009"/>
                  </a:lnTo>
                  <a:lnTo>
                    <a:pt x="23190" y="185722"/>
                  </a:lnTo>
                  <a:lnTo>
                    <a:pt x="24154" y="189705"/>
                  </a:lnTo>
                  <a:lnTo>
                    <a:pt x="25118" y="193920"/>
                  </a:lnTo>
                  <a:lnTo>
                    <a:pt x="26082" y="198348"/>
                  </a:lnTo>
                  <a:lnTo>
                    <a:pt x="27046" y="202976"/>
                  </a:lnTo>
                  <a:lnTo>
                    <a:pt x="28010" y="207761"/>
                  </a:lnTo>
                  <a:lnTo>
                    <a:pt x="28974" y="212695"/>
                  </a:lnTo>
                  <a:lnTo>
                    <a:pt x="29938" y="217748"/>
                  </a:lnTo>
                  <a:lnTo>
                    <a:pt x="30902" y="222849"/>
                  </a:lnTo>
                  <a:lnTo>
                    <a:pt x="31866" y="227986"/>
                  </a:lnTo>
                  <a:lnTo>
                    <a:pt x="32831" y="233126"/>
                  </a:lnTo>
                  <a:lnTo>
                    <a:pt x="33795" y="238261"/>
                  </a:lnTo>
                  <a:lnTo>
                    <a:pt x="34759" y="243374"/>
                  </a:lnTo>
                  <a:lnTo>
                    <a:pt x="35723" y="248476"/>
                  </a:lnTo>
                  <a:lnTo>
                    <a:pt x="36687" y="253600"/>
                  </a:lnTo>
                  <a:lnTo>
                    <a:pt x="37651" y="258691"/>
                  </a:lnTo>
                  <a:lnTo>
                    <a:pt x="38615" y="263639"/>
                  </a:lnTo>
                  <a:lnTo>
                    <a:pt x="39579" y="268466"/>
                  </a:lnTo>
                  <a:lnTo>
                    <a:pt x="40543" y="273189"/>
                  </a:lnTo>
                  <a:lnTo>
                    <a:pt x="41507" y="277777"/>
                  </a:lnTo>
                  <a:lnTo>
                    <a:pt x="42471" y="282252"/>
                  </a:lnTo>
                  <a:lnTo>
                    <a:pt x="43435" y="286619"/>
                  </a:lnTo>
                  <a:lnTo>
                    <a:pt x="44399" y="290861"/>
                  </a:lnTo>
                  <a:lnTo>
                    <a:pt x="45363" y="295003"/>
                  </a:lnTo>
                  <a:lnTo>
                    <a:pt x="46327" y="299041"/>
                  </a:lnTo>
                  <a:lnTo>
                    <a:pt x="47291" y="302942"/>
                  </a:lnTo>
                  <a:lnTo>
                    <a:pt x="48255" y="306642"/>
                  </a:lnTo>
                  <a:lnTo>
                    <a:pt x="49219" y="310154"/>
                  </a:lnTo>
                  <a:lnTo>
                    <a:pt x="50183" y="313464"/>
                  </a:lnTo>
                  <a:lnTo>
                    <a:pt x="51147" y="316566"/>
                  </a:lnTo>
                  <a:lnTo>
                    <a:pt x="52111" y="319432"/>
                  </a:lnTo>
                  <a:lnTo>
                    <a:pt x="53075" y="322091"/>
                  </a:lnTo>
                  <a:lnTo>
                    <a:pt x="54039" y="324542"/>
                  </a:lnTo>
                  <a:lnTo>
                    <a:pt x="55003" y="326791"/>
                  </a:lnTo>
                  <a:lnTo>
                    <a:pt x="55967" y="328800"/>
                  </a:lnTo>
                  <a:lnTo>
                    <a:pt x="56931" y="330565"/>
                  </a:lnTo>
                  <a:lnTo>
                    <a:pt x="57895" y="332071"/>
                  </a:lnTo>
                  <a:lnTo>
                    <a:pt x="58859" y="333319"/>
                  </a:lnTo>
                  <a:lnTo>
                    <a:pt x="59823" y="334288"/>
                  </a:lnTo>
                  <a:lnTo>
                    <a:pt x="60787" y="335014"/>
                  </a:lnTo>
                  <a:lnTo>
                    <a:pt x="61751" y="335537"/>
                  </a:lnTo>
                  <a:lnTo>
                    <a:pt x="62715" y="335897"/>
                  </a:lnTo>
                  <a:lnTo>
                    <a:pt x="63679" y="336111"/>
                  </a:lnTo>
                  <a:lnTo>
                    <a:pt x="64643" y="336157"/>
                  </a:lnTo>
                  <a:lnTo>
                    <a:pt x="65607" y="336014"/>
                  </a:lnTo>
                  <a:lnTo>
                    <a:pt x="66571" y="335714"/>
                  </a:lnTo>
                  <a:lnTo>
                    <a:pt x="67535" y="335213"/>
                  </a:lnTo>
                  <a:lnTo>
                    <a:pt x="68499" y="334527"/>
                  </a:lnTo>
                  <a:lnTo>
                    <a:pt x="69463" y="333643"/>
                  </a:lnTo>
                  <a:lnTo>
                    <a:pt x="70427" y="332642"/>
                  </a:lnTo>
                  <a:lnTo>
                    <a:pt x="71391" y="331567"/>
                  </a:lnTo>
                  <a:lnTo>
                    <a:pt x="72355" y="330416"/>
                  </a:lnTo>
                  <a:lnTo>
                    <a:pt x="73319" y="329192"/>
                  </a:lnTo>
                  <a:lnTo>
                    <a:pt x="74283" y="327909"/>
                  </a:lnTo>
                  <a:lnTo>
                    <a:pt x="75247" y="326580"/>
                  </a:lnTo>
                  <a:lnTo>
                    <a:pt x="76211" y="325198"/>
                  </a:lnTo>
                  <a:lnTo>
                    <a:pt x="77175" y="323793"/>
                  </a:lnTo>
                  <a:lnTo>
                    <a:pt x="78139" y="322374"/>
                  </a:lnTo>
                  <a:lnTo>
                    <a:pt x="79103" y="320985"/>
                  </a:lnTo>
                  <a:lnTo>
                    <a:pt x="80067" y="319678"/>
                  </a:lnTo>
                  <a:lnTo>
                    <a:pt x="81031" y="318452"/>
                  </a:lnTo>
                  <a:lnTo>
                    <a:pt x="81995" y="317330"/>
                  </a:lnTo>
                  <a:lnTo>
                    <a:pt x="82959" y="316312"/>
                  </a:lnTo>
                  <a:lnTo>
                    <a:pt x="83923" y="315382"/>
                  </a:lnTo>
                  <a:lnTo>
                    <a:pt x="84887" y="314532"/>
                  </a:lnTo>
                  <a:lnTo>
                    <a:pt x="85851" y="313761"/>
                  </a:lnTo>
                  <a:lnTo>
                    <a:pt x="86815" y="313123"/>
                  </a:lnTo>
                  <a:lnTo>
                    <a:pt x="87779" y="312630"/>
                  </a:lnTo>
                  <a:lnTo>
                    <a:pt x="88743" y="312269"/>
                  </a:lnTo>
                  <a:lnTo>
                    <a:pt x="89707" y="312053"/>
                  </a:lnTo>
                  <a:lnTo>
                    <a:pt x="90671" y="311991"/>
                  </a:lnTo>
                  <a:lnTo>
                    <a:pt x="91635" y="312069"/>
                  </a:lnTo>
                  <a:lnTo>
                    <a:pt x="92599" y="312286"/>
                  </a:lnTo>
                  <a:lnTo>
                    <a:pt x="93563" y="312627"/>
                  </a:lnTo>
                  <a:lnTo>
                    <a:pt x="94527" y="313076"/>
                  </a:lnTo>
                  <a:lnTo>
                    <a:pt x="95491" y="313632"/>
                  </a:lnTo>
                  <a:lnTo>
                    <a:pt x="96455" y="314345"/>
                  </a:lnTo>
                  <a:lnTo>
                    <a:pt x="97419" y="315238"/>
                  </a:lnTo>
                  <a:lnTo>
                    <a:pt x="98383" y="316303"/>
                  </a:lnTo>
                  <a:lnTo>
                    <a:pt x="99347" y="317548"/>
                  </a:lnTo>
                  <a:lnTo>
                    <a:pt x="100311" y="318973"/>
                  </a:lnTo>
                  <a:lnTo>
                    <a:pt x="101275" y="320587"/>
                  </a:lnTo>
                  <a:lnTo>
                    <a:pt x="102239" y="322366"/>
                  </a:lnTo>
                  <a:lnTo>
                    <a:pt x="103203" y="324273"/>
                  </a:lnTo>
                  <a:lnTo>
                    <a:pt x="104167" y="326288"/>
                  </a:lnTo>
                  <a:lnTo>
                    <a:pt x="105131" y="328442"/>
                  </a:lnTo>
                  <a:lnTo>
                    <a:pt x="106095" y="330715"/>
                  </a:lnTo>
                  <a:lnTo>
                    <a:pt x="107059" y="333097"/>
                  </a:lnTo>
                  <a:lnTo>
                    <a:pt x="108023" y="335570"/>
                  </a:lnTo>
                  <a:lnTo>
                    <a:pt x="108987" y="338128"/>
                  </a:lnTo>
                  <a:lnTo>
                    <a:pt x="109951" y="340760"/>
                  </a:lnTo>
                  <a:lnTo>
                    <a:pt x="110915" y="343401"/>
                  </a:lnTo>
                  <a:lnTo>
                    <a:pt x="111879" y="346037"/>
                  </a:lnTo>
                  <a:lnTo>
                    <a:pt x="112843" y="348652"/>
                  </a:lnTo>
                  <a:lnTo>
                    <a:pt x="113807" y="351249"/>
                  </a:lnTo>
                  <a:lnTo>
                    <a:pt x="114771" y="353843"/>
                  </a:lnTo>
                  <a:lnTo>
                    <a:pt x="115735" y="356440"/>
                  </a:lnTo>
                  <a:lnTo>
                    <a:pt x="116699" y="359030"/>
                  </a:lnTo>
                  <a:lnTo>
                    <a:pt x="117663" y="361637"/>
                  </a:lnTo>
                  <a:lnTo>
                    <a:pt x="118627" y="364255"/>
                  </a:lnTo>
                  <a:lnTo>
                    <a:pt x="119591" y="366840"/>
                  </a:lnTo>
                  <a:lnTo>
                    <a:pt x="120555" y="369370"/>
                  </a:lnTo>
                  <a:lnTo>
                    <a:pt x="121519" y="371846"/>
                  </a:lnTo>
                  <a:lnTo>
                    <a:pt x="122483" y="374259"/>
                  </a:lnTo>
                  <a:lnTo>
                    <a:pt x="123447" y="376609"/>
                  </a:lnTo>
                  <a:lnTo>
                    <a:pt x="124411" y="378896"/>
                  </a:lnTo>
                  <a:lnTo>
                    <a:pt x="125375" y="381097"/>
                  </a:lnTo>
                  <a:lnTo>
                    <a:pt x="126339" y="383189"/>
                  </a:lnTo>
                  <a:lnTo>
                    <a:pt x="126943" y="384430"/>
                  </a:lnTo>
                  <a:lnTo>
                    <a:pt x="149354" y="384430"/>
                  </a:lnTo>
                  <a:lnTo>
                    <a:pt x="149476" y="384252"/>
                  </a:lnTo>
                  <a:lnTo>
                    <a:pt x="150440" y="382821"/>
                  </a:lnTo>
                  <a:lnTo>
                    <a:pt x="151404" y="381438"/>
                  </a:lnTo>
                  <a:lnTo>
                    <a:pt x="152368" y="380220"/>
                  </a:lnTo>
                  <a:lnTo>
                    <a:pt x="153332" y="379188"/>
                  </a:lnTo>
                  <a:lnTo>
                    <a:pt x="154296" y="378402"/>
                  </a:lnTo>
                  <a:lnTo>
                    <a:pt x="155260" y="377929"/>
                  </a:lnTo>
                  <a:lnTo>
                    <a:pt x="156224" y="377836"/>
                  </a:lnTo>
                  <a:lnTo>
                    <a:pt x="157188" y="378184"/>
                  </a:lnTo>
                  <a:lnTo>
                    <a:pt x="158152" y="379005"/>
                  </a:lnTo>
                  <a:lnTo>
                    <a:pt x="159116" y="380285"/>
                  </a:lnTo>
                  <a:lnTo>
                    <a:pt x="160080" y="381936"/>
                  </a:lnTo>
                  <a:lnTo>
                    <a:pt x="161044" y="383927"/>
                  </a:lnTo>
                  <a:lnTo>
                    <a:pt x="161250" y="384430"/>
                  </a:lnTo>
                  <a:lnTo>
                    <a:pt x="301938" y="384430"/>
                  </a:lnTo>
                  <a:lnTo>
                    <a:pt x="302753" y="377124"/>
                  </a:lnTo>
                  <a:lnTo>
                    <a:pt x="303717" y="368570"/>
                  </a:lnTo>
                  <a:lnTo>
                    <a:pt x="304681" y="360136"/>
                  </a:lnTo>
                  <a:lnTo>
                    <a:pt x="305645" y="351870"/>
                  </a:lnTo>
                  <a:lnTo>
                    <a:pt x="306609" y="343890"/>
                  </a:lnTo>
                  <a:lnTo>
                    <a:pt x="307573" y="336177"/>
                  </a:lnTo>
                  <a:lnTo>
                    <a:pt x="308537" y="328732"/>
                  </a:lnTo>
                  <a:lnTo>
                    <a:pt x="309501" y="321537"/>
                  </a:lnTo>
                  <a:lnTo>
                    <a:pt x="310465" y="314622"/>
                  </a:lnTo>
                  <a:lnTo>
                    <a:pt x="311429" y="307992"/>
                  </a:lnTo>
                  <a:lnTo>
                    <a:pt x="312393" y="301663"/>
                  </a:lnTo>
                  <a:lnTo>
                    <a:pt x="313357" y="295642"/>
                  </a:lnTo>
                  <a:lnTo>
                    <a:pt x="314321" y="289983"/>
                  </a:lnTo>
                  <a:lnTo>
                    <a:pt x="315285" y="284708"/>
                  </a:lnTo>
                  <a:lnTo>
                    <a:pt x="316249" y="279785"/>
                  </a:lnTo>
                  <a:lnTo>
                    <a:pt x="317213" y="275212"/>
                  </a:lnTo>
                  <a:lnTo>
                    <a:pt x="318177" y="271003"/>
                  </a:lnTo>
                  <a:lnTo>
                    <a:pt x="319141" y="267142"/>
                  </a:lnTo>
                  <a:lnTo>
                    <a:pt x="320105" y="263599"/>
                  </a:lnTo>
                  <a:lnTo>
                    <a:pt x="321069" y="260378"/>
                  </a:lnTo>
                  <a:lnTo>
                    <a:pt x="322033" y="257473"/>
                  </a:lnTo>
                  <a:lnTo>
                    <a:pt x="322997" y="254913"/>
                  </a:lnTo>
                  <a:lnTo>
                    <a:pt x="323961" y="252708"/>
                  </a:lnTo>
                  <a:lnTo>
                    <a:pt x="324925" y="250782"/>
                  </a:lnTo>
                  <a:lnTo>
                    <a:pt x="325889" y="249117"/>
                  </a:lnTo>
                  <a:lnTo>
                    <a:pt x="326853" y="247664"/>
                  </a:lnTo>
                  <a:lnTo>
                    <a:pt x="327817" y="246454"/>
                  </a:lnTo>
                  <a:lnTo>
                    <a:pt x="328781" y="245456"/>
                  </a:lnTo>
                  <a:lnTo>
                    <a:pt x="329745" y="244677"/>
                  </a:lnTo>
                  <a:lnTo>
                    <a:pt x="330709" y="244172"/>
                  </a:lnTo>
                  <a:lnTo>
                    <a:pt x="331673" y="243938"/>
                  </a:lnTo>
                  <a:lnTo>
                    <a:pt x="332637" y="243895"/>
                  </a:lnTo>
                  <a:lnTo>
                    <a:pt x="333601" y="244067"/>
                  </a:lnTo>
                  <a:lnTo>
                    <a:pt x="334565" y="244487"/>
                  </a:lnTo>
                  <a:lnTo>
                    <a:pt x="335529" y="245116"/>
                  </a:lnTo>
                  <a:lnTo>
                    <a:pt x="336493" y="245970"/>
                  </a:lnTo>
                  <a:lnTo>
                    <a:pt x="337457" y="247017"/>
                  </a:lnTo>
                  <a:lnTo>
                    <a:pt x="338421" y="248290"/>
                  </a:lnTo>
                  <a:lnTo>
                    <a:pt x="339385" y="249808"/>
                  </a:lnTo>
                  <a:lnTo>
                    <a:pt x="340349" y="251620"/>
                  </a:lnTo>
                  <a:lnTo>
                    <a:pt x="341313" y="253743"/>
                  </a:lnTo>
                  <a:lnTo>
                    <a:pt x="342277" y="256153"/>
                  </a:lnTo>
                  <a:lnTo>
                    <a:pt x="343241" y="258774"/>
                  </a:lnTo>
                  <a:lnTo>
                    <a:pt x="344205" y="261597"/>
                  </a:lnTo>
                  <a:lnTo>
                    <a:pt x="345169" y="264569"/>
                  </a:lnTo>
                  <a:lnTo>
                    <a:pt x="346133" y="267668"/>
                  </a:lnTo>
                  <a:lnTo>
                    <a:pt x="347097" y="270965"/>
                  </a:lnTo>
                  <a:lnTo>
                    <a:pt x="348061" y="274467"/>
                  </a:lnTo>
                  <a:lnTo>
                    <a:pt x="349025" y="278206"/>
                  </a:lnTo>
                  <a:lnTo>
                    <a:pt x="349989" y="282182"/>
                  </a:lnTo>
                  <a:lnTo>
                    <a:pt x="350953" y="286417"/>
                  </a:lnTo>
                  <a:lnTo>
                    <a:pt x="351917" y="290913"/>
                  </a:lnTo>
                  <a:lnTo>
                    <a:pt x="352881" y="295653"/>
                  </a:lnTo>
                  <a:lnTo>
                    <a:pt x="353845" y="300628"/>
                  </a:lnTo>
                  <a:lnTo>
                    <a:pt x="354809" y="305752"/>
                  </a:lnTo>
                  <a:lnTo>
                    <a:pt x="355773" y="310965"/>
                  </a:lnTo>
                  <a:lnTo>
                    <a:pt x="356737" y="316231"/>
                  </a:lnTo>
                  <a:lnTo>
                    <a:pt x="357701" y="321535"/>
                  </a:lnTo>
                  <a:lnTo>
                    <a:pt x="358665" y="326887"/>
                  </a:lnTo>
                  <a:lnTo>
                    <a:pt x="359629" y="332288"/>
                  </a:lnTo>
                  <a:lnTo>
                    <a:pt x="360593" y="337730"/>
                  </a:lnTo>
                  <a:lnTo>
                    <a:pt x="361557" y="343206"/>
                  </a:lnTo>
                  <a:lnTo>
                    <a:pt x="362521" y="348699"/>
                  </a:lnTo>
                  <a:lnTo>
                    <a:pt x="363485" y="354168"/>
                  </a:lnTo>
                  <a:lnTo>
                    <a:pt x="364449" y="359606"/>
                  </a:lnTo>
                  <a:lnTo>
                    <a:pt x="365413" y="365004"/>
                  </a:lnTo>
                  <a:lnTo>
                    <a:pt x="366378" y="370342"/>
                  </a:lnTo>
                  <a:lnTo>
                    <a:pt x="367342" y="375592"/>
                  </a:lnTo>
                  <a:lnTo>
                    <a:pt x="368306" y="380767"/>
                  </a:lnTo>
                  <a:lnTo>
                    <a:pt x="369002" y="384430"/>
                  </a:lnTo>
                  <a:lnTo>
                    <a:pt x="424218" y="384315"/>
                  </a:lnTo>
                  <a:lnTo>
                    <a:pt x="425182" y="382103"/>
                  </a:lnTo>
                  <a:lnTo>
                    <a:pt x="426146" y="379983"/>
                  </a:lnTo>
                  <a:lnTo>
                    <a:pt x="427110" y="377941"/>
                  </a:lnTo>
                  <a:lnTo>
                    <a:pt x="428074" y="375968"/>
                  </a:lnTo>
                  <a:lnTo>
                    <a:pt x="429038" y="374073"/>
                  </a:lnTo>
                  <a:lnTo>
                    <a:pt x="430002" y="372256"/>
                  </a:lnTo>
                  <a:lnTo>
                    <a:pt x="430966" y="370554"/>
                  </a:lnTo>
                  <a:lnTo>
                    <a:pt x="431930" y="368960"/>
                  </a:lnTo>
                  <a:lnTo>
                    <a:pt x="432894" y="367450"/>
                  </a:lnTo>
                  <a:lnTo>
                    <a:pt x="433858" y="366025"/>
                  </a:lnTo>
                  <a:lnTo>
                    <a:pt x="434822" y="364666"/>
                  </a:lnTo>
                  <a:lnTo>
                    <a:pt x="435786" y="363402"/>
                  </a:lnTo>
                  <a:lnTo>
                    <a:pt x="436750" y="362240"/>
                  </a:lnTo>
                  <a:lnTo>
                    <a:pt x="437714" y="361180"/>
                  </a:lnTo>
                  <a:lnTo>
                    <a:pt x="438678" y="360223"/>
                  </a:lnTo>
                  <a:lnTo>
                    <a:pt x="439642" y="359387"/>
                  </a:lnTo>
                  <a:lnTo>
                    <a:pt x="440606" y="358643"/>
                  </a:lnTo>
                  <a:lnTo>
                    <a:pt x="441570" y="357997"/>
                  </a:lnTo>
                  <a:lnTo>
                    <a:pt x="442534" y="357443"/>
                  </a:lnTo>
                  <a:lnTo>
                    <a:pt x="443498" y="356953"/>
                  </a:lnTo>
                  <a:lnTo>
                    <a:pt x="444462" y="356502"/>
                  </a:lnTo>
                  <a:lnTo>
                    <a:pt x="445426" y="356092"/>
                  </a:lnTo>
                  <a:lnTo>
                    <a:pt x="446390" y="355754"/>
                  </a:lnTo>
                  <a:lnTo>
                    <a:pt x="447354" y="355487"/>
                  </a:lnTo>
                  <a:lnTo>
                    <a:pt x="448318" y="355315"/>
                  </a:lnTo>
                  <a:lnTo>
                    <a:pt x="449282" y="355238"/>
                  </a:lnTo>
                  <a:lnTo>
                    <a:pt x="450246" y="355241"/>
                  </a:lnTo>
                  <a:lnTo>
                    <a:pt x="451210" y="355299"/>
                  </a:lnTo>
                  <a:lnTo>
                    <a:pt x="452174" y="355374"/>
                  </a:lnTo>
                  <a:lnTo>
                    <a:pt x="453138" y="355465"/>
                  </a:lnTo>
                  <a:lnTo>
                    <a:pt x="454102" y="355548"/>
                  </a:lnTo>
                  <a:lnTo>
                    <a:pt x="455066" y="355640"/>
                  </a:lnTo>
                  <a:lnTo>
                    <a:pt x="456030" y="355757"/>
                  </a:lnTo>
                  <a:lnTo>
                    <a:pt x="456994" y="355899"/>
                  </a:lnTo>
                  <a:lnTo>
                    <a:pt x="457958" y="356064"/>
                  </a:lnTo>
                  <a:lnTo>
                    <a:pt x="458922" y="356230"/>
                  </a:lnTo>
                  <a:lnTo>
                    <a:pt x="459886" y="356392"/>
                  </a:lnTo>
                  <a:lnTo>
                    <a:pt x="460850" y="356519"/>
                  </a:lnTo>
                  <a:lnTo>
                    <a:pt x="461814" y="356580"/>
                  </a:lnTo>
                  <a:lnTo>
                    <a:pt x="462778" y="356550"/>
                  </a:lnTo>
                  <a:lnTo>
                    <a:pt x="463742" y="356422"/>
                  </a:lnTo>
                  <a:lnTo>
                    <a:pt x="464706" y="356180"/>
                  </a:lnTo>
                  <a:lnTo>
                    <a:pt x="465670" y="355856"/>
                  </a:lnTo>
                  <a:lnTo>
                    <a:pt x="466634" y="355467"/>
                  </a:lnTo>
                  <a:lnTo>
                    <a:pt x="467598" y="355013"/>
                  </a:lnTo>
                  <a:lnTo>
                    <a:pt x="468562" y="354477"/>
                  </a:lnTo>
                  <a:lnTo>
                    <a:pt x="469526" y="353843"/>
                  </a:lnTo>
                  <a:lnTo>
                    <a:pt x="470490" y="353102"/>
                  </a:lnTo>
                  <a:lnTo>
                    <a:pt x="471454" y="352254"/>
                  </a:lnTo>
                  <a:lnTo>
                    <a:pt x="472418" y="351305"/>
                  </a:lnTo>
                  <a:lnTo>
                    <a:pt x="473382" y="350282"/>
                  </a:lnTo>
                  <a:lnTo>
                    <a:pt x="474346" y="349192"/>
                  </a:lnTo>
                  <a:lnTo>
                    <a:pt x="475310" y="348041"/>
                  </a:lnTo>
                  <a:lnTo>
                    <a:pt x="476274" y="346844"/>
                  </a:lnTo>
                  <a:lnTo>
                    <a:pt x="477239" y="345611"/>
                  </a:lnTo>
                  <a:lnTo>
                    <a:pt x="478203" y="344348"/>
                  </a:lnTo>
                  <a:lnTo>
                    <a:pt x="479167" y="343057"/>
                  </a:lnTo>
                  <a:lnTo>
                    <a:pt x="480131" y="341723"/>
                  </a:lnTo>
                  <a:lnTo>
                    <a:pt x="481095" y="340352"/>
                  </a:lnTo>
                  <a:lnTo>
                    <a:pt x="482059" y="338960"/>
                  </a:lnTo>
                  <a:lnTo>
                    <a:pt x="483023" y="337555"/>
                  </a:lnTo>
                  <a:lnTo>
                    <a:pt x="483987" y="336137"/>
                  </a:lnTo>
                  <a:lnTo>
                    <a:pt x="484951" y="334706"/>
                  </a:lnTo>
                  <a:lnTo>
                    <a:pt x="485915" y="333270"/>
                  </a:lnTo>
                  <a:lnTo>
                    <a:pt x="486879" y="331830"/>
                  </a:lnTo>
                  <a:lnTo>
                    <a:pt x="487843" y="330384"/>
                  </a:lnTo>
                  <a:lnTo>
                    <a:pt x="488807" y="328938"/>
                  </a:lnTo>
                  <a:lnTo>
                    <a:pt x="489771" y="327492"/>
                  </a:lnTo>
                  <a:lnTo>
                    <a:pt x="490735" y="326047"/>
                  </a:lnTo>
                  <a:lnTo>
                    <a:pt x="491699" y="324611"/>
                  </a:lnTo>
                  <a:lnTo>
                    <a:pt x="492663" y="323193"/>
                  </a:lnTo>
                  <a:lnTo>
                    <a:pt x="493627" y="321793"/>
                  </a:lnTo>
                  <a:lnTo>
                    <a:pt x="494591" y="320411"/>
                  </a:lnTo>
                  <a:lnTo>
                    <a:pt x="495555" y="319047"/>
                  </a:lnTo>
                  <a:lnTo>
                    <a:pt x="496519" y="317696"/>
                  </a:lnTo>
                  <a:lnTo>
                    <a:pt x="497483" y="316358"/>
                  </a:lnTo>
                  <a:lnTo>
                    <a:pt x="498447" y="315041"/>
                  </a:lnTo>
                  <a:lnTo>
                    <a:pt x="499411" y="313762"/>
                  </a:lnTo>
                  <a:lnTo>
                    <a:pt x="500375" y="312536"/>
                  </a:lnTo>
                  <a:lnTo>
                    <a:pt x="501339" y="311365"/>
                  </a:lnTo>
                  <a:lnTo>
                    <a:pt x="502303" y="310247"/>
                  </a:lnTo>
                  <a:lnTo>
                    <a:pt x="503267" y="309166"/>
                  </a:lnTo>
                  <a:lnTo>
                    <a:pt x="504231" y="308113"/>
                  </a:lnTo>
                  <a:lnTo>
                    <a:pt x="505195" y="307089"/>
                  </a:lnTo>
                  <a:lnTo>
                    <a:pt x="506159" y="306088"/>
                  </a:lnTo>
                  <a:lnTo>
                    <a:pt x="507123" y="305114"/>
                  </a:lnTo>
                  <a:lnTo>
                    <a:pt x="508087" y="304170"/>
                  </a:lnTo>
                  <a:lnTo>
                    <a:pt x="509051" y="303250"/>
                  </a:lnTo>
                  <a:lnTo>
                    <a:pt x="510015" y="302353"/>
                  </a:lnTo>
                  <a:lnTo>
                    <a:pt x="510979" y="301495"/>
                  </a:lnTo>
                  <a:lnTo>
                    <a:pt x="511943" y="300678"/>
                  </a:lnTo>
                  <a:lnTo>
                    <a:pt x="512907" y="299892"/>
                  </a:lnTo>
                  <a:lnTo>
                    <a:pt x="513871" y="299146"/>
                  </a:lnTo>
                  <a:lnTo>
                    <a:pt x="514835" y="298423"/>
                  </a:lnTo>
                  <a:lnTo>
                    <a:pt x="515799" y="297724"/>
                  </a:lnTo>
                  <a:lnTo>
                    <a:pt x="516763" y="297047"/>
                  </a:lnTo>
                  <a:lnTo>
                    <a:pt x="517727" y="296418"/>
                  </a:lnTo>
                  <a:lnTo>
                    <a:pt x="518691" y="295846"/>
                  </a:lnTo>
                  <a:lnTo>
                    <a:pt x="519655" y="295329"/>
                  </a:lnTo>
                  <a:lnTo>
                    <a:pt x="520619" y="294873"/>
                  </a:lnTo>
                  <a:lnTo>
                    <a:pt x="521583" y="294465"/>
                  </a:lnTo>
                  <a:lnTo>
                    <a:pt x="522547" y="294103"/>
                  </a:lnTo>
                  <a:lnTo>
                    <a:pt x="523511" y="293795"/>
                  </a:lnTo>
                  <a:lnTo>
                    <a:pt x="524475" y="293538"/>
                  </a:lnTo>
                  <a:lnTo>
                    <a:pt x="525439" y="293339"/>
                  </a:lnTo>
                  <a:lnTo>
                    <a:pt x="526403" y="293197"/>
                  </a:lnTo>
                  <a:lnTo>
                    <a:pt x="527367" y="293113"/>
                  </a:lnTo>
                  <a:lnTo>
                    <a:pt x="528331" y="293079"/>
                  </a:lnTo>
                  <a:lnTo>
                    <a:pt x="529295" y="293096"/>
                  </a:lnTo>
                  <a:lnTo>
                    <a:pt x="530259" y="293147"/>
                  </a:lnTo>
                  <a:lnTo>
                    <a:pt x="531223" y="293223"/>
                  </a:lnTo>
                  <a:lnTo>
                    <a:pt x="532187" y="293313"/>
                  </a:lnTo>
                  <a:lnTo>
                    <a:pt x="533151" y="293419"/>
                  </a:lnTo>
                  <a:lnTo>
                    <a:pt x="534115" y="293539"/>
                  </a:lnTo>
                  <a:lnTo>
                    <a:pt x="535079" y="293683"/>
                  </a:lnTo>
                  <a:lnTo>
                    <a:pt x="536043" y="293850"/>
                  </a:lnTo>
                  <a:lnTo>
                    <a:pt x="537007" y="294049"/>
                  </a:lnTo>
                  <a:lnTo>
                    <a:pt x="537971" y="294279"/>
                  </a:lnTo>
                  <a:lnTo>
                    <a:pt x="538935" y="294532"/>
                  </a:lnTo>
                  <a:lnTo>
                    <a:pt x="539899" y="294804"/>
                  </a:lnTo>
                  <a:lnTo>
                    <a:pt x="540863" y="295085"/>
                  </a:lnTo>
                  <a:lnTo>
                    <a:pt x="541827" y="295385"/>
                  </a:lnTo>
                  <a:lnTo>
                    <a:pt x="542791" y="295724"/>
                  </a:lnTo>
                  <a:lnTo>
                    <a:pt x="543755" y="296102"/>
                  </a:lnTo>
                  <a:lnTo>
                    <a:pt x="544719" y="296541"/>
                  </a:lnTo>
                  <a:lnTo>
                    <a:pt x="545683" y="297045"/>
                  </a:lnTo>
                  <a:lnTo>
                    <a:pt x="546647" y="297616"/>
                  </a:lnTo>
                  <a:lnTo>
                    <a:pt x="547611" y="298243"/>
                  </a:lnTo>
                  <a:lnTo>
                    <a:pt x="548575" y="298911"/>
                  </a:lnTo>
                  <a:lnTo>
                    <a:pt x="549539" y="299619"/>
                  </a:lnTo>
                  <a:lnTo>
                    <a:pt x="550503" y="300368"/>
                  </a:lnTo>
                  <a:lnTo>
                    <a:pt x="551467" y="301156"/>
                  </a:lnTo>
                  <a:lnTo>
                    <a:pt x="552431" y="301994"/>
                  </a:lnTo>
                  <a:lnTo>
                    <a:pt x="553395" y="302880"/>
                  </a:lnTo>
                  <a:lnTo>
                    <a:pt x="554359" y="303803"/>
                  </a:lnTo>
                  <a:lnTo>
                    <a:pt x="555323" y="304767"/>
                  </a:lnTo>
                  <a:lnTo>
                    <a:pt x="556287" y="305765"/>
                  </a:lnTo>
                  <a:lnTo>
                    <a:pt x="557251" y="306788"/>
                  </a:lnTo>
                  <a:lnTo>
                    <a:pt x="558215" y="307830"/>
                  </a:lnTo>
                  <a:lnTo>
                    <a:pt x="559179" y="308884"/>
                  </a:lnTo>
                  <a:lnTo>
                    <a:pt x="560143" y="309951"/>
                  </a:lnTo>
                  <a:lnTo>
                    <a:pt x="561107" y="311040"/>
                  </a:lnTo>
                  <a:lnTo>
                    <a:pt x="562071" y="312150"/>
                  </a:lnTo>
                  <a:lnTo>
                    <a:pt x="563035" y="313273"/>
                  </a:lnTo>
                  <a:lnTo>
                    <a:pt x="563999" y="314401"/>
                  </a:lnTo>
                  <a:lnTo>
                    <a:pt x="564963" y="315533"/>
                  </a:lnTo>
                  <a:lnTo>
                    <a:pt x="565927" y="316669"/>
                  </a:lnTo>
                  <a:lnTo>
                    <a:pt x="566891" y="317801"/>
                  </a:lnTo>
                  <a:lnTo>
                    <a:pt x="567855" y="318938"/>
                  </a:lnTo>
                  <a:lnTo>
                    <a:pt x="568819" y="320085"/>
                  </a:lnTo>
                  <a:lnTo>
                    <a:pt x="569783" y="321238"/>
                  </a:lnTo>
                  <a:lnTo>
                    <a:pt x="570747" y="322395"/>
                  </a:lnTo>
                  <a:lnTo>
                    <a:pt x="571711" y="323548"/>
                  </a:lnTo>
                  <a:lnTo>
                    <a:pt x="572675" y="324693"/>
                  </a:lnTo>
                  <a:lnTo>
                    <a:pt x="573639" y="325816"/>
                  </a:lnTo>
                  <a:lnTo>
                    <a:pt x="574603" y="326903"/>
                  </a:lnTo>
                  <a:lnTo>
                    <a:pt x="575567" y="327946"/>
                  </a:lnTo>
                  <a:lnTo>
                    <a:pt x="576531" y="328952"/>
                  </a:lnTo>
                  <a:lnTo>
                    <a:pt x="577495" y="329953"/>
                  </a:lnTo>
                  <a:lnTo>
                    <a:pt x="578459" y="330946"/>
                  </a:lnTo>
                  <a:lnTo>
                    <a:pt x="579423" y="331943"/>
                  </a:lnTo>
                  <a:lnTo>
                    <a:pt x="580387" y="332950"/>
                  </a:lnTo>
                  <a:lnTo>
                    <a:pt x="581351" y="333972"/>
                  </a:lnTo>
                  <a:lnTo>
                    <a:pt x="582315" y="335003"/>
                  </a:lnTo>
                  <a:lnTo>
                    <a:pt x="583279" y="336019"/>
                  </a:lnTo>
                  <a:lnTo>
                    <a:pt x="584243" y="337012"/>
                  </a:lnTo>
                  <a:lnTo>
                    <a:pt x="585207" y="337973"/>
                  </a:lnTo>
                  <a:lnTo>
                    <a:pt x="586171" y="338895"/>
                  </a:lnTo>
                  <a:lnTo>
                    <a:pt x="587135" y="339786"/>
                  </a:lnTo>
                  <a:lnTo>
                    <a:pt x="588099" y="340661"/>
                  </a:lnTo>
                  <a:lnTo>
                    <a:pt x="589064" y="341529"/>
                  </a:lnTo>
                  <a:lnTo>
                    <a:pt x="590028" y="342391"/>
                  </a:lnTo>
                  <a:lnTo>
                    <a:pt x="590992" y="343216"/>
                  </a:lnTo>
                  <a:lnTo>
                    <a:pt x="591956" y="343969"/>
                  </a:lnTo>
                  <a:lnTo>
                    <a:pt x="592920" y="344640"/>
                  </a:lnTo>
                  <a:lnTo>
                    <a:pt x="593884" y="345216"/>
                  </a:lnTo>
                  <a:lnTo>
                    <a:pt x="594848" y="345688"/>
                  </a:lnTo>
                  <a:lnTo>
                    <a:pt x="595812" y="346057"/>
                  </a:lnTo>
                  <a:lnTo>
                    <a:pt x="596776" y="346331"/>
                  </a:lnTo>
                  <a:lnTo>
                    <a:pt x="597740" y="346536"/>
                  </a:lnTo>
                  <a:lnTo>
                    <a:pt x="598704" y="346679"/>
                  </a:lnTo>
                  <a:lnTo>
                    <a:pt x="599668" y="346760"/>
                  </a:lnTo>
                  <a:lnTo>
                    <a:pt x="600632" y="346793"/>
                  </a:lnTo>
                  <a:lnTo>
                    <a:pt x="601596" y="346777"/>
                  </a:lnTo>
                  <a:lnTo>
                    <a:pt x="602560" y="346711"/>
                  </a:lnTo>
                  <a:lnTo>
                    <a:pt x="603524" y="346610"/>
                  </a:lnTo>
                  <a:lnTo>
                    <a:pt x="604488" y="346492"/>
                  </a:lnTo>
                  <a:lnTo>
                    <a:pt x="605452" y="346383"/>
                  </a:lnTo>
                  <a:lnTo>
                    <a:pt x="606416" y="346292"/>
                  </a:lnTo>
                  <a:lnTo>
                    <a:pt x="607380" y="346244"/>
                  </a:lnTo>
                  <a:lnTo>
                    <a:pt x="608344" y="346233"/>
                  </a:lnTo>
                  <a:lnTo>
                    <a:pt x="609308" y="346271"/>
                  </a:lnTo>
                  <a:lnTo>
                    <a:pt x="610272" y="346350"/>
                  </a:lnTo>
                  <a:lnTo>
                    <a:pt x="611236" y="346477"/>
                  </a:lnTo>
                  <a:lnTo>
                    <a:pt x="612200" y="346649"/>
                  </a:lnTo>
                  <a:lnTo>
                    <a:pt x="613164" y="346867"/>
                  </a:lnTo>
                  <a:lnTo>
                    <a:pt x="614128" y="347132"/>
                  </a:lnTo>
                  <a:lnTo>
                    <a:pt x="615092" y="347378"/>
                  </a:lnTo>
                  <a:lnTo>
                    <a:pt x="616056" y="347604"/>
                  </a:lnTo>
                  <a:lnTo>
                    <a:pt x="617020" y="347798"/>
                  </a:lnTo>
                  <a:lnTo>
                    <a:pt x="617984" y="347910"/>
                  </a:lnTo>
                  <a:lnTo>
                    <a:pt x="618948" y="347890"/>
                  </a:lnTo>
                  <a:lnTo>
                    <a:pt x="619912" y="347757"/>
                  </a:lnTo>
                  <a:lnTo>
                    <a:pt x="620876" y="347526"/>
                  </a:lnTo>
                  <a:lnTo>
                    <a:pt x="621840" y="347186"/>
                  </a:lnTo>
                  <a:lnTo>
                    <a:pt x="622804" y="346745"/>
                  </a:lnTo>
                  <a:lnTo>
                    <a:pt x="623768" y="346226"/>
                  </a:lnTo>
                  <a:lnTo>
                    <a:pt x="624732" y="345628"/>
                  </a:lnTo>
                  <a:lnTo>
                    <a:pt x="625696" y="344938"/>
                  </a:lnTo>
                  <a:lnTo>
                    <a:pt x="626660" y="344131"/>
                  </a:lnTo>
                  <a:lnTo>
                    <a:pt x="627624" y="343195"/>
                  </a:lnTo>
                  <a:lnTo>
                    <a:pt x="628588" y="342094"/>
                  </a:lnTo>
                  <a:lnTo>
                    <a:pt x="629552" y="340861"/>
                  </a:lnTo>
                  <a:lnTo>
                    <a:pt x="630516" y="339481"/>
                  </a:lnTo>
                  <a:lnTo>
                    <a:pt x="631480" y="337967"/>
                  </a:lnTo>
                  <a:lnTo>
                    <a:pt x="632444" y="336402"/>
                  </a:lnTo>
                  <a:lnTo>
                    <a:pt x="633408" y="334826"/>
                  </a:lnTo>
                  <a:lnTo>
                    <a:pt x="634372" y="333262"/>
                  </a:lnTo>
                  <a:lnTo>
                    <a:pt x="635336" y="331695"/>
                  </a:lnTo>
                  <a:lnTo>
                    <a:pt x="636300" y="330109"/>
                  </a:lnTo>
                  <a:lnTo>
                    <a:pt x="637264" y="328480"/>
                  </a:lnTo>
                  <a:lnTo>
                    <a:pt x="638228" y="326799"/>
                  </a:lnTo>
                  <a:lnTo>
                    <a:pt x="639192" y="325075"/>
                  </a:lnTo>
                  <a:lnTo>
                    <a:pt x="640156" y="323328"/>
                  </a:lnTo>
                  <a:lnTo>
                    <a:pt x="641120" y="321639"/>
                  </a:lnTo>
                  <a:lnTo>
                    <a:pt x="642084" y="320069"/>
                  </a:lnTo>
                  <a:lnTo>
                    <a:pt x="643048" y="318692"/>
                  </a:lnTo>
                  <a:lnTo>
                    <a:pt x="644012" y="317549"/>
                  </a:lnTo>
                  <a:lnTo>
                    <a:pt x="644976" y="316626"/>
                  </a:lnTo>
                  <a:lnTo>
                    <a:pt x="645940" y="315914"/>
                  </a:lnTo>
                  <a:lnTo>
                    <a:pt x="646904" y="315372"/>
                  </a:lnTo>
                  <a:lnTo>
                    <a:pt x="647868" y="314990"/>
                  </a:lnTo>
                  <a:lnTo>
                    <a:pt x="648832" y="314757"/>
                  </a:lnTo>
                  <a:lnTo>
                    <a:pt x="649796" y="314659"/>
                  </a:lnTo>
                  <a:lnTo>
                    <a:pt x="650760" y="314710"/>
                  </a:lnTo>
                  <a:lnTo>
                    <a:pt x="651724" y="314909"/>
                  </a:lnTo>
                  <a:lnTo>
                    <a:pt x="652688" y="315243"/>
                  </a:lnTo>
                  <a:lnTo>
                    <a:pt x="653652" y="315693"/>
                  </a:lnTo>
                  <a:lnTo>
                    <a:pt x="654616" y="316255"/>
                  </a:lnTo>
                  <a:lnTo>
                    <a:pt x="655580" y="316882"/>
                  </a:lnTo>
                  <a:lnTo>
                    <a:pt x="656544" y="317532"/>
                  </a:lnTo>
                  <a:lnTo>
                    <a:pt x="657508" y="318168"/>
                  </a:lnTo>
                  <a:lnTo>
                    <a:pt x="658472" y="318753"/>
                  </a:lnTo>
                  <a:lnTo>
                    <a:pt x="659436" y="319297"/>
                  </a:lnTo>
                  <a:lnTo>
                    <a:pt x="660400" y="319803"/>
                  </a:lnTo>
                  <a:lnTo>
                    <a:pt x="661364" y="320273"/>
                  </a:lnTo>
                  <a:lnTo>
                    <a:pt x="662328" y="320689"/>
                  </a:lnTo>
                  <a:lnTo>
                    <a:pt x="663292" y="321108"/>
                  </a:lnTo>
                  <a:lnTo>
                    <a:pt x="664256" y="321583"/>
                  </a:lnTo>
                  <a:lnTo>
                    <a:pt x="665220" y="322114"/>
                  </a:lnTo>
                  <a:lnTo>
                    <a:pt x="666184" y="322750"/>
                  </a:lnTo>
                  <a:lnTo>
                    <a:pt x="667148" y="323583"/>
                  </a:lnTo>
                  <a:lnTo>
                    <a:pt x="668112" y="324638"/>
                  </a:lnTo>
                  <a:lnTo>
                    <a:pt x="669076" y="325881"/>
                  </a:lnTo>
                  <a:lnTo>
                    <a:pt x="670040" y="327312"/>
                  </a:lnTo>
                  <a:lnTo>
                    <a:pt x="671004" y="328948"/>
                  </a:lnTo>
                  <a:lnTo>
                    <a:pt x="671968" y="330771"/>
                  </a:lnTo>
                  <a:lnTo>
                    <a:pt x="672932" y="332768"/>
                  </a:lnTo>
                  <a:lnTo>
                    <a:pt x="673896" y="334921"/>
                  </a:lnTo>
                  <a:lnTo>
                    <a:pt x="674860" y="337239"/>
                  </a:lnTo>
                  <a:lnTo>
                    <a:pt x="675824" y="339735"/>
                  </a:lnTo>
                  <a:lnTo>
                    <a:pt x="676788" y="342449"/>
                  </a:lnTo>
                  <a:lnTo>
                    <a:pt x="677752" y="345385"/>
                  </a:lnTo>
                  <a:lnTo>
                    <a:pt x="678716" y="348537"/>
                  </a:lnTo>
                  <a:lnTo>
                    <a:pt x="679680" y="351931"/>
                  </a:lnTo>
                  <a:lnTo>
                    <a:pt x="680644" y="355492"/>
                  </a:lnTo>
                  <a:lnTo>
                    <a:pt x="681608" y="359116"/>
                  </a:lnTo>
                  <a:lnTo>
                    <a:pt x="682572" y="362746"/>
                  </a:lnTo>
                  <a:lnTo>
                    <a:pt x="683536" y="366383"/>
                  </a:lnTo>
                  <a:lnTo>
                    <a:pt x="684500" y="370043"/>
                  </a:lnTo>
                  <a:lnTo>
                    <a:pt x="685464" y="373757"/>
                  </a:lnTo>
                  <a:lnTo>
                    <a:pt x="686428" y="377540"/>
                  </a:lnTo>
                  <a:lnTo>
                    <a:pt x="687392" y="381395"/>
                  </a:lnTo>
                  <a:lnTo>
                    <a:pt x="688133" y="384430"/>
                  </a:lnTo>
                  <a:lnTo>
                    <a:pt x="730773" y="384401"/>
                  </a:lnTo>
                  <a:lnTo>
                    <a:pt x="731737" y="383147"/>
                  </a:lnTo>
                  <a:lnTo>
                    <a:pt x="732701" y="381903"/>
                  </a:lnTo>
                  <a:lnTo>
                    <a:pt x="733665" y="380640"/>
                  </a:lnTo>
                  <a:lnTo>
                    <a:pt x="734629" y="379334"/>
                  </a:lnTo>
                  <a:lnTo>
                    <a:pt x="735593" y="377984"/>
                  </a:lnTo>
                  <a:lnTo>
                    <a:pt x="736557" y="376570"/>
                  </a:lnTo>
                  <a:lnTo>
                    <a:pt x="737521" y="375063"/>
                  </a:lnTo>
                  <a:lnTo>
                    <a:pt x="738485" y="373535"/>
                  </a:lnTo>
                  <a:lnTo>
                    <a:pt x="739449" y="372047"/>
                  </a:lnTo>
                  <a:lnTo>
                    <a:pt x="740413" y="370666"/>
                  </a:lnTo>
                  <a:lnTo>
                    <a:pt x="741377" y="369454"/>
                  </a:lnTo>
                  <a:lnTo>
                    <a:pt x="742341" y="368424"/>
                  </a:lnTo>
                  <a:lnTo>
                    <a:pt x="743305" y="367592"/>
                  </a:lnTo>
                  <a:lnTo>
                    <a:pt x="744269" y="366933"/>
                  </a:lnTo>
                  <a:lnTo>
                    <a:pt x="745233" y="366430"/>
                  </a:lnTo>
                  <a:lnTo>
                    <a:pt x="746197" y="366084"/>
                  </a:lnTo>
                  <a:lnTo>
                    <a:pt x="747161" y="365897"/>
                  </a:lnTo>
                  <a:lnTo>
                    <a:pt x="748125" y="365873"/>
                  </a:lnTo>
                  <a:lnTo>
                    <a:pt x="749089" y="366022"/>
                  </a:lnTo>
                  <a:lnTo>
                    <a:pt x="750053" y="366342"/>
                  </a:lnTo>
                  <a:lnTo>
                    <a:pt x="751017" y="366842"/>
                  </a:lnTo>
                  <a:lnTo>
                    <a:pt x="751981" y="367514"/>
                  </a:lnTo>
                  <a:lnTo>
                    <a:pt x="752945" y="368297"/>
                  </a:lnTo>
                  <a:lnTo>
                    <a:pt x="753909" y="369153"/>
                  </a:lnTo>
                  <a:lnTo>
                    <a:pt x="754873" y="370051"/>
                  </a:lnTo>
                  <a:lnTo>
                    <a:pt x="755837" y="370953"/>
                  </a:lnTo>
                  <a:lnTo>
                    <a:pt x="756801" y="371867"/>
                  </a:lnTo>
                  <a:lnTo>
                    <a:pt x="757765" y="372793"/>
                  </a:lnTo>
                  <a:lnTo>
                    <a:pt x="758729" y="373719"/>
                  </a:lnTo>
                  <a:lnTo>
                    <a:pt x="759693" y="374621"/>
                  </a:lnTo>
                  <a:lnTo>
                    <a:pt x="760657" y="375484"/>
                  </a:lnTo>
                  <a:lnTo>
                    <a:pt x="761621" y="376302"/>
                  </a:lnTo>
                  <a:lnTo>
                    <a:pt x="762585" y="377055"/>
                  </a:lnTo>
                  <a:lnTo>
                    <a:pt x="763549" y="377730"/>
                  </a:lnTo>
                  <a:lnTo>
                    <a:pt x="764513" y="378336"/>
                  </a:lnTo>
                  <a:lnTo>
                    <a:pt x="765477" y="378855"/>
                  </a:lnTo>
                  <a:lnTo>
                    <a:pt x="766441" y="379287"/>
                  </a:lnTo>
                  <a:lnTo>
                    <a:pt x="767405" y="379616"/>
                  </a:lnTo>
                  <a:lnTo>
                    <a:pt x="768369" y="379833"/>
                  </a:lnTo>
                  <a:lnTo>
                    <a:pt x="769333" y="379955"/>
                  </a:lnTo>
                  <a:lnTo>
                    <a:pt x="770297" y="379981"/>
                  </a:lnTo>
                  <a:lnTo>
                    <a:pt x="771261" y="379903"/>
                  </a:lnTo>
                  <a:lnTo>
                    <a:pt x="772225" y="379714"/>
                  </a:lnTo>
                  <a:lnTo>
                    <a:pt x="773189" y="379412"/>
                  </a:lnTo>
                  <a:lnTo>
                    <a:pt x="774153" y="379006"/>
                  </a:lnTo>
                  <a:lnTo>
                    <a:pt x="775117" y="378489"/>
                  </a:lnTo>
                  <a:lnTo>
                    <a:pt x="776081" y="377872"/>
                  </a:lnTo>
                  <a:lnTo>
                    <a:pt x="777045" y="377180"/>
                  </a:lnTo>
                  <a:lnTo>
                    <a:pt x="778009" y="376414"/>
                  </a:lnTo>
                  <a:lnTo>
                    <a:pt x="778973" y="375564"/>
                  </a:lnTo>
                  <a:lnTo>
                    <a:pt x="779937" y="374630"/>
                  </a:lnTo>
                  <a:lnTo>
                    <a:pt x="780901" y="373638"/>
                  </a:lnTo>
                  <a:lnTo>
                    <a:pt x="781865" y="372626"/>
                  </a:lnTo>
                  <a:lnTo>
                    <a:pt x="782829" y="371613"/>
                  </a:lnTo>
                  <a:lnTo>
                    <a:pt x="783793" y="370594"/>
                  </a:lnTo>
                  <a:lnTo>
                    <a:pt x="784757" y="369582"/>
                  </a:lnTo>
                  <a:lnTo>
                    <a:pt x="785721" y="368592"/>
                  </a:lnTo>
                  <a:lnTo>
                    <a:pt x="786685" y="367624"/>
                  </a:lnTo>
                  <a:lnTo>
                    <a:pt x="787649" y="366677"/>
                  </a:lnTo>
                  <a:lnTo>
                    <a:pt x="788613" y="365752"/>
                  </a:lnTo>
                  <a:lnTo>
                    <a:pt x="789577" y="364855"/>
                  </a:lnTo>
                  <a:lnTo>
                    <a:pt x="790541" y="363957"/>
                  </a:lnTo>
                  <a:lnTo>
                    <a:pt x="791505" y="363051"/>
                  </a:lnTo>
                  <a:lnTo>
                    <a:pt x="792469" y="362138"/>
                  </a:lnTo>
                  <a:lnTo>
                    <a:pt x="793433" y="361224"/>
                  </a:lnTo>
                  <a:lnTo>
                    <a:pt x="794397" y="360317"/>
                  </a:lnTo>
                  <a:lnTo>
                    <a:pt x="795361" y="359405"/>
                  </a:lnTo>
                  <a:lnTo>
                    <a:pt x="796325" y="358486"/>
                  </a:lnTo>
                  <a:lnTo>
                    <a:pt x="797289" y="357555"/>
                  </a:lnTo>
                  <a:lnTo>
                    <a:pt x="798253" y="356610"/>
                  </a:lnTo>
                  <a:lnTo>
                    <a:pt x="799217" y="355644"/>
                  </a:lnTo>
                  <a:lnTo>
                    <a:pt x="800181" y="354649"/>
                  </a:lnTo>
                  <a:lnTo>
                    <a:pt x="801145" y="353639"/>
                  </a:lnTo>
                  <a:lnTo>
                    <a:pt x="802109" y="352623"/>
                  </a:lnTo>
                  <a:lnTo>
                    <a:pt x="803073" y="351585"/>
                  </a:lnTo>
                  <a:lnTo>
                    <a:pt x="804037" y="350534"/>
                  </a:lnTo>
                  <a:lnTo>
                    <a:pt x="805001" y="349485"/>
                  </a:lnTo>
                  <a:lnTo>
                    <a:pt x="805965" y="348432"/>
                  </a:lnTo>
                  <a:lnTo>
                    <a:pt x="806929" y="347372"/>
                  </a:lnTo>
                  <a:lnTo>
                    <a:pt x="807893" y="346305"/>
                  </a:lnTo>
                  <a:lnTo>
                    <a:pt x="808857" y="345239"/>
                  </a:lnTo>
                  <a:lnTo>
                    <a:pt x="809821" y="344174"/>
                  </a:lnTo>
                  <a:lnTo>
                    <a:pt x="810785" y="343110"/>
                  </a:lnTo>
                  <a:lnTo>
                    <a:pt x="811750" y="342059"/>
                  </a:lnTo>
                  <a:lnTo>
                    <a:pt x="812714" y="341023"/>
                  </a:lnTo>
                  <a:lnTo>
                    <a:pt x="813678" y="340000"/>
                  </a:lnTo>
                  <a:lnTo>
                    <a:pt x="814642" y="339014"/>
                  </a:lnTo>
                  <a:lnTo>
                    <a:pt x="815606" y="338066"/>
                  </a:lnTo>
                  <a:lnTo>
                    <a:pt x="816570" y="337163"/>
                  </a:lnTo>
                  <a:lnTo>
                    <a:pt x="817534" y="336298"/>
                  </a:lnTo>
                  <a:lnTo>
                    <a:pt x="818498" y="335454"/>
                  </a:lnTo>
                  <a:lnTo>
                    <a:pt x="819462" y="334631"/>
                  </a:lnTo>
                  <a:lnTo>
                    <a:pt x="820426" y="333837"/>
                  </a:lnTo>
                  <a:lnTo>
                    <a:pt x="821390" y="333081"/>
                  </a:lnTo>
                  <a:lnTo>
                    <a:pt x="822354" y="332362"/>
                  </a:lnTo>
                  <a:lnTo>
                    <a:pt x="823318" y="331673"/>
                  </a:lnTo>
                  <a:lnTo>
                    <a:pt x="824282" y="331050"/>
                  </a:lnTo>
                  <a:lnTo>
                    <a:pt x="825246" y="330485"/>
                  </a:lnTo>
                  <a:lnTo>
                    <a:pt x="826210" y="329978"/>
                  </a:lnTo>
                  <a:lnTo>
                    <a:pt x="827174" y="329525"/>
                  </a:lnTo>
                  <a:lnTo>
                    <a:pt x="828138" y="329134"/>
                  </a:lnTo>
                  <a:lnTo>
                    <a:pt x="829102" y="328781"/>
                  </a:lnTo>
                  <a:lnTo>
                    <a:pt x="830066" y="328440"/>
                  </a:lnTo>
                  <a:lnTo>
                    <a:pt x="831030" y="328100"/>
                  </a:lnTo>
                  <a:lnTo>
                    <a:pt x="831994" y="327774"/>
                  </a:lnTo>
                  <a:lnTo>
                    <a:pt x="832958" y="327472"/>
                  </a:lnTo>
                  <a:lnTo>
                    <a:pt x="833922" y="327194"/>
                  </a:lnTo>
                  <a:lnTo>
                    <a:pt x="834886" y="326938"/>
                  </a:lnTo>
                  <a:lnTo>
                    <a:pt x="835850" y="326697"/>
                  </a:lnTo>
                  <a:lnTo>
                    <a:pt x="836814" y="326477"/>
                  </a:lnTo>
                  <a:lnTo>
                    <a:pt x="837778" y="326280"/>
                  </a:lnTo>
                  <a:lnTo>
                    <a:pt x="838742" y="326100"/>
                  </a:lnTo>
                  <a:lnTo>
                    <a:pt x="839706" y="325935"/>
                  </a:lnTo>
                  <a:lnTo>
                    <a:pt x="840670" y="325792"/>
                  </a:lnTo>
                  <a:lnTo>
                    <a:pt x="841634" y="325675"/>
                  </a:lnTo>
                  <a:lnTo>
                    <a:pt x="842598" y="325524"/>
                  </a:lnTo>
                  <a:lnTo>
                    <a:pt x="843562" y="325352"/>
                  </a:lnTo>
                  <a:lnTo>
                    <a:pt x="844526" y="325166"/>
                  </a:lnTo>
                  <a:lnTo>
                    <a:pt x="845490" y="324977"/>
                  </a:lnTo>
                  <a:lnTo>
                    <a:pt x="846454" y="324785"/>
                  </a:lnTo>
                  <a:lnTo>
                    <a:pt x="847418" y="324586"/>
                  </a:lnTo>
                  <a:lnTo>
                    <a:pt x="848382" y="324390"/>
                  </a:lnTo>
                  <a:lnTo>
                    <a:pt x="849346" y="324157"/>
                  </a:lnTo>
                  <a:lnTo>
                    <a:pt x="850310" y="323884"/>
                  </a:lnTo>
                  <a:lnTo>
                    <a:pt x="851274" y="323569"/>
                  </a:lnTo>
                  <a:lnTo>
                    <a:pt x="852238" y="323220"/>
                  </a:lnTo>
                  <a:lnTo>
                    <a:pt x="853202" y="322821"/>
                  </a:lnTo>
                  <a:lnTo>
                    <a:pt x="854166" y="322380"/>
                  </a:lnTo>
                  <a:lnTo>
                    <a:pt x="855130" y="321900"/>
                  </a:lnTo>
                  <a:lnTo>
                    <a:pt x="856094" y="321380"/>
                  </a:lnTo>
                  <a:lnTo>
                    <a:pt x="857058" y="320872"/>
                  </a:lnTo>
                  <a:lnTo>
                    <a:pt x="858022" y="320367"/>
                  </a:lnTo>
                  <a:lnTo>
                    <a:pt x="858986" y="319874"/>
                  </a:lnTo>
                  <a:lnTo>
                    <a:pt x="859950" y="319376"/>
                  </a:lnTo>
                  <a:lnTo>
                    <a:pt x="860914" y="318864"/>
                  </a:lnTo>
                  <a:lnTo>
                    <a:pt x="861878" y="318338"/>
                  </a:lnTo>
                  <a:lnTo>
                    <a:pt x="862842" y="317776"/>
                  </a:lnTo>
                  <a:lnTo>
                    <a:pt x="863806" y="317206"/>
                  </a:lnTo>
                  <a:lnTo>
                    <a:pt x="864770" y="316628"/>
                  </a:lnTo>
                  <a:lnTo>
                    <a:pt x="865734" y="316051"/>
                  </a:lnTo>
                  <a:lnTo>
                    <a:pt x="866698" y="315464"/>
                  </a:lnTo>
                  <a:lnTo>
                    <a:pt x="867662" y="314829"/>
                  </a:lnTo>
                  <a:lnTo>
                    <a:pt x="868626" y="314122"/>
                  </a:lnTo>
                  <a:lnTo>
                    <a:pt x="869590" y="313322"/>
                  </a:lnTo>
                  <a:lnTo>
                    <a:pt x="870554" y="312412"/>
                  </a:lnTo>
                  <a:lnTo>
                    <a:pt x="871518" y="311393"/>
                  </a:lnTo>
                  <a:lnTo>
                    <a:pt x="872482" y="310260"/>
                  </a:lnTo>
                  <a:lnTo>
                    <a:pt x="873446" y="308993"/>
                  </a:lnTo>
                  <a:lnTo>
                    <a:pt x="874410" y="307592"/>
                  </a:lnTo>
                  <a:lnTo>
                    <a:pt x="875374" y="306082"/>
                  </a:lnTo>
                  <a:lnTo>
                    <a:pt x="876338" y="304449"/>
                  </a:lnTo>
                  <a:lnTo>
                    <a:pt x="877302" y="302679"/>
                  </a:lnTo>
                  <a:lnTo>
                    <a:pt x="878266" y="300797"/>
                  </a:lnTo>
                  <a:lnTo>
                    <a:pt x="879230" y="298803"/>
                  </a:lnTo>
                  <a:lnTo>
                    <a:pt x="880194" y="296688"/>
                  </a:lnTo>
                  <a:lnTo>
                    <a:pt x="881158" y="294445"/>
                  </a:lnTo>
                  <a:lnTo>
                    <a:pt x="882122" y="292107"/>
                  </a:lnTo>
                  <a:lnTo>
                    <a:pt x="883086" y="289681"/>
                  </a:lnTo>
                  <a:lnTo>
                    <a:pt x="884050" y="287183"/>
                  </a:lnTo>
                  <a:lnTo>
                    <a:pt x="885014" y="284630"/>
                  </a:lnTo>
                  <a:lnTo>
                    <a:pt x="885978" y="282014"/>
                  </a:lnTo>
                  <a:lnTo>
                    <a:pt x="886942" y="279334"/>
                  </a:lnTo>
                  <a:lnTo>
                    <a:pt x="887906" y="276597"/>
                  </a:lnTo>
                  <a:lnTo>
                    <a:pt x="888870" y="273795"/>
                  </a:lnTo>
                  <a:lnTo>
                    <a:pt x="889834" y="270921"/>
                  </a:lnTo>
                  <a:lnTo>
                    <a:pt x="890798" y="268042"/>
                  </a:lnTo>
                  <a:lnTo>
                    <a:pt x="891762" y="265253"/>
                  </a:lnTo>
                  <a:lnTo>
                    <a:pt x="892726" y="262548"/>
                  </a:lnTo>
                  <a:lnTo>
                    <a:pt x="893690" y="259915"/>
                  </a:lnTo>
                  <a:lnTo>
                    <a:pt x="894654" y="257351"/>
                  </a:lnTo>
                  <a:lnTo>
                    <a:pt x="895618" y="254858"/>
                  </a:lnTo>
                  <a:lnTo>
                    <a:pt x="896582" y="252441"/>
                  </a:lnTo>
                  <a:lnTo>
                    <a:pt x="897546" y="250139"/>
                  </a:lnTo>
                  <a:lnTo>
                    <a:pt x="898510" y="247994"/>
                  </a:lnTo>
                  <a:lnTo>
                    <a:pt x="899474" y="246003"/>
                  </a:lnTo>
                  <a:lnTo>
                    <a:pt x="900438" y="244167"/>
                  </a:lnTo>
                  <a:lnTo>
                    <a:pt x="901402" y="242485"/>
                  </a:lnTo>
                  <a:lnTo>
                    <a:pt x="902366" y="240949"/>
                  </a:lnTo>
                  <a:lnTo>
                    <a:pt x="903330" y="239543"/>
                  </a:lnTo>
                  <a:lnTo>
                    <a:pt x="904294" y="238251"/>
                  </a:lnTo>
                  <a:lnTo>
                    <a:pt x="905258" y="237031"/>
                  </a:lnTo>
                  <a:lnTo>
                    <a:pt x="906222" y="235834"/>
                  </a:lnTo>
                  <a:lnTo>
                    <a:pt x="907186" y="234668"/>
                  </a:lnTo>
                  <a:lnTo>
                    <a:pt x="908150" y="233570"/>
                  </a:lnTo>
                  <a:lnTo>
                    <a:pt x="909114" y="232557"/>
                  </a:lnTo>
                  <a:lnTo>
                    <a:pt x="910078" y="231637"/>
                  </a:lnTo>
                  <a:lnTo>
                    <a:pt x="911042" y="230828"/>
                  </a:lnTo>
                  <a:lnTo>
                    <a:pt x="912006" y="230099"/>
                  </a:lnTo>
                  <a:lnTo>
                    <a:pt x="912970" y="229406"/>
                  </a:lnTo>
                  <a:lnTo>
                    <a:pt x="913934" y="228766"/>
                  </a:lnTo>
                  <a:lnTo>
                    <a:pt x="914898" y="228189"/>
                  </a:lnTo>
                  <a:lnTo>
                    <a:pt x="915862" y="227746"/>
                  </a:lnTo>
                  <a:lnTo>
                    <a:pt x="916826" y="227534"/>
                  </a:lnTo>
                  <a:lnTo>
                    <a:pt x="917790" y="227594"/>
                  </a:lnTo>
                  <a:lnTo>
                    <a:pt x="918754" y="227942"/>
                  </a:lnTo>
                  <a:lnTo>
                    <a:pt x="919718" y="228594"/>
                  </a:lnTo>
                  <a:lnTo>
                    <a:pt x="920682" y="229542"/>
                  </a:lnTo>
                  <a:lnTo>
                    <a:pt x="921646" y="230788"/>
                  </a:lnTo>
                  <a:lnTo>
                    <a:pt x="922611" y="232294"/>
                  </a:lnTo>
                  <a:lnTo>
                    <a:pt x="923575" y="234047"/>
                  </a:lnTo>
                  <a:lnTo>
                    <a:pt x="924539" y="236041"/>
                  </a:lnTo>
                  <a:lnTo>
                    <a:pt x="925503" y="238308"/>
                  </a:lnTo>
                  <a:lnTo>
                    <a:pt x="926467" y="240861"/>
                  </a:lnTo>
                  <a:lnTo>
                    <a:pt x="927431" y="243702"/>
                  </a:lnTo>
                  <a:lnTo>
                    <a:pt x="928395" y="246813"/>
                  </a:lnTo>
                  <a:lnTo>
                    <a:pt x="929359" y="250185"/>
                  </a:lnTo>
                  <a:lnTo>
                    <a:pt x="930323" y="253766"/>
                  </a:lnTo>
                  <a:lnTo>
                    <a:pt x="931287" y="257489"/>
                  </a:lnTo>
                  <a:lnTo>
                    <a:pt x="932251" y="261319"/>
                  </a:lnTo>
                  <a:lnTo>
                    <a:pt x="933215" y="265238"/>
                  </a:lnTo>
                  <a:lnTo>
                    <a:pt x="934179" y="269246"/>
                  </a:lnTo>
                  <a:lnTo>
                    <a:pt x="935143" y="273344"/>
                  </a:lnTo>
                  <a:lnTo>
                    <a:pt x="936107" y="277539"/>
                  </a:lnTo>
                  <a:lnTo>
                    <a:pt x="937071" y="281841"/>
                  </a:lnTo>
                  <a:lnTo>
                    <a:pt x="938035" y="286255"/>
                  </a:lnTo>
                  <a:lnTo>
                    <a:pt x="938999" y="290756"/>
                  </a:lnTo>
                  <a:lnTo>
                    <a:pt x="939963" y="295230"/>
                  </a:lnTo>
                  <a:lnTo>
                    <a:pt x="940927" y="299639"/>
                  </a:lnTo>
                  <a:lnTo>
                    <a:pt x="941891" y="303992"/>
                  </a:lnTo>
                  <a:lnTo>
                    <a:pt x="942855" y="308313"/>
                  </a:lnTo>
                  <a:lnTo>
                    <a:pt x="943819" y="312603"/>
                  </a:lnTo>
                  <a:lnTo>
                    <a:pt x="944783" y="316858"/>
                  </a:lnTo>
                  <a:lnTo>
                    <a:pt x="945747" y="321076"/>
                  </a:lnTo>
                  <a:lnTo>
                    <a:pt x="946711" y="325220"/>
                  </a:lnTo>
                  <a:lnTo>
                    <a:pt x="947675" y="329293"/>
                  </a:lnTo>
                  <a:lnTo>
                    <a:pt x="948639" y="333304"/>
                  </a:lnTo>
                  <a:lnTo>
                    <a:pt x="949603" y="337252"/>
                  </a:lnTo>
                  <a:lnTo>
                    <a:pt x="950567" y="341137"/>
                  </a:lnTo>
                  <a:lnTo>
                    <a:pt x="951531" y="344977"/>
                  </a:lnTo>
                  <a:lnTo>
                    <a:pt x="952495" y="348786"/>
                  </a:lnTo>
                  <a:lnTo>
                    <a:pt x="953459" y="352570"/>
                  </a:lnTo>
                  <a:lnTo>
                    <a:pt x="954423" y="356364"/>
                  </a:lnTo>
                  <a:lnTo>
                    <a:pt x="955387" y="360160"/>
                  </a:lnTo>
                  <a:lnTo>
                    <a:pt x="956351" y="363916"/>
                  </a:lnTo>
                  <a:lnTo>
                    <a:pt x="957315" y="367596"/>
                  </a:lnTo>
                  <a:lnTo>
                    <a:pt x="958279" y="371210"/>
                  </a:lnTo>
                  <a:lnTo>
                    <a:pt x="959243" y="374760"/>
                  </a:lnTo>
                  <a:lnTo>
                    <a:pt x="960207" y="378245"/>
                  </a:lnTo>
                  <a:lnTo>
                    <a:pt x="961171" y="381709"/>
                  </a:lnTo>
                  <a:lnTo>
                    <a:pt x="961928" y="384430"/>
                  </a:lnTo>
                  <a:lnTo>
                    <a:pt x="1055765" y="384430"/>
                  </a:lnTo>
                  <a:lnTo>
                    <a:pt x="1056608" y="377986"/>
                  </a:lnTo>
                  <a:lnTo>
                    <a:pt x="1057572" y="370807"/>
                  </a:lnTo>
                  <a:lnTo>
                    <a:pt x="1058536" y="363811"/>
                  </a:lnTo>
                  <a:lnTo>
                    <a:pt x="1059500" y="356978"/>
                  </a:lnTo>
                  <a:lnTo>
                    <a:pt x="1060464" y="350288"/>
                  </a:lnTo>
                  <a:lnTo>
                    <a:pt x="1061428" y="343772"/>
                  </a:lnTo>
                  <a:lnTo>
                    <a:pt x="1062392" y="337456"/>
                  </a:lnTo>
                  <a:lnTo>
                    <a:pt x="1063356" y="331341"/>
                  </a:lnTo>
                  <a:lnTo>
                    <a:pt x="1064320" y="325427"/>
                  </a:lnTo>
                  <a:lnTo>
                    <a:pt x="1065284" y="319713"/>
                  </a:lnTo>
                  <a:lnTo>
                    <a:pt x="1066248" y="314200"/>
                  </a:lnTo>
                  <a:lnTo>
                    <a:pt x="1067212" y="308924"/>
                  </a:lnTo>
                  <a:lnTo>
                    <a:pt x="1068176" y="303885"/>
                  </a:lnTo>
                  <a:lnTo>
                    <a:pt x="1069140" y="299084"/>
                  </a:lnTo>
                  <a:lnTo>
                    <a:pt x="1070104" y="294520"/>
                  </a:lnTo>
                  <a:lnTo>
                    <a:pt x="1071068" y="290231"/>
                  </a:lnTo>
                  <a:lnTo>
                    <a:pt x="1072032" y="286216"/>
                  </a:lnTo>
                  <a:lnTo>
                    <a:pt x="1072996" y="282527"/>
                  </a:lnTo>
                  <a:lnTo>
                    <a:pt x="1073960" y="279122"/>
                  </a:lnTo>
                  <a:lnTo>
                    <a:pt x="1074924" y="275966"/>
                  </a:lnTo>
                  <a:lnTo>
                    <a:pt x="1075888" y="273088"/>
                  </a:lnTo>
                  <a:lnTo>
                    <a:pt x="1076852" y="270487"/>
                  </a:lnTo>
                  <a:lnTo>
                    <a:pt x="1077816" y="268164"/>
                  </a:lnTo>
                  <a:lnTo>
                    <a:pt x="1078780" y="266118"/>
                  </a:lnTo>
                  <a:lnTo>
                    <a:pt x="1079744" y="264349"/>
                  </a:lnTo>
                  <a:lnTo>
                    <a:pt x="1080708" y="262859"/>
                  </a:lnTo>
                  <a:lnTo>
                    <a:pt x="1081672" y="261645"/>
                  </a:lnTo>
                  <a:lnTo>
                    <a:pt x="1082636" y="260709"/>
                  </a:lnTo>
                  <a:lnTo>
                    <a:pt x="1083600" y="260051"/>
                  </a:lnTo>
                  <a:lnTo>
                    <a:pt x="1084564" y="259642"/>
                  </a:lnTo>
                  <a:lnTo>
                    <a:pt x="1085528" y="259412"/>
                  </a:lnTo>
                  <a:lnTo>
                    <a:pt x="1086492" y="259361"/>
                  </a:lnTo>
                  <a:lnTo>
                    <a:pt x="1087456" y="259470"/>
                  </a:lnTo>
                  <a:lnTo>
                    <a:pt x="1088420" y="259734"/>
                  </a:lnTo>
                  <a:lnTo>
                    <a:pt x="1089384" y="260147"/>
                  </a:lnTo>
                  <a:lnTo>
                    <a:pt x="1090348" y="260648"/>
                  </a:lnTo>
                  <a:lnTo>
                    <a:pt x="1091312" y="261190"/>
                  </a:lnTo>
                  <a:lnTo>
                    <a:pt x="1092276" y="261759"/>
                  </a:lnTo>
                  <a:lnTo>
                    <a:pt x="1093240" y="262344"/>
                  </a:lnTo>
                  <a:lnTo>
                    <a:pt x="1094204" y="262899"/>
                  </a:lnTo>
                  <a:lnTo>
                    <a:pt x="1095168" y="263440"/>
                  </a:lnTo>
                  <a:lnTo>
                    <a:pt x="1096132" y="263950"/>
                  </a:lnTo>
                  <a:lnTo>
                    <a:pt x="1097096" y="264415"/>
                  </a:lnTo>
                  <a:lnTo>
                    <a:pt x="1098060" y="264834"/>
                  </a:lnTo>
                  <a:lnTo>
                    <a:pt x="1099024" y="265220"/>
                  </a:lnTo>
                  <a:lnTo>
                    <a:pt x="1099988" y="265586"/>
                  </a:lnTo>
                  <a:lnTo>
                    <a:pt x="1100952" y="265917"/>
                  </a:lnTo>
                  <a:lnTo>
                    <a:pt x="1101916" y="266204"/>
                  </a:lnTo>
                  <a:lnTo>
                    <a:pt x="1102880" y="266441"/>
                  </a:lnTo>
                  <a:lnTo>
                    <a:pt x="1103844" y="266626"/>
                  </a:lnTo>
                  <a:lnTo>
                    <a:pt x="1104808" y="266761"/>
                  </a:lnTo>
                  <a:lnTo>
                    <a:pt x="1105772" y="266845"/>
                  </a:lnTo>
                  <a:lnTo>
                    <a:pt x="1106736" y="266878"/>
                  </a:lnTo>
                  <a:lnTo>
                    <a:pt x="1107700" y="266870"/>
                  </a:lnTo>
                  <a:lnTo>
                    <a:pt x="1108664" y="266870"/>
                  </a:lnTo>
                  <a:lnTo>
                    <a:pt x="1109628" y="266870"/>
                  </a:lnTo>
                  <a:lnTo>
                    <a:pt x="1110592" y="266870"/>
                  </a:lnTo>
                  <a:lnTo>
                    <a:pt x="1111556" y="266870"/>
                  </a:lnTo>
                  <a:lnTo>
                    <a:pt x="1112520" y="266870"/>
                  </a:lnTo>
                  <a:lnTo>
                    <a:pt x="1113484" y="266870"/>
                  </a:lnTo>
                  <a:lnTo>
                    <a:pt x="1114448" y="266870"/>
                  </a:lnTo>
                  <a:lnTo>
                    <a:pt x="1115412" y="266870"/>
                  </a:lnTo>
                  <a:lnTo>
                    <a:pt x="1116376" y="266870"/>
                  </a:lnTo>
                  <a:lnTo>
                    <a:pt x="1117340" y="266870"/>
                  </a:lnTo>
                  <a:lnTo>
                    <a:pt x="1118304" y="266870"/>
                  </a:lnTo>
                  <a:lnTo>
                    <a:pt x="1119268" y="266870"/>
                  </a:lnTo>
                  <a:lnTo>
                    <a:pt x="1120232" y="266870"/>
                  </a:lnTo>
                  <a:lnTo>
                    <a:pt x="1121196" y="266870"/>
                  </a:lnTo>
                  <a:lnTo>
                    <a:pt x="1122160" y="266870"/>
                  </a:lnTo>
                  <a:lnTo>
                    <a:pt x="1123124" y="266870"/>
                  </a:lnTo>
                  <a:lnTo>
                    <a:pt x="1124088" y="266870"/>
                  </a:lnTo>
                  <a:lnTo>
                    <a:pt x="1125052" y="266870"/>
                  </a:lnTo>
                  <a:lnTo>
                    <a:pt x="1126016" y="266870"/>
                  </a:lnTo>
                  <a:lnTo>
                    <a:pt x="1126980" y="266870"/>
                  </a:lnTo>
                  <a:lnTo>
                    <a:pt x="1127944" y="266870"/>
                  </a:lnTo>
                  <a:lnTo>
                    <a:pt x="1128908" y="266870"/>
                  </a:lnTo>
                  <a:lnTo>
                    <a:pt x="1129872" y="266870"/>
                  </a:lnTo>
                  <a:lnTo>
                    <a:pt x="1130836" y="266870"/>
                  </a:lnTo>
                  <a:lnTo>
                    <a:pt x="1131800" y="266870"/>
                  </a:lnTo>
                  <a:lnTo>
                    <a:pt x="1132764" y="266870"/>
                  </a:lnTo>
                  <a:lnTo>
                    <a:pt x="1133728" y="266870"/>
                  </a:lnTo>
                  <a:lnTo>
                    <a:pt x="1134692" y="266870"/>
                  </a:lnTo>
                  <a:lnTo>
                    <a:pt x="1135656" y="266870"/>
                  </a:lnTo>
                  <a:lnTo>
                    <a:pt x="1136620" y="266870"/>
                  </a:lnTo>
                  <a:lnTo>
                    <a:pt x="1137584" y="266870"/>
                  </a:lnTo>
                  <a:lnTo>
                    <a:pt x="1138548" y="266870"/>
                  </a:lnTo>
                  <a:lnTo>
                    <a:pt x="1139512" y="266870"/>
                  </a:lnTo>
                  <a:lnTo>
                    <a:pt x="1140476" y="266870"/>
                  </a:lnTo>
                  <a:lnTo>
                    <a:pt x="1141440" y="266870"/>
                  </a:lnTo>
                  <a:lnTo>
                    <a:pt x="1142404" y="266870"/>
                  </a:lnTo>
                  <a:lnTo>
                    <a:pt x="1143368" y="266870"/>
                  </a:lnTo>
                  <a:lnTo>
                    <a:pt x="1144332" y="266870"/>
                  </a:lnTo>
                  <a:lnTo>
                    <a:pt x="1145297" y="266870"/>
                  </a:lnTo>
                  <a:lnTo>
                    <a:pt x="1146261" y="266870"/>
                  </a:lnTo>
                  <a:lnTo>
                    <a:pt x="1147225" y="266870"/>
                  </a:lnTo>
                  <a:lnTo>
                    <a:pt x="1148189" y="266870"/>
                  </a:lnTo>
                  <a:lnTo>
                    <a:pt x="1149153" y="266870"/>
                  </a:lnTo>
                  <a:lnTo>
                    <a:pt x="1150117" y="266870"/>
                  </a:lnTo>
                  <a:lnTo>
                    <a:pt x="1151081" y="266870"/>
                  </a:lnTo>
                  <a:lnTo>
                    <a:pt x="1152045" y="266870"/>
                  </a:lnTo>
                  <a:lnTo>
                    <a:pt x="1153009" y="266870"/>
                  </a:lnTo>
                  <a:lnTo>
                    <a:pt x="1153973" y="266870"/>
                  </a:lnTo>
                  <a:lnTo>
                    <a:pt x="1154937" y="266870"/>
                  </a:lnTo>
                  <a:lnTo>
                    <a:pt x="1155901" y="266870"/>
                  </a:lnTo>
                  <a:lnTo>
                    <a:pt x="1156865" y="266870"/>
                  </a:lnTo>
                  <a:lnTo>
                    <a:pt x="1157829" y="266870"/>
                  </a:lnTo>
                  <a:lnTo>
                    <a:pt x="1158793" y="266870"/>
                  </a:lnTo>
                  <a:lnTo>
                    <a:pt x="1159757" y="266870"/>
                  </a:lnTo>
                  <a:lnTo>
                    <a:pt x="1160721" y="266870"/>
                  </a:lnTo>
                  <a:lnTo>
                    <a:pt x="1161685" y="266870"/>
                  </a:lnTo>
                  <a:lnTo>
                    <a:pt x="1162649" y="266870"/>
                  </a:lnTo>
                  <a:lnTo>
                    <a:pt x="1163613" y="266870"/>
                  </a:lnTo>
                  <a:lnTo>
                    <a:pt x="1164577" y="266870"/>
                  </a:lnTo>
                  <a:lnTo>
                    <a:pt x="1165541" y="266870"/>
                  </a:lnTo>
                  <a:lnTo>
                    <a:pt x="1166505" y="266870"/>
                  </a:lnTo>
                  <a:lnTo>
                    <a:pt x="1167469" y="266878"/>
                  </a:lnTo>
                  <a:lnTo>
                    <a:pt x="1168433" y="266896"/>
                  </a:lnTo>
                  <a:lnTo>
                    <a:pt x="1169397" y="266922"/>
                  </a:lnTo>
                  <a:lnTo>
                    <a:pt x="1170361" y="266957"/>
                  </a:lnTo>
                  <a:lnTo>
                    <a:pt x="1171325" y="267000"/>
                  </a:lnTo>
                  <a:lnTo>
                    <a:pt x="1172289" y="267052"/>
                  </a:lnTo>
                  <a:lnTo>
                    <a:pt x="1173253" y="267113"/>
                  </a:lnTo>
                  <a:lnTo>
                    <a:pt x="1174217" y="267183"/>
                  </a:lnTo>
                  <a:lnTo>
                    <a:pt x="1175181" y="267261"/>
                  </a:lnTo>
                  <a:lnTo>
                    <a:pt x="1176145" y="267353"/>
                  </a:lnTo>
                  <a:lnTo>
                    <a:pt x="1177109" y="267459"/>
                  </a:lnTo>
                  <a:lnTo>
                    <a:pt x="1178073" y="267578"/>
                  </a:lnTo>
                  <a:lnTo>
                    <a:pt x="1179037" y="267711"/>
                  </a:lnTo>
                  <a:lnTo>
                    <a:pt x="1180001" y="267858"/>
                  </a:lnTo>
                  <a:lnTo>
                    <a:pt x="1180965" y="268018"/>
                  </a:lnTo>
                  <a:lnTo>
                    <a:pt x="1181929" y="268187"/>
                  </a:lnTo>
                  <a:lnTo>
                    <a:pt x="1182893" y="268365"/>
                  </a:lnTo>
                  <a:lnTo>
                    <a:pt x="1183857" y="268552"/>
                  </a:lnTo>
                  <a:lnTo>
                    <a:pt x="1184821" y="268747"/>
                  </a:lnTo>
                  <a:lnTo>
                    <a:pt x="1185785" y="268951"/>
                  </a:lnTo>
                  <a:lnTo>
                    <a:pt x="1186749" y="269163"/>
                  </a:lnTo>
                  <a:lnTo>
                    <a:pt x="1187713" y="269385"/>
                  </a:lnTo>
                  <a:lnTo>
                    <a:pt x="1188677" y="269615"/>
                  </a:lnTo>
                  <a:lnTo>
                    <a:pt x="1189641" y="269854"/>
                  </a:lnTo>
                  <a:lnTo>
                    <a:pt x="1190605" y="270092"/>
                  </a:lnTo>
                  <a:lnTo>
                    <a:pt x="1191569" y="270331"/>
                  </a:lnTo>
                  <a:lnTo>
                    <a:pt x="1192533" y="270570"/>
                  </a:lnTo>
                  <a:lnTo>
                    <a:pt x="1193497" y="270808"/>
                  </a:lnTo>
                  <a:lnTo>
                    <a:pt x="1194461" y="271047"/>
                  </a:lnTo>
                  <a:lnTo>
                    <a:pt x="1195425" y="271286"/>
                  </a:lnTo>
                  <a:lnTo>
                    <a:pt x="1196389" y="271525"/>
                  </a:lnTo>
                  <a:lnTo>
                    <a:pt x="1197353" y="271763"/>
                  </a:lnTo>
                  <a:lnTo>
                    <a:pt x="1198317" y="272002"/>
                  </a:lnTo>
                  <a:lnTo>
                    <a:pt x="1199281" y="272241"/>
                  </a:lnTo>
                  <a:lnTo>
                    <a:pt x="1200245" y="272479"/>
                  </a:lnTo>
                  <a:lnTo>
                    <a:pt x="1201209" y="272718"/>
                  </a:lnTo>
                  <a:lnTo>
                    <a:pt x="1202173" y="272957"/>
                  </a:lnTo>
                  <a:lnTo>
                    <a:pt x="1203137" y="273196"/>
                  </a:lnTo>
                  <a:lnTo>
                    <a:pt x="1204101" y="273434"/>
                  </a:lnTo>
                  <a:lnTo>
                    <a:pt x="1205065" y="273673"/>
                  </a:lnTo>
                  <a:lnTo>
                    <a:pt x="1206029" y="273912"/>
                  </a:lnTo>
                  <a:lnTo>
                    <a:pt x="1206993" y="274151"/>
                  </a:lnTo>
                  <a:lnTo>
                    <a:pt x="1207957" y="274389"/>
                  </a:lnTo>
                  <a:lnTo>
                    <a:pt x="1208921" y="274628"/>
                  </a:lnTo>
                  <a:lnTo>
                    <a:pt x="1209885" y="274867"/>
                  </a:lnTo>
                  <a:lnTo>
                    <a:pt x="1210849" y="275106"/>
                  </a:lnTo>
                  <a:lnTo>
                    <a:pt x="1211813" y="275345"/>
                  </a:lnTo>
                  <a:lnTo>
                    <a:pt x="1212777" y="275583"/>
                  </a:lnTo>
                  <a:lnTo>
                    <a:pt x="1213741" y="275822"/>
                  </a:lnTo>
                  <a:lnTo>
                    <a:pt x="1214705" y="276061"/>
                  </a:lnTo>
                  <a:lnTo>
                    <a:pt x="1215669" y="276291"/>
                  </a:lnTo>
                  <a:lnTo>
                    <a:pt x="1216633" y="276504"/>
                  </a:lnTo>
                  <a:lnTo>
                    <a:pt x="1217597" y="276699"/>
                  </a:lnTo>
                  <a:lnTo>
                    <a:pt x="1218561" y="276877"/>
                  </a:lnTo>
                  <a:lnTo>
                    <a:pt x="1219525" y="277037"/>
                  </a:lnTo>
                  <a:lnTo>
                    <a:pt x="1220489" y="277180"/>
                  </a:lnTo>
                  <a:lnTo>
                    <a:pt x="1221453" y="277306"/>
                  </a:lnTo>
                  <a:lnTo>
                    <a:pt x="1222417" y="277414"/>
                  </a:lnTo>
                  <a:lnTo>
                    <a:pt x="1223381" y="277514"/>
                  </a:lnTo>
                  <a:lnTo>
                    <a:pt x="1224345" y="277600"/>
                  </a:lnTo>
                  <a:lnTo>
                    <a:pt x="1225309" y="277667"/>
                  </a:lnTo>
                  <a:lnTo>
                    <a:pt x="1226273" y="277716"/>
                  </a:lnTo>
                  <a:lnTo>
                    <a:pt x="1227237" y="277746"/>
                  </a:lnTo>
                  <a:lnTo>
                    <a:pt x="1228201" y="277762"/>
                  </a:lnTo>
                  <a:lnTo>
                    <a:pt x="1229165" y="277764"/>
                  </a:lnTo>
                  <a:lnTo>
                    <a:pt x="1230129" y="277758"/>
                  </a:lnTo>
                  <a:lnTo>
                    <a:pt x="1231093" y="277763"/>
                  </a:lnTo>
                  <a:lnTo>
                    <a:pt x="1232057" y="277779"/>
                  </a:lnTo>
                  <a:lnTo>
                    <a:pt x="1233021" y="277807"/>
                  </a:lnTo>
                  <a:lnTo>
                    <a:pt x="1233985" y="277845"/>
                  </a:lnTo>
                  <a:lnTo>
                    <a:pt x="1234949" y="277896"/>
                  </a:lnTo>
                  <a:lnTo>
                    <a:pt x="1235913" y="277957"/>
                  </a:lnTo>
                  <a:lnTo>
                    <a:pt x="1236877" y="278030"/>
                  </a:lnTo>
                  <a:lnTo>
                    <a:pt x="1237841" y="278113"/>
                  </a:lnTo>
                  <a:lnTo>
                    <a:pt x="1238805" y="278217"/>
                  </a:lnTo>
                  <a:lnTo>
                    <a:pt x="1239769" y="278350"/>
                  </a:lnTo>
                  <a:lnTo>
                    <a:pt x="1240733" y="278519"/>
                  </a:lnTo>
                  <a:lnTo>
                    <a:pt x="1241697" y="278726"/>
                  </a:lnTo>
                  <a:lnTo>
                    <a:pt x="1242661" y="278961"/>
                  </a:lnTo>
                  <a:lnTo>
                    <a:pt x="1243625" y="279164"/>
                  </a:lnTo>
                  <a:lnTo>
                    <a:pt x="1244589" y="279338"/>
                  </a:lnTo>
                  <a:lnTo>
                    <a:pt x="1245553" y="279470"/>
                  </a:lnTo>
                  <a:lnTo>
                    <a:pt x="1246517" y="279559"/>
                  </a:lnTo>
                  <a:lnTo>
                    <a:pt x="1247481" y="279605"/>
                  </a:lnTo>
                  <a:lnTo>
                    <a:pt x="1248445" y="279615"/>
                  </a:lnTo>
                  <a:lnTo>
                    <a:pt x="1249409" y="279589"/>
                  </a:lnTo>
                  <a:lnTo>
                    <a:pt x="1250373" y="279528"/>
                  </a:lnTo>
                  <a:lnTo>
                    <a:pt x="1251337" y="279387"/>
                  </a:lnTo>
                  <a:lnTo>
                    <a:pt x="1252301" y="279148"/>
                  </a:lnTo>
                  <a:lnTo>
                    <a:pt x="1253265" y="278810"/>
                  </a:lnTo>
                  <a:lnTo>
                    <a:pt x="1254229" y="278373"/>
                  </a:lnTo>
                  <a:lnTo>
                    <a:pt x="1255193" y="277829"/>
                  </a:lnTo>
                  <a:lnTo>
                    <a:pt x="1256158" y="277179"/>
                  </a:lnTo>
                  <a:lnTo>
                    <a:pt x="1257122" y="276421"/>
                  </a:lnTo>
                  <a:lnTo>
                    <a:pt x="1258086" y="275610"/>
                  </a:lnTo>
                  <a:lnTo>
                    <a:pt x="1259050" y="274748"/>
                  </a:lnTo>
                  <a:lnTo>
                    <a:pt x="1260014" y="273850"/>
                  </a:lnTo>
                  <a:lnTo>
                    <a:pt x="1260978" y="272916"/>
                  </a:lnTo>
                  <a:lnTo>
                    <a:pt x="1261942" y="271955"/>
                  </a:lnTo>
                  <a:lnTo>
                    <a:pt x="1262906" y="270957"/>
                  </a:lnTo>
                  <a:lnTo>
                    <a:pt x="1263870" y="269924"/>
                  </a:lnTo>
                  <a:lnTo>
                    <a:pt x="1264834" y="268872"/>
                  </a:lnTo>
                  <a:lnTo>
                    <a:pt x="1265798" y="267848"/>
                  </a:lnTo>
                  <a:lnTo>
                    <a:pt x="1266762" y="266871"/>
                  </a:lnTo>
                  <a:lnTo>
                    <a:pt x="1267726" y="265947"/>
                  </a:lnTo>
                  <a:lnTo>
                    <a:pt x="1268690" y="265076"/>
                  </a:lnTo>
                  <a:lnTo>
                    <a:pt x="1269654" y="264260"/>
                  </a:lnTo>
                  <a:lnTo>
                    <a:pt x="1270618" y="263497"/>
                  </a:lnTo>
                  <a:lnTo>
                    <a:pt x="1271582" y="262780"/>
                  </a:lnTo>
                  <a:lnTo>
                    <a:pt x="1272546" y="262099"/>
                  </a:lnTo>
                  <a:lnTo>
                    <a:pt x="1273510" y="261451"/>
                  </a:lnTo>
                  <a:lnTo>
                    <a:pt x="1274474" y="260821"/>
                  </a:lnTo>
                  <a:lnTo>
                    <a:pt x="1275438" y="260209"/>
                  </a:lnTo>
                  <a:lnTo>
                    <a:pt x="1276402" y="259602"/>
                  </a:lnTo>
                  <a:lnTo>
                    <a:pt x="1277366" y="258995"/>
                  </a:lnTo>
                  <a:lnTo>
                    <a:pt x="1278330" y="258388"/>
                  </a:lnTo>
                  <a:lnTo>
                    <a:pt x="1279294" y="257761"/>
                  </a:lnTo>
                  <a:lnTo>
                    <a:pt x="1280258" y="257099"/>
                  </a:lnTo>
                  <a:lnTo>
                    <a:pt x="1281222" y="256402"/>
                  </a:lnTo>
                  <a:lnTo>
                    <a:pt x="1282186" y="255665"/>
                  </a:lnTo>
                  <a:lnTo>
                    <a:pt x="1283150" y="254888"/>
                  </a:lnTo>
                  <a:lnTo>
                    <a:pt x="1284114" y="254072"/>
                  </a:lnTo>
                  <a:lnTo>
                    <a:pt x="1285078" y="253215"/>
                  </a:lnTo>
                  <a:lnTo>
                    <a:pt x="1286042" y="252324"/>
                  </a:lnTo>
                  <a:lnTo>
                    <a:pt x="1287006" y="251405"/>
                  </a:lnTo>
                  <a:lnTo>
                    <a:pt x="1287970" y="250451"/>
                  </a:lnTo>
                  <a:lnTo>
                    <a:pt x="1288934" y="249403"/>
                  </a:lnTo>
                  <a:lnTo>
                    <a:pt x="1289898" y="248275"/>
                  </a:lnTo>
                  <a:lnTo>
                    <a:pt x="1290862" y="247090"/>
                  </a:lnTo>
                  <a:lnTo>
                    <a:pt x="1291826" y="245920"/>
                  </a:lnTo>
                  <a:lnTo>
                    <a:pt x="1292790" y="244821"/>
                  </a:lnTo>
                  <a:lnTo>
                    <a:pt x="1293754" y="243759"/>
                  </a:lnTo>
                  <a:lnTo>
                    <a:pt x="1294718" y="242670"/>
                  </a:lnTo>
                  <a:lnTo>
                    <a:pt x="1295682" y="241528"/>
                  </a:lnTo>
                  <a:lnTo>
                    <a:pt x="1296646" y="240342"/>
                  </a:lnTo>
                  <a:lnTo>
                    <a:pt x="1297610" y="239119"/>
                  </a:lnTo>
                  <a:lnTo>
                    <a:pt x="1298574" y="237860"/>
                  </a:lnTo>
                  <a:lnTo>
                    <a:pt x="1299538" y="236608"/>
                  </a:lnTo>
                  <a:lnTo>
                    <a:pt x="1300502" y="235378"/>
                  </a:lnTo>
                  <a:lnTo>
                    <a:pt x="1301466" y="234130"/>
                  </a:lnTo>
                  <a:lnTo>
                    <a:pt x="1302430" y="232869"/>
                  </a:lnTo>
                  <a:lnTo>
                    <a:pt x="1303394" y="231596"/>
                  </a:lnTo>
                  <a:lnTo>
                    <a:pt x="1304358" y="230256"/>
                  </a:lnTo>
                  <a:lnTo>
                    <a:pt x="1305322" y="228835"/>
                  </a:lnTo>
                  <a:lnTo>
                    <a:pt x="1306286" y="227255"/>
                  </a:lnTo>
                  <a:lnTo>
                    <a:pt x="1307250" y="225458"/>
                  </a:lnTo>
                  <a:lnTo>
                    <a:pt x="1308214" y="223415"/>
                  </a:lnTo>
                  <a:lnTo>
                    <a:pt x="1309178" y="221151"/>
                  </a:lnTo>
                  <a:lnTo>
                    <a:pt x="1310142" y="218669"/>
                  </a:lnTo>
                  <a:lnTo>
                    <a:pt x="1311106" y="215971"/>
                  </a:lnTo>
                  <a:lnTo>
                    <a:pt x="1312070" y="213064"/>
                  </a:lnTo>
                  <a:lnTo>
                    <a:pt x="1313034" y="209930"/>
                  </a:lnTo>
                  <a:lnTo>
                    <a:pt x="1313998" y="206510"/>
                  </a:lnTo>
                  <a:lnTo>
                    <a:pt x="1314962" y="202759"/>
                  </a:lnTo>
                  <a:lnTo>
                    <a:pt x="1315926" y="198708"/>
                  </a:lnTo>
                  <a:lnTo>
                    <a:pt x="1316890" y="194352"/>
                  </a:lnTo>
                  <a:lnTo>
                    <a:pt x="1317854" y="189710"/>
                  </a:lnTo>
                  <a:lnTo>
                    <a:pt x="1318818" y="184845"/>
                  </a:lnTo>
                  <a:lnTo>
                    <a:pt x="1319782" y="179767"/>
                  </a:lnTo>
                  <a:lnTo>
                    <a:pt x="1320746" y="174533"/>
                  </a:lnTo>
                  <a:lnTo>
                    <a:pt x="1321710" y="169149"/>
                  </a:lnTo>
                  <a:lnTo>
                    <a:pt x="1322674" y="163693"/>
                  </a:lnTo>
                  <a:lnTo>
                    <a:pt x="1323638" y="158175"/>
                  </a:lnTo>
                  <a:lnTo>
                    <a:pt x="1324602" y="152603"/>
                  </a:lnTo>
                  <a:lnTo>
                    <a:pt x="1325566" y="146982"/>
                  </a:lnTo>
                  <a:lnTo>
                    <a:pt x="1326530" y="141295"/>
                  </a:lnTo>
                  <a:lnTo>
                    <a:pt x="1327494" y="135574"/>
                  </a:lnTo>
                  <a:lnTo>
                    <a:pt x="1328458" y="129863"/>
                  </a:lnTo>
                  <a:lnTo>
                    <a:pt x="1329422" y="124161"/>
                  </a:lnTo>
                  <a:lnTo>
                    <a:pt x="1330386" y="118475"/>
                  </a:lnTo>
                  <a:lnTo>
                    <a:pt x="1331350" y="112808"/>
                  </a:lnTo>
                  <a:lnTo>
                    <a:pt x="1332314" y="107167"/>
                  </a:lnTo>
                  <a:lnTo>
                    <a:pt x="1333278" y="101550"/>
                  </a:lnTo>
                  <a:lnTo>
                    <a:pt x="1334242" y="95969"/>
                  </a:lnTo>
                  <a:lnTo>
                    <a:pt x="1335206" y="90409"/>
                  </a:lnTo>
                  <a:lnTo>
                    <a:pt x="1336170" y="84872"/>
                  </a:lnTo>
                  <a:lnTo>
                    <a:pt x="1337134" y="79414"/>
                  </a:lnTo>
                  <a:lnTo>
                    <a:pt x="1338098" y="74086"/>
                  </a:lnTo>
                  <a:lnTo>
                    <a:pt x="1339062" y="68829"/>
                  </a:lnTo>
                  <a:lnTo>
                    <a:pt x="1340026" y="63590"/>
                  </a:lnTo>
                  <a:lnTo>
                    <a:pt x="1340990" y="58309"/>
                  </a:lnTo>
                  <a:lnTo>
                    <a:pt x="1341954" y="53033"/>
                  </a:lnTo>
                  <a:lnTo>
                    <a:pt x="1342918" y="47869"/>
                  </a:lnTo>
                  <a:lnTo>
                    <a:pt x="1343882" y="42940"/>
                  </a:lnTo>
                  <a:lnTo>
                    <a:pt x="1344846" y="38251"/>
                  </a:lnTo>
                  <a:lnTo>
                    <a:pt x="1345810" y="33728"/>
                  </a:lnTo>
                  <a:lnTo>
                    <a:pt x="1346774" y="29338"/>
                  </a:lnTo>
                  <a:lnTo>
                    <a:pt x="1347738" y="25098"/>
                  </a:lnTo>
                  <a:lnTo>
                    <a:pt x="1348702" y="20997"/>
                  </a:lnTo>
                  <a:lnTo>
                    <a:pt x="1349666" y="17122"/>
                  </a:lnTo>
                  <a:lnTo>
                    <a:pt x="1350630" y="13529"/>
                  </a:lnTo>
                  <a:lnTo>
                    <a:pt x="1351594" y="10219"/>
                  </a:lnTo>
                  <a:lnTo>
                    <a:pt x="1352558" y="7254"/>
                  </a:lnTo>
                  <a:lnTo>
                    <a:pt x="1353522" y="4711"/>
                  </a:lnTo>
                  <a:lnTo>
                    <a:pt x="1354486" y="2670"/>
                  </a:lnTo>
                  <a:lnTo>
                    <a:pt x="1355450" y="1208"/>
                  </a:lnTo>
                  <a:lnTo>
                    <a:pt x="1356414" y="322"/>
                  </a:lnTo>
                  <a:lnTo>
                    <a:pt x="1357378" y="0"/>
                  </a:lnTo>
                  <a:lnTo>
                    <a:pt x="1358342" y="179"/>
                  </a:lnTo>
                  <a:lnTo>
                    <a:pt x="1359306" y="861"/>
                  </a:lnTo>
                  <a:lnTo>
                    <a:pt x="1360270" y="2097"/>
                  </a:lnTo>
                  <a:lnTo>
                    <a:pt x="1361234" y="3896"/>
                  </a:lnTo>
                  <a:lnTo>
                    <a:pt x="1362198" y="6281"/>
                  </a:lnTo>
                  <a:lnTo>
                    <a:pt x="1363162" y="9282"/>
                  </a:lnTo>
                  <a:lnTo>
                    <a:pt x="1364126" y="12834"/>
                  </a:lnTo>
                  <a:lnTo>
                    <a:pt x="1365090" y="16885"/>
                  </a:lnTo>
                  <a:lnTo>
                    <a:pt x="1366054" y="21405"/>
                  </a:lnTo>
                  <a:lnTo>
                    <a:pt x="1367019" y="26309"/>
                  </a:lnTo>
                  <a:lnTo>
                    <a:pt x="1367983" y="31526"/>
                  </a:lnTo>
                  <a:lnTo>
                    <a:pt x="1368947" y="37008"/>
                  </a:lnTo>
                  <a:lnTo>
                    <a:pt x="1369911" y="42723"/>
                  </a:lnTo>
                  <a:lnTo>
                    <a:pt x="1370875" y="48609"/>
                  </a:lnTo>
                  <a:lnTo>
                    <a:pt x="1371839" y="54605"/>
                  </a:lnTo>
                  <a:lnTo>
                    <a:pt x="1372803" y="60607"/>
                  </a:lnTo>
                  <a:lnTo>
                    <a:pt x="1373767" y="66623"/>
                  </a:lnTo>
                  <a:lnTo>
                    <a:pt x="1374731" y="72676"/>
                  </a:lnTo>
                  <a:lnTo>
                    <a:pt x="1375695" y="78753"/>
                  </a:lnTo>
                  <a:lnTo>
                    <a:pt x="1376659" y="84798"/>
                  </a:lnTo>
                  <a:lnTo>
                    <a:pt x="1377623" y="90759"/>
                  </a:lnTo>
                  <a:lnTo>
                    <a:pt x="1378587" y="96648"/>
                  </a:lnTo>
                  <a:lnTo>
                    <a:pt x="1379551" y="102443"/>
                  </a:lnTo>
                  <a:lnTo>
                    <a:pt x="1380515" y="108183"/>
                  </a:lnTo>
                  <a:lnTo>
                    <a:pt x="1381479" y="113888"/>
                  </a:lnTo>
                  <a:lnTo>
                    <a:pt x="1382443" y="119619"/>
                  </a:lnTo>
                  <a:lnTo>
                    <a:pt x="1383407" y="125399"/>
                  </a:lnTo>
                  <a:lnTo>
                    <a:pt x="1384371" y="131194"/>
                  </a:lnTo>
                  <a:lnTo>
                    <a:pt x="1385335" y="136986"/>
                  </a:lnTo>
                  <a:lnTo>
                    <a:pt x="1386299" y="142706"/>
                  </a:lnTo>
                  <a:lnTo>
                    <a:pt x="1387263" y="148455"/>
                  </a:lnTo>
                  <a:lnTo>
                    <a:pt x="1388227" y="154301"/>
                  </a:lnTo>
                  <a:lnTo>
                    <a:pt x="1389191" y="160272"/>
                  </a:lnTo>
                  <a:lnTo>
                    <a:pt x="1390155" y="166368"/>
                  </a:lnTo>
                  <a:lnTo>
                    <a:pt x="1391119" y="172556"/>
                  </a:lnTo>
                  <a:lnTo>
                    <a:pt x="1392083" y="178767"/>
                  </a:lnTo>
                  <a:lnTo>
                    <a:pt x="1393047" y="184922"/>
                  </a:lnTo>
                  <a:lnTo>
                    <a:pt x="1394011" y="191107"/>
                  </a:lnTo>
                  <a:lnTo>
                    <a:pt x="1394975" y="197399"/>
                  </a:lnTo>
                  <a:lnTo>
                    <a:pt x="1395939" y="203776"/>
                  </a:lnTo>
                  <a:lnTo>
                    <a:pt x="1396903" y="210153"/>
                  </a:lnTo>
                  <a:lnTo>
                    <a:pt x="1397867" y="216423"/>
                  </a:lnTo>
                  <a:lnTo>
                    <a:pt x="1398831" y="222562"/>
                  </a:lnTo>
                  <a:lnTo>
                    <a:pt x="1399795" y="228575"/>
                  </a:lnTo>
                  <a:lnTo>
                    <a:pt x="1400759" y="234456"/>
                  </a:lnTo>
                  <a:lnTo>
                    <a:pt x="1401723" y="240105"/>
                  </a:lnTo>
                  <a:lnTo>
                    <a:pt x="1402687" y="245450"/>
                  </a:lnTo>
                  <a:lnTo>
                    <a:pt x="1403651" y="250426"/>
                  </a:lnTo>
                  <a:lnTo>
                    <a:pt x="1404615" y="255053"/>
                  </a:lnTo>
                  <a:lnTo>
                    <a:pt x="1405579" y="259326"/>
                  </a:lnTo>
                  <a:lnTo>
                    <a:pt x="1406543" y="263287"/>
                  </a:lnTo>
                  <a:lnTo>
                    <a:pt x="1407507" y="266949"/>
                  </a:lnTo>
                  <a:lnTo>
                    <a:pt x="1408471" y="270256"/>
                  </a:lnTo>
                  <a:lnTo>
                    <a:pt x="1409435" y="273151"/>
                  </a:lnTo>
                  <a:lnTo>
                    <a:pt x="1410399" y="275622"/>
                  </a:lnTo>
                  <a:lnTo>
                    <a:pt x="1411363" y="277666"/>
                  </a:lnTo>
                  <a:lnTo>
                    <a:pt x="1412327" y="279311"/>
                  </a:lnTo>
                  <a:lnTo>
                    <a:pt x="1413291" y="280612"/>
                  </a:lnTo>
                  <a:lnTo>
                    <a:pt x="1414255" y="281579"/>
                  </a:lnTo>
                  <a:lnTo>
                    <a:pt x="1415219" y="282204"/>
                  </a:lnTo>
                  <a:lnTo>
                    <a:pt x="1416183" y="282574"/>
                  </a:lnTo>
                  <a:lnTo>
                    <a:pt x="1417147" y="282702"/>
                  </a:lnTo>
                  <a:lnTo>
                    <a:pt x="1418111" y="282604"/>
                  </a:lnTo>
                  <a:lnTo>
                    <a:pt x="1419075" y="282265"/>
                  </a:lnTo>
                  <a:lnTo>
                    <a:pt x="1420039" y="281737"/>
                  </a:lnTo>
                  <a:lnTo>
                    <a:pt x="1421003" y="281148"/>
                  </a:lnTo>
                  <a:lnTo>
                    <a:pt x="1421967" y="280637"/>
                  </a:lnTo>
                  <a:lnTo>
                    <a:pt x="1422931" y="280172"/>
                  </a:lnTo>
                  <a:lnTo>
                    <a:pt x="1423895" y="279732"/>
                  </a:lnTo>
                  <a:lnTo>
                    <a:pt x="1424859" y="279340"/>
                  </a:lnTo>
                  <a:lnTo>
                    <a:pt x="1425823" y="279045"/>
                  </a:lnTo>
                  <a:lnTo>
                    <a:pt x="1426787" y="278857"/>
                  </a:lnTo>
                  <a:lnTo>
                    <a:pt x="1427751" y="278780"/>
                  </a:lnTo>
                  <a:lnTo>
                    <a:pt x="1428715" y="278786"/>
                  </a:lnTo>
                  <a:lnTo>
                    <a:pt x="1429679" y="278870"/>
                  </a:lnTo>
                  <a:lnTo>
                    <a:pt x="1430643" y="278933"/>
                  </a:lnTo>
                  <a:lnTo>
                    <a:pt x="1431607" y="278881"/>
                  </a:lnTo>
                  <a:lnTo>
                    <a:pt x="1432571" y="278715"/>
                  </a:lnTo>
                  <a:lnTo>
                    <a:pt x="1433535" y="278478"/>
                  </a:lnTo>
                  <a:lnTo>
                    <a:pt x="1434499" y="278178"/>
                  </a:lnTo>
                  <a:lnTo>
                    <a:pt x="1435463" y="277748"/>
                  </a:lnTo>
                  <a:lnTo>
                    <a:pt x="1436427" y="277089"/>
                  </a:lnTo>
                  <a:lnTo>
                    <a:pt x="1437391" y="276171"/>
                  </a:lnTo>
                  <a:lnTo>
                    <a:pt x="1438355" y="274993"/>
                  </a:lnTo>
                  <a:lnTo>
                    <a:pt x="1439319" y="273546"/>
                  </a:lnTo>
                  <a:lnTo>
                    <a:pt x="1440283" y="271792"/>
                  </a:lnTo>
                  <a:lnTo>
                    <a:pt x="1441247" y="269763"/>
                  </a:lnTo>
                  <a:lnTo>
                    <a:pt x="1442211" y="267483"/>
                  </a:lnTo>
                  <a:lnTo>
                    <a:pt x="1443175" y="264898"/>
                  </a:lnTo>
                  <a:lnTo>
                    <a:pt x="1444139" y="262026"/>
                  </a:lnTo>
                  <a:lnTo>
                    <a:pt x="1445103" y="258988"/>
                  </a:lnTo>
                  <a:lnTo>
                    <a:pt x="1446067" y="255938"/>
                  </a:lnTo>
                  <a:lnTo>
                    <a:pt x="1447031" y="252913"/>
                  </a:lnTo>
                  <a:lnTo>
                    <a:pt x="1447995" y="249878"/>
                  </a:lnTo>
                  <a:lnTo>
                    <a:pt x="1448959" y="246833"/>
                  </a:lnTo>
                  <a:lnTo>
                    <a:pt x="1449923" y="243822"/>
                  </a:lnTo>
                  <a:lnTo>
                    <a:pt x="1450887" y="240899"/>
                  </a:lnTo>
                  <a:lnTo>
                    <a:pt x="1451851" y="238153"/>
                  </a:lnTo>
                  <a:lnTo>
                    <a:pt x="1452815" y="235600"/>
                  </a:lnTo>
                  <a:lnTo>
                    <a:pt x="1453779" y="233248"/>
                  </a:lnTo>
                  <a:lnTo>
                    <a:pt x="1454743" y="231133"/>
                  </a:lnTo>
                  <a:lnTo>
                    <a:pt x="1455707" y="229256"/>
                  </a:lnTo>
                  <a:lnTo>
                    <a:pt x="1456671" y="227613"/>
                  </a:lnTo>
                  <a:lnTo>
                    <a:pt x="1457635" y="226256"/>
                  </a:lnTo>
                  <a:lnTo>
                    <a:pt x="1458599" y="225209"/>
                  </a:lnTo>
                  <a:lnTo>
                    <a:pt x="1459563" y="224470"/>
                  </a:lnTo>
                  <a:lnTo>
                    <a:pt x="1460527" y="224063"/>
                  </a:lnTo>
                  <a:lnTo>
                    <a:pt x="1461491" y="223989"/>
                  </a:lnTo>
                  <a:lnTo>
                    <a:pt x="1462455" y="224278"/>
                  </a:lnTo>
                  <a:lnTo>
                    <a:pt x="1463419" y="224986"/>
                  </a:lnTo>
                  <a:lnTo>
                    <a:pt x="1464383" y="226127"/>
                  </a:lnTo>
                  <a:lnTo>
                    <a:pt x="1465347" y="227668"/>
                  </a:lnTo>
                  <a:lnTo>
                    <a:pt x="1466311" y="229560"/>
                  </a:lnTo>
                  <a:lnTo>
                    <a:pt x="1467275" y="231808"/>
                  </a:lnTo>
                  <a:lnTo>
                    <a:pt x="1468239" y="234413"/>
                  </a:lnTo>
                  <a:lnTo>
                    <a:pt x="1469203" y="237351"/>
                  </a:lnTo>
                  <a:lnTo>
                    <a:pt x="1470167" y="240449"/>
                  </a:lnTo>
                  <a:lnTo>
                    <a:pt x="1471131" y="243691"/>
                  </a:lnTo>
                  <a:lnTo>
                    <a:pt x="1472095" y="247100"/>
                  </a:lnTo>
                  <a:lnTo>
                    <a:pt x="1473059" y="250656"/>
                  </a:lnTo>
                  <a:lnTo>
                    <a:pt x="1474023" y="254365"/>
                  </a:lnTo>
                  <a:lnTo>
                    <a:pt x="1474987" y="258184"/>
                  </a:lnTo>
                  <a:lnTo>
                    <a:pt x="1475951" y="262122"/>
                  </a:lnTo>
                  <a:lnTo>
                    <a:pt x="1476915" y="266109"/>
                  </a:lnTo>
                  <a:lnTo>
                    <a:pt x="1477879" y="270085"/>
                  </a:lnTo>
                  <a:lnTo>
                    <a:pt x="1478844" y="274017"/>
                  </a:lnTo>
                  <a:lnTo>
                    <a:pt x="1479808" y="277945"/>
                  </a:lnTo>
                  <a:lnTo>
                    <a:pt x="1480772" y="281924"/>
                  </a:lnTo>
                  <a:lnTo>
                    <a:pt x="1481736" y="285899"/>
                  </a:lnTo>
                  <a:lnTo>
                    <a:pt x="1482700" y="289824"/>
                  </a:lnTo>
                  <a:lnTo>
                    <a:pt x="1483664" y="293707"/>
                  </a:lnTo>
                  <a:lnTo>
                    <a:pt x="1484628" y="297613"/>
                  </a:lnTo>
                  <a:lnTo>
                    <a:pt x="1485592" y="301547"/>
                  </a:lnTo>
                  <a:lnTo>
                    <a:pt x="1486556" y="305509"/>
                  </a:lnTo>
                  <a:lnTo>
                    <a:pt x="1487520" y="309498"/>
                  </a:lnTo>
                  <a:lnTo>
                    <a:pt x="1488484" y="313526"/>
                  </a:lnTo>
                  <a:lnTo>
                    <a:pt x="1489448" y="317615"/>
                  </a:lnTo>
                  <a:lnTo>
                    <a:pt x="1490412" y="321684"/>
                  </a:lnTo>
                  <a:lnTo>
                    <a:pt x="1491376" y="325761"/>
                  </a:lnTo>
                  <a:lnTo>
                    <a:pt x="1492340" y="329864"/>
                  </a:lnTo>
                  <a:lnTo>
                    <a:pt x="1493304" y="333980"/>
                  </a:lnTo>
                  <a:lnTo>
                    <a:pt x="1494268" y="338029"/>
                  </a:lnTo>
                  <a:lnTo>
                    <a:pt x="1495232" y="341930"/>
                  </a:lnTo>
                  <a:lnTo>
                    <a:pt x="1496196" y="345753"/>
                  </a:lnTo>
                  <a:lnTo>
                    <a:pt x="1497160" y="349518"/>
                  </a:lnTo>
                  <a:lnTo>
                    <a:pt x="1498124" y="353220"/>
                  </a:lnTo>
                  <a:lnTo>
                    <a:pt x="1499088" y="356830"/>
                  </a:lnTo>
                  <a:lnTo>
                    <a:pt x="1500052" y="360258"/>
                  </a:lnTo>
                  <a:lnTo>
                    <a:pt x="1501016" y="363430"/>
                  </a:lnTo>
                  <a:lnTo>
                    <a:pt x="1501980" y="366294"/>
                  </a:lnTo>
                  <a:lnTo>
                    <a:pt x="1502944" y="368807"/>
                  </a:lnTo>
                  <a:lnTo>
                    <a:pt x="1503908" y="370946"/>
                  </a:lnTo>
                  <a:lnTo>
                    <a:pt x="1504872" y="372748"/>
                  </a:lnTo>
                  <a:lnTo>
                    <a:pt x="1505836" y="374232"/>
                  </a:lnTo>
                  <a:lnTo>
                    <a:pt x="1506800" y="375360"/>
                  </a:lnTo>
                  <a:lnTo>
                    <a:pt x="1507764" y="376089"/>
                  </a:lnTo>
                  <a:lnTo>
                    <a:pt x="1508728" y="376386"/>
                  </a:lnTo>
                  <a:lnTo>
                    <a:pt x="1509692" y="376240"/>
                  </a:lnTo>
                  <a:lnTo>
                    <a:pt x="1510656" y="375622"/>
                  </a:lnTo>
                  <a:lnTo>
                    <a:pt x="1511620" y="374471"/>
                  </a:lnTo>
                  <a:lnTo>
                    <a:pt x="1512584" y="372721"/>
                  </a:lnTo>
                  <a:lnTo>
                    <a:pt x="1513548" y="370385"/>
                  </a:lnTo>
                  <a:lnTo>
                    <a:pt x="1514512" y="367569"/>
                  </a:lnTo>
                  <a:lnTo>
                    <a:pt x="1515476" y="364346"/>
                  </a:lnTo>
                  <a:lnTo>
                    <a:pt x="1516440" y="360772"/>
                  </a:lnTo>
                  <a:lnTo>
                    <a:pt x="1517404" y="356857"/>
                  </a:lnTo>
                  <a:lnTo>
                    <a:pt x="1518368" y="352623"/>
                  </a:lnTo>
                  <a:lnTo>
                    <a:pt x="1519332" y="348104"/>
                  </a:lnTo>
                  <a:lnTo>
                    <a:pt x="1520296" y="343284"/>
                  </a:lnTo>
                  <a:lnTo>
                    <a:pt x="1521260" y="338182"/>
                  </a:lnTo>
                  <a:lnTo>
                    <a:pt x="1522224" y="332824"/>
                  </a:lnTo>
                  <a:lnTo>
                    <a:pt x="1523188" y="327233"/>
                  </a:lnTo>
                  <a:lnTo>
                    <a:pt x="1524152" y="321423"/>
                  </a:lnTo>
                  <a:lnTo>
                    <a:pt x="1525116" y="315427"/>
                  </a:lnTo>
                  <a:lnTo>
                    <a:pt x="1526080" y="309307"/>
                  </a:lnTo>
                  <a:lnTo>
                    <a:pt x="1527044" y="303151"/>
                  </a:lnTo>
                  <a:lnTo>
                    <a:pt x="1528008" y="296952"/>
                  </a:lnTo>
                  <a:lnTo>
                    <a:pt x="1528972" y="290721"/>
                  </a:lnTo>
                  <a:lnTo>
                    <a:pt x="1529936" y="284455"/>
                  </a:lnTo>
                  <a:lnTo>
                    <a:pt x="1530900" y="278227"/>
                  </a:lnTo>
                  <a:lnTo>
                    <a:pt x="1531864" y="272084"/>
                  </a:lnTo>
                  <a:lnTo>
                    <a:pt x="1532828" y="266033"/>
                  </a:lnTo>
                  <a:lnTo>
                    <a:pt x="1533792" y="260104"/>
                  </a:lnTo>
                  <a:lnTo>
                    <a:pt x="1534756" y="254326"/>
                  </a:lnTo>
                  <a:lnTo>
                    <a:pt x="1535720" y="248715"/>
                  </a:lnTo>
                  <a:lnTo>
                    <a:pt x="1536684" y="243273"/>
                  </a:lnTo>
                  <a:lnTo>
                    <a:pt x="1537648" y="238002"/>
                  </a:lnTo>
                  <a:lnTo>
                    <a:pt x="1538612" y="232961"/>
                  </a:lnTo>
                  <a:lnTo>
                    <a:pt x="1539576" y="228184"/>
                  </a:lnTo>
                  <a:lnTo>
                    <a:pt x="1540540" y="223677"/>
                  </a:lnTo>
                  <a:lnTo>
                    <a:pt x="1541504" y="219408"/>
                  </a:lnTo>
                  <a:lnTo>
                    <a:pt x="1542468" y="215397"/>
                  </a:lnTo>
                  <a:lnTo>
                    <a:pt x="1543432" y="211663"/>
                  </a:lnTo>
                  <a:lnTo>
                    <a:pt x="1544396" y="208170"/>
                  </a:lnTo>
                  <a:lnTo>
                    <a:pt x="1545360" y="204863"/>
                  </a:lnTo>
                  <a:lnTo>
                    <a:pt x="1546324" y="201721"/>
                  </a:lnTo>
                  <a:lnTo>
                    <a:pt x="1547288" y="198735"/>
                  </a:lnTo>
                  <a:lnTo>
                    <a:pt x="1548252" y="195930"/>
                  </a:lnTo>
                  <a:lnTo>
                    <a:pt x="1549216" y="193366"/>
                  </a:lnTo>
                  <a:lnTo>
                    <a:pt x="1550180" y="191109"/>
                  </a:lnTo>
                  <a:lnTo>
                    <a:pt x="1551144" y="189206"/>
                  </a:lnTo>
                  <a:lnTo>
                    <a:pt x="1552108" y="187675"/>
                  </a:lnTo>
                  <a:lnTo>
                    <a:pt x="1553072" y="186460"/>
                  </a:lnTo>
                  <a:lnTo>
                    <a:pt x="1554036" y="185528"/>
                  </a:lnTo>
                  <a:lnTo>
                    <a:pt x="1555000" y="184861"/>
                  </a:lnTo>
                  <a:lnTo>
                    <a:pt x="1555964" y="184459"/>
                  </a:lnTo>
                  <a:lnTo>
                    <a:pt x="1556928" y="184390"/>
                  </a:lnTo>
                  <a:lnTo>
                    <a:pt x="1557892" y="184677"/>
                  </a:lnTo>
                  <a:lnTo>
                    <a:pt x="1558856" y="185306"/>
                  </a:lnTo>
                  <a:lnTo>
                    <a:pt x="1559820" y="186313"/>
                  </a:lnTo>
                  <a:lnTo>
                    <a:pt x="1560784" y="187736"/>
                  </a:lnTo>
                  <a:lnTo>
                    <a:pt x="1561748" y="189584"/>
                  </a:lnTo>
                  <a:lnTo>
                    <a:pt x="1562712" y="191800"/>
                  </a:lnTo>
                  <a:lnTo>
                    <a:pt x="1563676" y="194301"/>
                  </a:lnTo>
                  <a:lnTo>
                    <a:pt x="1564640" y="197015"/>
                  </a:lnTo>
                  <a:lnTo>
                    <a:pt x="1565604" y="199892"/>
                  </a:lnTo>
                  <a:lnTo>
                    <a:pt x="1566568" y="202953"/>
                  </a:lnTo>
                  <a:lnTo>
                    <a:pt x="1567532" y="206293"/>
                  </a:lnTo>
                  <a:lnTo>
                    <a:pt x="1568496" y="209928"/>
                  </a:lnTo>
                  <a:lnTo>
                    <a:pt x="1569460" y="213767"/>
                  </a:lnTo>
                  <a:lnTo>
                    <a:pt x="1570424" y="217840"/>
                  </a:lnTo>
                  <a:lnTo>
                    <a:pt x="1571388" y="222170"/>
                  </a:lnTo>
                  <a:lnTo>
                    <a:pt x="1572352" y="226712"/>
                  </a:lnTo>
                  <a:lnTo>
                    <a:pt x="1573316" y="231471"/>
                  </a:lnTo>
                  <a:lnTo>
                    <a:pt x="1574280" y="236455"/>
                  </a:lnTo>
                  <a:lnTo>
                    <a:pt x="1575244" y="241671"/>
                  </a:lnTo>
                  <a:lnTo>
                    <a:pt x="1576208" y="247176"/>
                  </a:lnTo>
                  <a:lnTo>
                    <a:pt x="1577172" y="252978"/>
                  </a:lnTo>
                  <a:lnTo>
                    <a:pt x="1578136" y="259100"/>
                  </a:lnTo>
                  <a:lnTo>
                    <a:pt x="1579100" y="265516"/>
                  </a:lnTo>
                  <a:lnTo>
                    <a:pt x="1580064" y="272176"/>
                  </a:lnTo>
                  <a:lnTo>
                    <a:pt x="1581028" y="279103"/>
                  </a:lnTo>
                  <a:lnTo>
                    <a:pt x="1581992" y="286217"/>
                  </a:lnTo>
                  <a:lnTo>
                    <a:pt x="1582956" y="293470"/>
                  </a:lnTo>
                  <a:lnTo>
                    <a:pt x="1583920" y="300936"/>
                  </a:lnTo>
                  <a:lnTo>
                    <a:pt x="1584884" y="308531"/>
                  </a:lnTo>
                  <a:lnTo>
                    <a:pt x="1585848" y="316172"/>
                  </a:lnTo>
                  <a:lnTo>
                    <a:pt x="1586812" y="323847"/>
                  </a:lnTo>
                  <a:lnTo>
                    <a:pt x="1587776" y="331494"/>
                  </a:lnTo>
                  <a:lnTo>
                    <a:pt x="1588740" y="339061"/>
                  </a:lnTo>
                  <a:lnTo>
                    <a:pt x="1589705" y="346508"/>
                  </a:lnTo>
                  <a:lnTo>
                    <a:pt x="1590669" y="353783"/>
                  </a:lnTo>
                  <a:lnTo>
                    <a:pt x="1591633" y="360791"/>
                  </a:lnTo>
                  <a:lnTo>
                    <a:pt x="1592597" y="367508"/>
                  </a:lnTo>
                  <a:lnTo>
                    <a:pt x="1593561" y="373941"/>
                  </a:lnTo>
                  <a:lnTo>
                    <a:pt x="1594525" y="380068"/>
                  </a:lnTo>
                  <a:lnTo>
                    <a:pt x="1595244" y="384430"/>
                  </a:lnTo>
                  <a:lnTo>
                    <a:pt x="1638333" y="384430"/>
                  </a:lnTo>
                  <a:lnTo>
                    <a:pt x="1638869" y="381042"/>
                  </a:lnTo>
                  <a:lnTo>
                    <a:pt x="1639833" y="375012"/>
                  </a:lnTo>
                  <a:lnTo>
                    <a:pt x="1640797" y="369108"/>
                  </a:lnTo>
                  <a:lnTo>
                    <a:pt x="1641761" y="363344"/>
                  </a:lnTo>
                  <a:lnTo>
                    <a:pt x="1642725" y="357775"/>
                  </a:lnTo>
                  <a:lnTo>
                    <a:pt x="1643689" y="352370"/>
                  </a:lnTo>
                  <a:lnTo>
                    <a:pt x="1644653" y="347068"/>
                  </a:lnTo>
                  <a:lnTo>
                    <a:pt x="1645617" y="341816"/>
                  </a:lnTo>
                  <a:lnTo>
                    <a:pt x="1646581" y="336567"/>
                  </a:lnTo>
                  <a:lnTo>
                    <a:pt x="1647545" y="331334"/>
                  </a:lnTo>
                  <a:lnTo>
                    <a:pt x="1648509" y="326134"/>
                  </a:lnTo>
                  <a:lnTo>
                    <a:pt x="1649473" y="320983"/>
                  </a:lnTo>
                  <a:lnTo>
                    <a:pt x="1650437" y="315880"/>
                  </a:lnTo>
                  <a:lnTo>
                    <a:pt x="1651401" y="310823"/>
                  </a:lnTo>
                  <a:lnTo>
                    <a:pt x="1652365" y="305790"/>
                  </a:lnTo>
                  <a:lnTo>
                    <a:pt x="1653329" y="300737"/>
                  </a:lnTo>
                  <a:lnTo>
                    <a:pt x="1654293" y="295731"/>
                  </a:lnTo>
                  <a:lnTo>
                    <a:pt x="1655257" y="290813"/>
                  </a:lnTo>
                  <a:lnTo>
                    <a:pt x="1656221" y="285996"/>
                  </a:lnTo>
                  <a:lnTo>
                    <a:pt x="1657185" y="281357"/>
                  </a:lnTo>
                  <a:lnTo>
                    <a:pt x="1658149" y="276964"/>
                  </a:lnTo>
                  <a:lnTo>
                    <a:pt x="1659113" y="272830"/>
                  </a:lnTo>
                  <a:lnTo>
                    <a:pt x="1660077" y="268972"/>
                  </a:lnTo>
                  <a:lnTo>
                    <a:pt x="1661041" y="265428"/>
                  </a:lnTo>
                  <a:lnTo>
                    <a:pt x="1662005" y="262207"/>
                  </a:lnTo>
                  <a:lnTo>
                    <a:pt x="1662969" y="259373"/>
                  </a:lnTo>
                  <a:lnTo>
                    <a:pt x="1663933" y="256981"/>
                  </a:lnTo>
                  <a:lnTo>
                    <a:pt x="1664897" y="255144"/>
                  </a:lnTo>
                  <a:lnTo>
                    <a:pt x="1665861" y="253896"/>
                  </a:lnTo>
                  <a:lnTo>
                    <a:pt x="1666825" y="253110"/>
                  </a:lnTo>
                  <a:lnTo>
                    <a:pt x="1667789" y="252779"/>
                  </a:lnTo>
                  <a:lnTo>
                    <a:pt x="1668753" y="252927"/>
                  </a:lnTo>
                  <a:lnTo>
                    <a:pt x="1669717" y="253502"/>
                  </a:lnTo>
                  <a:lnTo>
                    <a:pt x="1670681" y="254478"/>
                  </a:lnTo>
                  <a:lnTo>
                    <a:pt x="1671645" y="255794"/>
                  </a:lnTo>
                  <a:lnTo>
                    <a:pt x="1672609" y="257450"/>
                  </a:lnTo>
                  <a:lnTo>
                    <a:pt x="1673573" y="259438"/>
                  </a:lnTo>
                  <a:lnTo>
                    <a:pt x="1674537" y="261747"/>
                  </a:lnTo>
                  <a:lnTo>
                    <a:pt x="1675501" y="264374"/>
                  </a:lnTo>
                  <a:lnTo>
                    <a:pt x="1676465" y="267294"/>
                  </a:lnTo>
                  <a:lnTo>
                    <a:pt x="1677429" y="270445"/>
                  </a:lnTo>
                  <a:lnTo>
                    <a:pt x="1678393" y="273789"/>
                  </a:lnTo>
                  <a:lnTo>
                    <a:pt x="1679357" y="277271"/>
                  </a:lnTo>
                  <a:lnTo>
                    <a:pt x="1680321" y="280827"/>
                  </a:lnTo>
                  <a:lnTo>
                    <a:pt x="1681285" y="284569"/>
                  </a:lnTo>
                  <a:lnTo>
                    <a:pt x="1682249" y="288421"/>
                  </a:lnTo>
                  <a:lnTo>
                    <a:pt x="1683213" y="292286"/>
                  </a:lnTo>
                  <a:lnTo>
                    <a:pt x="1684177" y="296157"/>
                  </a:lnTo>
                  <a:lnTo>
                    <a:pt x="1685141" y="300022"/>
                  </a:lnTo>
                  <a:lnTo>
                    <a:pt x="1686105" y="303863"/>
                  </a:lnTo>
                  <a:lnTo>
                    <a:pt x="1687069" y="307668"/>
                  </a:lnTo>
                  <a:lnTo>
                    <a:pt x="1688033" y="311390"/>
                  </a:lnTo>
                  <a:lnTo>
                    <a:pt x="1688997" y="314965"/>
                  </a:lnTo>
                  <a:lnTo>
                    <a:pt x="1689961" y="318405"/>
                  </a:lnTo>
                  <a:lnTo>
                    <a:pt x="1690925" y="321713"/>
                  </a:lnTo>
                  <a:lnTo>
                    <a:pt x="1691889" y="324926"/>
                  </a:lnTo>
                  <a:lnTo>
                    <a:pt x="1692853" y="328101"/>
                  </a:lnTo>
                  <a:lnTo>
                    <a:pt x="1693817" y="331255"/>
                  </a:lnTo>
                  <a:lnTo>
                    <a:pt x="1694781" y="334461"/>
                  </a:lnTo>
                  <a:lnTo>
                    <a:pt x="1695745" y="337693"/>
                  </a:lnTo>
                  <a:lnTo>
                    <a:pt x="1696709" y="340935"/>
                  </a:lnTo>
                  <a:lnTo>
                    <a:pt x="1697673" y="344191"/>
                  </a:lnTo>
                  <a:lnTo>
                    <a:pt x="1698637" y="347447"/>
                  </a:lnTo>
                  <a:lnTo>
                    <a:pt x="1699601" y="350742"/>
                  </a:lnTo>
                  <a:lnTo>
                    <a:pt x="1700565" y="354110"/>
                  </a:lnTo>
                  <a:lnTo>
                    <a:pt x="1701530" y="357555"/>
                  </a:lnTo>
                  <a:lnTo>
                    <a:pt x="1702494" y="361099"/>
                  </a:lnTo>
                  <a:lnTo>
                    <a:pt x="1703458" y="364698"/>
                  </a:lnTo>
                  <a:lnTo>
                    <a:pt x="1704422" y="368317"/>
                  </a:lnTo>
                  <a:lnTo>
                    <a:pt x="1705386" y="371886"/>
                  </a:lnTo>
                  <a:lnTo>
                    <a:pt x="1706350" y="375281"/>
                  </a:lnTo>
                  <a:lnTo>
                    <a:pt x="1707314" y="378443"/>
                  </a:lnTo>
                  <a:lnTo>
                    <a:pt x="1708278" y="381339"/>
                  </a:lnTo>
                  <a:lnTo>
                    <a:pt x="1709242" y="383936"/>
                  </a:lnTo>
                  <a:lnTo>
                    <a:pt x="1709449" y="384430"/>
                  </a:lnTo>
                  <a:lnTo>
                    <a:pt x="1722266" y="384430"/>
                  </a:lnTo>
                  <a:lnTo>
                    <a:pt x="1722738" y="383420"/>
                  </a:lnTo>
                  <a:lnTo>
                    <a:pt x="1723702" y="381083"/>
                  </a:lnTo>
                  <a:lnTo>
                    <a:pt x="1724666" y="378494"/>
                  </a:lnTo>
                  <a:lnTo>
                    <a:pt x="1725630" y="375672"/>
                  </a:lnTo>
                  <a:lnTo>
                    <a:pt x="1726594" y="372672"/>
                  </a:lnTo>
                  <a:lnTo>
                    <a:pt x="1727558" y="369489"/>
                  </a:lnTo>
                  <a:lnTo>
                    <a:pt x="1728522" y="366188"/>
                  </a:lnTo>
                  <a:lnTo>
                    <a:pt x="1729486" y="362829"/>
                  </a:lnTo>
                  <a:lnTo>
                    <a:pt x="1730450" y="359366"/>
                  </a:lnTo>
                  <a:lnTo>
                    <a:pt x="1731414" y="355797"/>
                  </a:lnTo>
                  <a:lnTo>
                    <a:pt x="1732378" y="352138"/>
                  </a:lnTo>
                  <a:lnTo>
                    <a:pt x="1733342" y="348390"/>
                  </a:lnTo>
                  <a:lnTo>
                    <a:pt x="1734306" y="344572"/>
                  </a:lnTo>
                  <a:lnTo>
                    <a:pt x="1735270" y="340685"/>
                  </a:lnTo>
                  <a:lnTo>
                    <a:pt x="1736234" y="336775"/>
                  </a:lnTo>
                  <a:lnTo>
                    <a:pt x="1737198" y="332932"/>
                  </a:lnTo>
                  <a:lnTo>
                    <a:pt x="1738162" y="329209"/>
                  </a:lnTo>
                  <a:lnTo>
                    <a:pt x="1739126" y="325591"/>
                  </a:lnTo>
                  <a:lnTo>
                    <a:pt x="1740090" y="322046"/>
                  </a:lnTo>
                  <a:lnTo>
                    <a:pt x="1741054" y="318526"/>
                  </a:lnTo>
                  <a:lnTo>
                    <a:pt x="1742018" y="315065"/>
                  </a:lnTo>
                  <a:lnTo>
                    <a:pt x="1742982" y="311629"/>
                  </a:lnTo>
                  <a:lnTo>
                    <a:pt x="1743946" y="308172"/>
                  </a:lnTo>
                  <a:lnTo>
                    <a:pt x="1744910" y="304777"/>
                  </a:lnTo>
                  <a:lnTo>
                    <a:pt x="1745874" y="301448"/>
                  </a:lnTo>
                  <a:lnTo>
                    <a:pt x="1746838" y="298172"/>
                  </a:lnTo>
                  <a:lnTo>
                    <a:pt x="1747802" y="294949"/>
                  </a:lnTo>
                  <a:lnTo>
                    <a:pt x="1748766" y="291738"/>
                  </a:lnTo>
                  <a:lnTo>
                    <a:pt x="1749730" y="288523"/>
                  </a:lnTo>
                  <a:lnTo>
                    <a:pt x="1750694" y="285270"/>
                  </a:lnTo>
                  <a:lnTo>
                    <a:pt x="1751658" y="281930"/>
                  </a:lnTo>
                  <a:lnTo>
                    <a:pt x="1752622" y="278526"/>
                  </a:lnTo>
                  <a:lnTo>
                    <a:pt x="1753586" y="275077"/>
                  </a:lnTo>
                  <a:lnTo>
                    <a:pt x="1754550" y="271658"/>
                  </a:lnTo>
                  <a:lnTo>
                    <a:pt x="1755514" y="268327"/>
                  </a:lnTo>
                  <a:lnTo>
                    <a:pt x="1756478" y="265113"/>
                  </a:lnTo>
                  <a:lnTo>
                    <a:pt x="1757442" y="262059"/>
                  </a:lnTo>
                  <a:lnTo>
                    <a:pt x="1758406" y="259159"/>
                  </a:lnTo>
                  <a:lnTo>
                    <a:pt x="1759370" y="256411"/>
                  </a:lnTo>
                  <a:lnTo>
                    <a:pt x="1760334" y="253810"/>
                  </a:lnTo>
                  <a:lnTo>
                    <a:pt x="1761298" y="251261"/>
                  </a:lnTo>
                  <a:lnTo>
                    <a:pt x="1762262" y="248791"/>
                  </a:lnTo>
                  <a:lnTo>
                    <a:pt x="1763226" y="246467"/>
                  </a:lnTo>
                  <a:lnTo>
                    <a:pt x="1764190" y="244304"/>
                  </a:lnTo>
                  <a:lnTo>
                    <a:pt x="1765154" y="242240"/>
                  </a:lnTo>
                  <a:lnTo>
                    <a:pt x="1766118" y="240316"/>
                  </a:lnTo>
                  <a:lnTo>
                    <a:pt x="1767082" y="238511"/>
                  </a:lnTo>
                  <a:lnTo>
                    <a:pt x="1768046" y="236823"/>
                  </a:lnTo>
                  <a:lnTo>
                    <a:pt x="1769010" y="235215"/>
                  </a:lnTo>
                  <a:lnTo>
                    <a:pt x="1769974" y="233707"/>
                  </a:lnTo>
                  <a:lnTo>
                    <a:pt x="1770938" y="232322"/>
                  </a:lnTo>
                  <a:lnTo>
                    <a:pt x="1771902" y="231118"/>
                  </a:lnTo>
                  <a:lnTo>
                    <a:pt x="1772866" y="230130"/>
                  </a:lnTo>
                  <a:lnTo>
                    <a:pt x="1773830" y="229368"/>
                  </a:lnTo>
                  <a:lnTo>
                    <a:pt x="1774794" y="228850"/>
                  </a:lnTo>
                  <a:lnTo>
                    <a:pt x="1775758" y="228674"/>
                  </a:lnTo>
                  <a:lnTo>
                    <a:pt x="1776722" y="228880"/>
                  </a:lnTo>
                  <a:lnTo>
                    <a:pt x="1777686" y="229408"/>
                  </a:lnTo>
                  <a:lnTo>
                    <a:pt x="1778650" y="230339"/>
                  </a:lnTo>
                  <a:lnTo>
                    <a:pt x="1779614" y="231808"/>
                  </a:lnTo>
                  <a:lnTo>
                    <a:pt x="1780578" y="233812"/>
                  </a:lnTo>
                  <a:lnTo>
                    <a:pt x="1781542" y="236323"/>
                  </a:lnTo>
                  <a:lnTo>
                    <a:pt x="1782506" y="239308"/>
                  </a:lnTo>
                  <a:lnTo>
                    <a:pt x="1783470" y="242732"/>
                  </a:lnTo>
                  <a:lnTo>
                    <a:pt x="1784434" y="246558"/>
                  </a:lnTo>
                  <a:lnTo>
                    <a:pt x="1785398" y="250722"/>
                  </a:lnTo>
                  <a:lnTo>
                    <a:pt x="1786362" y="255154"/>
                  </a:lnTo>
                  <a:lnTo>
                    <a:pt x="1787326" y="259831"/>
                  </a:lnTo>
                  <a:lnTo>
                    <a:pt x="1788290" y="264753"/>
                  </a:lnTo>
                  <a:lnTo>
                    <a:pt x="1789254" y="269937"/>
                  </a:lnTo>
                  <a:lnTo>
                    <a:pt x="1790218" y="275366"/>
                  </a:lnTo>
                  <a:lnTo>
                    <a:pt x="1791182" y="280988"/>
                  </a:lnTo>
                  <a:lnTo>
                    <a:pt x="1792146" y="286807"/>
                  </a:lnTo>
                  <a:lnTo>
                    <a:pt x="1793110" y="292746"/>
                  </a:lnTo>
                  <a:lnTo>
                    <a:pt x="1794074" y="298689"/>
                  </a:lnTo>
                  <a:lnTo>
                    <a:pt x="1795038" y="304590"/>
                  </a:lnTo>
                  <a:lnTo>
                    <a:pt x="1796002" y="310431"/>
                  </a:lnTo>
                  <a:lnTo>
                    <a:pt x="1796966" y="316240"/>
                  </a:lnTo>
                  <a:lnTo>
                    <a:pt x="1797930" y="322051"/>
                  </a:lnTo>
                  <a:lnTo>
                    <a:pt x="1798894" y="327906"/>
                  </a:lnTo>
                  <a:lnTo>
                    <a:pt x="1799858" y="333858"/>
                  </a:lnTo>
                  <a:lnTo>
                    <a:pt x="1800822" y="339897"/>
                  </a:lnTo>
                  <a:lnTo>
                    <a:pt x="1801786" y="345981"/>
                  </a:lnTo>
                  <a:lnTo>
                    <a:pt x="1802750" y="352100"/>
                  </a:lnTo>
                  <a:lnTo>
                    <a:pt x="1803714" y="358216"/>
                  </a:lnTo>
                  <a:lnTo>
                    <a:pt x="1804678" y="364276"/>
                  </a:lnTo>
                  <a:lnTo>
                    <a:pt x="1805642" y="370291"/>
                  </a:lnTo>
                  <a:lnTo>
                    <a:pt x="1806606" y="376250"/>
                  </a:lnTo>
                  <a:lnTo>
                    <a:pt x="1807570" y="382154"/>
                  </a:lnTo>
                  <a:lnTo>
                    <a:pt x="1807945" y="384430"/>
                  </a:lnTo>
                  <a:lnTo>
                    <a:pt x="2206602" y="384430"/>
                  </a:lnTo>
                  <a:lnTo>
                    <a:pt x="2206670" y="384171"/>
                  </a:lnTo>
                  <a:lnTo>
                    <a:pt x="2207634" y="380505"/>
                  </a:lnTo>
                  <a:lnTo>
                    <a:pt x="2208598" y="376883"/>
                  </a:lnTo>
                  <a:lnTo>
                    <a:pt x="2209562" y="373392"/>
                  </a:lnTo>
                  <a:lnTo>
                    <a:pt x="2210526" y="370092"/>
                  </a:lnTo>
                  <a:lnTo>
                    <a:pt x="2211490" y="366967"/>
                  </a:lnTo>
                  <a:lnTo>
                    <a:pt x="2212454" y="364035"/>
                  </a:lnTo>
                  <a:lnTo>
                    <a:pt x="2213418" y="361291"/>
                  </a:lnTo>
                  <a:lnTo>
                    <a:pt x="2214382" y="358730"/>
                  </a:lnTo>
                  <a:lnTo>
                    <a:pt x="2215346" y="356350"/>
                  </a:lnTo>
                  <a:lnTo>
                    <a:pt x="2216310" y="354149"/>
                  </a:lnTo>
                  <a:lnTo>
                    <a:pt x="2217274" y="352108"/>
                  </a:lnTo>
                  <a:lnTo>
                    <a:pt x="2218238" y="350168"/>
                  </a:lnTo>
                  <a:lnTo>
                    <a:pt x="2219202" y="348306"/>
                  </a:lnTo>
                  <a:lnTo>
                    <a:pt x="2220166" y="346543"/>
                  </a:lnTo>
                  <a:lnTo>
                    <a:pt x="2221130" y="344856"/>
                  </a:lnTo>
                  <a:lnTo>
                    <a:pt x="2222094" y="343196"/>
                  </a:lnTo>
                  <a:lnTo>
                    <a:pt x="2223058" y="341623"/>
                  </a:lnTo>
                  <a:lnTo>
                    <a:pt x="2224022" y="340160"/>
                  </a:lnTo>
                  <a:lnTo>
                    <a:pt x="2224986" y="338793"/>
                  </a:lnTo>
                  <a:lnTo>
                    <a:pt x="2225950" y="337551"/>
                  </a:lnTo>
                  <a:lnTo>
                    <a:pt x="2226914" y="336416"/>
                  </a:lnTo>
                  <a:lnTo>
                    <a:pt x="2227878" y="335380"/>
                  </a:lnTo>
                  <a:lnTo>
                    <a:pt x="2228842" y="334477"/>
                  </a:lnTo>
                  <a:lnTo>
                    <a:pt x="2229806" y="333726"/>
                  </a:lnTo>
                  <a:lnTo>
                    <a:pt x="2230770" y="333139"/>
                  </a:lnTo>
                  <a:lnTo>
                    <a:pt x="2231734" y="332790"/>
                  </a:lnTo>
                  <a:lnTo>
                    <a:pt x="2232698" y="332662"/>
                  </a:lnTo>
                  <a:lnTo>
                    <a:pt x="2233662" y="332725"/>
                  </a:lnTo>
                  <a:lnTo>
                    <a:pt x="2234626" y="332995"/>
                  </a:lnTo>
                  <a:lnTo>
                    <a:pt x="2235590" y="333477"/>
                  </a:lnTo>
                  <a:lnTo>
                    <a:pt x="2236554" y="334091"/>
                  </a:lnTo>
                  <a:lnTo>
                    <a:pt x="2237518" y="334769"/>
                  </a:lnTo>
                  <a:lnTo>
                    <a:pt x="2238482" y="335524"/>
                  </a:lnTo>
                  <a:lnTo>
                    <a:pt x="2239446" y="336316"/>
                  </a:lnTo>
                  <a:lnTo>
                    <a:pt x="2240410" y="337168"/>
                  </a:lnTo>
                  <a:lnTo>
                    <a:pt x="2241374" y="338111"/>
                  </a:lnTo>
                  <a:lnTo>
                    <a:pt x="2242338" y="339170"/>
                  </a:lnTo>
                  <a:lnTo>
                    <a:pt x="2243302" y="340345"/>
                  </a:lnTo>
                  <a:lnTo>
                    <a:pt x="2244266" y="341676"/>
                  </a:lnTo>
                  <a:lnTo>
                    <a:pt x="2245230" y="343189"/>
                  </a:lnTo>
                  <a:lnTo>
                    <a:pt x="2246194" y="344886"/>
                  </a:lnTo>
                  <a:lnTo>
                    <a:pt x="2247158" y="346801"/>
                  </a:lnTo>
                  <a:lnTo>
                    <a:pt x="2248122" y="348989"/>
                  </a:lnTo>
                  <a:lnTo>
                    <a:pt x="2249086" y="351426"/>
                  </a:lnTo>
                  <a:lnTo>
                    <a:pt x="2250050" y="354108"/>
                  </a:lnTo>
                  <a:lnTo>
                    <a:pt x="2251014" y="357047"/>
                  </a:lnTo>
                  <a:lnTo>
                    <a:pt x="2251978" y="360220"/>
                  </a:lnTo>
                  <a:lnTo>
                    <a:pt x="2252942" y="363573"/>
                  </a:lnTo>
                  <a:lnTo>
                    <a:pt x="2253906" y="367128"/>
                  </a:lnTo>
                  <a:lnTo>
                    <a:pt x="2254870" y="370905"/>
                  </a:lnTo>
                  <a:lnTo>
                    <a:pt x="2255834" y="374853"/>
                  </a:lnTo>
                  <a:lnTo>
                    <a:pt x="2256799" y="378943"/>
                  </a:lnTo>
                  <a:lnTo>
                    <a:pt x="2257763" y="383138"/>
                  </a:lnTo>
                  <a:lnTo>
                    <a:pt x="2258057" y="384430"/>
                  </a:lnTo>
                  <a:lnTo>
                    <a:pt x="2342495" y="384430"/>
                  </a:lnTo>
                  <a:lnTo>
                    <a:pt x="2342595" y="383908"/>
                  </a:lnTo>
                  <a:lnTo>
                    <a:pt x="2343559" y="378918"/>
                  </a:lnTo>
                  <a:lnTo>
                    <a:pt x="2344523" y="374007"/>
                  </a:lnTo>
                  <a:lnTo>
                    <a:pt x="2345487" y="369255"/>
                  </a:lnTo>
                  <a:lnTo>
                    <a:pt x="2346451" y="364644"/>
                  </a:lnTo>
                  <a:lnTo>
                    <a:pt x="2347415" y="360155"/>
                  </a:lnTo>
                  <a:lnTo>
                    <a:pt x="2348379" y="355796"/>
                  </a:lnTo>
                  <a:lnTo>
                    <a:pt x="2349343" y="351567"/>
                  </a:lnTo>
                  <a:lnTo>
                    <a:pt x="2350307" y="347485"/>
                  </a:lnTo>
                  <a:lnTo>
                    <a:pt x="2351271" y="343572"/>
                  </a:lnTo>
                  <a:lnTo>
                    <a:pt x="2352235" y="339811"/>
                  </a:lnTo>
                  <a:lnTo>
                    <a:pt x="2353199" y="336265"/>
                  </a:lnTo>
                  <a:lnTo>
                    <a:pt x="2354163" y="333001"/>
                  </a:lnTo>
                  <a:lnTo>
                    <a:pt x="2355127" y="330042"/>
                  </a:lnTo>
                  <a:lnTo>
                    <a:pt x="2356091" y="327412"/>
                  </a:lnTo>
                  <a:lnTo>
                    <a:pt x="2357055" y="325096"/>
                  </a:lnTo>
                  <a:lnTo>
                    <a:pt x="2358019" y="323122"/>
                  </a:lnTo>
                  <a:lnTo>
                    <a:pt x="2358983" y="321478"/>
                  </a:lnTo>
                  <a:lnTo>
                    <a:pt x="2359947" y="320150"/>
                  </a:lnTo>
                  <a:lnTo>
                    <a:pt x="2360911" y="319120"/>
                  </a:lnTo>
                  <a:lnTo>
                    <a:pt x="2361875" y="318364"/>
                  </a:lnTo>
                  <a:lnTo>
                    <a:pt x="2362839" y="317904"/>
                  </a:lnTo>
                  <a:lnTo>
                    <a:pt x="2363803" y="317771"/>
                  </a:lnTo>
                  <a:lnTo>
                    <a:pt x="2364767" y="318001"/>
                  </a:lnTo>
                  <a:lnTo>
                    <a:pt x="2365731" y="318530"/>
                  </a:lnTo>
                  <a:lnTo>
                    <a:pt x="2366695" y="319344"/>
                  </a:lnTo>
                  <a:lnTo>
                    <a:pt x="2367659" y="320391"/>
                  </a:lnTo>
                  <a:lnTo>
                    <a:pt x="2368624" y="321599"/>
                  </a:lnTo>
                  <a:lnTo>
                    <a:pt x="2369588" y="322920"/>
                  </a:lnTo>
                  <a:lnTo>
                    <a:pt x="2370552" y="324321"/>
                  </a:lnTo>
                  <a:lnTo>
                    <a:pt x="2371516" y="325809"/>
                  </a:lnTo>
                  <a:lnTo>
                    <a:pt x="2372480" y="327378"/>
                  </a:lnTo>
                  <a:lnTo>
                    <a:pt x="2373444" y="329003"/>
                  </a:lnTo>
                  <a:lnTo>
                    <a:pt x="2374408" y="330640"/>
                  </a:lnTo>
                  <a:lnTo>
                    <a:pt x="2375372" y="332312"/>
                  </a:lnTo>
                  <a:lnTo>
                    <a:pt x="2376336" y="334032"/>
                  </a:lnTo>
                  <a:lnTo>
                    <a:pt x="2377300" y="335760"/>
                  </a:lnTo>
                  <a:lnTo>
                    <a:pt x="2378264" y="337462"/>
                  </a:lnTo>
                  <a:lnTo>
                    <a:pt x="2379228" y="339138"/>
                  </a:lnTo>
                  <a:lnTo>
                    <a:pt x="2380192" y="340814"/>
                  </a:lnTo>
                  <a:lnTo>
                    <a:pt x="2381156" y="342464"/>
                  </a:lnTo>
                  <a:lnTo>
                    <a:pt x="2382120" y="344084"/>
                  </a:lnTo>
                  <a:lnTo>
                    <a:pt x="2383084" y="345675"/>
                  </a:lnTo>
                  <a:lnTo>
                    <a:pt x="2384048" y="347278"/>
                  </a:lnTo>
                  <a:lnTo>
                    <a:pt x="2385012" y="348871"/>
                  </a:lnTo>
                  <a:lnTo>
                    <a:pt x="2385976" y="350427"/>
                  </a:lnTo>
                  <a:lnTo>
                    <a:pt x="2386940" y="351894"/>
                  </a:lnTo>
                  <a:lnTo>
                    <a:pt x="2387904" y="353299"/>
                  </a:lnTo>
                  <a:lnTo>
                    <a:pt x="2388868" y="354700"/>
                  </a:lnTo>
                  <a:lnTo>
                    <a:pt x="2389832" y="356091"/>
                  </a:lnTo>
                  <a:lnTo>
                    <a:pt x="2390796" y="357448"/>
                  </a:lnTo>
                  <a:lnTo>
                    <a:pt x="2391760" y="358768"/>
                  </a:lnTo>
                  <a:lnTo>
                    <a:pt x="2392724" y="360035"/>
                  </a:lnTo>
                  <a:lnTo>
                    <a:pt x="2393688" y="361210"/>
                  </a:lnTo>
                  <a:lnTo>
                    <a:pt x="2394652" y="362288"/>
                  </a:lnTo>
                  <a:lnTo>
                    <a:pt x="2395616" y="363300"/>
                  </a:lnTo>
                  <a:lnTo>
                    <a:pt x="2396580" y="364225"/>
                  </a:lnTo>
                  <a:lnTo>
                    <a:pt x="2397544" y="365064"/>
                  </a:lnTo>
                  <a:lnTo>
                    <a:pt x="2398508" y="365799"/>
                  </a:lnTo>
                  <a:lnTo>
                    <a:pt x="2399472" y="366413"/>
                  </a:lnTo>
                  <a:lnTo>
                    <a:pt x="2400436" y="366925"/>
                  </a:lnTo>
                  <a:lnTo>
                    <a:pt x="2401400" y="367351"/>
                  </a:lnTo>
                  <a:lnTo>
                    <a:pt x="2402364" y="367625"/>
                  </a:lnTo>
                  <a:lnTo>
                    <a:pt x="2403328" y="367741"/>
                  </a:lnTo>
                  <a:lnTo>
                    <a:pt x="2404292" y="367657"/>
                  </a:lnTo>
                  <a:lnTo>
                    <a:pt x="2405256" y="367358"/>
                  </a:lnTo>
                  <a:lnTo>
                    <a:pt x="2406220" y="366844"/>
                  </a:lnTo>
                  <a:lnTo>
                    <a:pt x="2407184" y="366090"/>
                  </a:lnTo>
                  <a:lnTo>
                    <a:pt x="2408148" y="365073"/>
                  </a:lnTo>
                  <a:lnTo>
                    <a:pt x="2409112" y="363786"/>
                  </a:lnTo>
                  <a:lnTo>
                    <a:pt x="2410076" y="362253"/>
                  </a:lnTo>
                  <a:lnTo>
                    <a:pt x="2411040" y="360496"/>
                  </a:lnTo>
                  <a:lnTo>
                    <a:pt x="2412004" y="358496"/>
                  </a:lnTo>
                  <a:lnTo>
                    <a:pt x="2412968" y="356217"/>
                  </a:lnTo>
                  <a:lnTo>
                    <a:pt x="2413932" y="353709"/>
                  </a:lnTo>
                  <a:lnTo>
                    <a:pt x="2414896" y="351051"/>
                  </a:lnTo>
                  <a:lnTo>
                    <a:pt x="2415860" y="348256"/>
                  </a:lnTo>
                  <a:lnTo>
                    <a:pt x="2416824" y="345380"/>
                  </a:lnTo>
                  <a:lnTo>
                    <a:pt x="2417788" y="342413"/>
                  </a:lnTo>
                  <a:lnTo>
                    <a:pt x="2418752" y="339386"/>
                  </a:lnTo>
                  <a:lnTo>
                    <a:pt x="2419716" y="336330"/>
                  </a:lnTo>
                  <a:lnTo>
                    <a:pt x="2420680" y="333258"/>
                  </a:lnTo>
                  <a:lnTo>
                    <a:pt x="2421644" y="330199"/>
                  </a:lnTo>
                  <a:lnTo>
                    <a:pt x="2422608" y="327222"/>
                  </a:lnTo>
                  <a:lnTo>
                    <a:pt x="2423572" y="324358"/>
                  </a:lnTo>
                  <a:lnTo>
                    <a:pt x="2424536" y="321605"/>
                  </a:lnTo>
                  <a:lnTo>
                    <a:pt x="2425500" y="318973"/>
                  </a:lnTo>
                  <a:lnTo>
                    <a:pt x="2426464" y="316494"/>
                  </a:lnTo>
                  <a:lnTo>
                    <a:pt x="2427428" y="314211"/>
                  </a:lnTo>
                  <a:lnTo>
                    <a:pt x="2428392" y="312078"/>
                  </a:lnTo>
                  <a:lnTo>
                    <a:pt x="2429356" y="310049"/>
                  </a:lnTo>
                  <a:lnTo>
                    <a:pt x="2430320" y="308112"/>
                  </a:lnTo>
                  <a:lnTo>
                    <a:pt x="2431284" y="306283"/>
                  </a:lnTo>
                  <a:lnTo>
                    <a:pt x="2432248" y="304576"/>
                  </a:lnTo>
                  <a:lnTo>
                    <a:pt x="2433212" y="302982"/>
                  </a:lnTo>
                  <a:lnTo>
                    <a:pt x="2434176" y="301510"/>
                  </a:lnTo>
                  <a:lnTo>
                    <a:pt x="2435140" y="300189"/>
                  </a:lnTo>
                  <a:lnTo>
                    <a:pt x="2436104" y="299014"/>
                  </a:lnTo>
                  <a:lnTo>
                    <a:pt x="2437068" y="297926"/>
                  </a:lnTo>
                  <a:lnTo>
                    <a:pt x="2438032" y="296905"/>
                  </a:lnTo>
                  <a:lnTo>
                    <a:pt x="2438996" y="295975"/>
                  </a:lnTo>
                  <a:lnTo>
                    <a:pt x="2439960" y="295137"/>
                  </a:lnTo>
                  <a:lnTo>
                    <a:pt x="2440924" y="294397"/>
                  </a:lnTo>
                  <a:lnTo>
                    <a:pt x="2441888" y="293754"/>
                  </a:lnTo>
                  <a:lnTo>
                    <a:pt x="2442852" y="293221"/>
                  </a:lnTo>
                  <a:lnTo>
                    <a:pt x="2443816" y="292815"/>
                  </a:lnTo>
                  <a:lnTo>
                    <a:pt x="2444780" y="292557"/>
                  </a:lnTo>
                  <a:lnTo>
                    <a:pt x="2445744" y="292446"/>
                  </a:lnTo>
                  <a:lnTo>
                    <a:pt x="2446708" y="292484"/>
                  </a:lnTo>
                  <a:lnTo>
                    <a:pt x="2447672" y="292687"/>
                  </a:lnTo>
                  <a:lnTo>
                    <a:pt x="2448636" y="293055"/>
                  </a:lnTo>
                  <a:lnTo>
                    <a:pt x="2449600" y="293563"/>
                  </a:lnTo>
                  <a:lnTo>
                    <a:pt x="2450564" y="294216"/>
                  </a:lnTo>
                  <a:lnTo>
                    <a:pt x="2451528" y="294983"/>
                  </a:lnTo>
                  <a:lnTo>
                    <a:pt x="2452492" y="295872"/>
                  </a:lnTo>
                  <a:lnTo>
                    <a:pt x="2453456" y="296842"/>
                  </a:lnTo>
                  <a:lnTo>
                    <a:pt x="2454420" y="297870"/>
                  </a:lnTo>
                  <a:lnTo>
                    <a:pt x="2455384" y="298957"/>
                  </a:lnTo>
                  <a:lnTo>
                    <a:pt x="2456348" y="300103"/>
                  </a:lnTo>
                  <a:lnTo>
                    <a:pt x="2457312" y="301330"/>
                  </a:lnTo>
                  <a:lnTo>
                    <a:pt x="2458276" y="302656"/>
                  </a:lnTo>
                  <a:lnTo>
                    <a:pt x="2459240" y="304056"/>
                  </a:lnTo>
                  <a:lnTo>
                    <a:pt x="2460204" y="305554"/>
                  </a:lnTo>
                  <a:lnTo>
                    <a:pt x="2461168" y="307150"/>
                  </a:lnTo>
                  <a:lnTo>
                    <a:pt x="2462132" y="308843"/>
                  </a:lnTo>
                  <a:lnTo>
                    <a:pt x="2463096" y="310585"/>
                  </a:lnTo>
                  <a:lnTo>
                    <a:pt x="2464060" y="312341"/>
                  </a:lnTo>
                  <a:lnTo>
                    <a:pt x="2465024" y="314130"/>
                  </a:lnTo>
                  <a:lnTo>
                    <a:pt x="2465988" y="315962"/>
                  </a:lnTo>
                  <a:lnTo>
                    <a:pt x="2466952" y="317832"/>
                  </a:lnTo>
                  <a:lnTo>
                    <a:pt x="2467916" y="319716"/>
                  </a:lnTo>
                  <a:lnTo>
                    <a:pt x="2468880" y="321593"/>
                  </a:lnTo>
                  <a:lnTo>
                    <a:pt x="2469844" y="323446"/>
                  </a:lnTo>
                  <a:lnTo>
                    <a:pt x="2470808" y="325268"/>
                  </a:lnTo>
                  <a:lnTo>
                    <a:pt x="2471772" y="327010"/>
                  </a:lnTo>
                  <a:lnTo>
                    <a:pt x="2472736" y="328643"/>
                  </a:lnTo>
                  <a:lnTo>
                    <a:pt x="2473700" y="330165"/>
                  </a:lnTo>
                  <a:lnTo>
                    <a:pt x="2474664" y="331562"/>
                  </a:lnTo>
                  <a:lnTo>
                    <a:pt x="2475628" y="332817"/>
                  </a:lnTo>
                  <a:lnTo>
                    <a:pt x="2476592" y="333933"/>
                  </a:lnTo>
                  <a:lnTo>
                    <a:pt x="2477556" y="334920"/>
                  </a:lnTo>
                  <a:lnTo>
                    <a:pt x="2478520" y="335759"/>
                  </a:lnTo>
                  <a:lnTo>
                    <a:pt x="2479485" y="336425"/>
                  </a:lnTo>
                  <a:lnTo>
                    <a:pt x="2480449" y="336898"/>
                  </a:lnTo>
                  <a:lnTo>
                    <a:pt x="2481413" y="337187"/>
                  </a:lnTo>
                  <a:lnTo>
                    <a:pt x="2482377" y="337325"/>
                  </a:lnTo>
                  <a:lnTo>
                    <a:pt x="2483341" y="337342"/>
                  </a:lnTo>
                  <a:lnTo>
                    <a:pt x="2484305" y="337236"/>
                  </a:lnTo>
                  <a:lnTo>
                    <a:pt x="2485269" y="337009"/>
                  </a:lnTo>
                  <a:lnTo>
                    <a:pt x="2486233" y="336681"/>
                  </a:lnTo>
                  <a:lnTo>
                    <a:pt x="2487197" y="336195"/>
                  </a:lnTo>
                  <a:lnTo>
                    <a:pt x="2488161" y="335497"/>
                  </a:lnTo>
                  <a:lnTo>
                    <a:pt x="2489125" y="334572"/>
                  </a:lnTo>
                  <a:lnTo>
                    <a:pt x="2490089" y="333410"/>
                  </a:lnTo>
                  <a:lnTo>
                    <a:pt x="2491053" y="331970"/>
                  </a:lnTo>
                  <a:lnTo>
                    <a:pt x="2492017" y="330221"/>
                  </a:lnTo>
                  <a:lnTo>
                    <a:pt x="2492981" y="328143"/>
                  </a:lnTo>
                  <a:lnTo>
                    <a:pt x="2493945" y="325735"/>
                  </a:lnTo>
                  <a:lnTo>
                    <a:pt x="2494909" y="322999"/>
                  </a:lnTo>
                  <a:lnTo>
                    <a:pt x="2495873" y="319933"/>
                  </a:lnTo>
                  <a:lnTo>
                    <a:pt x="2496837" y="316538"/>
                  </a:lnTo>
                  <a:lnTo>
                    <a:pt x="2497801" y="312822"/>
                  </a:lnTo>
                  <a:lnTo>
                    <a:pt x="2498765" y="308788"/>
                  </a:lnTo>
                  <a:lnTo>
                    <a:pt x="2499729" y="304449"/>
                  </a:lnTo>
                  <a:lnTo>
                    <a:pt x="2500693" y="299795"/>
                  </a:lnTo>
                  <a:lnTo>
                    <a:pt x="2501657" y="294888"/>
                  </a:lnTo>
                  <a:lnTo>
                    <a:pt x="2502621" y="289835"/>
                  </a:lnTo>
                  <a:lnTo>
                    <a:pt x="2503585" y="284675"/>
                  </a:lnTo>
                  <a:lnTo>
                    <a:pt x="2504549" y="279427"/>
                  </a:lnTo>
                  <a:lnTo>
                    <a:pt x="2505513" y="274136"/>
                  </a:lnTo>
                  <a:lnTo>
                    <a:pt x="2506477" y="268808"/>
                  </a:lnTo>
                  <a:lnTo>
                    <a:pt x="2507441" y="263466"/>
                  </a:lnTo>
                  <a:lnTo>
                    <a:pt x="2508405" y="258088"/>
                  </a:lnTo>
                  <a:lnTo>
                    <a:pt x="2509369" y="252657"/>
                  </a:lnTo>
                  <a:lnTo>
                    <a:pt x="2510333" y="247173"/>
                  </a:lnTo>
                  <a:lnTo>
                    <a:pt x="2511297" y="241637"/>
                  </a:lnTo>
                  <a:lnTo>
                    <a:pt x="2512261" y="236053"/>
                  </a:lnTo>
                  <a:lnTo>
                    <a:pt x="2513225" y="230420"/>
                  </a:lnTo>
                  <a:lnTo>
                    <a:pt x="2514189" y="224739"/>
                  </a:lnTo>
                  <a:lnTo>
                    <a:pt x="2515153" y="219060"/>
                  </a:lnTo>
                  <a:lnTo>
                    <a:pt x="2516117" y="213390"/>
                  </a:lnTo>
                  <a:lnTo>
                    <a:pt x="2517081" y="207729"/>
                  </a:lnTo>
                  <a:lnTo>
                    <a:pt x="2518045" y="202084"/>
                  </a:lnTo>
                  <a:lnTo>
                    <a:pt x="2519009" y="196446"/>
                  </a:lnTo>
                  <a:lnTo>
                    <a:pt x="2519973" y="190815"/>
                  </a:lnTo>
                  <a:lnTo>
                    <a:pt x="2520937" y="185222"/>
                  </a:lnTo>
                  <a:lnTo>
                    <a:pt x="2521901" y="179689"/>
                  </a:lnTo>
                  <a:lnTo>
                    <a:pt x="2522865" y="174235"/>
                  </a:lnTo>
                  <a:lnTo>
                    <a:pt x="2523829" y="168866"/>
                  </a:lnTo>
                  <a:lnTo>
                    <a:pt x="2524793" y="163597"/>
                  </a:lnTo>
                  <a:lnTo>
                    <a:pt x="2525757" y="158438"/>
                  </a:lnTo>
                  <a:lnTo>
                    <a:pt x="2526721" y="153445"/>
                  </a:lnTo>
                  <a:lnTo>
                    <a:pt x="2527685" y="148664"/>
                  </a:lnTo>
                  <a:lnTo>
                    <a:pt x="2528649" y="144111"/>
                  </a:lnTo>
                  <a:lnTo>
                    <a:pt x="2529613" y="139800"/>
                  </a:lnTo>
                  <a:lnTo>
                    <a:pt x="2530577" y="135698"/>
                  </a:lnTo>
                  <a:lnTo>
                    <a:pt x="2531541" y="131748"/>
                  </a:lnTo>
                  <a:lnTo>
                    <a:pt x="2532505" y="127921"/>
                  </a:lnTo>
                  <a:lnTo>
                    <a:pt x="2533469" y="124227"/>
                  </a:lnTo>
                  <a:lnTo>
                    <a:pt x="2534433" y="120676"/>
                  </a:lnTo>
                  <a:lnTo>
                    <a:pt x="2535397" y="117317"/>
                  </a:lnTo>
                  <a:lnTo>
                    <a:pt x="2536361" y="114223"/>
                  </a:lnTo>
                  <a:lnTo>
                    <a:pt x="2537325" y="111444"/>
                  </a:lnTo>
                  <a:lnTo>
                    <a:pt x="2538289" y="109015"/>
                  </a:lnTo>
                  <a:lnTo>
                    <a:pt x="2539253" y="106986"/>
                  </a:lnTo>
                  <a:lnTo>
                    <a:pt x="2540217" y="105434"/>
                  </a:lnTo>
                  <a:lnTo>
                    <a:pt x="2541181" y="104403"/>
                  </a:lnTo>
                  <a:lnTo>
                    <a:pt x="2542145" y="103889"/>
                  </a:lnTo>
                  <a:lnTo>
                    <a:pt x="2543109" y="103891"/>
                  </a:lnTo>
                  <a:lnTo>
                    <a:pt x="2544073" y="104432"/>
                  </a:lnTo>
                  <a:lnTo>
                    <a:pt x="2545037" y="105513"/>
                  </a:lnTo>
                  <a:lnTo>
                    <a:pt x="2546001" y="107133"/>
                  </a:lnTo>
                  <a:lnTo>
                    <a:pt x="2546965" y="109283"/>
                  </a:lnTo>
                  <a:lnTo>
                    <a:pt x="2547929" y="111975"/>
                  </a:lnTo>
                  <a:lnTo>
                    <a:pt x="2548893" y="115229"/>
                  </a:lnTo>
                  <a:lnTo>
                    <a:pt x="2549857" y="119041"/>
                  </a:lnTo>
                  <a:lnTo>
                    <a:pt x="2550821" y="123264"/>
                  </a:lnTo>
                  <a:lnTo>
                    <a:pt x="2551785" y="127847"/>
                  </a:lnTo>
                  <a:lnTo>
                    <a:pt x="2552749" y="132750"/>
                  </a:lnTo>
                  <a:lnTo>
                    <a:pt x="2553713" y="137900"/>
                  </a:lnTo>
                  <a:lnTo>
                    <a:pt x="2554677" y="143232"/>
                  </a:lnTo>
                  <a:lnTo>
                    <a:pt x="2555641" y="148699"/>
                  </a:lnTo>
                  <a:lnTo>
                    <a:pt x="2556605" y="154263"/>
                  </a:lnTo>
                  <a:lnTo>
                    <a:pt x="2557569" y="159932"/>
                  </a:lnTo>
                  <a:lnTo>
                    <a:pt x="2558533" y="165678"/>
                  </a:lnTo>
                  <a:lnTo>
                    <a:pt x="2559497" y="171522"/>
                  </a:lnTo>
                  <a:lnTo>
                    <a:pt x="2560461" y="177530"/>
                  </a:lnTo>
                  <a:lnTo>
                    <a:pt x="2561425" y="183686"/>
                  </a:lnTo>
                  <a:lnTo>
                    <a:pt x="2562389" y="189955"/>
                  </a:lnTo>
                  <a:lnTo>
                    <a:pt x="2563353" y="196357"/>
                  </a:lnTo>
                  <a:lnTo>
                    <a:pt x="2564317" y="202882"/>
                  </a:lnTo>
                  <a:lnTo>
                    <a:pt x="2565281" y="209564"/>
                  </a:lnTo>
                  <a:lnTo>
                    <a:pt x="2566245" y="216378"/>
                  </a:lnTo>
                  <a:lnTo>
                    <a:pt x="2567209" y="223321"/>
                  </a:lnTo>
                  <a:lnTo>
                    <a:pt x="2568173" y="230399"/>
                  </a:lnTo>
                  <a:lnTo>
                    <a:pt x="2569137" y="237612"/>
                  </a:lnTo>
                  <a:lnTo>
                    <a:pt x="2570101" y="244935"/>
                  </a:lnTo>
                  <a:lnTo>
                    <a:pt x="2571065" y="252374"/>
                  </a:lnTo>
                  <a:lnTo>
                    <a:pt x="2572029" y="259940"/>
                  </a:lnTo>
                  <a:lnTo>
                    <a:pt x="2572993" y="267656"/>
                  </a:lnTo>
                  <a:lnTo>
                    <a:pt x="2573957" y="275522"/>
                  </a:lnTo>
                  <a:lnTo>
                    <a:pt x="2574921" y="283506"/>
                  </a:lnTo>
                  <a:lnTo>
                    <a:pt x="2575885" y="291632"/>
                  </a:lnTo>
                  <a:lnTo>
                    <a:pt x="2576849" y="299927"/>
                  </a:lnTo>
                  <a:lnTo>
                    <a:pt x="2577813" y="308308"/>
                  </a:lnTo>
                  <a:lnTo>
                    <a:pt x="2578777" y="316734"/>
                  </a:lnTo>
                  <a:lnTo>
                    <a:pt x="2579741" y="325259"/>
                  </a:lnTo>
                  <a:lnTo>
                    <a:pt x="2580705" y="333901"/>
                  </a:lnTo>
                  <a:lnTo>
                    <a:pt x="2581669" y="342729"/>
                  </a:lnTo>
                  <a:lnTo>
                    <a:pt x="2582633" y="351695"/>
                  </a:lnTo>
                  <a:lnTo>
                    <a:pt x="2583597" y="360777"/>
                  </a:lnTo>
                  <a:lnTo>
                    <a:pt x="2584561" y="369942"/>
                  </a:lnTo>
                  <a:lnTo>
                    <a:pt x="2585525" y="379086"/>
                  </a:lnTo>
                  <a:lnTo>
                    <a:pt x="2586094" y="384430"/>
                  </a:lnTo>
                  <a:lnTo>
                    <a:pt x="2669282" y="384430"/>
                  </a:lnTo>
                  <a:lnTo>
                    <a:pt x="2669394" y="383793"/>
                  </a:lnTo>
                  <a:lnTo>
                    <a:pt x="2670358" y="378432"/>
                  </a:lnTo>
                  <a:lnTo>
                    <a:pt x="2671322" y="373224"/>
                  </a:lnTo>
                  <a:lnTo>
                    <a:pt x="2672286" y="368145"/>
                  </a:lnTo>
                  <a:lnTo>
                    <a:pt x="2673250" y="363215"/>
                  </a:lnTo>
                  <a:lnTo>
                    <a:pt x="2674214" y="358495"/>
                  </a:lnTo>
                  <a:lnTo>
                    <a:pt x="2675178" y="353883"/>
                  </a:lnTo>
                  <a:lnTo>
                    <a:pt x="2676142" y="349369"/>
                  </a:lnTo>
                  <a:lnTo>
                    <a:pt x="2677106" y="344972"/>
                  </a:lnTo>
                  <a:lnTo>
                    <a:pt x="2678070" y="340699"/>
                  </a:lnTo>
                  <a:lnTo>
                    <a:pt x="2679034" y="336635"/>
                  </a:lnTo>
                  <a:lnTo>
                    <a:pt x="2679998" y="332787"/>
                  </a:lnTo>
                  <a:lnTo>
                    <a:pt x="2680962" y="329122"/>
                  </a:lnTo>
                  <a:lnTo>
                    <a:pt x="2681926" y="325623"/>
                  </a:lnTo>
                  <a:lnTo>
                    <a:pt x="2682890" y="322252"/>
                  </a:lnTo>
                  <a:lnTo>
                    <a:pt x="2683854" y="318956"/>
                  </a:lnTo>
                  <a:lnTo>
                    <a:pt x="2684818" y="315741"/>
                  </a:lnTo>
                  <a:lnTo>
                    <a:pt x="2685782" y="312545"/>
                  </a:lnTo>
                  <a:lnTo>
                    <a:pt x="2686746" y="309429"/>
                  </a:lnTo>
                  <a:lnTo>
                    <a:pt x="2687710" y="306390"/>
                  </a:lnTo>
                  <a:lnTo>
                    <a:pt x="2688674" y="303359"/>
                  </a:lnTo>
                  <a:lnTo>
                    <a:pt x="2689638" y="300320"/>
                  </a:lnTo>
                  <a:lnTo>
                    <a:pt x="2690602" y="297257"/>
                  </a:lnTo>
                  <a:lnTo>
                    <a:pt x="2691566" y="294171"/>
                  </a:lnTo>
                  <a:lnTo>
                    <a:pt x="2692530" y="291039"/>
                  </a:lnTo>
                  <a:lnTo>
                    <a:pt x="2693494" y="287894"/>
                  </a:lnTo>
                  <a:lnTo>
                    <a:pt x="2694458" y="284809"/>
                  </a:lnTo>
                  <a:lnTo>
                    <a:pt x="2695422" y="281785"/>
                  </a:lnTo>
                  <a:lnTo>
                    <a:pt x="2696386" y="278836"/>
                  </a:lnTo>
                  <a:lnTo>
                    <a:pt x="2697350" y="275950"/>
                  </a:lnTo>
                  <a:lnTo>
                    <a:pt x="2698314" y="273160"/>
                  </a:lnTo>
                  <a:lnTo>
                    <a:pt x="2699278" y="270453"/>
                  </a:lnTo>
                  <a:lnTo>
                    <a:pt x="2700242" y="267808"/>
                  </a:lnTo>
                  <a:lnTo>
                    <a:pt x="2701206" y="265224"/>
                  </a:lnTo>
                  <a:lnTo>
                    <a:pt x="2702171" y="262695"/>
                  </a:lnTo>
                  <a:lnTo>
                    <a:pt x="2703135" y="260244"/>
                  </a:lnTo>
                  <a:lnTo>
                    <a:pt x="2704099" y="257976"/>
                  </a:lnTo>
                  <a:lnTo>
                    <a:pt x="2705063" y="255992"/>
                  </a:lnTo>
                  <a:lnTo>
                    <a:pt x="2706027" y="254318"/>
                  </a:lnTo>
                  <a:lnTo>
                    <a:pt x="2706991" y="252951"/>
                  </a:lnTo>
                  <a:lnTo>
                    <a:pt x="2707955" y="251824"/>
                  </a:lnTo>
                  <a:lnTo>
                    <a:pt x="2708919" y="250842"/>
                  </a:lnTo>
                  <a:lnTo>
                    <a:pt x="2709883" y="250004"/>
                  </a:lnTo>
                  <a:lnTo>
                    <a:pt x="2710847" y="249283"/>
                  </a:lnTo>
                  <a:lnTo>
                    <a:pt x="2711811" y="248675"/>
                  </a:lnTo>
                  <a:lnTo>
                    <a:pt x="2712775" y="248266"/>
                  </a:lnTo>
                  <a:lnTo>
                    <a:pt x="2713739" y="248107"/>
                  </a:lnTo>
                  <a:lnTo>
                    <a:pt x="2714703" y="248258"/>
                  </a:lnTo>
                  <a:lnTo>
                    <a:pt x="2715667" y="248697"/>
                  </a:lnTo>
                  <a:lnTo>
                    <a:pt x="2716631" y="249426"/>
                  </a:lnTo>
                  <a:lnTo>
                    <a:pt x="2717595" y="250430"/>
                  </a:lnTo>
                  <a:lnTo>
                    <a:pt x="2718559" y="251615"/>
                  </a:lnTo>
                  <a:lnTo>
                    <a:pt x="2719523" y="252848"/>
                  </a:lnTo>
                  <a:lnTo>
                    <a:pt x="2720487" y="254038"/>
                  </a:lnTo>
                  <a:lnTo>
                    <a:pt x="2721451" y="255193"/>
                  </a:lnTo>
                  <a:lnTo>
                    <a:pt x="2722415" y="256349"/>
                  </a:lnTo>
                  <a:lnTo>
                    <a:pt x="2723379" y="257533"/>
                  </a:lnTo>
                  <a:lnTo>
                    <a:pt x="2724343" y="258745"/>
                  </a:lnTo>
                  <a:lnTo>
                    <a:pt x="2725307" y="259945"/>
                  </a:lnTo>
                  <a:lnTo>
                    <a:pt x="2726271" y="261135"/>
                  </a:lnTo>
                  <a:lnTo>
                    <a:pt x="2727235" y="262235"/>
                  </a:lnTo>
                  <a:lnTo>
                    <a:pt x="2728199" y="263168"/>
                  </a:lnTo>
                  <a:lnTo>
                    <a:pt x="2729163" y="263897"/>
                  </a:lnTo>
                  <a:lnTo>
                    <a:pt x="2730127" y="264444"/>
                  </a:lnTo>
                  <a:lnTo>
                    <a:pt x="2731091" y="264834"/>
                  </a:lnTo>
                  <a:lnTo>
                    <a:pt x="2732055" y="265051"/>
                  </a:lnTo>
                  <a:lnTo>
                    <a:pt x="2733019" y="265127"/>
                  </a:lnTo>
                  <a:lnTo>
                    <a:pt x="2733983" y="265103"/>
                  </a:lnTo>
                  <a:lnTo>
                    <a:pt x="2734947" y="265042"/>
                  </a:lnTo>
                  <a:lnTo>
                    <a:pt x="2735911" y="264904"/>
                  </a:lnTo>
                  <a:lnTo>
                    <a:pt x="2736875" y="264697"/>
                  </a:lnTo>
                  <a:lnTo>
                    <a:pt x="2737839" y="264476"/>
                  </a:lnTo>
                  <a:lnTo>
                    <a:pt x="2738803" y="264257"/>
                  </a:lnTo>
                  <a:lnTo>
                    <a:pt x="2739767" y="264071"/>
                  </a:lnTo>
                  <a:lnTo>
                    <a:pt x="2740731" y="263921"/>
                  </a:lnTo>
                  <a:lnTo>
                    <a:pt x="2741695" y="263826"/>
                  </a:lnTo>
                  <a:lnTo>
                    <a:pt x="2742659" y="263750"/>
                  </a:lnTo>
                  <a:lnTo>
                    <a:pt x="2743623" y="263693"/>
                  </a:lnTo>
                  <a:lnTo>
                    <a:pt x="2744587" y="263677"/>
                  </a:lnTo>
                  <a:lnTo>
                    <a:pt x="2745551" y="263716"/>
                  </a:lnTo>
                  <a:lnTo>
                    <a:pt x="2746515" y="263874"/>
                  </a:lnTo>
                  <a:lnTo>
                    <a:pt x="2747479" y="264138"/>
                  </a:lnTo>
                  <a:lnTo>
                    <a:pt x="2748443" y="264536"/>
                  </a:lnTo>
                  <a:lnTo>
                    <a:pt x="2749407" y="265052"/>
                  </a:lnTo>
                  <a:lnTo>
                    <a:pt x="2750371" y="265682"/>
                  </a:lnTo>
                  <a:lnTo>
                    <a:pt x="2751335" y="266413"/>
                  </a:lnTo>
                  <a:lnTo>
                    <a:pt x="2752299" y="267191"/>
                  </a:lnTo>
                  <a:lnTo>
                    <a:pt x="2753263" y="267910"/>
                  </a:lnTo>
                  <a:lnTo>
                    <a:pt x="2754227" y="268531"/>
                  </a:lnTo>
                  <a:lnTo>
                    <a:pt x="2755191" y="269065"/>
                  </a:lnTo>
                  <a:lnTo>
                    <a:pt x="2756155" y="269522"/>
                  </a:lnTo>
                  <a:lnTo>
                    <a:pt x="2757119" y="269994"/>
                  </a:lnTo>
                  <a:lnTo>
                    <a:pt x="2758083" y="270511"/>
                  </a:lnTo>
                  <a:lnTo>
                    <a:pt x="2759047" y="271054"/>
                  </a:lnTo>
                  <a:lnTo>
                    <a:pt x="2760011" y="271632"/>
                  </a:lnTo>
                  <a:lnTo>
                    <a:pt x="2760975" y="272154"/>
                  </a:lnTo>
                  <a:lnTo>
                    <a:pt x="2761939" y="272542"/>
                  </a:lnTo>
                  <a:lnTo>
                    <a:pt x="2762903" y="272735"/>
                  </a:lnTo>
                  <a:lnTo>
                    <a:pt x="2763867" y="272733"/>
                  </a:lnTo>
                  <a:lnTo>
                    <a:pt x="2764831" y="272557"/>
                  </a:lnTo>
                  <a:lnTo>
                    <a:pt x="2765795" y="272207"/>
                  </a:lnTo>
                  <a:lnTo>
                    <a:pt x="2766759" y="271722"/>
                  </a:lnTo>
                  <a:lnTo>
                    <a:pt x="2767723" y="271206"/>
                  </a:lnTo>
                  <a:lnTo>
                    <a:pt x="2768687" y="270754"/>
                  </a:lnTo>
                  <a:lnTo>
                    <a:pt x="2769651" y="270423"/>
                  </a:lnTo>
                  <a:lnTo>
                    <a:pt x="2770615" y="270189"/>
                  </a:lnTo>
                  <a:lnTo>
                    <a:pt x="2771579" y="270023"/>
                  </a:lnTo>
                  <a:lnTo>
                    <a:pt x="2772543" y="269878"/>
                  </a:lnTo>
                  <a:lnTo>
                    <a:pt x="2773507" y="269797"/>
                  </a:lnTo>
                  <a:lnTo>
                    <a:pt x="2774471" y="269781"/>
                  </a:lnTo>
                  <a:lnTo>
                    <a:pt x="2775435" y="269874"/>
                  </a:lnTo>
                  <a:lnTo>
                    <a:pt x="2776399" y="270136"/>
                  </a:lnTo>
                  <a:lnTo>
                    <a:pt x="2777363" y="270659"/>
                  </a:lnTo>
                  <a:lnTo>
                    <a:pt x="2778327" y="271444"/>
                  </a:lnTo>
                  <a:lnTo>
                    <a:pt x="2779291" y="272483"/>
                  </a:lnTo>
                  <a:lnTo>
                    <a:pt x="2780255" y="273778"/>
                  </a:lnTo>
                  <a:lnTo>
                    <a:pt x="2781219" y="275330"/>
                  </a:lnTo>
                  <a:lnTo>
                    <a:pt x="2782183" y="277122"/>
                  </a:lnTo>
                  <a:lnTo>
                    <a:pt x="2783147" y="279051"/>
                  </a:lnTo>
                  <a:lnTo>
                    <a:pt x="2784111" y="281069"/>
                  </a:lnTo>
                  <a:lnTo>
                    <a:pt x="2785075" y="283142"/>
                  </a:lnTo>
                  <a:lnTo>
                    <a:pt x="2786039" y="285232"/>
                  </a:lnTo>
                  <a:lnTo>
                    <a:pt x="2787003" y="287333"/>
                  </a:lnTo>
                  <a:lnTo>
                    <a:pt x="2787967" y="289428"/>
                  </a:lnTo>
                  <a:lnTo>
                    <a:pt x="2788931" y="291490"/>
                  </a:lnTo>
                  <a:lnTo>
                    <a:pt x="2789895" y="293513"/>
                  </a:lnTo>
                  <a:lnTo>
                    <a:pt x="2790859" y="295487"/>
                  </a:lnTo>
                  <a:lnTo>
                    <a:pt x="2791823" y="297374"/>
                  </a:lnTo>
                  <a:lnTo>
                    <a:pt x="2792787" y="299144"/>
                  </a:lnTo>
                  <a:lnTo>
                    <a:pt x="2793751" y="300790"/>
                  </a:lnTo>
                  <a:lnTo>
                    <a:pt x="2794715" y="302211"/>
                  </a:lnTo>
                  <a:lnTo>
                    <a:pt x="2795679" y="303367"/>
                  </a:lnTo>
                  <a:lnTo>
                    <a:pt x="2796643" y="304249"/>
                  </a:lnTo>
                  <a:lnTo>
                    <a:pt x="2797607" y="304883"/>
                  </a:lnTo>
                  <a:lnTo>
                    <a:pt x="2798571" y="305295"/>
                  </a:lnTo>
                  <a:lnTo>
                    <a:pt x="2799535" y="305540"/>
                  </a:lnTo>
                  <a:lnTo>
                    <a:pt x="2800499" y="305633"/>
                  </a:lnTo>
                  <a:lnTo>
                    <a:pt x="2801463" y="305590"/>
                  </a:lnTo>
                  <a:lnTo>
                    <a:pt x="2802427" y="305424"/>
                  </a:lnTo>
                  <a:lnTo>
                    <a:pt x="2803391" y="305118"/>
                  </a:lnTo>
                  <a:lnTo>
                    <a:pt x="2804355" y="304664"/>
                  </a:lnTo>
                  <a:lnTo>
                    <a:pt x="2805319" y="304061"/>
                  </a:lnTo>
                  <a:lnTo>
                    <a:pt x="2806283" y="303287"/>
                  </a:lnTo>
                  <a:lnTo>
                    <a:pt x="2807247" y="302365"/>
                  </a:lnTo>
                  <a:lnTo>
                    <a:pt x="2808211" y="301338"/>
                  </a:lnTo>
                  <a:lnTo>
                    <a:pt x="2809175" y="300274"/>
                  </a:lnTo>
                  <a:lnTo>
                    <a:pt x="2810139" y="299260"/>
                  </a:lnTo>
                  <a:lnTo>
                    <a:pt x="2811103" y="298308"/>
                  </a:lnTo>
                  <a:lnTo>
                    <a:pt x="2812067" y="297426"/>
                  </a:lnTo>
                  <a:lnTo>
                    <a:pt x="2813032" y="296594"/>
                  </a:lnTo>
                  <a:lnTo>
                    <a:pt x="2813996" y="295812"/>
                  </a:lnTo>
                  <a:lnTo>
                    <a:pt x="2814960" y="295091"/>
                  </a:lnTo>
                  <a:lnTo>
                    <a:pt x="2815924" y="294410"/>
                  </a:lnTo>
                  <a:lnTo>
                    <a:pt x="2816888" y="293758"/>
                  </a:lnTo>
                  <a:lnTo>
                    <a:pt x="2817852" y="293115"/>
                  </a:lnTo>
                  <a:lnTo>
                    <a:pt x="2818816" y="292473"/>
                  </a:lnTo>
                  <a:lnTo>
                    <a:pt x="2819780" y="291847"/>
                  </a:lnTo>
                  <a:lnTo>
                    <a:pt x="2820744" y="291280"/>
                  </a:lnTo>
                  <a:lnTo>
                    <a:pt x="2821708" y="290766"/>
                  </a:lnTo>
                  <a:lnTo>
                    <a:pt x="2822672" y="290258"/>
                  </a:lnTo>
                  <a:lnTo>
                    <a:pt x="2823636" y="289791"/>
                  </a:lnTo>
                  <a:lnTo>
                    <a:pt x="2824600" y="289312"/>
                  </a:lnTo>
                  <a:lnTo>
                    <a:pt x="2825564" y="288799"/>
                  </a:lnTo>
                  <a:lnTo>
                    <a:pt x="2826528" y="288244"/>
                  </a:lnTo>
                  <a:lnTo>
                    <a:pt x="2827492" y="287665"/>
                  </a:lnTo>
                  <a:lnTo>
                    <a:pt x="2828456" y="287079"/>
                  </a:lnTo>
                  <a:lnTo>
                    <a:pt x="2829420" y="286496"/>
                  </a:lnTo>
                  <a:lnTo>
                    <a:pt x="2830384" y="285942"/>
                  </a:lnTo>
                  <a:lnTo>
                    <a:pt x="2831348" y="285436"/>
                  </a:lnTo>
                  <a:lnTo>
                    <a:pt x="2832312" y="285047"/>
                  </a:lnTo>
                  <a:lnTo>
                    <a:pt x="2833276" y="284877"/>
                  </a:lnTo>
                  <a:lnTo>
                    <a:pt x="2834240" y="284980"/>
                  </a:lnTo>
                  <a:lnTo>
                    <a:pt x="2835204" y="285400"/>
                  </a:lnTo>
                  <a:lnTo>
                    <a:pt x="2836168" y="286176"/>
                  </a:lnTo>
                  <a:lnTo>
                    <a:pt x="2837132" y="287422"/>
                  </a:lnTo>
                  <a:lnTo>
                    <a:pt x="2838096" y="289109"/>
                  </a:lnTo>
                  <a:lnTo>
                    <a:pt x="2839060" y="291293"/>
                  </a:lnTo>
                  <a:lnTo>
                    <a:pt x="2840024" y="293950"/>
                  </a:lnTo>
                  <a:lnTo>
                    <a:pt x="2840988" y="297080"/>
                  </a:lnTo>
                  <a:lnTo>
                    <a:pt x="2841952" y="300677"/>
                  </a:lnTo>
                  <a:lnTo>
                    <a:pt x="2842916" y="304785"/>
                  </a:lnTo>
                  <a:lnTo>
                    <a:pt x="2843880" y="309510"/>
                  </a:lnTo>
                  <a:lnTo>
                    <a:pt x="2844844" y="314856"/>
                  </a:lnTo>
                  <a:lnTo>
                    <a:pt x="2845808" y="320816"/>
                  </a:lnTo>
                  <a:lnTo>
                    <a:pt x="2846772" y="327385"/>
                  </a:lnTo>
                  <a:lnTo>
                    <a:pt x="2847736" y="334478"/>
                  </a:lnTo>
                  <a:lnTo>
                    <a:pt x="2848700" y="342011"/>
                  </a:lnTo>
                  <a:lnTo>
                    <a:pt x="2849664" y="349984"/>
                  </a:lnTo>
                  <a:lnTo>
                    <a:pt x="2850628" y="358406"/>
                  </a:lnTo>
                  <a:lnTo>
                    <a:pt x="2851592" y="367295"/>
                  </a:lnTo>
                  <a:lnTo>
                    <a:pt x="2852556" y="376680"/>
                  </a:lnTo>
                  <a:lnTo>
                    <a:pt x="2853313" y="384430"/>
                  </a:lnTo>
                  <a:lnTo>
                    <a:pt x="2940383" y="384430"/>
                  </a:lnTo>
                  <a:lnTo>
                    <a:pt x="2941245" y="371704"/>
                  </a:lnTo>
                  <a:lnTo>
                    <a:pt x="2942209" y="357690"/>
                  </a:lnTo>
                  <a:lnTo>
                    <a:pt x="2943173" y="343927"/>
                  </a:lnTo>
                  <a:lnTo>
                    <a:pt x="2944137" y="330459"/>
                  </a:lnTo>
                  <a:lnTo>
                    <a:pt x="2945101" y="317311"/>
                  </a:lnTo>
                  <a:lnTo>
                    <a:pt x="2946065" y="304492"/>
                  </a:lnTo>
                  <a:lnTo>
                    <a:pt x="2947029" y="292101"/>
                  </a:lnTo>
                  <a:lnTo>
                    <a:pt x="2947993" y="280194"/>
                  </a:lnTo>
                  <a:lnTo>
                    <a:pt x="2948957" y="268762"/>
                  </a:lnTo>
                  <a:lnTo>
                    <a:pt x="2949921" y="257822"/>
                  </a:lnTo>
                  <a:lnTo>
                    <a:pt x="2950885" y="247332"/>
                  </a:lnTo>
                  <a:lnTo>
                    <a:pt x="2951849" y="237300"/>
                  </a:lnTo>
                  <a:lnTo>
                    <a:pt x="2952813" y="227735"/>
                  </a:lnTo>
                  <a:lnTo>
                    <a:pt x="2953777" y="218723"/>
                  </a:lnTo>
                  <a:lnTo>
                    <a:pt x="2954741" y="210330"/>
                  </a:lnTo>
                  <a:lnTo>
                    <a:pt x="2955705" y="202543"/>
                  </a:lnTo>
                  <a:lnTo>
                    <a:pt x="2956669" y="195307"/>
                  </a:lnTo>
                  <a:lnTo>
                    <a:pt x="2957633" y="188516"/>
                  </a:lnTo>
                  <a:lnTo>
                    <a:pt x="2958597" y="182186"/>
                  </a:lnTo>
                  <a:lnTo>
                    <a:pt x="2959561" y="176328"/>
                  </a:lnTo>
                  <a:lnTo>
                    <a:pt x="2960525" y="170944"/>
                  </a:lnTo>
                  <a:lnTo>
                    <a:pt x="2961489" y="165958"/>
                  </a:lnTo>
                  <a:lnTo>
                    <a:pt x="2962453" y="161331"/>
                  </a:lnTo>
                  <a:lnTo>
                    <a:pt x="2963417" y="157101"/>
                  </a:lnTo>
                  <a:lnTo>
                    <a:pt x="2964381" y="153331"/>
                  </a:lnTo>
                  <a:lnTo>
                    <a:pt x="2965345" y="150078"/>
                  </a:lnTo>
                  <a:lnTo>
                    <a:pt x="2966309" y="147382"/>
                  </a:lnTo>
                  <a:lnTo>
                    <a:pt x="2967273" y="145292"/>
                  </a:lnTo>
                  <a:lnTo>
                    <a:pt x="2968237" y="143712"/>
                  </a:lnTo>
                  <a:lnTo>
                    <a:pt x="2969201" y="142584"/>
                  </a:lnTo>
                  <a:lnTo>
                    <a:pt x="2970165" y="141925"/>
                  </a:lnTo>
                  <a:lnTo>
                    <a:pt x="2971129" y="141718"/>
                  </a:lnTo>
                  <a:lnTo>
                    <a:pt x="2972093" y="142055"/>
                  </a:lnTo>
                  <a:lnTo>
                    <a:pt x="2973057" y="142923"/>
                  </a:lnTo>
                  <a:lnTo>
                    <a:pt x="2974021" y="144316"/>
                  </a:lnTo>
                  <a:lnTo>
                    <a:pt x="2974985" y="146263"/>
                  </a:lnTo>
                  <a:lnTo>
                    <a:pt x="2975949" y="148796"/>
                  </a:lnTo>
                  <a:lnTo>
                    <a:pt x="2976913" y="151856"/>
                  </a:lnTo>
                  <a:lnTo>
                    <a:pt x="2977877" y="155486"/>
                  </a:lnTo>
                  <a:lnTo>
                    <a:pt x="2978841" y="159629"/>
                  </a:lnTo>
                  <a:lnTo>
                    <a:pt x="2979805" y="164218"/>
                  </a:lnTo>
                  <a:lnTo>
                    <a:pt x="2980769" y="169226"/>
                  </a:lnTo>
                  <a:lnTo>
                    <a:pt x="2981733" y="174609"/>
                  </a:lnTo>
                  <a:lnTo>
                    <a:pt x="2982697" y="180317"/>
                  </a:lnTo>
                  <a:lnTo>
                    <a:pt x="2983661" y="186355"/>
                  </a:lnTo>
                  <a:lnTo>
                    <a:pt x="2984625" y="192699"/>
                  </a:lnTo>
                  <a:lnTo>
                    <a:pt x="2985589" y="199385"/>
                  </a:lnTo>
                  <a:lnTo>
                    <a:pt x="2986553" y="206303"/>
                  </a:lnTo>
                  <a:lnTo>
                    <a:pt x="2987517" y="213381"/>
                  </a:lnTo>
                  <a:lnTo>
                    <a:pt x="2988481" y="220648"/>
                  </a:lnTo>
                  <a:lnTo>
                    <a:pt x="2989445" y="228062"/>
                  </a:lnTo>
                  <a:lnTo>
                    <a:pt x="2990409" y="235608"/>
                  </a:lnTo>
                  <a:lnTo>
                    <a:pt x="2991373" y="243274"/>
                  </a:lnTo>
                  <a:lnTo>
                    <a:pt x="2992337" y="251034"/>
                  </a:lnTo>
                  <a:lnTo>
                    <a:pt x="2993301" y="258871"/>
                  </a:lnTo>
                  <a:lnTo>
                    <a:pt x="2994265" y="266692"/>
                  </a:lnTo>
                  <a:lnTo>
                    <a:pt x="2995229" y="274392"/>
                  </a:lnTo>
                  <a:lnTo>
                    <a:pt x="2996193" y="281880"/>
                  </a:lnTo>
                  <a:lnTo>
                    <a:pt x="2997157" y="289169"/>
                  </a:lnTo>
                  <a:lnTo>
                    <a:pt x="2998121" y="296265"/>
                  </a:lnTo>
                  <a:lnTo>
                    <a:pt x="2999085" y="303189"/>
                  </a:lnTo>
                  <a:lnTo>
                    <a:pt x="3000049" y="309935"/>
                  </a:lnTo>
                  <a:lnTo>
                    <a:pt x="3001013" y="316510"/>
                  </a:lnTo>
                  <a:lnTo>
                    <a:pt x="3001977" y="322895"/>
                  </a:lnTo>
                  <a:lnTo>
                    <a:pt x="3002941" y="329033"/>
                  </a:lnTo>
                  <a:lnTo>
                    <a:pt x="3003905" y="334897"/>
                  </a:lnTo>
                  <a:lnTo>
                    <a:pt x="3004869" y="340486"/>
                  </a:lnTo>
                  <a:lnTo>
                    <a:pt x="3005833" y="345812"/>
                  </a:lnTo>
                  <a:lnTo>
                    <a:pt x="3006797" y="350875"/>
                  </a:lnTo>
                  <a:lnTo>
                    <a:pt x="3007761" y="355603"/>
                  </a:lnTo>
                  <a:lnTo>
                    <a:pt x="3008725" y="360009"/>
                  </a:lnTo>
                  <a:lnTo>
                    <a:pt x="3009689" y="364212"/>
                  </a:lnTo>
                  <a:lnTo>
                    <a:pt x="3010653" y="368274"/>
                  </a:lnTo>
                  <a:lnTo>
                    <a:pt x="3011617" y="372130"/>
                  </a:lnTo>
                  <a:lnTo>
                    <a:pt x="3012581" y="375777"/>
                  </a:lnTo>
                  <a:lnTo>
                    <a:pt x="3013545" y="379155"/>
                  </a:lnTo>
                  <a:lnTo>
                    <a:pt x="3014509" y="382296"/>
                  </a:lnTo>
                  <a:lnTo>
                    <a:pt x="3015226" y="384430"/>
                  </a:lnTo>
                  <a:lnTo>
                    <a:pt x="3190962" y="384430"/>
                  </a:lnTo>
                  <a:lnTo>
                    <a:pt x="3191887" y="381312"/>
                  </a:lnTo>
                  <a:lnTo>
                    <a:pt x="3192851" y="378384"/>
                  </a:lnTo>
                  <a:lnTo>
                    <a:pt x="3193815" y="375828"/>
                  </a:lnTo>
                  <a:lnTo>
                    <a:pt x="3194779" y="373672"/>
                  </a:lnTo>
                  <a:lnTo>
                    <a:pt x="3195743" y="371988"/>
                  </a:lnTo>
                  <a:lnTo>
                    <a:pt x="3196707" y="370804"/>
                  </a:lnTo>
                  <a:lnTo>
                    <a:pt x="3197671" y="370028"/>
                  </a:lnTo>
                  <a:lnTo>
                    <a:pt x="3198635" y="369621"/>
                  </a:lnTo>
                  <a:lnTo>
                    <a:pt x="3199599" y="369601"/>
                  </a:lnTo>
                  <a:lnTo>
                    <a:pt x="3200563" y="369896"/>
                  </a:lnTo>
                  <a:lnTo>
                    <a:pt x="3201527" y="370569"/>
                  </a:lnTo>
                  <a:lnTo>
                    <a:pt x="3202491" y="371689"/>
                  </a:lnTo>
                  <a:lnTo>
                    <a:pt x="3203455" y="373248"/>
                  </a:lnTo>
                  <a:lnTo>
                    <a:pt x="3204419" y="375254"/>
                  </a:lnTo>
                  <a:lnTo>
                    <a:pt x="3205383" y="377705"/>
                  </a:lnTo>
                  <a:lnTo>
                    <a:pt x="3206347" y="380545"/>
                  </a:lnTo>
                  <a:lnTo>
                    <a:pt x="3207311" y="383678"/>
                  </a:lnTo>
                  <a:lnTo>
                    <a:pt x="3207523" y="384430"/>
                  </a:lnTo>
                  <a:lnTo>
                    <a:pt x="3256113" y="384430"/>
                  </a:lnTo>
                  <a:lnTo>
                    <a:pt x="3256475" y="380929"/>
                  </a:lnTo>
                  <a:lnTo>
                    <a:pt x="3257439" y="371464"/>
                  </a:lnTo>
                  <a:lnTo>
                    <a:pt x="3258404" y="361882"/>
                  </a:lnTo>
                  <a:lnTo>
                    <a:pt x="3259368" y="352162"/>
                  </a:lnTo>
                  <a:lnTo>
                    <a:pt x="3260332" y="342304"/>
                  </a:lnTo>
                  <a:lnTo>
                    <a:pt x="3261296" y="332335"/>
                  </a:lnTo>
                  <a:lnTo>
                    <a:pt x="3262260" y="322361"/>
                  </a:lnTo>
                  <a:lnTo>
                    <a:pt x="3263224" y="312456"/>
                  </a:lnTo>
                  <a:lnTo>
                    <a:pt x="3264188" y="302632"/>
                  </a:lnTo>
                  <a:lnTo>
                    <a:pt x="3265152" y="292948"/>
                  </a:lnTo>
                  <a:lnTo>
                    <a:pt x="3266116" y="283418"/>
                  </a:lnTo>
                  <a:lnTo>
                    <a:pt x="3267080" y="274069"/>
                  </a:lnTo>
                  <a:lnTo>
                    <a:pt x="3268044" y="264943"/>
                  </a:lnTo>
                  <a:lnTo>
                    <a:pt x="3269008" y="256097"/>
                  </a:lnTo>
                  <a:lnTo>
                    <a:pt x="3269972" y="247485"/>
                  </a:lnTo>
                  <a:lnTo>
                    <a:pt x="3270936" y="239136"/>
                  </a:lnTo>
                  <a:lnTo>
                    <a:pt x="3271900" y="231032"/>
                  </a:lnTo>
                  <a:lnTo>
                    <a:pt x="3272864" y="223255"/>
                  </a:lnTo>
                  <a:lnTo>
                    <a:pt x="3273828" y="215880"/>
                  </a:lnTo>
                  <a:lnTo>
                    <a:pt x="3274792" y="208913"/>
                  </a:lnTo>
                  <a:lnTo>
                    <a:pt x="3275756" y="202412"/>
                  </a:lnTo>
                  <a:lnTo>
                    <a:pt x="3276720" y="196335"/>
                  </a:lnTo>
                  <a:lnTo>
                    <a:pt x="3277684" y="190744"/>
                  </a:lnTo>
                  <a:lnTo>
                    <a:pt x="3278648" y="185594"/>
                  </a:lnTo>
                  <a:lnTo>
                    <a:pt x="3279612" y="180943"/>
                  </a:lnTo>
                  <a:lnTo>
                    <a:pt x="3280576" y="176802"/>
                  </a:lnTo>
                  <a:lnTo>
                    <a:pt x="3281540" y="173164"/>
                  </a:lnTo>
                  <a:lnTo>
                    <a:pt x="3282504" y="169990"/>
                  </a:lnTo>
                  <a:lnTo>
                    <a:pt x="3283468" y="167232"/>
                  </a:lnTo>
                  <a:lnTo>
                    <a:pt x="3284432" y="164871"/>
                  </a:lnTo>
                  <a:lnTo>
                    <a:pt x="3285396" y="162880"/>
                  </a:lnTo>
                  <a:lnTo>
                    <a:pt x="3286360" y="161287"/>
                  </a:lnTo>
                  <a:lnTo>
                    <a:pt x="3287324" y="160055"/>
                  </a:lnTo>
                  <a:lnTo>
                    <a:pt x="3288288" y="159175"/>
                  </a:lnTo>
                  <a:lnTo>
                    <a:pt x="3289252" y="158695"/>
                  </a:lnTo>
                  <a:lnTo>
                    <a:pt x="3290216" y="158627"/>
                  </a:lnTo>
                  <a:lnTo>
                    <a:pt x="3291180" y="158978"/>
                  </a:lnTo>
                  <a:lnTo>
                    <a:pt x="3292144" y="159723"/>
                  </a:lnTo>
                  <a:lnTo>
                    <a:pt x="3293108" y="160894"/>
                  </a:lnTo>
                  <a:lnTo>
                    <a:pt x="3294072" y="162520"/>
                  </a:lnTo>
                  <a:lnTo>
                    <a:pt x="3295036" y="164583"/>
                  </a:lnTo>
                  <a:lnTo>
                    <a:pt x="3296000" y="167100"/>
                  </a:lnTo>
                  <a:lnTo>
                    <a:pt x="3296964" y="170100"/>
                  </a:lnTo>
                  <a:lnTo>
                    <a:pt x="3297928" y="173503"/>
                  </a:lnTo>
                  <a:lnTo>
                    <a:pt x="3298892" y="177285"/>
                  </a:lnTo>
                  <a:lnTo>
                    <a:pt x="3299856" y="181389"/>
                  </a:lnTo>
                  <a:lnTo>
                    <a:pt x="3300820" y="185723"/>
                  </a:lnTo>
                  <a:lnTo>
                    <a:pt x="3301784" y="190294"/>
                  </a:lnTo>
                  <a:lnTo>
                    <a:pt x="3302748" y="195057"/>
                  </a:lnTo>
                  <a:lnTo>
                    <a:pt x="3303712" y="199932"/>
                  </a:lnTo>
                  <a:lnTo>
                    <a:pt x="3304676" y="204845"/>
                  </a:lnTo>
                  <a:lnTo>
                    <a:pt x="3305640" y="209783"/>
                  </a:lnTo>
                  <a:lnTo>
                    <a:pt x="3306604" y="214732"/>
                  </a:lnTo>
                  <a:lnTo>
                    <a:pt x="3307568" y="219691"/>
                  </a:lnTo>
                  <a:lnTo>
                    <a:pt x="3308532" y="224628"/>
                  </a:lnTo>
                  <a:lnTo>
                    <a:pt x="3309496" y="229529"/>
                  </a:lnTo>
                  <a:lnTo>
                    <a:pt x="3310460" y="234343"/>
                  </a:lnTo>
                  <a:lnTo>
                    <a:pt x="3311424" y="239018"/>
                  </a:lnTo>
                  <a:lnTo>
                    <a:pt x="3312388" y="243570"/>
                  </a:lnTo>
                  <a:lnTo>
                    <a:pt x="3313352" y="247975"/>
                  </a:lnTo>
                  <a:lnTo>
                    <a:pt x="3314316" y="252264"/>
                  </a:lnTo>
                  <a:lnTo>
                    <a:pt x="3315280" y="256463"/>
                  </a:lnTo>
                  <a:lnTo>
                    <a:pt x="3316244" y="260586"/>
                  </a:lnTo>
                  <a:lnTo>
                    <a:pt x="3317208" y="264586"/>
                  </a:lnTo>
                  <a:lnTo>
                    <a:pt x="3318172" y="268421"/>
                  </a:lnTo>
                  <a:lnTo>
                    <a:pt x="3319136" y="272078"/>
                  </a:lnTo>
                  <a:lnTo>
                    <a:pt x="3320100" y="275526"/>
                  </a:lnTo>
                  <a:lnTo>
                    <a:pt x="3321064" y="278772"/>
                  </a:lnTo>
                  <a:lnTo>
                    <a:pt x="3322028" y="281764"/>
                  </a:lnTo>
                  <a:lnTo>
                    <a:pt x="3322992" y="284532"/>
                  </a:lnTo>
                  <a:lnTo>
                    <a:pt x="3323956" y="287098"/>
                  </a:lnTo>
                  <a:lnTo>
                    <a:pt x="3324920" y="289482"/>
                  </a:lnTo>
                  <a:lnTo>
                    <a:pt x="3325884" y="291688"/>
                  </a:lnTo>
                  <a:lnTo>
                    <a:pt x="3326848" y="293715"/>
                  </a:lnTo>
                  <a:lnTo>
                    <a:pt x="3327812" y="295550"/>
                  </a:lnTo>
                  <a:lnTo>
                    <a:pt x="3328776" y="297191"/>
                  </a:lnTo>
                  <a:lnTo>
                    <a:pt x="3329740" y="298655"/>
                  </a:lnTo>
                  <a:lnTo>
                    <a:pt x="3330704" y="299927"/>
                  </a:lnTo>
                  <a:lnTo>
                    <a:pt x="3331668" y="301028"/>
                  </a:lnTo>
                  <a:lnTo>
                    <a:pt x="3332632" y="301970"/>
                  </a:lnTo>
                  <a:lnTo>
                    <a:pt x="3333596" y="302768"/>
                  </a:lnTo>
                  <a:lnTo>
                    <a:pt x="3334560" y="303437"/>
                  </a:lnTo>
                  <a:lnTo>
                    <a:pt x="3335524" y="303980"/>
                  </a:lnTo>
                  <a:lnTo>
                    <a:pt x="3336488" y="304454"/>
                  </a:lnTo>
                  <a:lnTo>
                    <a:pt x="3337452" y="304812"/>
                  </a:lnTo>
                  <a:lnTo>
                    <a:pt x="3338416" y="305029"/>
                  </a:lnTo>
                  <a:lnTo>
                    <a:pt x="3339380" y="305098"/>
                  </a:lnTo>
                  <a:lnTo>
                    <a:pt x="3340344" y="305037"/>
                  </a:lnTo>
                  <a:lnTo>
                    <a:pt x="3341308" y="304840"/>
                  </a:lnTo>
                  <a:lnTo>
                    <a:pt x="3342272" y="304522"/>
                  </a:lnTo>
                  <a:lnTo>
                    <a:pt x="3343236" y="304092"/>
                  </a:lnTo>
                  <a:lnTo>
                    <a:pt x="3344200" y="303558"/>
                  </a:lnTo>
                  <a:lnTo>
                    <a:pt x="3345164" y="302921"/>
                  </a:lnTo>
                  <a:lnTo>
                    <a:pt x="3346128" y="302202"/>
                  </a:lnTo>
                  <a:lnTo>
                    <a:pt x="3347092" y="301411"/>
                  </a:lnTo>
                  <a:lnTo>
                    <a:pt x="3348056" y="300575"/>
                  </a:lnTo>
                  <a:lnTo>
                    <a:pt x="3349020" y="299784"/>
                  </a:lnTo>
                  <a:lnTo>
                    <a:pt x="3349984" y="299056"/>
                  </a:lnTo>
                  <a:lnTo>
                    <a:pt x="3350948" y="298337"/>
                  </a:lnTo>
                  <a:lnTo>
                    <a:pt x="3351912" y="297646"/>
                  </a:lnTo>
                  <a:lnTo>
                    <a:pt x="3352876" y="297009"/>
                  </a:lnTo>
                  <a:lnTo>
                    <a:pt x="3353840" y="296443"/>
                  </a:lnTo>
                  <a:lnTo>
                    <a:pt x="3354804" y="295941"/>
                  </a:lnTo>
                  <a:lnTo>
                    <a:pt x="3355768" y="295504"/>
                  </a:lnTo>
                  <a:lnTo>
                    <a:pt x="3356732" y="295162"/>
                  </a:lnTo>
                  <a:lnTo>
                    <a:pt x="3357696" y="294962"/>
                  </a:lnTo>
                  <a:lnTo>
                    <a:pt x="3358660" y="294913"/>
                  </a:lnTo>
                  <a:lnTo>
                    <a:pt x="3359624" y="295014"/>
                  </a:lnTo>
                  <a:lnTo>
                    <a:pt x="3360588" y="295233"/>
                  </a:lnTo>
                  <a:lnTo>
                    <a:pt x="3361552" y="295564"/>
                  </a:lnTo>
                  <a:lnTo>
                    <a:pt x="3362516" y="295988"/>
                  </a:lnTo>
                  <a:lnTo>
                    <a:pt x="3363480" y="296452"/>
                  </a:lnTo>
                  <a:lnTo>
                    <a:pt x="3364444" y="296938"/>
                  </a:lnTo>
                  <a:lnTo>
                    <a:pt x="3365408" y="297445"/>
                  </a:lnTo>
                  <a:lnTo>
                    <a:pt x="3366372" y="298014"/>
                  </a:lnTo>
                  <a:lnTo>
                    <a:pt x="3367336" y="298671"/>
                  </a:lnTo>
                  <a:lnTo>
                    <a:pt x="3368300" y="299437"/>
                  </a:lnTo>
                  <a:lnTo>
                    <a:pt x="3369265" y="300332"/>
                  </a:lnTo>
                  <a:lnTo>
                    <a:pt x="3370229" y="301377"/>
                  </a:lnTo>
                  <a:lnTo>
                    <a:pt x="3371193" y="302545"/>
                  </a:lnTo>
                  <a:lnTo>
                    <a:pt x="3372157" y="303787"/>
                  </a:lnTo>
                  <a:lnTo>
                    <a:pt x="3373121" y="305074"/>
                  </a:lnTo>
                  <a:lnTo>
                    <a:pt x="3374085" y="306390"/>
                  </a:lnTo>
                  <a:lnTo>
                    <a:pt x="3375049" y="307709"/>
                  </a:lnTo>
                  <a:lnTo>
                    <a:pt x="3376013" y="308985"/>
                  </a:lnTo>
                  <a:lnTo>
                    <a:pt x="3376977" y="310224"/>
                  </a:lnTo>
                  <a:lnTo>
                    <a:pt x="3377941" y="311419"/>
                  </a:lnTo>
                  <a:lnTo>
                    <a:pt x="3378905" y="312565"/>
                  </a:lnTo>
                  <a:lnTo>
                    <a:pt x="3379869" y="313677"/>
                  </a:lnTo>
                  <a:lnTo>
                    <a:pt x="3380833" y="314724"/>
                  </a:lnTo>
                  <a:lnTo>
                    <a:pt x="3381797" y="315681"/>
                  </a:lnTo>
                  <a:lnTo>
                    <a:pt x="3382761" y="316532"/>
                  </a:lnTo>
                  <a:lnTo>
                    <a:pt x="3383725" y="317264"/>
                  </a:lnTo>
                  <a:lnTo>
                    <a:pt x="3384689" y="317844"/>
                  </a:lnTo>
                  <a:lnTo>
                    <a:pt x="3385653" y="318234"/>
                  </a:lnTo>
                  <a:lnTo>
                    <a:pt x="3386617" y="318422"/>
                  </a:lnTo>
                  <a:lnTo>
                    <a:pt x="3387581" y="318424"/>
                  </a:lnTo>
                  <a:lnTo>
                    <a:pt x="3388545" y="318293"/>
                  </a:lnTo>
                  <a:lnTo>
                    <a:pt x="3389509" y="318059"/>
                  </a:lnTo>
                  <a:lnTo>
                    <a:pt x="3390473" y="317789"/>
                  </a:lnTo>
                  <a:lnTo>
                    <a:pt x="3391437" y="317500"/>
                  </a:lnTo>
                  <a:lnTo>
                    <a:pt x="3392401" y="317184"/>
                  </a:lnTo>
                  <a:lnTo>
                    <a:pt x="3393365" y="316831"/>
                  </a:lnTo>
                  <a:lnTo>
                    <a:pt x="3394329" y="316454"/>
                  </a:lnTo>
                  <a:lnTo>
                    <a:pt x="3395293" y="316038"/>
                  </a:lnTo>
                  <a:lnTo>
                    <a:pt x="3396257" y="315536"/>
                  </a:lnTo>
                  <a:lnTo>
                    <a:pt x="3397221" y="314939"/>
                  </a:lnTo>
                  <a:lnTo>
                    <a:pt x="3398185" y="314255"/>
                  </a:lnTo>
                  <a:lnTo>
                    <a:pt x="3399149" y="313507"/>
                  </a:lnTo>
                  <a:lnTo>
                    <a:pt x="3400113" y="312749"/>
                  </a:lnTo>
                  <a:lnTo>
                    <a:pt x="3401077" y="312021"/>
                  </a:lnTo>
                  <a:lnTo>
                    <a:pt x="3402041" y="311316"/>
                  </a:lnTo>
                  <a:lnTo>
                    <a:pt x="3403005" y="310593"/>
                  </a:lnTo>
                  <a:lnTo>
                    <a:pt x="3403969" y="309888"/>
                  </a:lnTo>
                  <a:lnTo>
                    <a:pt x="3404933" y="309287"/>
                  </a:lnTo>
                  <a:lnTo>
                    <a:pt x="3405897" y="308731"/>
                  </a:lnTo>
                  <a:lnTo>
                    <a:pt x="3406861" y="308264"/>
                  </a:lnTo>
                  <a:lnTo>
                    <a:pt x="3407825" y="307891"/>
                  </a:lnTo>
                  <a:lnTo>
                    <a:pt x="3408789" y="307663"/>
                  </a:lnTo>
                  <a:lnTo>
                    <a:pt x="3409753" y="307645"/>
                  </a:lnTo>
                  <a:lnTo>
                    <a:pt x="3410717" y="307918"/>
                  </a:lnTo>
                  <a:lnTo>
                    <a:pt x="3411681" y="308497"/>
                  </a:lnTo>
                  <a:lnTo>
                    <a:pt x="3412645" y="309392"/>
                  </a:lnTo>
                  <a:lnTo>
                    <a:pt x="3413609" y="310611"/>
                  </a:lnTo>
                  <a:lnTo>
                    <a:pt x="3414573" y="312131"/>
                  </a:lnTo>
                  <a:lnTo>
                    <a:pt x="3415537" y="313916"/>
                  </a:lnTo>
                  <a:lnTo>
                    <a:pt x="3416501" y="315930"/>
                  </a:lnTo>
                  <a:lnTo>
                    <a:pt x="3417465" y="318205"/>
                  </a:lnTo>
                  <a:lnTo>
                    <a:pt x="3418429" y="320730"/>
                  </a:lnTo>
                  <a:lnTo>
                    <a:pt x="3419393" y="323431"/>
                  </a:lnTo>
                  <a:lnTo>
                    <a:pt x="3420357" y="326372"/>
                  </a:lnTo>
                  <a:lnTo>
                    <a:pt x="3421321" y="329533"/>
                  </a:lnTo>
                  <a:lnTo>
                    <a:pt x="3422285" y="332921"/>
                  </a:lnTo>
                  <a:lnTo>
                    <a:pt x="3423249" y="336486"/>
                  </a:lnTo>
                  <a:lnTo>
                    <a:pt x="3424213" y="340255"/>
                  </a:lnTo>
                  <a:lnTo>
                    <a:pt x="3425177" y="344227"/>
                  </a:lnTo>
                  <a:lnTo>
                    <a:pt x="3426141" y="348355"/>
                  </a:lnTo>
                  <a:lnTo>
                    <a:pt x="3427105" y="352677"/>
                  </a:lnTo>
                  <a:lnTo>
                    <a:pt x="3428069" y="357166"/>
                  </a:lnTo>
                  <a:lnTo>
                    <a:pt x="3429033" y="361861"/>
                  </a:lnTo>
                  <a:lnTo>
                    <a:pt x="3429997" y="366826"/>
                  </a:lnTo>
                  <a:lnTo>
                    <a:pt x="3430961" y="372087"/>
                  </a:lnTo>
                  <a:lnTo>
                    <a:pt x="3431925" y="377634"/>
                  </a:lnTo>
                  <a:lnTo>
                    <a:pt x="3432889" y="383476"/>
                  </a:lnTo>
                  <a:lnTo>
                    <a:pt x="3433038" y="384430"/>
                  </a:lnTo>
                  <a:lnTo>
                    <a:pt x="3493140" y="384430"/>
                  </a:lnTo>
                  <a:lnTo>
                    <a:pt x="3493622" y="379839"/>
                  </a:lnTo>
                  <a:lnTo>
                    <a:pt x="3494586" y="370827"/>
                  </a:lnTo>
                  <a:lnTo>
                    <a:pt x="3495550" y="362035"/>
                  </a:lnTo>
                  <a:lnTo>
                    <a:pt x="3496514" y="353539"/>
                  </a:lnTo>
                  <a:lnTo>
                    <a:pt x="3497478" y="345380"/>
                  </a:lnTo>
                  <a:lnTo>
                    <a:pt x="3498442" y="337597"/>
                  </a:lnTo>
                  <a:lnTo>
                    <a:pt x="3499406" y="330176"/>
                  </a:lnTo>
                  <a:lnTo>
                    <a:pt x="3500370" y="323085"/>
                  </a:lnTo>
                  <a:lnTo>
                    <a:pt x="3501334" y="316336"/>
                  </a:lnTo>
                  <a:lnTo>
                    <a:pt x="3502298" y="309963"/>
                  </a:lnTo>
                  <a:lnTo>
                    <a:pt x="3503262" y="303892"/>
                  </a:lnTo>
                  <a:lnTo>
                    <a:pt x="3504226" y="298134"/>
                  </a:lnTo>
                  <a:lnTo>
                    <a:pt x="3505190" y="292691"/>
                  </a:lnTo>
                  <a:lnTo>
                    <a:pt x="3506154" y="287620"/>
                  </a:lnTo>
                  <a:lnTo>
                    <a:pt x="3507118" y="282955"/>
                  </a:lnTo>
                  <a:lnTo>
                    <a:pt x="3508082" y="278782"/>
                  </a:lnTo>
                  <a:lnTo>
                    <a:pt x="3509046" y="275174"/>
                  </a:lnTo>
                  <a:lnTo>
                    <a:pt x="3510010" y="272093"/>
                  </a:lnTo>
                  <a:lnTo>
                    <a:pt x="3510974" y="269465"/>
                  </a:lnTo>
                  <a:lnTo>
                    <a:pt x="3511938" y="267263"/>
                  </a:lnTo>
                  <a:lnTo>
                    <a:pt x="3512902" y="265488"/>
                  </a:lnTo>
                  <a:lnTo>
                    <a:pt x="3513866" y="264103"/>
                  </a:lnTo>
                  <a:lnTo>
                    <a:pt x="3514830" y="263151"/>
                  </a:lnTo>
                  <a:lnTo>
                    <a:pt x="3515794" y="262660"/>
                  </a:lnTo>
                  <a:lnTo>
                    <a:pt x="3516758" y="262560"/>
                  </a:lnTo>
                  <a:lnTo>
                    <a:pt x="3517722" y="262862"/>
                  </a:lnTo>
                  <a:lnTo>
                    <a:pt x="3518686" y="263559"/>
                  </a:lnTo>
                  <a:lnTo>
                    <a:pt x="3519650" y="264723"/>
                  </a:lnTo>
                  <a:lnTo>
                    <a:pt x="3520614" y="266287"/>
                  </a:lnTo>
                  <a:lnTo>
                    <a:pt x="3521578" y="268176"/>
                  </a:lnTo>
                  <a:lnTo>
                    <a:pt x="3522542" y="270338"/>
                  </a:lnTo>
                  <a:lnTo>
                    <a:pt x="3523506" y="272709"/>
                  </a:lnTo>
                  <a:lnTo>
                    <a:pt x="3524470" y="275313"/>
                  </a:lnTo>
                  <a:lnTo>
                    <a:pt x="3525434" y="278118"/>
                  </a:lnTo>
                  <a:lnTo>
                    <a:pt x="3526398" y="281116"/>
                  </a:lnTo>
                  <a:lnTo>
                    <a:pt x="3527362" y="284353"/>
                  </a:lnTo>
                  <a:lnTo>
                    <a:pt x="3528326" y="287847"/>
                  </a:lnTo>
                  <a:lnTo>
                    <a:pt x="3529290" y="291551"/>
                  </a:lnTo>
                  <a:lnTo>
                    <a:pt x="3530254" y="295436"/>
                  </a:lnTo>
                  <a:lnTo>
                    <a:pt x="3531218" y="299501"/>
                  </a:lnTo>
                  <a:lnTo>
                    <a:pt x="3532182" y="303747"/>
                  </a:lnTo>
                  <a:lnTo>
                    <a:pt x="3533146" y="308135"/>
                  </a:lnTo>
                  <a:lnTo>
                    <a:pt x="3534110" y="312588"/>
                  </a:lnTo>
                  <a:lnTo>
                    <a:pt x="3535074" y="317107"/>
                  </a:lnTo>
                  <a:lnTo>
                    <a:pt x="3536038" y="321727"/>
                  </a:lnTo>
                  <a:lnTo>
                    <a:pt x="3537002" y="326346"/>
                  </a:lnTo>
                  <a:lnTo>
                    <a:pt x="3537966" y="330850"/>
                  </a:lnTo>
                  <a:lnTo>
                    <a:pt x="3538930" y="335187"/>
                  </a:lnTo>
                  <a:lnTo>
                    <a:pt x="3539894" y="339422"/>
                  </a:lnTo>
                  <a:lnTo>
                    <a:pt x="3540858" y="343577"/>
                  </a:lnTo>
                  <a:lnTo>
                    <a:pt x="3541822" y="347520"/>
                  </a:lnTo>
                  <a:lnTo>
                    <a:pt x="3542786" y="351140"/>
                  </a:lnTo>
                  <a:lnTo>
                    <a:pt x="3543750" y="354472"/>
                  </a:lnTo>
                  <a:lnTo>
                    <a:pt x="3544714" y="357491"/>
                  </a:lnTo>
                  <a:lnTo>
                    <a:pt x="3545678" y="360168"/>
                  </a:lnTo>
                  <a:lnTo>
                    <a:pt x="3546642" y="362502"/>
                  </a:lnTo>
                  <a:lnTo>
                    <a:pt x="3547606" y="364517"/>
                  </a:lnTo>
                  <a:lnTo>
                    <a:pt x="3548570" y="366236"/>
                  </a:lnTo>
                  <a:lnTo>
                    <a:pt x="3549534" y="367681"/>
                  </a:lnTo>
                  <a:lnTo>
                    <a:pt x="3550498" y="368890"/>
                  </a:lnTo>
                  <a:lnTo>
                    <a:pt x="3551462" y="369916"/>
                  </a:lnTo>
                  <a:lnTo>
                    <a:pt x="3552426" y="370794"/>
                  </a:lnTo>
                  <a:lnTo>
                    <a:pt x="3553390" y="371548"/>
                  </a:lnTo>
                  <a:lnTo>
                    <a:pt x="3554354" y="372191"/>
                  </a:lnTo>
                  <a:lnTo>
                    <a:pt x="3555318" y="372724"/>
                  </a:lnTo>
                  <a:lnTo>
                    <a:pt x="3556282" y="373204"/>
                  </a:lnTo>
                  <a:lnTo>
                    <a:pt x="3557246" y="373606"/>
                  </a:lnTo>
                  <a:lnTo>
                    <a:pt x="3558210" y="373923"/>
                  </a:lnTo>
                  <a:lnTo>
                    <a:pt x="3559174" y="374223"/>
                  </a:lnTo>
                  <a:lnTo>
                    <a:pt x="3560138" y="374530"/>
                  </a:lnTo>
                  <a:lnTo>
                    <a:pt x="3561102" y="374845"/>
                  </a:lnTo>
                  <a:lnTo>
                    <a:pt x="3562066" y="375167"/>
                  </a:lnTo>
                  <a:lnTo>
                    <a:pt x="3563030" y="375519"/>
                  </a:lnTo>
                  <a:lnTo>
                    <a:pt x="3563994" y="375906"/>
                  </a:lnTo>
                  <a:lnTo>
                    <a:pt x="3564958" y="376310"/>
                  </a:lnTo>
                  <a:lnTo>
                    <a:pt x="3565922" y="376748"/>
                  </a:lnTo>
                  <a:lnTo>
                    <a:pt x="3566886" y="377217"/>
                  </a:lnTo>
                  <a:lnTo>
                    <a:pt x="3567850" y="377690"/>
                  </a:lnTo>
                  <a:lnTo>
                    <a:pt x="3568814" y="378114"/>
                  </a:lnTo>
                  <a:lnTo>
                    <a:pt x="3569778" y="378524"/>
                  </a:lnTo>
                  <a:lnTo>
                    <a:pt x="3570742" y="378942"/>
                  </a:lnTo>
                  <a:lnTo>
                    <a:pt x="3571706" y="379389"/>
                  </a:lnTo>
                  <a:lnTo>
                    <a:pt x="3572670" y="379881"/>
                  </a:lnTo>
                  <a:lnTo>
                    <a:pt x="3573634" y="380404"/>
                  </a:lnTo>
                  <a:lnTo>
                    <a:pt x="3574598" y="380950"/>
                  </a:lnTo>
                  <a:lnTo>
                    <a:pt x="3575562" y="381525"/>
                  </a:lnTo>
                  <a:lnTo>
                    <a:pt x="3576526" y="382078"/>
                  </a:lnTo>
                  <a:lnTo>
                    <a:pt x="3577490" y="382609"/>
                  </a:lnTo>
                  <a:lnTo>
                    <a:pt x="3578454" y="383118"/>
                  </a:lnTo>
                  <a:lnTo>
                    <a:pt x="3579418" y="383611"/>
                  </a:lnTo>
                  <a:lnTo>
                    <a:pt x="3580382" y="384088"/>
                  </a:lnTo>
                  <a:lnTo>
                    <a:pt x="3581112" y="384430"/>
                  </a:lnTo>
                  <a:lnTo>
                    <a:pt x="3622163" y="384430"/>
                  </a:lnTo>
                  <a:lnTo>
                    <a:pt x="3622799" y="381160"/>
                  </a:lnTo>
                  <a:lnTo>
                    <a:pt x="3623763" y="376015"/>
                  </a:lnTo>
                  <a:lnTo>
                    <a:pt x="3624727" y="370707"/>
                  </a:lnTo>
                  <a:lnTo>
                    <a:pt x="3625691" y="365326"/>
                  </a:lnTo>
                  <a:lnTo>
                    <a:pt x="3626655" y="359917"/>
                  </a:lnTo>
                  <a:lnTo>
                    <a:pt x="3627619" y="354509"/>
                  </a:lnTo>
                  <a:lnTo>
                    <a:pt x="3628583" y="349126"/>
                  </a:lnTo>
                  <a:lnTo>
                    <a:pt x="3629547" y="343778"/>
                  </a:lnTo>
                  <a:lnTo>
                    <a:pt x="3630511" y="338473"/>
                  </a:lnTo>
                  <a:lnTo>
                    <a:pt x="3631475" y="333217"/>
                  </a:lnTo>
                  <a:lnTo>
                    <a:pt x="3632439" y="328010"/>
                  </a:lnTo>
                  <a:lnTo>
                    <a:pt x="3633403" y="322846"/>
                  </a:lnTo>
                  <a:lnTo>
                    <a:pt x="3634367" y="317773"/>
                  </a:lnTo>
                  <a:lnTo>
                    <a:pt x="3635331" y="312794"/>
                  </a:lnTo>
                  <a:lnTo>
                    <a:pt x="3636295" y="307893"/>
                  </a:lnTo>
                  <a:lnTo>
                    <a:pt x="3637259" y="303068"/>
                  </a:lnTo>
                  <a:lnTo>
                    <a:pt x="3638223" y="298280"/>
                  </a:lnTo>
                  <a:lnTo>
                    <a:pt x="3639187" y="293494"/>
                  </a:lnTo>
                  <a:lnTo>
                    <a:pt x="3640151" y="288660"/>
                  </a:lnTo>
                  <a:lnTo>
                    <a:pt x="3641115" y="283770"/>
                  </a:lnTo>
                  <a:lnTo>
                    <a:pt x="3642079" y="278813"/>
                  </a:lnTo>
                  <a:lnTo>
                    <a:pt x="3643043" y="273749"/>
                  </a:lnTo>
                  <a:lnTo>
                    <a:pt x="3644007" y="268542"/>
                  </a:lnTo>
                  <a:lnTo>
                    <a:pt x="3644971" y="263152"/>
                  </a:lnTo>
                  <a:lnTo>
                    <a:pt x="3645935" y="257615"/>
                  </a:lnTo>
                  <a:lnTo>
                    <a:pt x="3646899" y="251947"/>
                  </a:lnTo>
                  <a:lnTo>
                    <a:pt x="3647863" y="246159"/>
                  </a:lnTo>
                  <a:lnTo>
                    <a:pt x="3648827" y="240268"/>
                  </a:lnTo>
                  <a:lnTo>
                    <a:pt x="3649791" y="234294"/>
                  </a:lnTo>
                  <a:lnTo>
                    <a:pt x="3650755" y="228335"/>
                  </a:lnTo>
                  <a:lnTo>
                    <a:pt x="3651719" y="222470"/>
                  </a:lnTo>
                  <a:lnTo>
                    <a:pt x="3652683" y="216737"/>
                  </a:lnTo>
                  <a:lnTo>
                    <a:pt x="3653647" y="211226"/>
                  </a:lnTo>
                  <a:lnTo>
                    <a:pt x="3654611" y="205964"/>
                  </a:lnTo>
                  <a:lnTo>
                    <a:pt x="3655575" y="200981"/>
                  </a:lnTo>
                  <a:lnTo>
                    <a:pt x="3656539" y="196269"/>
                  </a:lnTo>
                  <a:lnTo>
                    <a:pt x="3657503" y="191860"/>
                  </a:lnTo>
                  <a:lnTo>
                    <a:pt x="3658467" y="187810"/>
                  </a:lnTo>
                  <a:lnTo>
                    <a:pt x="3659431" y="184163"/>
                  </a:lnTo>
                  <a:lnTo>
                    <a:pt x="3660395" y="180990"/>
                  </a:lnTo>
                  <a:lnTo>
                    <a:pt x="3661359" y="178316"/>
                  </a:lnTo>
                  <a:lnTo>
                    <a:pt x="3662323" y="176192"/>
                  </a:lnTo>
                  <a:lnTo>
                    <a:pt x="3663287" y="174624"/>
                  </a:lnTo>
                  <a:lnTo>
                    <a:pt x="3664251" y="173566"/>
                  </a:lnTo>
                  <a:lnTo>
                    <a:pt x="3665215" y="172967"/>
                  </a:lnTo>
                  <a:lnTo>
                    <a:pt x="3666179" y="172758"/>
                  </a:lnTo>
                  <a:lnTo>
                    <a:pt x="3667143" y="172870"/>
                  </a:lnTo>
                  <a:lnTo>
                    <a:pt x="3668107" y="173270"/>
                  </a:lnTo>
                  <a:lnTo>
                    <a:pt x="3669071" y="173858"/>
                  </a:lnTo>
                  <a:lnTo>
                    <a:pt x="3670035" y="174595"/>
                  </a:lnTo>
                  <a:lnTo>
                    <a:pt x="3670999" y="175437"/>
                  </a:lnTo>
                  <a:lnTo>
                    <a:pt x="3671963" y="176343"/>
                  </a:lnTo>
                  <a:lnTo>
                    <a:pt x="3672927" y="177260"/>
                  </a:lnTo>
                  <a:lnTo>
                    <a:pt x="3673891" y="178118"/>
                  </a:lnTo>
                  <a:lnTo>
                    <a:pt x="3674855" y="178828"/>
                  </a:lnTo>
                  <a:lnTo>
                    <a:pt x="3675819" y="179364"/>
                  </a:lnTo>
                  <a:lnTo>
                    <a:pt x="3676783" y="179669"/>
                  </a:lnTo>
                  <a:lnTo>
                    <a:pt x="3677747" y="179737"/>
                  </a:lnTo>
                  <a:lnTo>
                    <a:pt x="3678711" y="179519"/>
                  </a:lnTo>
                  <a:lnTo>
                    <a:pt x="3679675" y="179004"/>
                  </a:lnTo>
                  <a:lnTo>
                    <a:pt x="3680639" y="178179"/>
                  </a:lnTo>
                  <a:lnTo>
                    <a:pt x="3681603" y="177050"/>
                  </a:lnTo>
                  <a:lnTo>
                    <a:pt x="3682567" y="175572"/>
                  </a:lnTo>
                  <a:lnTo>
                    <a:pt x="3683531" y="173796"/>
                  </a:lnTo>
                  <a:lnTo>
                    <a:pt x="3684495" y="171718"/>
                  </a:lnTo>
                  <a:lnTo>
                    <a:pt x="3685459" y="169373"/>
                  </a:lnTo>
                  <a:lnTo>
                    <a:pt x="3686423" y="166749"/>
                  </a:lnTo>
                  <a:lnTo>
                    <a:pt x="3687387" y="163917"/>
                  </a:lnTo>
                  <a:lnTo>
                    <a:pt x="3688351" y="160919"/>
                  </a:lnTo>
                  <a:lnTo>
                    <a:pt x="3689315" y="157792"/>
                  </a:lnTo>
                  <a:lnTo>
                    <a:pt x="3690279" y="154521"/>
                  </a:lnTo>
                  <a:lnTo>
                    <a:pt x="3691243" y="151141"/>
                  </a:lnTo>
                  <a:lnTo>
                    <a:pt x="3692207" y="147706"/>
                  </a:lnTo>
                  <a:lnTo>
                    <a:pt x="3693171" y="144374"/>
                  </a:lnTo>
                  <a:lnTo>
                    <a:pt x="3694135" y="141219"/>
                  </a:lnTo>
                  <a:lnTo>
                    <a:pt x="3695099" y="138288"/>
                  </a:lnTo>
                  <a:lnTo>
                    <a:pt x="3696063" y="135610"/>
                  </a:lnTo>
                  <a:lnTo>
                    <a:pt x="3697027" y="133200"/>
                  </a:lnTo>
                  <a:lnTo>
                    <a:pt x="3697991" y="131068"/>
                  </a:lnTo>
                  <a:lnTo>
                    <a:pt x="3698955" y="129194"/>
                  </a:lnTo>
                  <a:lnTo>
                    <a:pt x="3699919" y="127477"/>
                  </a:lnTo>
                  <a:lnTo>
                    <a:pt x="3700883" y="125963"/>
                  </a:lnTo>
                  <a:lnTo>
                    <a:pt x="3701847" y="124607"/>
                  </a:lnTo>
                  <a:lnTo>
                    <a:pt x="3702812" y="123436"/>
                  </a:lnTo>
                  <a:lnTo>
                    <a:pt x="3703776" y="122460"/>
                  </a:lnTo>
                  <a:lnTo>
                    <a:pt x="3704740" y="121689"/>
                  </a:lnTo>
                  <a:lnTo>
                    <a:pt x="3705704" y="121106"/>
                  </a:lnTo>
                  <a:lnTo>
                    <a:pt x="3706668" y="120664"/>
                  </a:lnTo>
                  <a:lnTo>
                    <a:pt x="3707632" y="120269"/>
                  </a:lnTo>
                  <a:lnTo>
                    <a:pt x="3708596" y="119811"/>
                  </a:lnTo>
                  <a:lnTo>
                    <a:pt x="3709560" y="119218"/>
                  </a:lnTo>
                  <a:lnTo>
                    <a:pt x="3710524" y="118466"/>
                  </a:lnTo>
                  <a:lnTo>
                    <a:pt x="3711488" y="117507"/>
                  </a:lnTo>
                  <a:lnTo>
                    <a:pt x="3712452" y="116365"/>
                  </a:lnTo>
                  <a:lnTo>
                    <a:pt x="3713416" y="115057"/>
                  </a:lnTo>
                  <a:lnTo>
                    <a:pt x="3714380" y="113614"/>
                  </a:lnTo>
                  <a:lnTo>
                    <a:pt x="3715344" y="112046"/>
                  </a:lnTo>
                  <a:lnTo>
                    <a:pt x="3716308" y="110397"/>
                  </a:lnTo>
                  <a:lnTo>
                    <a:pt x="3717272" y="108766"/>
                  </a:lnTo>
                  <a:lnTo>
                    <a:pt x="3718236" y="107266"/>
                  </a:lnTo>
                  <a:lnTo>
                    <a:pt x="3719200" y="105930"/>
                  </a:lnTo>
                  <a:lnTo>
                    <a:pt x="3720164" y="104750"/>
                  </a:lnTo>
                  <a:lnTo>
                    <a:pt x="3721128" y="103745"/>
                  </a:lnTo>
                  <a:lnTo>
                    <a:pt x="3722092" y="102930"/>
                  </a:lnTo>
                  <a:lnTo>
                    <a:pt x="3723056" y="102356"/>
                  </a:lnTo>
                  <a:lnTo>
                    <a:pt x="3724020" y="102023"/>
                  </a:lnTo>
                  <a:lnTo>
                    <a:pt x="3724984" y="101954"/>
                  </a:lnTo>
                  <a:lnTo>
                    <a:pt x="3725948" y="102166"/>
                  </a:lnTo>
                  <a:lnTo>
                    <a:pt x="3726912" y="102690"/>
                  </a:lnTo>
                  <a:lnTo>
                    <a:pt x="3727876" y="103575"/>
                  </a:lnTo>
                  <a:lnTo>
                    <a:pt x="3728840" y="104847"/>
                  </a:lnTo>
                  <a:lnTo>
                    <a:pt x="3729804" y="106529"/>
                  </a:lnTo>
                  <a:lnTo>
                    <a:pt x="3730768" y="108638"/>
                  </a:lnTo>
                  <a:lnTo>
                    <a:pt x="3731732" y="111130"/>
                  </a:lnTo>
                  <a:lnTo>
                    <a:pt x="3732696" y="113957"/>
                  </a:lnTo>
                  <a:lnTo>
                    <a:pt x="3733660" y="117110"/>
                  </a:lnTo>
                  <a:lnTo>
                    <a:pt x="3734624" y="120635"/>
                  </a:lnTo>
                  <a:lnTo>
                    <a:pt x="3735588" y="124470"/>
                  </a:lnTo>
                  <a:lnTo>
                    <a:pt x="3736552" y="128613"/>
                  </a:lnTo>
                  <a:lnTo>
                    <a:pt x="3737516" y="133063"/>
                  </a:lnTo>
                  <a:lnTo>
                    <a:pt x="3738480" y="137828"/>
                  </a:lnTo>
                  <a:lnTo>
                    <a:pt x="3739444" y="142947"/>
                  </a:lnTo>
                  <a:lnTo>
                    <a:pt x="3740408" y="148388"/>
                  </a:lnTo>
                  <a:lnTo>
                    <a:pt x="3741372" y="154107"/>
                  </a:lnTo>
                  <a:lnTo>
                    <a:pt x="3742336" y="159973"/>
                  </a:lnTo>
                  <a:lnTo>
                    <a:pt x="3743300" y="165909"/>
                  </a:lnTo>
                  <a:lnTo>
                    <a:pt x="3744264" y="171841"/>
                  </a:lnTo>
                  <a:lnTo>
                    <a:pt x="3745228" y="177687"/>
                  </a:lnTo>
                  <a:lnTo>
                    <a:pt x="3746192" y="183406"/>
                  </a:lnTo>
                  <a:lnTo>
                    <a:pt x="3747156" y="188922"/>
                  </a:lnTo>
                  <a:lnTo>
                    <a:pt x="3748120" y="194249"/>
                  </a:lnTo>
                  <a:lnTo>
                    <a:pt x="3749084" y="199330"/>
                  </a:lnTo>
                  <a:lnTo>
                    <a:pt x="3750048" y="204149"/>
                  </a:lnTo>
                  <a:lnTo>
                    <a:pt x="3751012" y="208665"/>
                  </a:lnTo>
                  <a:lnTo>
                    <a:pt x="3751976" y="212780"/>
                  </a:lnTo>
                  <a:lnTo>
                    <a:pt x="3752940" y="216481"/>
                  </a:lnTo>
                  <a:lnTo>
                    <a:pt x="3753904" y="219749"/>
                  </a:lnTo>
                  <a:lnTo>
                    <a:pt x="3754868" y="222602"/>
                  </a:lnTo>
                  <a:lnTo>
                    <a:pt x="3755832" y="225075"/>
                  </a:lnTo>
                  <a:lnTo>
                    <a:pt x="3756796" y="227229"/>
                  </a:lnTo>
                  <a:lnTo>
                    <a:pt x="3757760" y="229151"/>
                  </a:lnTo>
                  <a:lnTo>
                    <a:pt x="3758724" y="230887"/>
                  </a:lnTo>
                  <a:lnTo>
                    <a:pt x="3759688" y="232525"/>
                  </a:lnTo>
                  <a:lnTo>
                    <a:pt x="3760652" y="234090"/>
                  </a:lnTo>
                  <a:lnTo>
                    <a:pt x="3761616" y="235612"/>
                  </a:lnTo>
                  <a:lnTo>
                    <a:pt x="3762580" y="237104"/>
                  </a:lnTo>
                  <a:lnTo>
                    <a:pt x="3763544" y="238605"/>
                  </a:lnTo>
                  <a:lnTo>
                    <a:pt x="3764508" y="240139"/>
                  </a:lnTo>
                  <a:lnTo>
                    <a:pt x="3765472" y="241713"/>
                  </a:lnTo>
                  <a:lnTo>
                    <a:pt x="3766436" y="243264"/>
                  </a:lnTo>
                  <a:lnTo>
                    <a:pt x="3767400" y="244798"/>
                  </a:lnTo>
                  <a:lnTo>
                    <a:pt x="3768364" y="246314"/>
                  </a:lnTo>
                  <a:lnTo>
                    <a:pt x="3769328" y="247816"/>
                  </a:lnTo>
                  <a:lnTo>
                    <a:pt x="3770292" y="249297"/>
                  </a:lnTo>
                  <a:lnTo>
                    <a:pt x="3771256" y="250759"/>
                  </a:lnTo>
                  <a:lnTo>
                    <a:pt x="3772220" y="252232"/>
                  </a:lnTo>
                  <a:lnTo>
                    <a:pt x="3773184" y="253676"/>
                  </a:lnTo>
                  <a:lnTo>
                    <a:pt x="3774148" y="255051"/>
                  </a:lnTo>
                  <a:lnTo>
                    <a:pt x="3775112" y="256366"/>
                  </a:lnTo>
                  <a:lnTo>
                    <a:pt x="3776076" y="257555"/>
                  </a:lnTo>
                  <a:lnTo>
                    <a:pt x="3777040" y="258524"/>
                  </a:lnTo>
                  <a:lnTo>
                    <a:pt x="3778004" y="259203"/>
                  </a:lnTo>
                  <a:lnTo>
                    <a:pt x="3778968" y="259571"/>
                  </a:lnTo>
                  <a:lnTo>
                    <a:pt x="3779932" y="259612"/>
                  </a:lnTo>
                  <a:lnTo>
                    <a:pt x="3780896" y="259410"/>
                  </a:lnTo>
                  <a:lnTo>
                    <a:pt x="3781860" y="258913"/>
                  </a:lnTo>
                  <a:lnTo>
                    <a:pt x="3782824" y="258145"/>
                  </a:lnTo>
                  <a:lnTo>
                    <a:pt x="3783788" y="257124"/>
                  </a:lnTo>
                  <a:lnTo>
                    <a:pt x="3784752" y="255927"/>
                  </a:lnTo>
                  <a:lnTo>
                    <a:pt x="3785716" y="254533"/>
                  </a:lnTo>
                  <a:lnTo>
                    <a:pt x="3786680" y="252947"/>
                  </a:lnTo>
                  <a:lnTo>
                    <a:pt x="3787644" y="251199"/>
                  </a:lnTo>
                  <a:lnTo>
                    <a:pt x="3788608" y="249306"/>
                  </a:lnTo>
                  <a:lnTo>
                    <a:pt x="3789572" y="247212"/>
                  </a:lnTo>
                  <a:lnTo>
                    <a:pt x="3790536" y="244930"/>
                  </a:lnTo>
                  <a:lnTo>
                    <a:pt x="3791500" y="242523"/>
                  </a:lnTo>
                  <a:lnTo>
                    <a:pt x="3792464" y="240125"/>
                  </a:lnTo>
                  <a:lnTo>
                    <a:pt x="3793428" y="237752"/>
                  </a:lnTo>
                  <a:lnTo>
                    <a:pt x="3794392" y="235467"/>
                  </a:lnTo>
                  <a:lnTo>
                    <a:pt x="3795356" y="233340"/>
                  </a:lnTo>
                  <a:lnTo>
                    <a:pt x="3796320" y="231435"/>
                  </a:lnTo>
                  <a:lnTo>
                    <a:pt x="3797284" y="229755"/>
                  </a:lnTo>
                  <a:lnTo>
                    <a:pt x="3798248" y="228374"/>
                  </a:lnTo>
                  <a:lnTo>
                    <a:pt x="3799212" y="227255"/>
                  </a:lnTo>
                  <a:lnTo>
                    <a:pt x="3800176" y="226502"/>
                  </a:lnTo>
                  <a:lnTo>
                    <a:pt x="3801140" y="226182"/>
                  </a:lnTo>
                  <a:lnTo>
                    <a:pt x="3802104" y="226318"/>
                  </a:lnTo>
                  <a:lnTo>
                    <a:pt x="3803068" y="226865"/>
                  </a:lnTo>
                  <a:lnTo>
                    <a:pt x="3804032" y="227844"/>
                  </a:lnTo>
                  <a:lnTo>
                    <a:pt x="3804996" y="229288"/>
                  </a:lnTo>
                  <a:lnTo>
                    <a:pt x="3805960" y="231206"/>
                  </a:lnTo>
                  <a:lnTo>
                    <a:pt x="3806924" y="233614"/>
                  </a:lnTo>
                  <a:lnTo>
                    <a:pt x="3807888" y="236449"/>
                  </a:lnTo>
                  <a:lnTo>
                    <a:pt x="3808852" y="239709"/>
                  </a:lnTo>
                  <a:lnTo>
                    <a:pt x="3809816" y="243345"/>
                  </a:lnTo>
                  <a:lnTo>
                    <a:pt x="3810780" y="247320"/>
                  </a:lnTo>
                  <a:lnTo>
                    <a:pt x="3811744" y="251614"/>
                  </a:lnTo>
                  <a:lnTo>
                    <a:pt x="3812708" y="256114"/>
                  </a:lnTo>
                  <a:lnTo>
                    <a:pt x="3813672" y="260796"/>
                  </a:lnTo>
                  <a:lnTo>
                    <a:pt x="3814637" y="265607"/>
                  </a:lnTo>
                  <a:lnTo>
                    <a:pt x="3815601" y="270490"/>
                  </a:lnTo>
                  <a:lnTo>
                    <a:pt x="3816565" y="275419"/>
                  </a:lnTo>
                  <a:lnTo>
                    <a:pt x="3817529" y="280430"/>
                  </a:lnTo>
                  <a:lnTo>
                    <a:pt x="3818493" y="285536"/>
                  </a:lnTo>
                  <a:lnTo>
                    <a:pt x="3819457" y="290726"/>
                  </a:lnTo>
                  <a:lnTo>
                    <a:pt x="3820421" y="295924"/>
                  </a:lnTo>
                  <a:lnTo>
                    <a:pt x="3821385" y="301096"/>
                  </a:lnTo>
                  <a:lnTo>
                    <a:pt x="3822349" y="306314"/>
                  </a:lnTo>
                  <a:lnTo>
                    <a:pt x="3823313" y="311548"/>
                  </a:lnTo>
                  <a:lnTo>
                    <a:pt x="3824277" y="316800"/>
                  </a:lnTo>
                  <a:lnTo>
                    <a:pt x="3825241" y="322150"/>
                  </a:lnTo>
                  <a:lnTo>
                    <a:pt x="3826205" y="327723"/>
                  </a:lnTo>
                  <a:lnTo>
                    <a:pt x="3827169" y="333625"/>
                  </a:lnTo>
                  <a:lnTo>
                    <a:pt x="3828133" y="339866"/>
                  </a:lnTo>
                  <a:lnTo>
                    <a:pt x="3829097" y="346433"/>
                  </a:lnTo>
                  <a:lnTo>
                    <a:pt x="3830061" y="353329"/>
                  </a:lnTo>
                  <a:lnTo>
                    <a:pt x="3831025" y="360539"/>
                  </a:lnTo>
                  <a:lnTo>
                    <a:pt x="3831989" y="368042"/>
                  </a:lnTo>
                  <a:lnTo>
                    <a:pt x="3832953" y="375760"/>
                  </a:lnTo>
                  <a:lnTo>
                    <a:pt x="3833917" y="383651"/>
                  </a:lnTo>
                  <a:lnTo>
                    <a:pt x="3834010" y="384430"/>
                  </a:lnTo>
                  <a:lnTo>
                    <a:pt x="3891473" y="384430"/>
                  </a:lnTo>
                  <a:lnTo>
                    <a:pt x="3891757" y="381685"/>
                  </a:lnTo>
                  <a:lnTo>
                    <a:pt x="3892721" y="372305"/>
                  </a:lnTo>
                  <a:lnTo>
                    <a:pt x="3893685" y="362878"/>
                  </a:lnTo>
                  <a:lnTo>
                    <a:pt x="3894649" y="353400"/>
                  </a:lnTo>
                  <a:lnTo>
                    <a:pt x="3895613" y="343910"/>
                  </a:lnTo>
                  <a:lnTo>
                    <a:pt x="3896577" y="334438"/>
                  </a:lnTo>
                  <a:lnTo>
                    <a:pt x="3897541" y="325079"/>
                  </a:lnTo>
                  <a:lnTo>
                    <a:pt x="3898505" y="315976"/>
                  </a:lnTo>
                  <a:lnTo>
                    <a:pt x="3899469" y="307202"/>
                  </a:lnTo>
                  <a:lnTo>
                    <a:pt x="3900433" y="298719"/>
                  </a:lnTo>
                  <a:lnTo>
                    <a:pt x="3901397" y="290517"/>
                  </a:lnTo>
                  <a:lnTo>
                    <a:pt x="3902361" y="282650"/>
                  </a:lnTo>
                  <a:lnTo>
                    <a:pt x="3903325" y="275132"/>
                  </a:lnTo>
                  <a:lnTo>
                    <a:pt x="3904289" y="268026"/>
                  </a:lnTo>
                  <a:lnTo>
                    <a:pt x="3905253" y="261312"/>
                  </a:lnTo>
                  <a:lnTo>
                    <a:pt x="3906217" y="255009"/>
                  </a:lnTo>
                  <a:lnTo>
                    <a:pt x="3907181" y="249144"/>
                  </a:lnTo>
                  <a:lnTo>
                    <a:pt x="3908145" y="243767"/>
                  </a:lnTo>
                  <a:lnTo>
                    <a:pt x="3909109" y="238925"/>
                  </a:lnTo>
                  <a:lnTo>
                    <a:pt x="3910073" y="234556"/>
                  </a:lnTo>
                  <a:lnTo>
                    <a:pt x="3911037" y="230642"/>
                  </a:lnTo>
                  <a:lnTo>
                    <a:pt x="3912001" y="227100"/>
                  </a:lnTo>
                  <a:lnTo>
                    <a:pt x="3912965" y="223798"/>
                  </a:lnTo>
                  <a:lnTo>
                    <a:pt x="3913929" y="220667"/>
                  </a:lnTo>
                  <a:lnTo>
                    <a:pt x="3914893" y="217750"/>
                  </a:lnTo>
                  <a:lnTo>
                    <a:pt x="3915857" y="215098"/>
                  </a:lnTo>
                  <a:lnTo>
                    <a:pt x="3916821" y="212688"/>
                  </a:lnTo>
                  <a:lnTo>
                    <a:pt x="3917785" y="210533"/>
                  </a:lnTo>
                  <a:lnTo>
                    <a:pt x="3918749" y="208587"/>
                  </a:lnTo>
                  <a:lnTo>
                    <a:pt x="3919713" y="206807"/>
                  </a:lnTo>
                  <a:lnTo>
                    <a:pt x="3920677" y="205140"/>
                  </a:lnTo>
                  <a:lnTo>
                    <a:pt x="3921641" y="203521"/>
                  </a:lnTo>
                  <a:lnTo>
                    <a:pt x="3922605" y="201856"/>
                  </a:lnTo>
                  <a:lnTo>
                    <a:pt x="3923569" y="200092"/>
                  </a:lnTo>
                  <a:lnTo>
                    <a:pt x="3924533" y="198256"/>
                  </a:lnTo>
                  <a:lnTo>
                    <a:pt x="3925498" y="196350"/>
                  </a:lnTo>
                  <a:lnTo>
                    <a:pt x="3926462" y="194403"/>
                  </a:lnTo>
                  <a:lnTo>
                    <a:pt x="3927426" y="192468"/>
                  </a:lnTo>
                  <a:lnTo>
                    <a:pt x="3928390" y="190551"/>
                  </a:lnTo>
                  <a:lnTo>
                    <a:pt x="3929354" y="188661"/>
                  </a:lnTo>
                  <a:lnTo>
                    <a:pt x="3930318" y="186810"/>
                  </a:lnTo>
                  <a:lnTo>
                    <a:pt x="3931282" y="184976"/>
                  </a:lnTo>
                  <a:lnTo>
                    <a:pt x="3932246" y="183157"/>
                  </a:lnTo>
                  <a:lnTo>
                    <a:pt x="3933210" y="181362"/>
                  </a:lnTo>
                  <a:lnTo>
                    <a:pt x="3934174" y="179684"/>
                  </a:lnTo>
                  <a:lnTo>
                    <a:pt x="3935138" y="178129"/>
                  </a:lnTo>
                  <a:lnTo>
                    <a:pt x="3936102" y="176696"/>
                  </a:lnTo>
                  <a:lnTo>
                    <a:pt x="3937066" y="175346"/>
                  </a:lnTo>
                  <a:lnTo>
                    <a:pt x="3938030" y="174109"/>
                  </a:lnTo>
                  <a:lnTo>
                    <a:pt x="3938994" y="173027"/>
                  </a:lnTo>
                  <a:lnTo>
                    <a:pt x="3939958" y="172052"/>
                  </a:lnTo>
                  <a:lnTo>
                    <a:pt x="3940922" y="171120"/>
                  </a:lnTo>
                  <a:lnTo>
                    <a:pt x="3941886" y="170138"/>
                  </a:lnTo>
                  <a:lnTo>
                    <a:pt x="3942850" y="169086"/>
                  </a:lnTo>
                  <a:lnTo>
                    <a:pt x="3943814" y="167964"/>
                  </a:lnTo>
                  <a:lnTo>
                    <a:pt x="3944778" y="166711"/>
                  </a:lnTo>
                  <a:lnTo>
                    <a:pt x="3945742" y="165288"/>
                  </a:lnTo>
                  <a:lnTo>
                    <a:pt x="3946706" y="163585"/>
                  </a:lnTo>
                  <a:lnTo>
                    <a:pt x="3947670" y="161534"/>
                  </a:lnTo>
                  <a:lnTo>
                    <a:pt x="3948634" y="159143"/>
                  </a:lnTo>
                  <a:lnTo>
                    <a:pt x="3949598" y="156471"/>
                  </a:lnTo>
                  <a:lnTo>
                    <a:pt x="3950562" y="153560"/>
                  </a:lnTo>
                  <a:lnTo>
                    <a:pt x="3951526" y="150455"/>
                  </a:lnTo>
                  <a:lnTo>
                    <a:pt x="3952490" y="147180"/>
                  </a:lnTo>
                  <a:lnTo>
                    <a:pt x="3953454" y="143729"/>
                  </a:lnTo>
                  <a:lnTo>
                    <a:pt x="3954418" y="140144"/>
                  </a:lnTo>
                  <a:lnTo>
                    <a:pt x="3955382" y="136421"/>
                  </a:lnTo>
                  <a:lnTo>
                    <a:pt x="3956346" y="132576"/>
                  </a:lnTo>
                  <a:lnTo>
                    <a:pt x="3957310" y="128600"/>
                  </a:lnTo>
                  <a:lnTo>
                    <a:pt x="3958274" y="124492"/>
                  </a:lnTo>
                  <a:lnTo>
                    <a:pt x="3959238" y="120299"/>
                  </a:lnTo>
                  <a:lnTo>
                    <a:pt x="3960202" y="116088"/>
                  </a:lnTo>
                  <a:lnTo>
                    <a:pt x="3961166" y="112011"/>
                  </a:lnTo>
                  <a:lnTo>
                    <a:pt x="3962130" y="108165"/>
                  </a:lnTo>
                  <a:lnTo>
                    <a:pt x="3963094" y="104473"/>
                  </a:lnTo>
                  <a:lnTo>
                    <a:pt x="3964058" y="100872"/>
                  </a:lnTo>
                  <a:lnTo>
                    <a:pt x="3965022" y="97329"/>
                  </a:lnTo>
                  <a:lnTo>
                    <a:pt x="3965986" y="93820"/>
                  </a:lnTo>
                  <a:lnTo>
                    <a:pt x="3966950" y="90304"/>
                  </a:lnTo>
                  <a:lnTo>
                    <a:pt x="3967914" y="86823"/>
                  </a:lnTo>
                  <a:lnTo>
                    <a:pt x="3968878" y="83391"/>
                  </a:lnTo>
                  <a:lnTo>
                    <a:pt x="3969842" y="80029"/>
                  </a:lnTo>
                  <a:lnTo>
                    <a:pt x="3970806" y="76782"/>
                  </a:lnTo>
                  <a:lnTo>
                    <a:pt x="3971770" y="73690"/>
                  </a:lnTo>
                  <a:lnTo>
                    <a:pt x="3972734" y="70804"/>
                  </a:lnTo>
                  <a:lnTo>
                    <a:pt x="3973698" y="68161"/>
                  </a:lnTo>
                  <a:lnTo>
                    <a:pt x="3974662" y="65680"/>
                  </a:lnTo>
                  <a:lnTo>
                    <a:pt x="3975626" y="63272"/>
                  </a:lnTo>
                  <a:lnTo>
                    <a:pt x="3976590" y="60852"/>
                  </a:lnTo>
                  <a:lnTo>
                    <a:pt x="3977554" y="58454"/>
                  </a:lnTo>
                  <a:lnTo>
                    <a:pt x="3978518" y="56032"/>
                  </a:lnTo>
                  <a:lnTo>
                    <a:pt x="3979482" y="53563"/>
                  </a:lnTo>
                  <a:lnTo>
                    <a:pt x="3980446" y="51049"/>
                  </a:lnTo>
                  <a:lnTo>
                    <a:pt x="3981410" y="48481"/>
                  </a:lnTo>
                  <a:lnTo>
                    <a:pt x="3982374" y="45801"/>
                  </a:lnTo>
                  <a:lnTo>
                    <a:pt x="3983338" y="42977"/>
                  </a:lnTo>
                  <a:lnTo>
                    <a:pt x="3984302" y="40009"/>
                  </a:lnTo>
                  <a:lnTo>
                    <a:pt x="3985266" y="36982"/>
                  </a:lnTo>
                  <a:lnTo>
                    <a:pt x="3986230" y="33930"/>
                  </a:lnTo>
                  <a:lnTo>
                    <a:pt x="3987194" y="30806"/>
                  </a:lnTo>
                  <a:lnTo>
                    <a:pt x="3988158" y="27590"/>
                  </a:lnTo>
                  <a:lnTo>
                    <a:pt x="3989122" y="24323"/>
                  </a:lnTo>
                  <a:lnTo>
                    <a:pt x="3990086" y="21169"/>
                  </a:lnTo>
                  <a:lnTo>
                    <a:pt x="3991050" y="18269"/>
                  </a:lnTo>
                  <a:lnTo>
                    <a:pt x="3992014" y="15630"/>
                  </a:lnTo>
                  <a:lnTo>
                    <a:pt x="3992978" y="13349"/>
                  </a:lnTo>
                  <a:lnTo>
                    <a:pt x="3993942" y="11496"/>
                  </a:lnTo>
                  <a:lnTo>
                    <a:pt x="3994906" y="10147"/>
                  </a:lnTo>
                  <a:lnTo>
                    <a:pt x="3995870" y="9360"/>
                  </a:lnTo>
                  <a:lnTo>
                    <a:pt x="3996834" y="9177"/>
                  </a:lnTo>
                  <a:lnTo>
                    <a:pt x="3997798" y="9545"/>
                  </a:lnTo>
                  <a:lnTo>
                    <a:pt x="3998762" y="10425"/>
                  </a:lnTo>
                  <a:lnTo>
                    <a:pt x="3999726" y="11794"/>
                  </a:lnTo>
                  <a:lnTo>
                    <a:pt x="4000690" y="13576"/>
                  </a:lnTo>
                  <a:lnTo>
                    <a:pt x="4001654" y="15749"/>
                  </a:lnTo>
                  <a:lnTo>
                    <a:pt x="4002618" y="18305"/>
                  </a:lnTo>
                  <a:lnTo>
                    <a:pt x="4003582" y="21250"/>
                  </a:lnTo>
                  <a:lnTo>
                    <a:pt x="4004546" y="24552"/>
                  </a:lnTo>
                  <a:lnTo>
                    <a:pt x="4005510" y="28140"/>
                  </a:lnTo>
                  <a:lnTo>
                    <a:pt x="4006474" y="31990"/>
                  </a:lnTo>
                  <a:lnTo>
                    <a:pt x="4007438" y="36051"/>
                  </a:lnTo>
                  <a:lnTo>
                    <a:pt x="4008402" y="40248"/>
                  </a:lnTo>
                  <a:lnTo>
                    <a:pt x="4009366" y="44477"/>
                  </a:lnTo>
                  <a:lnTo>
                    <a:pt x="4010330" y="48632"/>
                  </a:lnTo>
                  <a:lnTo>
                    <a:pt x="4011294" y="52742"/>
                  </a:lnTo>
                  <a:lnTo>
                    <a:pt x="4012258" y="56897"/>
                  </a:lnTo>
                  <a:lnTo>
                    <a:pt x="4013222" y="61145"/>
                  </a:lnTo>
                  <a:lnTo>
                    <a:pt x="4014186" y="65444"/>
                  </a:lnTo>
                  <a:lnTo>
                    <a:pt x="4015150" y="69806"/>
                  </a:lnTo>
                  <a:lnTo>
                    <a:pt x="4016114" y="74230"/>
                  </a:lnTo>
                  <a:lnTo>
                    <a:pt x="4017078" y="78671"/>
                  </a:lnTo>
                  <a:lnTo>
                    <a:pt x="4018042" y="83170"/>
                  </a:lnTo>
                  <a:lnTo>
                    <a:pt x="4019006" y="87662"/>
                  </a:lnTo>
                  <a:lnTo>
                    <a:pt x="4019970" y="92110"/>
                  </a:lnTo>
                  <a:lnTo>
                    <a:pt x="4020934" y="96498"/>
                  </a:lnTo>
                  <a:lnTo>
                    <a:pt x="4021898" y="100769"/>
                  </a:lnTo>
                  <a:lnTo>
                    <a:pt x="4022862" y="104945"/>
                  </a:lnTo>
                  <a:lnTo>
                    <a:pt x="4023826" y="109123"/>
                  </a:lnTo>
                  <a:lnTo>
                    <a:pt x="4024790" y="113420"/>
                  </a:lnTo>
                  <a:lnTo>
                    <a:pt x="4025754" y="117855"/>
                  </a:lnTo>
                  <a:lnTo>
                    <a:pt x="4026718" y="122391"/>
                  </a:lnTo>
                  <a:lnTo>
                    <a:pt x="4027682" y="127075"/>
                  </a:lnTo>
                  <a:lnTo>
                    <a:pt x="4028646" y="131945"/>
                  </a:lnTo>
                  <a:lnTo>
                    <a:pt x="4029610" y="137012"/>
                  </a:lnTo>
                  <a:lnTo>
                    <a:pt x="4030574" y="142291"/>
                  </a:lnTo>
                  <a:lnTo>
                    <a:pt x="4031538" y="147830"/>
                  </a:lnTo>
                  <a:lnTo>
                    <a:pt x="4032502" y="153592"/>
                  </a:lnTo>
                  <a:lnTo>
                    <a:pt x="4033466" y="159562"/>
                  </a:lnTo>
                  <a:lnTo>
                    <a:pt x="4034430" y="165685"/>
                  </a:lnTo>
                  <a:lnTo>
                    <a:pt x="4035394" y="171966"/>
                  </a:lnTo>
                  <a:lnTo>
                    <a:pt x="4036359" y="178434"/>
                  </a:lnTo>
                  <a:lnTo>
                    <a:pt x="4037323" y="185125"/>
                  </a:lnTo>
                  <a:lnTo>
                    <a:pt x="4038287" y="191955"/>
                  </a:lnTo>
                  <a:lnTo>
                    <a:pt x="4039251" y="198740"/>
                  </a:lnTo>
                  <a:lnTo>
                    <a:pt x="4040215" y="205439"/>
                  </a:lnTo>
                  <a:lnTo>
                    <a:pt x="4041179" y="212079"/>
                  </a:lnTo>
                  <a:lnTo>
                    <a:pt x="4042143" y="218527"/>
                  </a:lnTo>
                  <a:lnTo>
                    <a:pt x="4043107" y="224727"/>
                  </a:lnTo>
                  <a:lnTo>
                    <a:pt x="4044071" y="230572"/>
                  </a:lnTo>
                  <a:lnTo>
                    <a:pt x="4045035" y="235991"/>
                  </a:lnTo>
                  <a:lnTo>
                    <a:pt x="4045999" y="240984"/>
                  </a:lnTo>
                  <a:lnTo>
                    <a:pt x="4046963" y="245586"/>
                  </a:lnTo>
                  <a:lnTo>
                    <a:pt x="4047927" y="249779"/>
                  </a:lnTo>
                  <a:lnTo>
                    <a:pt x="4048891" y="253622"/>
                  </a:lnTo>
                  <a:lnTo>
                    <a:pt x="4049855" y="257100"/>
                  </a:lnTo>
                  <a:lnTo>
                    <a:pt x="4050819" y="260249"/>
                  </a:lnTo>
                  <a:lnTo>
                    <a:pt x="4051783" y="263083"/>
                  </a:lnTo>
                  <a:lnTo>
                    <a:pt x="4052747" y="265613"/>
                  </a:lnTo>
                  <a:lnTo>
                    <a:pt x="4053711" y="267858"/>
                  </a:lnTo>
                  <a:lnTo>
                    <a:pt x="4054675" y="269823"/>
                  </a:lnTo>
                  <a:lnTo>
                    <a:pt x="4055639" y="271493"/>
                  </a:lnTo>
                  <a:lnTo>
                    <a:pt x="4056603" y="272870"/>
                  </a:lnTo>
                  <a:lnTo>
                    <a:pt x="4057567" y="274004"/>
                  </a:lnTo>
                  <a:lnTo>
                    <a:pt x="4058531" y="274999"/>
                  </a:lnTo>
                  <a:lnTo>
                    <a:pt x="4059495" y="275905"/>
                  </a:lnTo>
                  <a:lnTo>
                    <a:pt x="4060459" y="276661"/>
                  </a:lnTo>
                  <a:lnTo>
                    <a:pt x="4061423" y="277214"/>
                  </a:lnTo>
                  <a:lnTo>
                    <a:pt x="4062387" y="277562"/>
                  </a:lnTo>
                  <a:lnTo>
                    <a:pt x="4063351" y="277747"/>
                  </a:lnTo>
                  <a:lnTo>
                    <a:pt x="4064315" y="277815"/>
                  </a:lnTo>
                  <a:lnTo>
                    <a:pt x="4065279" y="277819"/>
                  </a:lnTo>
                  <a:lnTo>
                    <a:pt x="4066243" y="277726"/>
                  </a:lnTo>
                  <a:lnTo>
                    <a:pt x="4067207" y="277555"/>
                  </a:lnTo>
                  <a:lnTo>
                    <a:pt x="4068171" y="277400"/>
                  </a:lnTo>
                  <a:lnTo>
                    <a:pt x="4069135" y="277312"/>
                  </a:lnTo>
                  <a:lnTo>
                    <a:pt x="4070099" y="277333"/>
                  </a:lnTo>
                  <a:lnTo>
                    <a:pt x="4071063" y="277508"/>
                  </a:lnTo>
                  <a:lnTo>
                    <a:pt x="4072027" y="277839"/>
                  </a:lnTo>
                  <a:lnTo>
                    <a:pt x="4072991" y="278257"/>
                  </a:lnTo>
                  <a:lnTo>
                    <a:pt x="4073955" y="278679"/>
                  </a:lnTo>
                  <a:lnTo>
                    <a:pt x="4074919" y="279172"/>
                  </a:lnTo>
                  <a:lnTo>
                    <a:pt x="4075883" y="279769"/>
                  </a:lnTo>
                  <a:lnTo>
                    <a:pt x="4076847" y="280435"/>
                  </a:lnTo>
                  <a:lnTo>
                    <a:pt x="4077811" y="281121"/>
                  </a:lnTo>
                  <a:lnTo>
                    <a:pt x="4078775" y="281793"/>
                  </a:lnTo>
                  <a:lnTo>
                    <a:pt x="4079739" y="282409"/>
                  </a:lnTo>
                  <a:lnTo>
                    <a:pt x="4080703" y="282970"/>
                  </a:lnTo>
                  <a:lnTo>
                    <a:pt x="4081667" y="283447"/>
                  </a:lnTo>
                  <a:lnTo>
                    <a:pt x="4082631" y="283805"/>
                  </a:lnTo>
                  <a:lnTo>
                    <a:pt x="4083595" y="284000"/>
                  </a:lnTo>
                  <a:lnTo>
                    <a:pt x="4084559" y="284029"/>
                  </a:lnTo>
                  <a:lnTo>
                    <a:pt x="4085523" y="283846"/>
                  </a:lnTo>
                  <a:lnTo>
                    <a:pt x="4086487" y="283391"/>
                  </a:lnTo>
                  <a:lnTo>
                    <a:pt x="4087451" y="282708"/>
                  </a:lnTo>
                  <a:lnTo>
                    <a:pt x="4088415" y="281823"/>
                  </a:lnTo>
                  <a:lnTo>
                    <a:pt x="4089379" y="280636"/>
                  </a:lnTo>
                  <a:lnTo>
                    <a:pt x="4090343" y="279149"/>
                  </a:lnTo>
                  <a:lnTo>
                    <a:pt x="4091307" y="277409"/>
                  </a:lnTo>
                  <a:lnTo>
                    <a:pt x="4092271" y="275505"/>
                  </a:lnTo>
                  <a:lnTo>
                    <a:pt x="4093235" y="273516"/>
                  </a:lnTo>
                  <a:lnTo>
                    <a:pt x="4094199" y="271491"/>
                  </a:lnTo>
                  <a:lnTo>
                    <a:pt x="4095163" y="269401"/>
                  </a:lnTo>
                  <a:lnTo>
                    <a:pt x="4096127" y="267267"/>
                  </a:lnTo>
                  <a:lnTo>
                    <a:pt x="4097091" y="265086"/>
                  </a:lnTo>
                  <a:lnTo>
                    <a:pt x="4098055" y="262905"/>
                  </a:lnTo>
                  <a:lnTo>
                    <a:pt x="4099019" y="260764"/>
                  </a:lnTo>
                  <a:lnTo>
                    <a:pt x="4099983" y="258642"/>
                  </a:lnTo>
                  <a:lnTo>
                    <a:pt x="4100947" y="256547"/>
                  </a:lnTo>
                  <a:lnTo>
                    <a:pt x="4101911" y="254502"/>
                  </a:lnTo>
                  <a:lnTo>
                    <a:pt x="4102875" y="252582"/>
                  </a:lnTo>
                  <a:lnTo>
                    <a:pt x="4103839" y="250855"/>
                  </a:lnTo>
                  <a:lnTo>
                    <a:pt x="4104803" y="249401"/>
                  </a:lnTo>
                  <a:lnTo>
                    <a:pt x="4105767" y="248259"/>
                  </a:lnTo>
                  <a:lnTo>
                    <a:pt x="4106731" y="247386"/>
                  </a:lnTo>
                  <a:lnTo>
                    <a:pt x="4107695" y="246731"/>
                  </a:lnTo>
                  <a:lnTo>
                    <a:pt x="4108659" y="246283"/>
                  </a:lnTo>
                  <a:lnTo>
                    <a:pt x="4109623" y="246031"/>
                  </a:lnTo>
                  <a:lnTo>
                    <a:pt x="4110587" y="246015"/>
                  </a:lnTo>
                  <a:lnTo>
                    <a:pt x="4111551" y="246258"/>
                  </a:lnTo>
                  <a:lnTo>
                    <a:pt x="4112515" y="246702"/>
                  </a:lnTo>
                  <a:lnTo>
                    <a:pt x="4113479" y="247258"/>
                  </a:lnTo>
                  <a:lnTo>
                    <a:pt x="4114443" y="247909"/>
                  </a:lnTo>
                  <a:lnTo>
                    <a:pt x="4115407" y="248663"/>
                  </a:lnTo>
                  <a:lnTo>
                    <a:pt x="4116371" y="249409"/>
                  </a:lnTo>
                  <a:lnTo>
                    <a:pt x="4117335" y="250077"/>
                  </a:lnTo>
                  <a:lnTo>
                    <a:pt x="4118299" y="250627"/>
                  </a:lnTo>
                  <a:lnTo>
                    <a:pt x="4119263" y="251032"/>
                  </a:lnTo>
                  <a:lnTo>
                    <a:pt x="4120227" y="251242"/>
                  </a:lnTo>
                  <a:lnTo>
                    <a:pt x="4121191" y="251263"/>
                  </a:lnTo>
                  <a:lnTo>
                    <a:pt x="4122155" y="251145"/>
                  </a:lnTo>
                  <a:lnTo>
                    <a:pt x="4123119" y="250914"/>
                  </a:lnTo>
                  <a:lnTo>
                    <a:pt x="4124083" y="250525"/>
                  </a:lnTo>
                  <a:lnTo>
                    <a:pt x="4125047" y="249944"/>
                  </a:lnTo>
                  <a:lnTo>
                    <a:pt x="4126011" y="249136"/>
                  </a:lnTo>
                  <a:lnTo>
                    <a:pt x="4126975" y="248124"/>
                  </a:lnTo>
                  <a:lnTo>
                    <a:pt x="4127939" y="246956"/>
                  </a:lnTo>
                  <a:lnTo>
                    <a:pt x="4128903" y="245650"/>
                  </a:lnTo>
                  <a:lnTo>
                    <a:pt x="4129867" y="244259"/>
                  </a:lnTo>
                  <a:lnTo>
                    <a:pt x="4130831" y="242886"/>
                  </a:lnTo>
                  <a:lnTo>
                    <a:pt x="4131795" y="241610"/>
                  </a:lnTo>
                  <a:lnTo>
                    <a:pt x="4132759" y="240424"/>
                  </a:lnTo>
                  <a:lnTo>
                    <a:pt x="4133723" y="239292"/>
                  </a:lnTo>
                  <a:lnTo>
                    <a:pt x="4134687" y="238183"/>
                  </a:lnTo>
                  <a:lnTo>
                    <a:pt x="4135651" y="237028"/>
                  </a:lnTo>
                  <a:lnTo>
                    <a:pt x="4136615" y="235828"/>
                  </a:lnTo>
                  <a:lnTo>
                    <a:pt x="4137579" y="234578"/>
                  </a:lnTo>
                  <a:lnTo>
                    <a:pt x="4138543" y="233398"/>
                  </a:lnTo>
                  <a:lnTo>
                    <a:pt x="4139507" y="232250"/>
                  </a:lnTo>
                  <a:lnTo>
                    <a:pt x="4140471" y="231163"/>
                  </a:lnTo>
                  <a:lnTo>
                    <a:pt x="4141435" y="230092"/>
                  </a:lnTo>
                  <a:lnTo>
                    <a:pt x="4142399" y="229012"/>
                  </a:lnTo>
                  <a:lnTo>
                    <a:pt x="4143363" y="227930"/>
                  </a:lnTo>
                  <a:lnTo>
                    <a:pt x="4144327" y="226855"/>
                  </a:lnTo>
                  <a:lnTo>
                    <a:pt x="4145291" y="225737"/>
                  </a:lnTo>
                  <a:lnTo>
                    <a:pt x="4146255" y="224536"/>
                  </a:lnTo>
                  <a:lnTo>
                    <a:pt x="4147219" y="223186"/>
                  </a:lnTo>
                  <a:lnTo>
                    <a:pt x="4148184" y="221693"/>
                  </a:lnTo>
                  <a:lnTo>
                    <a:pt x="4149148" y="220086"/>
                  </a:lnTo>
                  <a:lnTo>
                    <a:pt x="4150112" y="218421"/>
                  </a:lnTo>
                  <a:lnTo>
                    <a:pt x="4151076" y="216687"/>
                  </a:lnTo>
                  <a:lnTo>
                    <a:pt x="4152040" y="214786"/>
                  </a:lnTo>
                  <a:lnTo>
                    <a:pt x="4153004" y="212644"/>
                  </a:lnTo>
                  <a:lnTo>
                    <a:pt x="4153968" y="210217"/>
                  </a:lnTo>
                  <a:lnTo>
                    <a:pt x="4154932" y="207477"/>
                  </a:lnTo>
                  <a:lnTo>
                    <a:pt x="4155896" y="204405"/>
                  </a:lnTo>
                  <a:lnTo>
                    <a:pt x="4156860" y="201037"/>
                  </a:lnTo>
                  <a:lnTo>
                    <a:pt x="4157824" y="197418"/>
                  </a:lnTo>
                  <a:lnTo>
                    <a:pt x="4158788" y="193615"/>
                  </a:lnTo>
                  <a:lnTo>
                    <a:pt x="4159752" y="189613"/>
                  </a:lnTo>
                  <a:lnTo>
                    <a:pt x="4160716" y="185480"/>
                  </a:lnTo>
                  <a:lnTo>
                    <a:pt x="4161680" y="181300"/>
                  </a:lnTo>
                  <a:lnTo>
                    <a:pt x="4162644" y="177140"/>
                  </a:lnTo>
                  <a:lnTo>
                    <a:pt x="4163608" y="173002"/>
                  </a:lnTo>
                  <a:lnTo>
                    <a:pt x="4164572" y="169003"/>
                  </a:lnTo>
                  <a:lnTo>
                    <a:pt x="4165536" y="165241"/>
                  </a:lnTo>
                  <a:lnTo>
                    <a:pt x="4166500" y="161796"/>
                  </a:lnTo>
                  <a:lnTo>
                    <a:pt x="4167464" y="158704"/>
                  </a:lnTo>
                  <a:lnTo>
                    <a:pt x="4168428" y="155999"/>
                  </a:lnTo>
                  <a:lnTo>
                    <a:pt x="4169392" y="153752"/>
                  </a:lnTo>
                  <a:lnTo>
                    <a:pt x="4170356" y="151992"/>
                  </a:lnTo>
                  <a:lnTo>
                    <a:pt x="4171320" y="150698"/>
                  </a:lnTo>
                  <a:lnTo>
                    <a:pt x="4172284" y="149833"/>
                  </a:lnTo>
                  <a:lnTo>
                    <a:pt x="4173248" y="149391"/>
                  </a:lnTo>
                  <a:lnTo>
                    <a:pt x="4174212" y="149446"/>
                  </a:lnTo>
                  <a:lnTo>
                    <a:pt x="4175176" y="150022"/>
                  </a:lnTo>
                  <a:lnTo>
                    <a:pt x="4176140" y="151091"/>
                  </a:lnTo>
                  <a:lnTo>
                    <a:pt x="4177104" y="152605"/>
                  </a:lnTo>
                  <a:lnTo>
                    <a:pt x="4178068" y="154602"/>
                  </a:lnTo>
                  <a:lnTo>
                    <a:pt x="4179032" y="156958"/>
                  </a:lnTo>
                  <a:lnTo>
                    <a:pt x="4179996" y="159568"/>
                  </a:lnTo>
                  <a:lnTo>
                    <a:pt x="4180960" y="162362"/>
                  </a:lnTo>
                  <a:lnTo>
                    <a:pt x="4181924" y="165365"/>
                  </a:lnTo>
                  <a:lnTo>
                    <a:pt x="4182888" y="168693"/>
                  </a:lnTo>
                  <a:lnTo>
                    <a:pt x="4183852" y="172451"/>
                  </a:lnTo>
                  <a:lnTo>
                    <a:pt x="4184816" y="176717"/>
                  </a:lnTo>
                  <a:lnTo>
                    <a:pt x="4185780" y="181489"/>
                  </a:lnTo>
                  <a:lnTo>
                    <a:pt x="4186744" y="186743"/>
                  </a:lnTo>
                  <a:lnTo>
                    <a:pt x="4187708" y="192481"/>
                  </a:lnTo>
                  <a:lnTo>
                    <a:pt x="4188672" y="198642"/>
                  </a:lnTo>
                  <a:lnTo>
                    <a:pt x="4189636" y="205179"/>
                  </a:lnTo>
                  <a:lnTo>
                    <a:pt x="4190600" y="212081"/>
                  </a:lnTo>
                  <a:lnTo>
                    <a:pt x="4191564" y="219324"/>
                  </a:lnTo>
                  <a:lnTo>
                    <a:pt x="4192528" y="226900"/>
                  </a:lnTo>
                  <a:lnTo>
                    <a:pt x="4193492" y="234839"/>
                  </a:lnTo>
                  <a:lnTo>
                    <a:pt x="4194456" y="243200"/>
                  </a:lnTo>
                  <a:lnTo>
                    <a:pt x="4195420" y="252021"/>
                  </a:lnTo>
                  <a:lnTo>
                    <a:pt x="4196384" y="261298"/>
                  </a:lnTo>
                  <a:lnTo>
                    <a:pt x="4197348" y="270970"/>
                  </a:lnTo>
                  <a:lnTo>
                    <a:pt x="4198312" y="280896"/>
                  </a:lnTo>
                  <a:lnTo>
                    <a:pt x="4199276" y="290909"/>
                  </a:lnTo>
                  <a:lnTo>
                    <a:pt x="4200240" y="300999"/>
                  </a:lnTo>
                  <a:lnTo>
                    <a:pt x="4201204" y="311219"/>
                  </a:lnTo>
                  <a:lnTo>
                    <a:pt x="4202168" y="321530"/>
                  </a:lnTo>
                  <a:lnTo>
                    <a:pt x="4203132" y="331932"/>
                  </a:lnTo>
                  <a:lnTo>
                    <a:pt x="4204096" y="342506"/>
                  </a:lnTo>
                  <a:lnTo>
                    <a:pt x="4205060" y="353251"/>
                  </a:lnTo>
                  <a:lnTo>
                    <a:pt x="4206024" y="364182"/>
                  </a:lnTo>
                  <a:lnTo>
                    <a:pt x="4206988" y="375249"/>
                  </a:lnTo>
                  <a:lnTo>
                    <a:pt x="4207781" y="384430"/>
                  </a:lnTo>
                  <a:lnTo>
                    <a:pt x="4282833" y="384430"/>
                  </a:lnTo>
                  <a:lnTo>
                    <a:pt x="4283145" y="382413"/>
                  </a:lnTo>
                  <a:lnTo>
                    <a:pt x="4284109" y="376403"/>
                  </a:lnTo>
                  <a:lnTo>
                    <a:pt x="4285073" y="370626"/>
                  </a:lnTo>
                  <a:lnTo>
                    <a:pt x="4286037" y="365061"/>
                  </a:lnTo>
                  <a:lnTo>
                    <a:pt x="4287001" y="359716"/>
                  </a:lnTo>
                  <a:lnTo>
                    <a:pt x="4287965" y="354615"/>
                  </a:lnTo>
                  <a:lnTo>
                    <a:pt x="4288929" y="349726"/>
                  </a:lnTo>
                  <a:lnTo>
                    <a:pt x="4289893" y="345025"/>
                  </a:lnTo>
                  <a:lnTo>
                    <a:pt x="4290857" y="340439"/>
                  </a:lnTo>
                  <a:lnTo>
                    <a:pt x="4291821" y="335974"/>
                  </a:lnTo>
                  <a:lnTo>
                    <a:pt x="4292785" y="331644"/>
                  </a:lnTo>
                  <a:lnTo>
                    <a:pt x="4293749" y="327455"/>
                  </a:lnTo>
                  <a:lnTo>
                    <a:pt x="4294713" y="323435"/>
                  </a:lnTo>
                  <a:lnTo>
                    <a:pt x="4295677" y="319623"/>
                  </a:lnTo>
                  <a:lnTo>
                    <a:pt x="4296641" y="316030"/>
                  </a:lnTo>
                  <a:lnTo>
                    <a:pt x="4297605" y="312670"/>
                  </a:lnTo>
                  <a:lnTo>
                    <a:pt x="4298569" y="309647"/>
                  </a:lnTo>
                  <a:lnTo>
                    <a:pt x="4299533" y="306987"/>
                  </a:lnTo>
                  <a:lnTo>
                    <a:pt x="4300497" y="304730"/>
                  </a:lnTo>
                  <a:lnTo>
                    <a:pt x="4301461" y="302878"/>
                  </a:lnTo>
                  <a:lnTo>
                    <a:pt x="4302425" y="301422"/>
                  </a:lnTo>
                  <a:lnTo>
                    <a:pt x="4303389" y="300376"/>
                  </a:lnTo>
                  <a:lnTo>
                    <a:pt x="4304353" y="299779"/>
                  </a:lnTo>
                  <a:lnTo>
                    <a:pt x="4305317" y="299642"/>
                  </a:lnTo>
                  <a:lnTo>
                    <a:pt x="4306281" y="300001"/>
                  </a:lnTo>
                  <a:lnTo>
                    <a:pt x="4307245" y="300845"/>
                  </a:lnTo>
                  <a:lnTo>
                    <a:pt x="4308209" y="302299"/>
                  </a:lnTo>
                  <a:lnTo>
                    <a:pt x="4309173" y="304369"/>
                  </a:lnTo>
                  <a:lnTo>
                    <a:pt x="4310137" y="307087"/>
                  </a:lnTo>
                  <a:lnTo>
                    <a:pt x="4311101" y="310432"/>
                  </a:lnTo>
                  <a:lnTo>
                    <a:pt x="4312065" y="314451"/>
                  </a:lnTo>
                  <a:lnTo>
                    <a:pt x="4313029" y="319104"/>
                  </a:lnTo>
                  <a:lnTo>
                    <a:pt x="4313993" y="324377"/>
                  </a:lnTo>
                  <a:lnTo>
                    <a:pt x="4314957" y="330244"/>
                  </a:lnTo>
                  <a:lnTo>
                    <a:pt x="4315921" y="336746"/>
                  </a:lnTo>
                  <a:lnTo>
                    <a:pt x="4316885" y="343896"/>
                  </a:lnTo>
                  <a:lnTo>
                    <a:pt x="4317849" y="351746"/>
                  </a:lnTo>
                  <a:lnTo>
                    <a:pt x="4318813" y="360295"/>
                  </a:lnTo>
                  <a:lnTo>
                    <a:pt x="4319777" y="369539"/>
                  </a:lnTo>
                  <a:lnTo>
                    <a:pt x="4320741" y="379409"/>
                  </a:lnTo>
                  <a:lnTo>
                    <a:pt x="4321204" y="384430"/>
                  </a:lnTo>
                  <a:lnTo>
                    <a:pt x="4437848" y="384430"/>
                  </a:lnTo>
                  <a:lnTo>
                    <a:pt x="4438350" y="383717"/>
                  </a:lnTo>
                  <a:lnTo>
                    <a:pt x="4439314" y="382196"/>
                  </a:lnTo>
                  <a:lnTo>
                    <a:pt x="4440278" y="380547"/>
                  </a:lnTo>
                  <a:lnTo>
                    <a:pt x="4441242" y="378842"/>
                  </a:lnTo>
                  <a:lnTo>
                    <a:pt x="4442206" y="377081"/>
                  </a:lnTo>
                  <a:lnTo>
                    <a:pt x="4443170" y="375269"/>
                  </a:lnTo>
                  <a:lnTo>
                    <a:pt x="4444134" y="373421"/>
                  </a:lnTo>
                  <a:lnTo>
                    <a:pt x="4445098" y="371517"/>
                  </a:lnTo>
                  <a:lnTo>
                    <a:pt x="4446062" y="369574"/>
                  </a:lnTo>
                  <a:lnTo>
                    <a:pt x="4447026" y="367606"/>
                  </a:lnTo>
                  <a:lnTo>
                    <a:pt x="4447990" y="365580"/>
                  </a:lnTo>
                  <a:lnTo>
                    <a:pt x="4448954" y="363500"/>
                  </a:lnTo>
                  <a:lnTo>
                    <a:pt x="4449918" y="361414"/>
                  </a:lnTo>
                  <a:lnTo>
                    <a:pt x="4450882" y="359362"/>
                  </a:lnTo>
                  <a:lnTo>
                    <a:pt x="4451846" y="357361"/>
                  </a:lnTo>
                  <a:lnTo>
                    <a:pt x="4452810" y="355403"/>
                  </a:lnTo>
                  <a:lnTo>
                    <a:pt x="4453774" y="353501"/>
                  </a:lnTo>
                  <a:lnTo>
                    <a:pt x="4454738" y="351624"/>
                  </a:lnTo>
                  <a:lnTo>
                    <a:pt x="4455702" y="349698"/>
                  </a:lnTo>
                  <a:lnTo>
                    <a:pt x="4456666" y="347720"/>
                  </a:lnTo>
                  <a:lnTo>
                    <a:pt x="4457630" y="345707"/>
                  </a:lnTo>
                  <a:lnTo>
                    <a:pt x="4458594" y="343641"/>
                  </a:lnTo>
                  <a:lnTo>
                    <a:pt x="4459558" y="341494"/>
                  </a:lnTo>
                  <a:lnTo>
                    <a:pt x="4460522" y="339274"/>
                  </a:lnTo>
                  <a:lnTo>
                    <a:pt x="4461486" y="336979"/>
                  </a:lnTo>
                  <a:lnTo>
                    <a:pt x="4462450" y="334597"/>
                  </a:lnTo>
                  <a:lnTo>
                    <a:pt x="4463414" y="332105"/>
                  </a:lnTo>
                  <a:lnTo>
                    <a:pt x="4464378" y="329478"/>
                  </a:lnTo>
                  <a:lnTo>
                    <a:pt x="4465342" y="326715"/>
                  </a:lnTo>
                  <a:lnTo>
                    <a:pt x="4466306" y="323817"/>
                  </a:lnTo>
                  <a:lnTo>
                    <a:pt x="4467270" y="320767"/>
                  </a:lnTo>
                  <a:lnTo>
                    <a:pt x="4468234" y="317565"/>
                  </a:lnTo>
                  <a:lnTo>
                    <a:pt x="4469198" y="314212"/>
                  </a:lnTo>
                  <a:lnTo>
                    <a:pt x="4470162" y="310780"/>
                  </a:lnTo>
                  <a:lnTo>
                    <a:pt x="4471126" y="307308"/>
                  </a:lnTo>
                  <a:lnTo>
                    <a:pt x="4472090" y="303783"/>
                  </a:lnTo>
                  <a:lnTo>
                    <a:pt x="4473054" y="300211"/>
                  </a:lnTo>
                  <a:lnTo>
                    <a:pt x="4474018" y="296593"/>
                  </a:lnTo>
                  <a:lnTo>
                    <a:pt x="4474982" y="292978"/>
                  </a:lnTo>
                  <a:lnTo>
                    <a:pt x="4475946" y="289426"/>
                  </a:lnTo>
                  <a:lnTo>
                    <a:pt x="4476910" y="285930"/>
                  </a:lnTo>
                  <a:lnTo>
                    <a:pt x="4477874" y="282522"/>
                  </a:lnTo>
                  <a:lnTo>
                    <a:pt x="4478838" y="279225"/>
                  </a:lnTo>
                  <a:lnTo>
                    <a:pt x="4479802" y="276039"/>
                  </a:lnTo>
                  <a:lnTo>
                    <a:pt x="4480766" y="273004"/>
                  </a:lnTo>
                  <a:lnTo>
                    <a:pt x="4481731" y="270144"/>
                  </a:lnTo>
                  <a:lnTo>
                    <a:pt x="4482695" y="267438"/>
                  </a:lnTo>
                  <a:lnTo>
                    <a:pt x="4483659" y="264900"/>
                  </a:lnTo>
                  <a:lnTo>
                    <a:pt x="4484623" y="262552"/>
                  </a:lnTo>
                  <a:lnTo>
                    <a:pt x="4485587" y="260426"/>
                  </a:lnTo>
                  <a:lnTo>
                    <a:pt x="4486551" y="258521"/>
                  </a:lnTo>
                  <a:lnTo>
                    <a:pt x="4487515" y="256843"/>
                  </a:lnTo>
                  <a:lnTo>
                    <a:pt x="4488479" y="255431"/>
                  </a:lnTo>
                  <a:lnTo>
                    <a:pt x="4489443" y="254226"/>
                  </a:lnTo>
                  <a:lnTo>
                    <a:pt x="4490407" y="253159"/>
                  </a:lnTo>
                  <a:lnTo>
                    <a:pt x="4491371" y="252258"/>
                  </a:lnTo>
                  <a:lnTo>
                    <a:pt x="4492335" y="251496"/>
                  </a:lnTo>
                  <a:lnTo>
                    <a:pt x="4493299" y="250904"/>
                  </a:lnTo>
                  <a:lnTo>
                    <a:pt x="4494263" y="250482"/>
                  </a:lnTo>
                  <a:lnTo>
                    <a:pt x="4495227" y="250191"/>
                  </a:lnTo>
                  <a:lnTo>
                    <a:pt x="4496191" y="250017"/>
                  </a:lnTo>
                  <a:lnTo>
                    <a:pt x="4497155" y="249982"/>
                  </a:lnTo>
                  <a:lnTo>
                    <a:pt x="4498119" y="250049"/>
                  </a:lnTo>
                  <a:lnTo>
                    <a:pt x="4499083" y="250170"/>
                  </a:lnTo>
                  <a:lnTo>
                    <a:pt x="4500047" y="250304"/>
                  </a:lnTo>
                  <a:lnTo>
                    <a:pt x="4501011" y="250458"/>
                  </a:lnTo>
                  <a:lnTo>
                    <a:pt x="4501975" y="250643"/>
                  </a:lnTo>
                  <a:lnTo>
                    <a:pt x="4502939" y="250795"/>
                  </a:lnTo>
                  <a:lnTo>
                    <a:pt x="4503903" y="250943"/>
                  </a:lnTo>
                  <a:lnTo>
                    <a:pt x="4504867" y="251109"/>
                  </a:lnTo>
                  <a:lnTo>
                    <a:pt x="4505831" y="251268"/>
                  </a:lnTo>
                  <a:lnTo>
                    <a:pt x="4506795" y="251427"/>
                  </a:lnTo>
                  <a:lnTo>
                    <a:pt x="4507759" y="251573"/>
                  </a:lnTo>
                  <a:lnTo>
                    <a:pt x="4508723" y="251714"/>
                  </a:lnTo>
                  <a:lnTo>
                    <a:pt x="4509687" y="251836"/>
                  </a:lnTo>
                  <a:lnTo>
                    <a:pt x="4510651" y="251954"/>
                  </a:lnTo>
                  <a:lnTo>
                    <a:pt x="4511615" y="252053"/>
                  </a:lnTo>
                  <a:lnTo>
                    <a:pt x="4512579" y="252152"/>
                  </a:lnTo>
                  <a:lnTo>
                    <a:pt x="4513543" y="252250"/>
                  </a:lnTo>
                  <a:lnTo>
                    <a:pt x="4514507" y="252347"/>
                  </a:lnTo>
                  <a:lnTo>
                    <a:pt x="4515471" y="252443"/>
                  </a:lnTo>
                  <a:lnTo>
                    <a:pt x="4516435" y="252547"/>
                  </a:lnTo>
                  <a:lnTo>
                    <a:pt x="4517399" y="252700"/>
                  </a:lnTo>
                  <a:lnTo>
                    <a:pt x="4518363" y="252917"/>
                  </a:lnTo>
                  <a:lnTo>
                    <a:pt x="4519327" y="253140"/>
                  </a:lnTo>
                  <a:lnTo>
                    <a:pt x="4520291" y="253385"/>
                  </a:lnTo>
                  <a:lnTo>
                    <a:pt x="4521255" y="253644"/>
                  </a:lnTo>
                  <a:lnTo>
                    <a:pt x="4522219" y="253951"/>
                  </a:lnTo>
                  <a:lnTo>
                    <a:pt x="4523183" y="254328"/>
                  </a:lnTo>
                  <a:lnTo>
                    <a:pt x="4524147" y="254736"/>
                  </a:lnTo>
                  <a:lnTo>
                    <a:pt x="4525111" y="255182"/>
                  </a:lnTo>
                  <a:lnTo>
                    <a:pt x="4526075" y="255665"/>
                  </a:lnTo>
                  <a:lnTo>
                    <a:pt x="4527039" y="256186"/>
                  </a:lnTo>
                  <a:lnTo>
                    <a:pt x="4528003" y="256738"/>
                  </a:lnTo>
                  <a:lnTo>
                    <a:pt x="4528967" y="257289"/>
                  </a:lnTo>
                  <a:lnTo>
                    <a:pt x="4529931" y="257834"/>
                  </a:lnTo>
                  <a:lnTo>
                    <a:pt x="4530895" y="258333"/>
                  </a:lnTo>
                  <a:lnTo>
                    <a:pt x="4531859" y="258755"/>
                  </a:lnTo>
                  <a:lnTo>
                    <a:pt x="4532823" y="259062"/>
                  </a:lnTo>
                  <a:lnTo>
                    <a:pt x="4533787" y="259269"/>
                  </a:lnTo>
                  <a:lnTo>
                    <a:pt x="4534751" y="259351"/>
                  </a:lnTo>
                  <a:lnTo>
                    <a:pt x="4535715" y="259335"/>
                  </a:lnTo>
                  <a:lnTo>
                    <a:pt x="4536679" y="259192"/>
                  </a:lnTo>
                  <a:lnTo>
                    <a:pt x="4537643" y="258907"/>
                  </a:lnTo>
                  <a:lnTo>
                    <a:pt x="4538607" y="258512"/>
                  </a:lnTo>
                  <a:lnTo>
                    <a:pt x="4539571" y="257986"/>
                  </a:lnTo>
                  <a:lnTo>
                    <a:pt x="4540535" y="257279"/>
                  </a:lnTo>
                  <a:lnTo>
                    <a:pt x="4541499" y="256382"/>
                  </a:lnTo>
                  <a:lnTo>
                    <a:pt x="4542463" y="255274"/>
                  </a:lnTo>
                  <a:lnTo>
                    <a:pt x="4543427" y="253976"/>
                  </a:lnTo>
                  <a:lnTo>
                    <a:pt x="4544391" y="252507"/>
                  </a:lnTo>
                  <a:lnTo>
                    <a:pt x="4545355" y="250868"/>
                  </a:lnTo>
                  <a:lnTo>
                    <a:pt x="4546319" y="249087"/>
                  </a:lnTo>
                  <a:lnTo>
                    <a:pt x="4547283" y="247189"/>
                  </a:lnTo>
                  <a:lnTo>
                    <a:pt x="4548247" y="245183"/>
                  </a:lnTo>
                  <a:lnTo>
                    <a:pt x="4549211" y="243076"/>
                  </a:lnTo>
                  <a:lnTo>
                    <a:pt x="4550175" y="240875"/>
                  </a:lnTo>
                  <a:lnTo>
                    <a:pt x="4551139" y="238636"/>
                  </a:lnTo>
                  <a:lnTo>
                    <a:pt x="4552103" y="236424"/>
                  </a:lnTo>
                  <a:lnTo>
                    <a:pt x="4553067" y="234260"/>
                  </a:lnTo>
                  <a:lnTo>
                    <a:pt x="4554031" y="232185"/>
                  </a:lnTo>
                  <a:lnTo>
                    <a:pt x="4554995" y="230248"/>
                  </a:lnTo>
                  <a:lnTo>
                    <a:pt x="4555959" y="228472"/>
                  </a:lnTo>
                  <a:lnTo>
                    <a:pt x="4556923" y="226909"/>
                  </a:lnTo>
                  <a:lnTo>
                    <a:pt x="4557887" y="225577"/>
                  </a:lnTo>
                  <a:lnTo>
                    <a:pt x="4558851" y="224477"/>
                  </a:lnTo>
                  <a:lnTo>
                    <a:pt x="4559815" y="223646"/>
                  </a:lnTo>
                  <a:lnTo>
                    <a:pt x="4560779" y="223117"/>
                  </a:lnTo>
                  <a:lnTo>
                    <a:pt x="4561743" y="222913"/>
                  </a:lnTo>
                  <a:lnTo>
                    <a:pt x="4562707" y="223005"/>
                  </a:lnTo>
                  <a:lnTo>
                    <a:pt x="4563671" y="223420"/>
                  </a:lnTo>
                  <a:lnTo>
                    <a:pt x="4564635" y="224167"/>
                  </a:lnTo>
                  <a:lnTo>
                    <a:pt x="4565599" y="225210"/>
                  </a:lnTo>
                  <a:lnTo>
                    <a:pt x="4566563" y="226486"/>
                  </a:lnTo>
                  <a:lnTo>
                    <a:pt x="4567527" y="227973"/>
                  </a:lnTo>
                  <a:lnTo>
                    <a:pt x="4568491" y="229672"/>
                  </a:lnTo>
                  <a:lnTo>
                    <a:pt x="4569455" y="231629"/>
                  </a:lnTo>
                  <a:lnTo>
                    <a:pt x="4570419" y="233799"/>
                  </a:lnTo>
                  <a:lnTo>
                    <a:pt x="4571383" y="236127"/>
                  </a:lnTo>
                  <a:lnTo>
                    <a:pt x="4572347" y="238626"/>
                  </a:lnTo>
                  <a:lnTo>
                    <a:pt x="4573311" y="241224"/>
                  </a:lnTo>
                  <a:lnTo>
                    <a:pt x="4574275" y="243949"/>
                  </a:lnTo>
                  <a:lnTo>
                    <a:pt x="4575239" y="246794"/>
                  </a:lnTo>
                  <a:lnTo>
                    <a:pt x="4576203" y="249740"/>
                  </a:lnTo>
                  <a:lnTo>
                    <a:pt x="4577167" y="252781"/>
                  </a:lnTo>
                  <a:lnTo>
                    <a:pt x="4578131" y="255963"/>
                  </a:lnTo>
                  <a:lnTo>
                    <a:pt x="4579095" y="259315"/>
                  </a:lnTo>
                  <a:lnTo>
                    <a:pt x="4580059" y="262846"/>
                  </a:lnTo>
                  <a:lnTo>
                    <a:pt x="4581023" y="266593"/>
                  </a:lnTo>
                  <a:lnTo>
                    <a:pt x="4581987" y="270555"/>
                  </a:lnTo>
                  <a:lnTo>
                    <a:pt x="4582951" y="274716"/>
                  </a:lnTo>
                  <a:lnTo>
                    <a:pt x="4583915" y="279057"/>
                  </a:lnTo>
                  <a:lnTo>
                    <a:pt x="4584879" y="283566"/>
                  </a:lnTo>
                  <a:lnTo>
                    <a:pt x="4585843" y="288244"/>
                  </a:lnTo>
                  <a:lnTo>
                    <a:pt x="4586807" y="293090"/>
                  </a:lnTo>
                  <a:lnTo>
                    <a:pt x="4587771" y="298127"/>
                  </a:lnTo>
                  <a:lnTo>
                    <a:pt x="4588735" y="303436"/>
                  </a:lnTo>
                  <a:lnTo>
                    <a:pt x="4589699" y="309055"/>
                  </a:lnTo>
                  <a:lnTo>
                    <a:pt x="4590663" y="314966"/>
                  </a:lnTo>
                  <a:lnTo>
                    <a:pt x="4591627" y="321183"/>
                  </a:lnTo>
                  <a:lnTo>
                    <a:pt x="4592592" y="327666"/>
                  </a:lnTo>
                  <a:lnTo>
                    <a:pt x="4593556" y="334339"/>
                  </a:lnTo>
                  <a:lnTo>
                    <a:pt x="4594520" y="341186"/>
                  </a:lnTo>
                  <a:lnTo>
                    <a:pt x="4595484" y="348173"/>
                  </a:lnTo>
                  <a:lnTo>
                    <a:pt x="4596448" y="355292"/>
                  </a:lnTo>
                  <a:lnTo>
                    <a:pt x="4597412" y="362568"/>
                  </a:lnTo>
                  <a:lnTo>
                    <a:pt x="4598376" y="369978"/>
                  </a:lnTo>
                  <a:lnTo>
                    <a:pt x="4599340" y="377478"/>
                  </a:lnTo>
                  <a:lnTo>
                    <a:pt x="4600227" y="384430"/>
                  </a:lnTo>
                  <a:lnTo>
                    <a:pt x="4644812" y="384430"/>
                  </a:lnTo>
                  <a:lnTo>
                    <a:pt x="4645612" y="379245"/>
                  </a:lnTo>
                  <a:lnTo>
                    <a:pt x="4646576" y="373008"/>
                  </a:lnTo>
                  <a:lnTo>
                    <a:pt x="4647540" y="366835"/>
                  </a:lnTo>
                  <a:lnTo>
                    <a:pt x="4648504" y="360741"/>
                  </a:lnTo>
                  <a:lnTo>
                    <a:pt x="4649468" y="354725"/>
                  </a:lnTo>
                  <a:lnTo>
                    <a:pt x="4650432" y="348764"/>
                  </a:lnTo>
                  <a:lnTo>
                    <a:pt x="4651396" y="342913"/>
                  </a:lnTo>
                  <a:lnTo>
                    <a:pt x="4652360" y="337226"/>
                  </a:lnTo>
                  <a:lnTo>
                    <a:pt x="4653324" y="331688"/>
                  </a:lnTo>
                  <a:lnTo>
                    <a:pt x="4654288" y="326313"/>
                  </a:lnTo>
                  <a:lnTo>
                    <a:pt x="4655252" y="321165"/>
                  </a:lnTo>
                  <a:lnTo>
                    <a:pt x="4656216" y="316256"/>
                  </a:lnTo>
                  <a:lnTo>
                    <a:pt x="4657180" y="311527"/>
                  </a:lnTo>
                  <a:lnTo>
                    <a:pt x="4658144" y="306950"/>
                  </a:lnTo>
                  <a:lnTo>
                    <a:pt x="4659108" y="302597"/>
                  </a:lnTo>
                  <a:lnTo>
                    <a:pt x="4660072" y="298468"/>
                  </a:lnTo>
                  <a:lnTo>
                    <a:pt x="4661036" y="294615"/>
                  </a:lnTo>
                  <a:lnTo>
                    <a:pt x="4662000" y="291095"/>
                  </a:lnTo>
                  <a:lnTo>
                    <a:pt x="4662964" y="287954"/>
                  </a:lnTo>
                  <a:lnTo>
                    <a:pt x="4663928" y="285230"/>
                  </a:lnTo>
                  <a:lnTo>
                    <a:pt x="4664892" y="282941"/>
                  </a:lnTo>
                  <a:lnTo>
                    <a:pt x="4665856" y="281161"/>
                  </a:lnTo>
                  <a:lnTo>
                    <a:pt x="4666820" y="279983"/>
                  </a:lnTo>
                  <a:lnTo>
                    <a:pt x="4667784" y="279398"/>
                  </a:lnTo>
                  <a:lnTo>
                    <a:pt x="4668748" y="279366"/>
                  </a:lnTo>
                  <a:lnTo>
                    <a:pt x="4669712" y="279856"/>
                  </a:lnTo>
                  <a:lnTo>
                    <a:pt x="4670676" y="280790"/>
                  </a:lnTo>
                  <a:lnTo>
                    <a:pt x="4671640" y="282199"/>
                  </a:lnTo>
                  <a:lnTo>
                    <a:pt x="4672604" y="284041"/>
                  </a:lnTo>
                  <a:lnTo>
                    <a:pt x="4673568" y="286290"/>
                  </a:lnTo>
                  <a:lnTo>
                    <a:pt x="4674532" y="288950"/>
                  </a:lnTo>
                  <a:lnTo>
                    <a:pt x="4675496" y="292016"/>
                  </a:lnTo>
                  <a:lnTo>
                    <a:pt x="4676460" y="295443"/>
                  </a:lnTo>
                  <a:lnTo>
                    <a:pt x="4677424" y="299257"/>
                  </a:lnTo>
                  <a:lnTo>
                    <a:pt x="4678388" y="303503"/>
                  </a:lnTo>
                  <a:lnTo>
                    <a:pt x="4679352" y="308144"/>
                  </a:lnTo>
                  <a:lnTo>
                    <a:pt x="4680316" y="313102"/>
                  </a:lnTo>
                  <a:lnTo>
                    <a:pt x="4681280" y="318389"/>
                  </a:lnTo>
                  <a:lnTo>
                    <a:pt x="4682244" y="324018"/>
                  </a:lnTo>
                  <a:lnTo>
                    <a:pt x="4683208" y="329916"/>
                  </a:lnTo>
                  <a:lnTo>
                    <a:pt x="4684172" y="336043"/>
                  </a:lnTo>
                  <a:lnTo>
                    <a:pt x="4685136" y="342317"/>
                  </a:lnTo>
                  <a:lnTo>
                    <a:pt x="4686100" y="348651"/>
                  </a:lnTo>
                  <a:lnTo>
                    <a:pt x="4687064" y="355081"/>
                  </a:lnTo>
                  <a:lnTo>
                    <a:pt x="4688028" y="361596"/>
                  </a:lnTo>
                  <a:lnTo>
                    <a:pt x="4688992" y="368145"/>
                  </a:lnTo>
                  <a:lnTo>
                    <a:pt x="4689956" y="374722"/>
                  </a:lnTo>
                  <a:lnTo>
                    <a:pt x="4690920" y="381309"/>
                  </a:lnTo>
                  <a:lnTo>
                    <a:pt x="4691379" y="384430"/>
                  </a:lnTo>
                  <a:lnTo>
                    <a:pt x="4819134" y="384374"/>
                  </a:lnTo>
                  <a:lnTo>
                    <a:pt x="4820098" y="382692"/>
                  </a:lnTo>
                  <a:lnTo>
                    <a:pt x="4821062" y="380997"/>
                  </a:lnTo>
                  <a:lnTo>
                    <a:pt x="4822026" y="379286"/>
                  </a:lnTo>
                  <a:lnTo>
                    <a:pt x="4822990" y="377511"/>
                  </a:lnTo>
                  <a:lnTo>
                    <a:pt x="4823954" y="375692"/>
                  </a:lnTo>
                  <a:lnTo>
                    <a:pt x="4824918" y="373899"/>
                  </a:lnTo>
                  <a:lnTo>
                    <a:pt x="4825882" y="372171"/>
                  </a:lnTo>
                  <a:lnTo>
                    <a:pt x="4826846" y="370512"/>
                  </a:lnTo>
                  <a:lnTo>
                    <a:pt x="4827810" y="368939"/>
                  </a:lnTo>
                  <a:lnTo>
                    <a:pt x="4828774" y="367503"/>
                  </a:lnTo>
                  <a:lnTo>
                    <a:pt x="4829738" y="366204"/>
                  </a:lnTo>
                  <a:lnTo>
                    <a:pt x="4830702" y="364966"/>
                  </a:lnTo>
                  <a:lnTo>
                    <a:pt x="4831666" y="363809"/>
                  </a:lnTo>
                  <a:lnTo>
                    <a:pt x="4832630" y="362683"/>
                  </a:lnTo>
                  <a:lnTo>
                    <a:pt x="4833594" y="361649"/>
                  </a:lnTo>
                  <a:lnTo>
                    <a:pt x="4834558" y="360769"/>
                  </a:lnTo>
                  <a:lnTo>
                    <a:pt x="4835522" y="360072"/>
                  </a:lnTo>
                  <a:lnTo>
                    <a:pt x="4836486" y="359596"/>
                  </a:lnTo>
                  <a:lnTo>
                    <a:pt x="4837450" y="359390"/>
                  </a:lnTo>
                  <a:lnTo>
                    <a:pt x="4838414" y="359474"/>
                  </a:lnTo>
                  <a:lnTo>
                    <a:pt x="4839378" y="359820"/>
                  </a:lnTo>
                  <a:lnTo>
                    <a:pt x="4840342" y="360444"/>
                  </a:lnTo>
                  <a:lnTo>
                    <a:pt x="4841306" y="361283"/>
                  </a:lnTo>
                  <a:lnTo>
                    <a:pt x="4842270" y="362263"/>
                  </a:lnTo>
                  <a:lnTo>
                    <a:pt x="4843234" y="363325"/>
                  </a:lnTo>
                  <a:lnTo>
                    <a:pt x="4844198" y="364401"/>
                  </a:lnTo>
                  <a:lnTo>
                    <a:pt x="4845162" y="365501"/>
                  </a:lnTo>
                  <a:lnTo>
                    <a:pt x="4846126" y="366631"/>
                  </a:lnTo>
                  <a:lnTo>
                    <a:pt x="4847090" y="367755"/>
                  </a:lnTo>
                  <a:lnTo>
                    <a:pt x="4848054" y="368806"/>
                  </a:lnTo>
                  <a:lnTo>
                    <a:pt x="4849018" y="369715"/>
                  </a:lnTo>
                  <a:lnTo>
                    <a:pt x="4849982" y="370336"/>
                  </a:lnTo>
                  <a:lnTo>
                    <a:pt x="4850946" y="370677"/>
                  </a:lnTo>
                  <a:lnTo>
                    <a:pt x="4851910" y="370716"/>
                  </a:lnTo>
                  <a:lnTo>
                    <a:pt x="4852874" y="370403"/>
                  </a:lnTo>
                  <a:lnTo>
                    <a:pt x="4853838" y="369748"/>
                  </a:lnTo>
                  <a:lnTo>
                    <a:pt x="4854802" y="368728"/>
                  </a:lnTo>
                  <a:lnTo>
                    <a:pt x="4855766" y="367351"/>
                  </a:lnTo>
                  <a:lnTo>
                    <a:pt x="4856730" y="365663"/>
                  </a:lnTo>
                  <a:lnTo>
                    <a:pt x="4857694" y="363673"/>
                  </a:lnTo>
                  <a:lnTo>
                    <a:pt x="4858658" y="361388"/>
                  </a:lnTo>
                  <a:lnTo>
                    <a:pt x="4859622" y="358808"/>
                  </a:lnTo>
                  <a:lnTo>
                    <a:pt x="4860586" y="355940"/>
                  </a:lnTo>
                  <a:lnTo>
                    <a:pt x="4861550" y="352839"/>
                  </a:lnTo>
                  <a:lnTo>
                    <a:pt x="4862514" y="349530"/>
                  </a:lnTo>
                  <a:lnTo>
                    <a:pt x="4863478" y="346052"/>
                  </a:lnTo>
                  <a:lnTo>
                    <a:pt x="4864442" y="342489"/>
                  </a:lnTo>
                  <a:lnTo>
                    <a:pt x="4865406" y="338852"/>
                  </a:lnTo>
                  <a:lnTo>
                    <a:pt x="4866370" y="335158"/>
                  </a:lnTo>
                  <a:lnTo>
                    <a:pt x="4867334" y="331496"/>
                  </a:lnTo>
                  <a:lnTo>
                    <a:pt x="4868298" y="327944"/>
                  </a:lnTo>
                  <a:lnTo>
                    <a:pt x="4869262" y="324490"/>
                  </a:lnTo>
                  <a:lnTo>
                    <a:pt x="4870226" y="321117"/>
                  </a:lnTo>
                  <a:lnTo>
                    <a:pt x="4871190" y="317838"/>
                  </a:lnTo>
                  <a:lnTo>
                    <a:pt x="4872154" y="314702"/>
                  </a:lnTo>
                  <a:lnTo>
                    <a:pt x="4873118" y="311680"/>
                  </a:lnTo>
                  <a:lnTo>
                    <a:pt x="4874082" y="308693"/>
                  </a:lnTo>
                  <a:lnTo>
                    <a:pt x="4875046" y="305751"/>
                  </a:lnTo>
                  <a:lnTo>
                    <a:pt x="4876010" y="302804"/>
                  </a:lnTo>
                  <a:lnTo>
                    <a:pt x="4876974" y="299827"/>
                  </a:lnTo>
                  <a:lnTo>
                    <a:pt x="4877938" y="296764"/>
                  </a:lnTo>
                  <a:lnTo>
                    <a:pt x="4878902" y="293640"/>
                  </a:lnTo>
                  <a:lnTo>
                    <a:pt x="4879866" y="290491"/>
                  </a:lnTo>
                  <a:lnTo>
                    <a:pt x="4880830" y="287282"/>
                  </a:lnTo>
                  <a:lnTo>
                    <a:pt x="4881794" y="283931"/>
                  </a:lnTo>
                  <a:lnTo>
                    <a:pt x="4882758" y="280376"/>
                  </a:lnTo>
                  <a:lnTo>
                    <a:pt x="4883722" y="276561"/>
                  </a:lnTo>
                  <a:lnTo>
                    <a:pt x="4884686" y="272462"/>
                  </a:lnTo>
                  <a:lnTo>
                    <a:pt x="4885650" y="268066"/>
                  </a:lnTo>
                  <a:lnTo>
                    <a:pt x="4886614" y="263375"/>
                  </a:lnTo>
                  <a:lnTo>
                    <a:pt x="4887578" y="258434"/>
                  </a:lnTo>
                  <a:lnTo>
                    <a:pt x="4888542" y="253242"/>
                  </a:lnTo>
                  <a:lnTo>
                    <a:pt x="4889506" y="247771"/>
                  </a:lnTo>
                  <a:lnTo>
                    <a:pt x="4890470" y="242131"/>
                  </a:lnTo>
                  <a:lnTo>
                    <a:pt x="4891434" y="236431"/>
                  </a:lnTo>
                  <a:lnTo>
                    <a:pt x="4892398" y="230714"/>
                  </a:lnTo>
                  <a:lnTo>
                    <a:pt x="4893362" y="224989"/>
                  </a:lnTo>
                  <a:lnTo>
                    <a:pt x="4894326" y="219205"/>
                  </a:lnTo>
                  <a:lnTo>
                    <a:pt x="4895290" y="213416"/>
                  </a:lnTo>
                  <a:lnTo>
                    <a:pt x="4896254" y="207677"/>
                  </a:lnTo>
                  <a:lnTo>
                    <a:pt x="4897218" y="201988"/>
                  </a:lnTo>
                  <a:lnTo>
                    <a:pt x="4898182" y="196484"/>
                  </a:lnTo>
                  <a:lnTo>
                    <a:pt x="4899146" y="191279"/>
                  </a:lnTo>
                  <a:lnTo>
                    <a:pt x="4900110" y="186381"/>
                  </a:lnTo>
                  <a:lnTo>
                    <a:pt x="4901074" y="181791"/>
                  </a:lnTo>
                  <a:lnTo>
                    <a:pt x="4902038" y="177475"/>
                  </a:lnTo>
                  <a:lnTo>
                    <a:pt x="4903002" y="173426"/>
                  </a:lnTo>
                  <a:lnTo>
                    <a:pt x="4903966" y="169635"/>
                  </a:lnTo>
                  <a:lnTo>
                    <a:pt x="4904930" y="166030"/>
                  </a:lnTo>
                  <a:lnTo>
                    <a:pt x="4905894" y="162517"/>
                  </a:lnTo>
                  <a:lnTo>
                    <a:pt x="4906858" y="159119"/>
                  </a:lnTo>
                  <a:lnTo>
                    <a:pt x="4907822" y="155858"/>
                  </a:lnTo>
                  <a:lnTo>
                    <a:pt x="4908786" y="152751"/>
                  </a:lnTo>
                  <a:lnTo>
                    <a:pt x="4909750" y="149756"/>
                  </a:lnTo>
                  <a:lnTo>
                    <a:pt x="4910714" y="146868"/>
                  </a:lnTo>
                  <a:lnTo>
                    <a:pt x="4911678" y="144088"/>
                  </a:lnTo>
                  <a:lnTo>
                    <a:pt x="4912642" y="141322"/>
                  </a:lnTo>
                  <a:lnTo>
                    <a:pt x="4913606" y="138492"/>
                  </a:lnTo>
                  <a:lnTo>
                    <a:pt x="4914570" y="135552"/>
                  </a:lnTo>
                  <a:lnTo>
                    <a:pt x="4915534" y="132505"/>
                  </a:lnTo>
                  <a:lnTo>
                    <a:pt x="4916498" y="129310"/>
                  </a:lnTo>
                  <a:lnTo>
                    <a:pt x="4917462" y="125999"/>
                  </a:lnTo>
                  <a:lnTo>
                    <a:pt x="4918426" y="122602"/>
                  </a:lnTo>
                  <a:lnTo>
                    <a:pt x="4919390" y="119145"/>
                  </a:lnTo>
                  <a:lnTo>
                    <a:pt x="4920354" y="115634"/>
                  </a:lnTo>
                  <a:lnTo>
                    <a:pt x="4921318" y="112058"/>
                  </a:lnTo>
                  <a:lnTo>
                    <a:pt x="4922282" y="108473"/>
                  </a:lnTo>
                  <a:lnTo>
                    <a:pt x="4923246" y="104909"/>
                  </a:lnTo>
                  <a:lnTo>
                    <a:pt x="4924210" y="101385"/>
                  </a:lnTo>
                  <a:lnTo>
                    <a:pt x="4925174" y="97934"/>
                  </a:lnTo>
                  <a:lnTo>
                    <a:pt x="4926139" y="94614"/>
                  </a:lnTo>
                  <a:lnTo>
                    <a:pt x="4927103" y="91472"/>
                  </a:lnTo>
                  <a:lnTo>
                    <a:pt x="4928067" y="88491"/>
                  </a:lnTo>
                  <a:lnTo>
                    <a:pt x="4929031" y="85727"/>
                  </a:lnTo>
                  <a:lnTo>
                    <a:pt x="4929995" y="83256"/>
                  </a:lnTo>
                  <a:lnTo>
                    <a:pt x="4930959" y="81167"/>
                  </a:lnTo>
                  <a:lnTo>
                    <a:pt x="4931923" y="79463"/>
                  </a:lnTo>
                  <a:lnTo>
                    <a:pt x="4932887" y="78164"/>
                  </a:lnTo>
                  <a:lnTo>
                    <a:pt x="4933851" y="77267"/>
                  </a:lnTo>
                  <a:lnTo>
                    <a:pt x="4934815" y="76734"/>
                  </a:lnTo>
                  <a:lnTo>
                    <a:pt x="4935779" y="76518"/>
                  </a:lnTo>
                  <a:lnTo>
                    <a:pt x="4936743" y="76584"/>
                  </a:lnTo>
                  <a:lnTo>
                    <a:pt x="4937707" y="76955"/>
                  </a:lnTo>
                  <a:lnTo>
                    <a:pt x="4938671" y="77636"/>
                  </a:lnTo>
                  <a:lnTo>
                    <a:pt x="4939635" y="78554"/>
                  </a:lnTo>
                  <a:lnTo>
                    <a:pt x="4940599" y="79641"/>
                  </a:lnTo>
                  <a:lnTo>
                    <a:pt x="4941563" y="80879"/>
                  </a:lnTo>
                  <a:lnTo>
                    <a:pt x="4942527" y="82220"/>
                  </a:lnTo>
                  <a:lnTo>
                    <a:pt x="4943491" y="83587"/>
                  </a:lnTo>
                  <a:lnTo>
                    <a:pt x="4944455" y="84940"/>
                  </a:lnTo>
                  <a:lnTo>
                    <a:pt x="4945419" y="86282"/>
                  </a:lnTo>
                  <a:lnTo>
                    <a:pt x="4946383" y="87598"/>
                  </a:lnTo>
                  <a:lnTo>
                    <a:pt x="4947347" y="88785"/>
                  </a:lnTo>
                  <a:lnTo>
                    <a:pt x="4948311" y="89815"/>
                  </a:lnTo>
                  <a:lnTo>
                    <a:pt x="4949275" y="90705"/>
                  </a:lnTo>
                  <a:lnTo>
                    <a:pt x="4950239" y="91447"/>
                  </a:lnTo>
                  <a:lnTo>
                    <a:pt x="4951203" y="92065"/>
                  </a:lnTo>
                  <a:lnTo>
                    <a:pt x="4952167" y="92551"/>
                  </a:lnTo>
                  <a:lnTo>
                    <a:pt x="4953131" y="92932"/>
                  </a:lnTo>
                  <a:lnTo>
                    <a:pt x="4954095" y="93309"/>
                  </a:lnTo>
                  <a:lnTo>
                    <a:pt x="4955059" y="93697"/>
                  </a:lnTo>
                  <a:lnTo>
                    <a:pt x="4956023" y="94054"/>
                  </a:lnTo>
                  <a:lnTo>
                    <a:pt x="4956987" y="94449"/>
                  </a:lnTo>
                  <a:lnTo>
                    <a:pt x="4957951" y="94913"/>
                  </a:lnTo>
                  <a:lnTo>
                    <a:pt x="4958915" y="95412"/>
                  </a:lnTo>
                  <a:lnTo>
                    <a:pt x="4959879" y="95904"/>
                  </a:lnTo>
                  <a:lnTo>
                    <a:pt x="4960843" y="96364"/>
                  </a:lnTo>
                  <a:lnTo>
                    <a:pt x="4961807" y="96855"/>
                  </a:lnTo>
                  <a:lnTo>
                    <a:pt x="4962771" y="97423"/>
                  </a:lnTo>
                  <a:lnTo>
                    <a:pt x="4963735" y="98086"/>
                  </a:lnTo>
                  <a:lnTo>
                    <a:pt x="4964699" y="98846"/>
                  </a:lnTo>
                  <a:lnTo>
                    <a:pt x="4965663" y="99663"/>
                  </a:lnTo>
                  <a:lnTo>
                    <a:pt x="4966627" y="100527"/>
                  </a:lnTo>
                  <a:lnTo>
                    <a:pt x="4967591" y="101398"/>
                  </a:lnTo>
                  <a:lnTo>
                    <a:pt x="4968555" y="102234"/>
                  </a:lnTo>
                  <a:lnTo>
                    <a:pt x="4969519" y="103071"/>
                  </a:lnTo>
                  <a:lnTo>
                    <a:pt x="4970483" y="103926"/>
                  </a:lnTo>
                  <a:lnTo>
                    <a:pt x="4971447" y="104779"/>
                  </a:lnTo>
                  <a:lnTo>
                    <a:pt x="4972411" y="105658"/>
                  </a:lnTo>
                  <a:lnTo>
                    <a:pt x="4973375" y="106607"/>
                  </a:lnTo>
                  <a:lnTo>
                    <a:pt x="4974339" y="107625"/>
                  </a:lnTo>
                  <a:lnTo>
                    <a:pt x="4975303" y="108731"/>
                  </a:lnTo>
                  <a:lnTo>
                    <a:pt x="4976267" y="109919"/>
                  </a:lnTo>
                  <a:lnTo>
                    <a:pt x="4977231" y="111164"/>
                  </a:lnTo>
                  <a:lnTo>
                    <a:pt x="4978195" y="112469"/>
                  </a:lnTo>
                  <a:lnTo>
                    <a:pt x="4979159" y="113831"/>
                  </a:lnTo>
                  <a:lnTo>
                    <a:pt x="4980123" y="115296"/>
                  </a:lnTo>
                  <a:lnTo>
                    <a:pt x="4981087" y="116819"/>
                  </a:lnTo>
                  <a:lnTo>
                    <a:pt x="4982051" y="118424"/>
                  </a:lnTo>
                  <a:lnTo>
                    <a:pt x="4983015" y="120154"/>
                  </a:lnTo>
                  <a:lnTo>
                    <a:pt x="4983979" y="122060"/>
                  </a:lnTo>
                  <a:lnTo>
                    <a:pt x="4984943" y="124190"/>
                  </a:lnTo>
                  <a:lnTo>
                    <a:pt x="4985907" y="126515"/>
                  </a:lnTo>
                  <a:lnTo>
                    <a:pt x="4986871" y="128987"/>
                  </a:lnTo>
                  <a:lnTo>
                    <a:pt x="4987835" y="131572"/>
                  </a:lnTo>
                  <a:lnTo>
                    <a:pt x="4988799" y="134264"/>
                  </a:lnTo>
                  <a:lnTo>
                    <a:pt x="4989763" y="137080"/>
                  </a:lnTo>
                  <a:lnTo>
                    <a:pt x="4990727" y="140072"/>
                  </a:lnTo>
                  <a:lnTo>
                    <a:pt x="4991691" y="143351"/>
                  </a:lnTo>
                  <a:lnTo>
                    <a:pt x="4992655" y="146927"/>
                  </a:lnTo>
                  <a:lnTo>
                    <a:pt x="4993619" y="150726"/>
                  </a:lnTo>
                  <a:lnTo>
                    <a:pt x="4994583" y="154744"/>
                  </a:lnTo>
                  <a:lnTo>
                    <a:pt x="4995547" y="159080"/>
                  </a:lnTo>
                  <a:lnTo>
                    <a:pt x="4996511" y="163712"/>
                  </a:lnTo>
                  <a:lnTo>
                    <a:pt x="4997475" y="168593"/>
                  </a:lnTo>
                  <a:lnTo>
                    <a:pt x="4998439" y="173679"/>
                  </a:lnTo>
                  <a:lnTo>
                    <a:pt x="4999403" y="178942"/>
                  </a:lnTo>
                  <a:lnTo>
                    <a:pt x="5000367" y="184386"/>
                  </a:lnTo>
                  <a:lnTo>
                    <a:pt x="5001331" y="190011"/>
                  </a:lnTo>
                  <a:lnTo>
                    <a:pt x="5002295" y="195800"/>
                  </a:lnTo>
                  <a:lnTo>
                    <a:pt x="5003259" y="201747"/>
                  </a:lnTo>
                  <a:lnTo>
                    <a:pt x="5004223" y="207887"/>
                  </a:lnTo>
                  <a:lnTo>
                    <a:pt x="5005187" y="214188"/>
                  </a:lnTo>
                  <a:lnTo>
                    <a:pt x="5006151" y="220546"/>
                  </a:lnTo>
                  <a:lnTo>
                    <a:pt x="5007115" y="226976"/>
                  </a:lnTo>
                  <a:lnTo>
                    <a:pt x="5008079" y="233565"/>
                  </a:lnTo>
                  <a:lnTo>
                    <a:pt x="5009043" y="240353"/>
                  </a:lnTo>
                  <a:lnTo>
                    <a:pt x="5010007" y="247311"/>
                  </a:lnTo>
                  <a:lnTo>
                    <a:pt x="5010971" y="254430"/>
                  </a:lnTo>
                  <a:lnTo>
                    <a:pt x="5011935" y="261671"/>
                  </a:lnTo>
                  <a:lnTo>
                    <a:pt x="5012899" y="269034"/>
                  </a:lnTo>
                  <a:lnTo>
                    <a:pt x="5013863" y="276539"/>
                  </a:lnTo>
                  <a:lnTo>
                    <a:pt x="5014827" y="284203"/>
                  </a:lnTo>
                  <a:lnTo>
                    <a:pt x="5015791" y="292043"/>
                  </a:lnTo>
                  <a:lnTo>
                    <a:pt x="5016755" y="300067"/>
                  </a:lnTo>
                  <a:lnTo>
                    <a:pt x="5017719" y="308227"/>
                  </a:lnTo>
                  <a:lnTo>
                    <a:pt x="5018683" y="316437"/>
                  </a:lnTo>
                  <a:lnTo>
                    <a:pt x="5019647" y="324633"/>
                  </a:lnTo>
                  <a:lnTo>
                    <a:pt x="5020611" y="332817"/>
                  </a:lnTo>
                  <a:lnTo>
                    <a:pt x="5021575" y="340929"/>
                  </a:lnTo>
                  <a:lnTo>
                    <a:pt x="5022539" y="348922"/>
                  </a:lnTo>
                  <a:lnTo>
                    <a:pt x="5023503" y="356760"/>
                  </a:lnTo>
                  <a:lnTo>
                    <a:pt x="5024467" y="364395"/>
                  </a:lnTo>
                  <a:lnTo>
                    <a:pt x="5025431" y="371818"/>
                  </a:lnTo>
                  <a:lnTo>
                    <a:pt x="5026395" y="378977"/>
                  </a:lnTo>
                  <a:lnTo>
                    <a:pt x="5027167" y="384430"/>
                  </a:lnTo>
                  <a:lnTo>
                    <a:pt x="5070340" y="384430"/>
                  </a:lnTo>
                  <a:lnTo>
                    <a:pt x="5070740" y="382817"/>
                  </a:lnTo>
                  <a:lnTo>
                    <a:pt x="5071704" y="379021"/>
                  </a:lnTo>
                  <a:lnTo>
                    <a:pt x="5072668" y="375384"/>
                  </a:lnTo>
                  <a:lnTo>
                    <a:pt x="5073632" y="371922"/>
                  </a:lnTo>
                  <a:lnTo>
                    <a:pt x="5074596" y="368651"/>
                  </a:lnTo>
                  <a:lnTo>
                    <a:pt x="5075560" y="365643"/>
                  </a:lnTo>
                  <a:lnTo>
                    <a:pt x="5076524" y="362933"/>
                  </a:lnTo>
                  <a:lnTo>
                    <a:pt x="5077488" y="360595"/>
                  </a:lnTo>
                  <a:lnTo>
                    <a:pt x="5078452" y="358595"/>
                  </a:lnTo>
                  <a:lnTo>
                    <a:pt x="5079416" y="356909"/>
                  </a:lnTo>
                  <a:lnTo>
                    <a:pt x="5080380" y="355507"/>
                  </a:lnTo>
                  <a:lnTo>
                    <a:pt x="5081344" y="354359"/>
                  </a:lnTo>
                  <a:lnTo>
                    <a:pt x="5082308" y="353433"/>
                  </a:lnTo>
                  <a:lnTo>
                    <a:pt x="5083272" y="352737"/>
                  </a:lnTo>
                  <a:lnTo>
                    <a:pt x="5084236" y="352307"/>
                  </a:lnTo>
                  <a:lnTo>
                    <a:pt x="5085200" y="352244"/>
                  </a:lnTo>
                  <a:lnTo>
                    <a:pt x="5086164" y="352573"/>
                  </a:lnTo>
                  <a:lnTo>
                    <a:pt x="5087128" y="353326"/>
                  </a:lnTo>
                  <a:lnTo>
                    <a:pt x="5088092" y="354402"/>
                  </a:lnTo>
                  <a:lnTo>
                    <a:pt x="5089056" y="355776"/>
                  </a:lnTo>
                  <a:lnTo>
                    <a:pt x="5090020" y="357411"/>
                  </a:lnTo>
                  <a:lnTo>
                    <a:pt x="5090984" y="359278"/>
                  </a:lnTo>
                  <a:lnTo>
                    <a:pt x="5091948" y="361345"/>
                  </a:lnTo>
                  <a:lnTo>
                    <a:pt x="5092912" y="363681"/>
                  </a:lnTo>
                  <a:lnTo>
                    <a:pt x="5093876" y="366246"/>
                  </a:lnTo>
                  <a:lnTo>
                    <a:pt x="5094840" y="369012"/>
                  </a:lnTo>
                  <a:lnTo>
                    <a:pt x="5095804" y="371960"/>
                  </a:lnTo>
                  <a:lnTo>
                    <a:pt x="5096768" y="375072"/>
                  </a:lnTo>
                  <a:lnTo>
                    <a:pt x="5097732" y="378387"/>
                  </a:lnTo>
                  <a:lnTo>
                    <a:pt x="5098696" y="381970"/>
                  </a:lnTo>
                  <a:lnTo>
                    <a:pt x="5099311" y="384430"/>
                  </a:lnTo>
                  <a:lnTo>
                    <a:pt x="5192239" y="384430"/>
                  </a:lnTo>
                  <a:lnTo>
                    <a:pt x="5193169" y="376503"/>
                  </a:lnTo>
                  <a:lnTo>
                    <a:pt x="5194133" y="368844"/>
                  </a:lnTo>
                  <a:lnTo>
                    <a:pt x="5195097" y="361762"/>
                  </a:lnTo>
                  <a:lnTo>
                    <a:pt x="5196061" y="355282"/>
                  </a:lnTo>
                  <a:lnTo>
                    <a:pt x="5197025" y="349464"/>
                  </a:lnTo>
                  <a:lnTo>
                    <a:pt x="5197989" y="344320"/>
                  </a:lnTo>
                  <a:lnTo>
                    <a:pt x="5198953" y="339860"/>
                  </a:lnTo>
                  <a:lnTo>
                    <a:pt x="5199917" y="336004"/>
                  </a:lnTo>
                  <a:lnTo>
                    <a:pt x="5200881" y="332645"/>
                  </a:lnTo>
                  <a:lnTo>
                    <a:pt x="5201845" y="329795"/>
                  </a:lnTo>
                  <a:lnTo>
                    <a:pt x="5202809" y="327399"/>
                  </a:lnTo>
                  <a:lnTo>
                    <a:pt x="5203773" y="325417"/>
                  </a:lnTo>
                  <a:lnTo>
                    <a:pt x="5204737" y="323759"/>
                  </a:lnTo>
                  <a:lnTo>
                    <a:pt x="5205701" y="322443"/>
                  </a:lnTo>
                  <a:lnTo>
                    <a:pt x="5206665" y="321503"/>
                  </a:lnTo>
                  <a:lnTo>
                    <a:pt x="5207629" y="320868"/>
                  </a:lnTo>
                  <a:lnTo>
                    <a:pt x="5208593" y="320446"/>
                  </a:lnTo>
                  <a:lnTo>
                    <a:pt x="5209557" y="320224"/>
                  </a:lnTo>
                  <a:lnTo>
                    <a:pt x="5210521" y="320169"/>
                  </a:lnTo>
                  <a:lnTo>
                    <a:pt x="5211485" y="320245"/>
                  </a:lnTo>
                  <a:lnTo>
                    <a:pt x="5212449" y="320413"/>
                  </a:lnTo>
                  <a:lnTo>
                    <a:pt x="5213413" y="320650"/>
                  </a:lnTo>
                  <a:lnTo>
                    <a:pt x="5214377" y="320939"/>
                  </a:lnTo>
                  <a:lnTo>
                    <a:pt x="5215341" y="321325"/>
                  </a:lnTo>
                  <a:lnTo>
                    <a:pt x="5216305" y="321782"/>
                  </a:lnTo>
                  <a:lnTo>
                    <a:pt x="5217269" y="322357"/>
                  </a:lnTo>
                  <a:lnTo>
                    <a:pt x="5218233" y="323024"/>
                  </a:lnTo>
                  <a:lnTo>
                    <a:pt x="5219197" y="323836"/>
                  </a:lnTo>
                  <a:lnTo>
                    <a:pt x="5220161" y="324718"/>
                  </a:lnTo>
                  <a:lnTo>
                    <a:pt x="5221125" y="325604"/>
                  </a:lnTo>
                  <a:lnTo>
                    <a:pt x="5222089" y="326435"/>
                  </a:lnTo>
                  <a:lnTo>
                    <a:pt x="5223053" y="327190"/>
                  </a:lnTo>
                  <a:lnTo>
                    <a:pt x="5224017" y="327811"/>
                  </a:lnTo>
                  <a:lnTo>
                    <a:pt x="5224981" y="328259"/>
                  </a:lnTo>
                  <a:lnTo>
                    <a:pt x="5225945" y="328542"/>
                  </a:lnTo>
                  <a:lnTo>
                    <a:pt x="5226909" y="328677"/>
                  </a:lnTo>
                  <a:lnTo>
                    <a:pt x="5227873" y="328641"/>
                  </a:lnTo>
                  <a:lnTo>
                    <a:pt x="5228837" y="328451"/>
                  </a:lnTo>
                  <a:lnTo>
                    <a:pt x="5229801" y="328106"/>
                  </a:lnTo>
                  <a:lnTo>
                    <a:pt x="5230765" y="327645"/>
                  </a:lnTo>
                  <a:lnTo>
                    <a:pt x="5231729" y="327094"/>
                  </a:lnTo>
                  <a:lnTo>
                    <a:pt x="5232693" y="326463"/>
                  </a:lnTo>
                  <a:lnTo>
                    <a:pt x="5233657" y="325701"/>
                  </a:lnTo>
                  <a:lnTo>
                    <a:pt x="5234621" y="324733"/>
                  </a:lnTo>
                  <a:lnTo>
                    <a:pt x="5235585" y="323573"/>
                  </a:lnTo>
                  <a:lnTo>
                    <a:pt x="5236549" y="322251"/>
                  </a:lnTo>
                  <a:lnTo>
                    <a:pt x="5237513" y="320777"/>
                  </a:lnTo>
                  <a:lnTo>
                    <a:pt x="5238477" y="319185"/>
                  </a:lnTo>
                  <a:lnTo>
                    <a:pt x="5239441" y="317545"/>
                  </a:lnTo>
                  <a:lnTo>
                    <a:pt x="5240405" y="315832"/>
                  </a:lnTo>
                  <a:lnTo>
                    <a:pt x="5241369" y="314005"/>
                  </a:lnTo>
                  <a:lnTo>
                    <a:pt x="5242333" y="312004"/>
                  </a:lnTo>
                  <a:lnTo>
                    <a:pt x="5243297" y="309807"/>
                  </a:lnTo>
                  <a:lnTo>
                    <a:pt x="5244261" y="307404"/>
                  </a:lnTo>
                  <a:lnTo>
                    <a:pt x="5245225" y="304750"/>
                  </a:lnTo>
                  <a:lnTo>
                    <a:pt x="5246189" y="301804"/>
                  </a:lnTo>
                  <a:lnTo>
                    <a:pt x="5247153" y="298566"/>
                  </a:lnTo>
                  <a:lnTo>
                    <a:pt x="5248117" y="295075"/>
                  </a:lnTo>
                  <a:lnTo>
                    <a:pt x="5249081" y="291441"/>
                  </a:lnTo>
                  <a:lnTo>
                    <a:pt x="5250045" y="287685"/>
                  </a:lnTo>
                  <a:lnTo>
                    <a:pt x="5251009" y="283807"/>
                  </a:lnTo>
                  <a:lnTo>
                    <a:pt x="5251973" y="279821"/>
                  </a:lnTo>
                  <a:lnTo>
                    <a:pt x="5252937" y="275790"/>
                  </a:lnTo>
                  <a:lnTo>
                    <a:pt x="5253901" y="271766"/>
                  </a:lnTo>
                  <a:lnTo>
                    <a:pt x="5254865" y="267732"/>
                  </a:lnTo>
                  <a:lnTo>
                    <a:pt x="5255829" y="263692"/>
                  </a:lnTo>
                  <a:lnTo>
                    <a:pt x="5256793" y="259741"/>
                  </a:lnTo>
                  <a:lnTo>
                    <a:pt x="5257757" y="255903"/>
                  </a:lnTo>
                  <a:lnTo>
                    <a:pt x="5258721" y="252186"/>
                  </a:lnTo>
                  <a:lnTo>
                    <a:pt x="5259686" y="248633"/>
                  </a:lnTo>
                  <a:lnTo>
                    <a:pt x="5260650" y="245256"/>
                  </a:lnTo>
                  <a:lnTo>
                    <a:pt x="5261614" y="242057"/>
                  </a:lnTo>
                  <a:lnTo>
                    <a:pt x="5262578" y="239057"/>
                  </a:lnTo>
                  <a:lnTo>
                    <a:pt x="5263542" y="236233"/>
                  </a:lnTo>
                  <a:lnTo>
                    <a:pt x="5264506" y="233596"/>
                  </a:lnTo>
                  <a:lnTo>
                    <a:pt x="5265470" y="231152"/>
                  </a:lnTo>
                  <a:lnTo>
                    <a:pt x="5266434" y="228891"/>
                  </a:lnTo>
                  <a:lnTo>
                    <a:pt x="5267398" y="226747"/>
                  </a:lnTo>
                  <a:lnTo>
                    <a:pt x="5268362" y="224669"/>
                  </a:lnTo>
                  <a:lnTo>
                    <a:pt x="5269326" y="222693"/>
                  </a:lnTo>
                  <a:lnTo>
                    <a:pt x="5270290" y="220846"/>
                  </a:lnTo>
                  <a:lnTo>
                    <a:pt x="5271254" y="219106"/>
                  </a:lnTo>
                  <a:lnTo>
                    <a:pt x="5272218" y="217469"/>
                  </a:lnTo>
                  <a:lnTo>
                    <a:pt x="5273182" y="215968"/>
                  </a:lnTo>
                  <a:lnTo>
                    <a:pt x="5274146" y="214622"/>
                  </a:lnTo>
                  <a:lnTo>
                    <a:pt x="5275110" y="213416"/>
                  </a:lnTo>
                  <a:lnTo>
                    <a:pt x="5276074" y="212348"/>
                  </a:lnTo>
                  <a:lnTo>
                    <a:pt x="5277038" y="211403"/>
                  </a:lnTo>
                  <a:lnTo>
                    <a:pt x="5278002" y="210568"/>
                  </a:lnTo>
                  <a:lnTo>
                    <a:pt x="5278966" y="209781"/>
                  </a:lnTo>
                  <a:lnTo>
                    <a:pt x="5279930" y="208991"/>
                  </a:lnTo>
                  <a:lnTo>
                    <a:pt x="5280894" y="208188"/>
                  </a:lnTo>
                  <a:lnTo>
                    <a:pt x="5281858" y="207374"/>
                  </a:lnTo>
                  <a:lnTo>
                    <a:pt x="5282822" y="206547"/>
                  </a:lnTo>
                  <a:lnTo>
                    <a:pt x="5283786" y="205709"/>
                  </a:lnTo>
                  <a:lnTo>
                    <a:pt x="5284750" y="204825"/>
                  </a:lnTo>
                  <a:lnTo>
                    <a:pt x="5285714" y="203870"/>
                  </a:lnTo>
                  <a:lnTo>
                    <a:pt x="5286678" y="202833"/>
                  </a:lnTo>
                  <a:lnTo>
                    <a:pt x="5287642" y="201680"/>
                  </a:lnTo>
                  <a:lnTo>
                    <a:pt x="5288606" y="200366"/>
                  </a:lnTo>
                  <a:lnTo>
                    <a:pt x="5289570" y="198899"/>
                  </a:lnTo>
                  <a:lnTo>
                    <a:pt x="5290534" y="197257"/>
                  </a:lnTo>
                  <a:lnTo>
                    <a:pt x="5291498" y="195439"/>
                  </a:lnTo>
                  <a:lnTo>
                    <a:pt x="5292462" y="193434"/>
                  </a:lnTo>
                  <a:lnTo>
                    <a:pt x="5293426" y="191289"/>
                  </a:lnTo>
                  <a:lnTo>
                    <a:pt x="5294390" y="189061"/>
                  </a:lnTo>
                  <a:lnTo>
                    <a:pt x="5295354" y="186749"/>
                  </a:lnTo>
                  <a:lnTo>
                    <a:pt x="5296318" y="184370"/>
                  </a:lnTo>
                  <a:lnTo>
                    <a:pt x="5297282" y="181924"/>
                  </a:lnTo>
                  <a:lnTo>
                    <a:pt x="5298246" y="179423"/>
                  </a:lnTo>
                  <a:lnTo>
                    <a:pt x="5299210" y="176887"/>
                  </a:lnTo>
                  <a:lnTo>
                    <a:pt x="5300174" y="174345"/>
                  </a:lnTo>
                  <a:lnTo>
                    <a:pt x="5301138" y="171747"/>
                  </a:lnTo>
                  <a:lnTo>
                    <a:pt x="5302102" y="169017"/>
                  </a:lnTo>
                  <a:lnTo>
                    <a:pt x="5303066" y="166156"/>
                  </a:lnTo>
                  <a:lnTo>
                    <a:pt x="5304030" y="163133"/>
                  </a:lnTo>
                  <a:lnTo>
                    <a:pt x="5304994" y="159962"/>
                  </a:lnTo>
                  <a:lnTo>
                    <a:pt x="5305958" y="156643"/>
                  </a:lnTo>
                  <a:lnTo>
                    <a:pt x="5306922" y="153201"/>
                  </a:lnTo>
                  <a:lnTo>
                    <a:pt x="5307886" y="149654"/>
                  </a:lnTo>
                  <a:lnTo>
                    <a:pt x="5308850" y="145976"/>
                  </a:lnTo>
                  <a:lnTo>
                    <a:pt x="5309814" y="142167"/>
                  </a:lnTo>
                  <a:lnTo>
                    <a:pt x="5310778" y="138200"/>
                  </a:lnTo>
                  <a:lnTo>
                    <a:pt x="5311742" y="134053"/>
                  </a:lnTo>
                  <a:lnTo>
                    <a:pt x="5312706" y="129726"/>
                  </a:lnTo>
                  <a:lnTo>
                    <a:pt x="5313670" y="125209"/>
                  </a:lnTo>
                  <a:lnTo>
                    <a:pt x="5314634" y="120503"/>
                  </a:lnTo>
                  <a:lnTo>
                    <a:pt x="5315598" y="115656"/>
                  </a:lnTo>
                  <a:lnTo>
                    <a:pt x="5316562" y="110734"/>
                  </a:lnTo>
                  <a:lnTo>
                    <a:pt x="5317526" y="105736"/>
                  </a:lnTo>
                  <a:lnTo>
                    <a:pt x="5318490" y="100676"/>
                  </a:lnTo>
                  <a:lnTo>
                    <a:pt x="5319454" y="95541"/>
                  </a:lnTo>
                  <a:lnTo>
                    <a:pt x="5320418" y="90363"/>
                  </a:lnTo>
                  <a:lnTo>
                    <a:pt x="5321382" y="85179"/>
                  </a:lnTo>
                  <a:lnTo>
                    <a:pt x="5322346" y="79975"/>
                  </a:lnTo>
                  <a:lnTo>
                    <a:pt x="5323310" y="74760"/>
                  </a:lnTo>
                  <a:lnTo>
                    <a:pt x="5324274" y="69535"/>
                  </a:lnTo>
                  <a:lnTo>
                    <a:pt x="5325238" y="64309"/>
                  </a:lnTo>
                  <a:lnTo>
                    <a:pt x="5326202" y="59124"/>
                  </a:lnTo>
                  <a:lnTo>
                    <a:pt x="5327166" y="54046"/>
                  </a:lnTo>
                  <a:lnTo>
                    <a:pt x="5328130" y="49169"/>
                  </a:lnTo>
                  <a:lnTo>
                    <a:pt x="5329094" y="44531"/>
                  </a:lnTo>
                  <a:lnTo>
                    <a:pt x="5330058" y="40133"/>
                  </a:lnTo>
                  <a:lnTo>
                    <a:pt x="5331022" y="35973"/>
                  </a:lnTo>
                  <a:lnTo>
                    <a:pt x="5331986" y="32061"/>
                  </a:lnTo>
                  <a:lnTo>
                    <a:pt x="5332950" y="28440"/>
                  </a:lnTo>
                  <a:lnTo>
                    <a:pt x="5333914" y="25178"/>
                  </a:lnTo>
                  <a:lnTo>
                    <a:pt x="5334878" y="22279"/>
                  </a:lnTo>
                  <a:lnTo>
                    <a:pt x="5335842" y="19725"/>
                  </a:lnTo>
                  <a:lnTo>
                    <a:pt x="5336806" y="17523"/>
                  </a:lnTo>
                  <a:lnTo>
                    <a:pt x="5337770" y="15665"/>
                  </a:lnTo>
                  <a:lnTo>
                    <a:pt x="5338734" y="14193"/>
                  </a:lnTo>
                  <a:lnTo>
                    <a:pt x="5339698" y="13160"/>
                  </a:lnTo>
                  <a:lnTo>
                    <a:pt x="5340662" y="12585"/>
                  </a:lnTo>
                  <a:lnTo>
                    <a:pt x="5341626" y="12438"/>
                  </a:lnTo>
                  <a:lnTo>
                    <a:pt x="5342590" y="12647"/>
                  </a:lnTo>
                  <a:lnTo>
                    <a:pt x="5343554" y="13167"/>
                  </a:lnTo>
                  <a:lnTo>
                    <a:pt x="5344518" y="13991"/>
                  </a:lnTo>
                  <a:lnTo>
                    <a:pt x="5345482" y="15100"/>
                  </a:lnTo>
                  <a:lnTo>
                    <a:pt x="5346446" y="16484"/>
                  </a:lnTo>
                  <a:lnTo>
                    <a:pt x="5347410" y="18118"/>
                  </a:lnTo>
                  <a:lnTo>
                    <a:pt x="5348374" y="19966"/>
                  </a:lnTo>
                  <a:lnTo>
                    <a:pt x="5349338" y="22035"/>
                  </a:lnTo>
                  <a:lnTo>
                    <a:pt x="5350302" y="24386"/>
                  </a:lnTo>
                  <a:lnTo>
                    <a:pt x="5351266" y="27045"/>
                  </a:lnTo>
                  <a:lnTo>
                    <a:pt x="5352230" y="30040"/>
                  </a:lnTo>
                  <a:lnTo>
                    <a:pt x="5353194" y="33368"/>
                  </a:lnTo>
                  <a:lnTo>
                    <a:pt x="5354158" y="36975"/>
                  </a:lnTo>
                  <a:lnTo>
                    <a:pt x="5355122" y="40824"/>
                  </a:lnTo>
                  <a:lnTo>
                    <a:pt x="5356086" y="44868"/>
                  </a:lnTo>
                  <a:lnTo>
                    <a:pt x="5357050" y="49095"/>
                  </a:lnTo>
                  <a:lnTo>
                    <a:pt x="5358014" y="53518"/>
                  </a:lnTo>
                  <a:lnTo>
                    <a:pt x="5358978" y="58154"/>
                  </a:lnTo>
                  <a:lnTo>
                    <a:pt x="5359942" y="63053"/>
                  </a:lnTo>
                  <a:lnTo>
                    <a:pt x="5360906" y="68246"/>
                  </a:lnTo>
                  <a:lnTo>
                    <a:pt x="5361870" y="73726"/>
                  </a:lnTo>
                  <a:lnTo>
                    <a:pt x="5362834" y="79501"/>
                  </a:lnTo>
                  <a:lnTo>
                    <a:pt x="5363798" y="85525"/>
                  </a:lnTo>
                  <a:lnTo>
                    <a:pt x="5364762" y="91742"/>
                  </a:lnTo>
                  <a:lnTo>
                    <a:pt x="5365726" y="98139"/>
                  </a:lnTo>
                  <a:lnTo>
                    <a:pt x="5366690" y="104701"/>
                  </a:lnTo>
                  <a:lnTo>
                    <a:pt x="5367654" y="111430"/>
                  </a:lnTo>
                  <a:lnTo>
                    <a:pt x="5368618" y="118347"/>
                  </a:lnTo>
                  <a:lnTo>
                    <a:pt x="5369582" y="125418"/>
                  </a:lnTo>
                  <a:lnTo>
                    <a:pt x="5370546" y="132629"/>
                  </a:lnTo>
                  <a:lnTo>
                    <a:pt x="5371511" y="139992"/>
                  </a:lnTo>
                  <a:lnTo>
                    <a:pt x="5372475" y="147498"/>
                  </a:lnTo>
                  <a:lnTo>
                    <a:pt x="5373439" y="155155"/>
                  </a:lnTo>
                  <a:lnTo>
                    <a:pt x="5374403" y="162922"/>
                  </a:lnTo>
                  <a:lnTo>
                    <a:pt x="5375367" y="170749"/>
                  </a:lnTo>
                  <a:lnTo>
                    <a:pt x="5376331" y="178599"/>
                  </a:lnTo>
                  <a:lnTo>
                    <a:pt x="5377295" y="186432"/>
                  </a:lnTo>
                  <a:lnTo>
                    <a:pt x="5378259" y="194242"/>
                  </a:lnTo>
                  <a:lnTo>
                    <a:pt x="5379223" y="202059"/>
                  </a:lnTo>
                  <a:lnTo>
                    <a:pt x="5380187" y="209900"/>
                  </a:lnTo>
                  <a:lnTo>
                    <a:pt x="5381151" y="217803"/>
                  </a:lnTo>
                  <a:lnTo>
                    <a:pt x="5382115" y="225735"/>
                  </a:lnTo>
                  <a:lnTo>
                    <a:pt x="5383079" y="233686"/>
                  </a:lnTo>
                  <a:lnTo>
                    <a:pt x="5384043" y="241668"/>
                  </a:lnTo>
                  <a:lnTo>
                    <a:pt x="5385007" y="249700"/>
                  </a:lnTo>
                  <a:lnTo>
                    <a:pt x="5385971" y="257730"/>
                  </a:lnTo>
                  <a:lnTo>
                    <a:pt x="5386935" y="265748"/>
                  </a:lnTo>
                  <a:lnTo>
                    <a:pt x="5387899" y="273697"/>
                  </a:lnTo>
                  <a:lnTo>
                    <a:pt x="5388863" y="281559"/>
                  </a:lnTo>
                  <a:lnTo>
                    <a:pt x="5389827" y="289326"/>
                  </a:lnTo>
                  <a:lnTo>
                    <a:pt x="5390791" y="296996"/>
                  </a:lnTo>
                  <a:lnTo>
                    <a:pt x="5391755" y="304614"/>
                  </a:lnTo>
                  <a:lnTo>
                    <a:pt x="5392719" y="312178"/>
                  </a:lnTo>
                  <a:lnTo>
                    <a:pt x="5393683" y="319681"/>
                  </a:lnTo>
                  <a:lnTo>
                    <a:pt x="5394647" y="327052"/>
                  </a:lnTo>
                  <a:lnTo>
                    <a:pt x="5395611" y="334259"/>
                  </a:lnTo>
                  <a:lnTo>
                    <a:pt x="5396575" y="341275"/>
                  </a:lnTo>
                  <a:lnTo>
                    <a:pt x="5397539" y="348072"/>
                  </a:lnTo>
                  <a:lnTo>
                    <a:pt x="5398503" y="354613"/>
                  </a:lnTo>
                  <a:lnTo>
                    <a:pt x="5399467" y="360855"/>
                  </a:lnTo>
                  <a:lnTo>
                    <a:pt x="5400431" y="366811"/>
                  </a:lnTo>
                  <a:lnTo>
                    <a:pt x="5401395" y="372465"/>
                  </a:lnTo>
                  <a:lnTo>
                    <a:pt x="5402359" y="377852"/>
                  </a:lnTo>
                  <a:lnTo>
                    <a:pt x="5403323" y="382953"/>
                  </a:lnTo>
                  <a:lnTo>
                    <a:pt x="5403617" y="384430"/>
                  </a:lnTo>
                  <a:lnTo>
                    <a:pt x="5443626" y="384430"/>
                  </a:lnTo>
                  <a:lnTo>
                    <a:pt x="5443811" y="383362"/>
                  </a:lnTo>
                  <a:lnTo>
                    <a:pt x="5444775" y="377866"/>
                  </a:lnTo>
                  <a:lnTo>
                    <a:pt x="5445739" y="372522"/>
                  </a:lnTo>
                  <a:lnTo>
                    <a:pt x="5446703" y="367360"/>
                  </a:lnTo>
                  <a:lnTo>
                    <a:pt x="5447667" y="362401"/>
                  </a:lnTo>
                  <a:lnTo>
                    <a:pt x="5448631" y="357649"/>
                  </a:lnTo>
                  <a:lnTo>
                    <a:pt x="5449595" y="353079"/>
                  </a:lnTo>
                  <a:lnTo>
                    <a:pt x="5450559" y="348688"/>
                  </a:lnTo>
                  <a:lnTo>
                    <a:pt x="5451523" y="344513"/>
                  </a:lnTo>
                  <a:lnTo>
                    <a:pt x="5452487" y="340587"/>
                  </a:lnTo>
                  <a:lnTo>
                    <a:pt x="5453451" y="336901"/>
                  </a:lnTo>
                  <a:lnTo>
                    <a:pt x="5454415" y="333458"/>
                  </a:lnTo>
                  <a:lnTo>
                    <a:pt x="5455379" y="330272"/>
                  </a:lnTo>
                  <a:lnTo>
                    <a:pt x="5456343" y="327325"/>
                  </a:lnTo>
                  <a:lnTo>
                    <a:pt x="5457307" y="324552"/>
                  </a:lnTo>
                  <a:lnTo>
                    <a:pt x="5458271" y="321917"/>
                  </a:lnTo>
                  <a:lnTo>
                    <a:pt x="5459235" y="319402"/>
                  </a:lnTo>
                  <a:lnTo>
                    <a:pt x="5460199" y="317002"/>
                  </a:lnTo>
                  <a:lnTo>
                    <a:pt x="5461163" y="314707"/>
                  </a:lnTo>
                  <a:lnTo>
                    <a:pt x="5462127" y="312517"/>
                  </a:lnTo>
                  <a:lnTo>
                    <a:pt x="5463091" y="310419"/>
                  </a:lnTo>
                  <a:lnTo>
                    <a:pt x="5464055" y="308385"/>
                  </a:lnTo>
                  <a:lnTo>
                    <a:pt x="5465019" y="306380"/>
                  </a:lnTo>
                  <a:lnTo>
                    <a:pt x="5465983" y="304391"/>
                  </a:lnTo>
                  <a:lnTo>
                    <a:pt x="5466947" y="302446"/>
                  </a:lnTo>
                  <a:lnTo>
                    <a:pt x="5467911" y="300536"/>
                  </a:lnTo>
                  <a:lnTo>
                    <a:pt x="5468875" y="298656"/>
                  </a:lnTo>
                  <a:lnTo>
                    <a:pt x="5469839" y="296795"/>
                  </a:lnTo>
                  <a:lnTo>
                    <a:pt x="5470803" y="294969"/>
                  </a:lnTo>
                  <a:lnTo>
                    <a:pt x="5471767" y="293178"/>
                  </a:lnTo>
                  <a:lnTo>
                    <a:pt x="5472731" y="291405"/>
                  </a:lnTo>
                  <a:lnTo>
                    <a:pt x="5473695" y="289676"/>
                  </a:lnTo>
                  <a:lnTo>
                    <a:pt x="5474659" y="287963"/>
                  </a:lnTo>
                  <a:lnTo>
                    <a:pt x="5475623" y="286295"/>
                  </a:lnTo>
                  <a:lnTo>
                    <a:pt x="5476587" y="284746"/>
                  </a:lnTo>
                  <a:lnTo>
                    <a:pt x="5477551" y="283319"/>
                  </a:lnTo>
                  <a:lnTo>
                    <a:pt x="5478515" y="282086"/>
                  </a:lnTo>
                  <a:lnTo>
                    <a:pt x="5479479" y="281199"/>
                  </a:lnTo>
                  <a:lnTo>
                    <a:pt x="5480443" y="280679"/>
                  </a:lnTo>
                  <a:lnTo>
                    <a:pt x="5481407" y="280470"/>
                  </a:lnTo>
                  <a:lnTo>
                    <a:pt x="5482372" y="280666"/>
                  </a:lnTo>
                  <a:lnTo>
                    <a:pt x="5483336" y="281225"/>
                  </a:lnTo>
                  <a:lnTo>
                    <a:pt x="5484300" y="282173"/>
                  </a:lnTo>
                  <a:lnTo>
                    <a:pt x="5485264" y="283521"/>
                  </a:lnTo>
                  <a:lnTo>
                    <a:pt x="5486228" y="285269"/>
                  </a:lnTo>
                  <a:lnTo>
                    <a:pt x="5487192" y="287402"/>
                  </a:lnTo>
                  <a:lnTo>
                    <a:pt x="5488156" y="289863"/>
                  </a:lnTo>
                  <a:lnTo>
                    <a:pt x="5489120" y="292685"/>
                  </a:lnTo>
                  <a:lnTo>
                    <a:pt x="5490084" y="295850"/>
                  </a:lnTo>
                  <a:lnTo>
                    <a:pt x="5491048" y="299311"/>
                  </a:lnTo>
                  <a:lnTo>
                    <a:pt x="5492012" y="303012"/>
                  </a:lnTo>
                  <a:lnTo>
                    <a:pt x="5492976" y="306928"/>
                  </a:lnTo>
                  <a:lnTo>
                    <a:pt x="5493940" y="310946"/>
                  </a:lnTo>
                  <a:lnTo>
                    <a:pt x="5494904" y="315021"/>
                  </a:lnTo>
                  <a:lnTo>
                    <a:pt x="5495868" y="319167"/>
                  </a:lnTo>
                  <a:lnTo>
                    <a:pt x="5496832" y="323270"/>
                  </a:lnTo>
                  <a:lnTo>
                    <a:pt x="5497796" y="327342"/>
                  </a:lnTo>
                  <a:lnTo>
                    <a:pt x="5498760" y="331381"/>
                  </a:lnTo>
                  <a:lnTo>
                    <a:pt x="5499724" y="335363"/>
                  </a:lnTo>
                  <a:lnTo>
                    <a:pt x="5500688" y="339253"/>
                  </a:lnTo>
                  <a:lnTo>
                    <a:pt x="5501652" y="343069"/>
                  </a:lnTo>
                  <a:lnTo>
                    <a:pt x="5502616" y="346842"/>
                  </a:lnTo>
                  <a:lnTo>
                    <a:pt x="5503580" y="350563"/>
                  </a:lnTo>
                  <a:lnTo>
                    <a:pt x="5504544" y="354201"/>
                  </a:lnTo>
                  <a:lnTo>
                    <a:pt x="5505508" y="357757"/>
                  </a:lnTo>
                  <a:lnTo>
                    <a:pt x="5506472" y="361278"/>
                  </a:lnTo>
                  <a:lnTo>
                    <a:pt x="5507436" y="364772"/>
                  </a:lnTo>
                  <a:lnTo>
                    <a:pt x="5508400" y="368246"/>
                  </a:lnTo>
                  <a:lnTo>
                    <a:pt x="5509364" y="371715"/>
                  </a:lnTo>
                  <a:lnTo>
                    <a:pt x="5510328" y="375158"/>
                  </a:lnTo>
                  <a:lnTo>
                    <a:pt x="5511292" y="378601"/>
                  </a:lnTo>
                  <a:lnTo>
                    <a:pt x="5512256" y="382074"/>
                  </a:lnTo>
                  <a:lnTo>
                    <a:pt x="5512901" y="384430"/>
                  </a:lnTo>
                  <a:lnTo>
                    <a:pt x="5570784" y="384430"/>
                  </a:lnTo>
                  <a:lnTo>
                    <a:pt x="5571060" y="383240"/>
                  </a:lnTo>
                  <a:lnTo>
                    <a:pt x="5572024" y="378913"/>
                  </a:lnTo>
                  <a:lnTo>
                    <a:pt x="5572988" y="374354"/>
                  </a:lnTo>
                  <a:lnTo>
                    <a:pt x="5573952" y="369619"/>
                  </a:lnTo>
                  <a:lnTo>
                    <a:pt x="5574916" y="364773"/>
                  </a:lnTo>
                  <a:lnTo>
                    <a:pt x="5575880" y="359852"/>
                  </a:lnTo>
                  <a:lnTo>
                    <a:pt x="5576844" y="354974"/>
                  </a:lnTo>
                  <a:lnTo>
                    <a:pt x="5577808" y="350161"/>
                  </a:lnTo>
                  <a:lnTo>
                    <a:pt x="5578772" y="345414"/>
                  </a:lnTo>
                  <a:lnTo>
                    <a:pt x="5579736" y="340811"/>
                  </a:lnTo>
                  <a:lnTo>
                    <a:pt x="5580700" y="336358"/>
                  </a:lnTo>
                  <a:lnTo>
                    <a:pt x="5581664" y="332102"/>
                  </a:lnTo>
                  <a:lnTo>
                    <a:pt x="5582628" y="328032"/>
                  </a:lnTo>
                  <a:lnTo>
                    <a:pt x="5583592" y="324197"/>
                  </a:lnTo>
                  <a:lnTo>
                    <a:pt x="5584556" y="320581"/>
                  </a:lnTo>
                  <a:lnTo>
                    <a:pt x="5585520" y="317204"/>
                  </a:lnTo>
                  <a:lnTo>
                    <a:pt x="5586484" y="314190"/>
                  </a:lnTo>
                  <a:lnTo>
                    <a:pt x="5587448" y="311589"/>
                  </a:lnTo>
                  <a:lnTo>
                    <a:pt x="5588412" y="309387"/>
                  </a:lnTo>
                  <a:lnTo>
                    <a:pt x="5589376" y="307544"/>
                  </a:lnTo>
                  <a:lnTo>
                    <a:pt x="5590340" y="306020"/>
                  </a:lnTo>
                  <a:lnTo>
                    <a:pt x="5591304" y="304731"/>
                  </a:lnTo>
                  <a:lnTo>
                    <a:pt x="5592268" y="303678"/>
                  </a:lnTo>
                  <a:lnTo>
                    <a:pt x="5593233" y="302861"/>
                  </a:lnTo>
                  <a:lnTo>
                    <a:pt x="5594197" y="302169"/>
                  </a:lnTo>
                  <a:lnTo>
                    <a:pt x="5595161" y="301584"/>
                  </a:lnTo>
                  <a:lnTo>
                    <a:pt x="5596125" y="301084"/>
                  </a:lnTo>
                  <a:lnTo>
                    <a:pt x="5597089" y="300660"/>
                  </a:lnTo>
                  <a:lnTo>
                    <a:pt x="5598053" y="300304"/>
                  </a:lnTo>
                  <a:lnTo>
                    <a:pt x="5599017" y="300033"/>
                  </a:lnTo>
                  <a:lnTo>
                    <a:pt x="5599981" y="299867"/>
                  </a:lnTo>
                  <a:lnTo>
                    <a:pt x="5600945" y="299662"/>
                  </a:lnTo>
                  <a:lnTo>
                    <a:pt x="5601909" y="299369"/>
                  </a:lnTo>
                  <a:lnTo>
                    <a:pt x="5602873" y="298992"/>
                  </a:lnTo>
                  <a:lnTo>
                    <a:pt x="5603837" y="298482"/>
                  </a:lnTo>
                  <a:lnTo>
                    <a:pt x="5604801" y="297821"/>
                  </a:lnTo>
                  <a:lnTo>
                    <a:pt x="5605765" y="296994"/>
                  </a:lnTo>
                  <a:lnTo>
                    <a:pt x="5606729" y="296000"/>
                  </a:lnTo>
                  <a:lnTo>
                    <a:pt x="5607693" y="294866"/>
                  </a:lnTo>
                  <a:lnTo>
                    <a:pt x="5608657" y="293653"/>
                  </a:lnTo>
                  <a:lnTo>
                    <a:pt x="5609621" y="292350"/>
                  </a:lnTo>
                  <a:lnTo>
                    <a:pt x="5610585" y="290949"/>
                  </a:lnTo>
                  <a:lnTo>
                    <a:pt x="5611549" y="289434"/>
                  </a:lnTo>
                  <a:lnTo>
                    <a:pt x="5612513" y="287789"/>
                  </a:lnTo>
                  <a:lnTo>
                    <a:pt x="5613477" y="286023"/>
                  </a:lnTo>
                  <a:lnTo>
                    <a:pt x="5614441" y="284110"/>
                  </a:lnTo>
                  <a:lnTo>
                    <a:pt x="5615405" y="282120"/>
                  </a:lnTo>
                  <a:lnTo>
                    <a:pt x="5616369" y="280077"/>
                  </a:lnTo>
                  <a:lnTo>
                    <a:pt x="5617333" y="278050"/>
                  </a:lnTo>
                  <a:lnTo>
                    <a:pt x="5618297" y="276129"/>
                  </a:lnTo>
                  <a:lnTo>
                    <a:pt x="5619261" y="274298"/>
                  </a:lnTo>
                  <a:lnTo>
                    <a:pt x="5620225" y="272558"/>
                  </a:lnTo>
                  <a:lnTo>
                    <a:pt x="5621189" y="270948"/>
                  </a:lnTo>
                  <a:lnTo>
                    <a:pt x="5622153" y="269466"/>
                  </a:lnTo>
                  <a:lnTo>
                    <a:pt x="5623117" y="268056"/>
                  </a:lnTo>
                  <a:lnTo>
                    <a:pt x="5624081" y="266691"/>
                  </a:lnTo>
                  <a:lnTo>
                    <a:pt x="5625045" y="265384"/>
                  </a:lnTo>
                  <a:lnTo>
                    <a:pt x="5626009" y="264133"/>
                  </a:lnTo>
                  <a:lnTo>
                    <a:pt x="5626973" y="262957"/>
                  </a:lnTo>
                  <a:lnTo>
                    <a:pt x="5627937" y="261861"/>
                  </a:lnTo>
                  <a:lnTo>
                    <a:pt x="5628901" y="260845"/>
                  </a:lnTo>
                  <a:lnTo>
                    <a:pt x="5629865" y="259895"/>
                  </a:lnTo>
                  <a:lnTo>
                    <a:pt x="5630829" y="258996"/>
                  </a:lnTo>
                  <a:lnTo>
                    <a:pt x="5631793" y="258091"/>
                  </a:lnTo>
                  <a:lnTo>
                    <a:pt x="5632757" y="257132"/>
                  </a:lnTo>
                  <a:lnTo>
                    <a:pt x="5633721" y="256134"/>
                  </a:lnTo>
                  <a:lnTo>
                    <a:pt x="5634685" y="255077"/>
                  </a:lnTo>
                  <a:lnTo>
                    <a:pt x="5635649" y="253908"/>
                  </a:lnTo>
                  <a:lnTo>
                    <a:pt x="5636613" y="252645"/>
                  </a:lnTo>
                  <a:lnTo>
                    <a:pt x="5637577" y="251284"/>
                  </a:lnTo>
                  <a:lnTo>
                    <a:pt x="5638541" y="249867"/>
                  </a:lnTo>
                  <a:lnTo>
                    <a:pt x="5639505" y="248401"/>
                  </a:lnTo>
                  <a:lnTo>
                    <a:pt x="5640469" y="246899"/>
                  </a:lnTo>
                  <a:lnTo>
                    <a:pt x="5641433" y="245361"/>
                  </a:lnTo>
                  <a:lnTo>
                    <a:pt x="5642397" y="243781"/>
                  </a:lnTo>
                  <a:lnTo>
                    <a:pt x="5643361" y="242177"/>
                  </a:lnTo>
                  <a:lnTo>
                    <a:pt x="5644325" y="240561"/>
                  </a:lnTo>
                  <a:lnTo>
                    <a:pt x="5645289" y="238933"/>
                  </a:lnTo>
                  <a:lnTo>
                    <a:pt x="5646253" y="237293"/>
                  </a:lnTo>
                  <a:lnTo>
                    <a:pt x="5647217" y="235650"/>
                  </a:lnTo>
                  <a:lnTo>
                    <a:pt x="5648181" y="233979"/>
                  </a:lnTo>
                  <a:lnTo>
                    <a:pt x="5649145" y="232362"/>
                  </a:lnTo>
                  <a:lnTo>
                    <a:pt x="5650109" y="230931"/>
                  </a:lnTo>
                  <a:lnTo>
                    <a:pt x="5651073" y="229656"/>
                  </a:lnTo>
                  <a:lnTo>
                    <a:pt x="5652037" y="228582"/>
                  </a:lnTo>
                  <a:lnTo>
                    <a:pt x="5653001" y="227745"/>
                  </a:lnTo>
                  <a:lnTo>
                    <a:pt x="5653965" y="227171"/>
                  </a:lnTo>
                  <a:lnTo>
                    <a:pt x="5654929" y="226851"/>
                  </a:lnTo>
                  <a:lnTo>
                    <a:pt x="5655893" y="226801"/>
                  </a:lnTo>
                  <a:lnTo>
                    <a:pt x="5656857" y="226983"/>
                  </a:lnTo>
                  <a:lnTo>
                    <a:pt x="5657821" y="227439"/>
                  </a:lnTo>
                  <a:lnTo>
                    <a:pt x="5658785" y="228179"/>
                  </a:lnTo>
                  <a:lnTo>
                    <a:pt x="5659749" y="229210"/>
                  </a:lnTo>
                  <a:lnTo>
                    <a:pt x="5660713" y="230557"/>
                  </a:lnTo>
                  <a:lnTo>
                    <a:pt x="5661677" y="232211"/>
                  </a:lnTo>
                  <a:lnTo>
                    <a:pt x="5662641" y="234173"/>
                  </a:lnTo>
                  <a:lnTo>
                    <a:pt x="5663605" y="236397"/>
                  </a:lnTo>
                  <a:lnTo>
                    <a:pt x="5664569" y="238796"/>
                  </a:lnTo>
                  <a:lnTo>
                    <a:pt x="5665533" y="241365"/>
                  </a:lnTo>
                  <a:lnTo>
                    <a:pt x="5666497" y="243992"/>
                  </a:lnTo>
                  <a:lnTo>
                    <a:pt x="5667461" y="246646"/>
                  </a:lnTo>
                  <a:lnTo>
                    <a:pt x="5668425" y="249328"/>
                  </a:lnTo>
                  <a:lnTo>
                    <a:pt x="5669389" y="252036"/>
                  </a:lnTo>
                  <a:lnTo>
                    <a:pt x="5670353" y="254739"/>
                  </a:lnTo>
                  <a:lnTo>
                    <a:pt x="5671317" y="257466"/>
                  </a:lnTo>
                  <a:lnTo>
                    <a:pt x="5672281" y="260191"/>
                  </a:lnTo>
                  <a:lnTo>
                    <a:pt x="5673245" y="262900"/>
                  </a:lnTo>
                  <a:lnTo>
                    <a:pt x="5674209" y="265601"/>
                  </a:lnTo>
                  <a:lnTo>
                    <a:pt x="5675173" y="268278"/>
                  </a:lnTo>
                  <a:lnTo>
                    <a:pt x="5676137" y="270938"/>
                  </a:lnTo>
                  <a:lnTo>
                    <a:pt x="5677101" y="273583"/>
                  </a:lnTo>
                  <a:lnTo>
                    <a:pt x="5678065" y="276232"/>
                  </a:lnTo>
                  <a:lnTo>
                    <a:pt x="5679029" y="278894"/>
                  </a:lnTo>
                  <a:lnTo>
                    <a:pt x="5679993" y="281574"/>
                  </a:lnTo>
                  <a:lnTo>
                    <a:pt x="5680957" y="284340"/>
                  </a:lnTo>
                  <a:lnTo>
                    <a:pt x="5681921" y="287175"/>
                  </a:lnTo>
                  <a:lnTo>
                    <a:pt x="5682885" y="290079"/>
                  </a:lnTo>
                  <a:lnTo>
                    <a:pt x="5683849" y="293052"/>
                  </a:lnTo>
                  <a:lnTo>
                    <a:pt x="5684813" y="296110"/>
                  </a:lnTo>
                  <a:lnTo>
                    <a:pt x="5685777" y="299255"/>
                  </a:lnTo>
                  <a:lnTo>
                    <a:pt x="5686741" y="302485"/>
                  </a:lnTo>
                  <a:lnTo>
                    <a:pt x="5687705" y="305801"/>
                  </a:lnTo>
                  <a:lnTo>
                    <a:pt x="5688669" y="309174"/>
                  </a:lnTo>
                  <a:lnTo>
                    <a:pt x="5689633" y="312599"/>
                  </a:lnTo>
                  <a:lnTo>
                    <a:pt x="5690597" y="316080"/>
                  </a:lnTo>
                  <a:lnTo>
                    <a:pt x="5691561" y="319611"/>
                  </a:lnTo>
                  <a:lnTo>
                    <a:pt x="5692525" y="323137"/>
                  </a:lnTo>
                  <a:lnTo>
                    <a:pt x="5693489" y="326630"/>
                  </a:lnTo>
                  <a:lnTo>
                    <a:pt x="5694453" y="330089"/>
                  </a:lnTo>
                  <a:lnTo>
                    <a:pt x="5695417" y="333507"/>
                  </a:lnTo>
                  <a:lnTo>
                    <a:pt x="5696381" y="336884"/>
                  </a:lnTo>
                  <a:lnTo>
                    <a:pt x="5697345" y="340220"/>
                  </a:lnTo>
                  <a:lnTo>
                    <a:pt x="5698309" y="343446"/>
                  </a:lnTo>
                  <a:lnTo>
                    <a:pt x="5699273" y="346535"/>
                  </a:lnTo>
                  <a:lnTo>
                    <a:pt x="5700237" y="349501"/>
                  </a:lnTo>
                  <a:lnTo>
                    <a:pt x="5701201" y="352298"/>
                  </a:lnTo>
                  <a:lnTo>
                    <a:pt x="5702165" y="354926"/>
                  </a:lnTo>
                  <a:lnTo>
                    <a:pt x="5703129" y="357364"/>
                  </a:lnTo>
                  <a:lnTo>
                    <a:pt x="5704093" y="359589"/>
                  </a:lnTo>
                  <a:lnTo>
                    <a:pt x="5705058" y="361619"/>
                  </a:lnTo>
                  <a:lnTo>
                    <a:pt x="5706022" y="363408"/>
                  </a:lnTo>
                  <a:lnTo>
                    <a:pt x="5706986" y="364943"/>
                  </a:lnTo>
                  <a:lnTo>
                    <a:pt x="5707950" y="366256"/>
                  </a:lnTo>
                  <a:lnTo>
                    <a:pt x="5708914" y="367361"/>
                  </a:lnTo>
                  <a:lnTo>
                    <a:pt x="5709878" y="368259"/>
                  </a:lnTo>
                  <a:lnTo>
                    <a:pt x="5710842" y="368957"/>
                  </a:lnTo>
                  <a:lnTo>
                    <a:pt x="5711806" y="369448"/>
                  </a:lnTo>
                  <a:lnTo>
                    <a:pt x="5712770" y="369800"/>
                  </a:lnTo>
                  <a:lnTo>
                    <a:pt x="5713734" y="370032"/>
                  </a:lnTo>
                  <a:lnTo>
                    <a:pt x="5714698" y="370142"/>
                  </a:lnTo>
                  <a:lnTo>
                    <a:pt x="5715662" y="370176"/>
                  </a:lnTo>
                  <a:lnTo>
                    <a:pt x="5716626" y="370134"/>
                  </a:lnTo>
                  <a:lnTo>
                    <a:pt x="5717590" y="370042"/>
                  </a:lnTo>
                  <a:lnTo>
                    <a:pt x="5718554" y="369916"/>
                  </a:lnTo>
                  <a:lnTo>
                    <a:pt x="5719518" y="369758"/>
                  </a:lnTo>
                  <a:lnTo>
                    <a:pt x="5720482" y="369604"/>
                  </a:lnTo>
                  <a:lnTo>
                    <a:pt x="5721446" y="369474"/>
                  </a:lnTo>
                  <a:lnTo>
                    <a:pt x="5722410" y="369346"/>
                  </a:lnTo>
                  <a:lnTo>
                    <a:pt x="5723374" y="369228"/>
                  </a:lnTo>
                  <a:lnTo>
                    <a:pt x="5724338" y="369111"/>
                  </a:lnTo>
                  <a:lnTo>
                    <a:pt x="5725302" y="368965"/>
                  </a:lnTo>
                  <a:lnTo>
                    <a:pt x="5726266" y="368770"/>
                  </a:lnTo>
                  <a:lnTo>
                    <a:pt x="5727230" y="368514"/>
                  </a:lnTo>
                  <a:lnTo>
                    <a:pt x="5728194" y="368209"/>
                  </a:lnTo>
                  <a:lnTo>
                    <a:pt x="5729158" y="367854"/>
                  </a:lnTo>
                  <a:lnTo>
                    <a:pt x="5730122" y="367451"/>
                  </a:lnTo>
                  <a:lnTo>
                    <a:pt x="5731086" y="366999"/>
                  </a:lnTo>
                  <a:lnTo>
                    <a:pt x="5732050" y="366498"/>
                  </a:lnTo>
                  <a:lnTo>
                    <a:pt x="5733014" y="365931"/>
                  </a:lnTo>
                  <a:lnTo>
                    <a:pt x="5733978" y="365282"/>
                  </a:lnTo>
                  <a:lnTo>
                    <a:pt x="5734942" y="364549"/>
                  </a:lnTo>
                  <a:lnTo>
                    <a:pt x="5735906" y="363734"/>
                  </a:lnTo>
                  <a:lnTo>
                    <a:pt x="5736870" y="362853"/>
                  </a:lnTo>
                  <a:lnTo>
                    <a:pt x="5737834" y="361915"/>
                  </a:lnTo>
                  <a:lnTo>
                    <a:pt x="5738798" y="360934"/>
                  </a:lnTo>
                  <a:lnTo>
                    <a:pt x="5739762" y="359933"/>
                  </a:lnTo>
                  <a:lnTo>
                    <a:pt x="5740726" y="358957"/>
                  </a:lnTo>
                  <a:lnTo>
                    <a:pt x="5741690" y="358077"/>
                  </a:lnTo>
                  <a:lnTo>
                    <a:pt x="5742654" y="357315"/>
                  </a:lnTo>
                  <a:lnTo>
                    <a:pt x="5743618" y="356679"/>
                  </a:lnTo>
                  <a:lnTo>
                    <a:pt x="5744582" y="356157"/>
                  </a:lnTo>
                  <a:lnTo>
                    <a:pt x="5745546" y="355762"/>
                  </a:lnTo>
                  <a:lnTo>
                    <a:pt x="5746510" y="355480"/>
                  </a:lnTo>
                  <a:lnTo>
                    <a:pt x="5747474" y="355340"/>
                  </a:lnTo>
                  <a:lnTo>
                    <a:pt x="5748438" y="355350"/>
                  </a:lnTo>
                  <a:lnTo>
                    <a:pt x="5749402" y="355510"/>
                  </a:lnTo>
                  <a:lnTo>
                    <a:pt x="5750366" y="355819"/>
                  </a:lnTo>
                  <a:lnTo>
                    <a:pt x="5751330" y="356300"/>
                  </a:lnTo>
                  <a:lnTo>
                    <a:pt x="5752294" y="356980"/>
                  </a:lnTo>
                  <a:lnTo>
                    <a:pt x="5753258" y="357855"/>
                  </a:lnTo>
                  <a:lnTo>
                    <a:pt x="5754222" y="358873"/>
                  </a:lnTo>
                  <a:lnTo>
                    <a:pt x="5755186" y="360037"/>
                  </a:lnTo>
                  <a:lnTo>
                    <a:pt x="5756150" y="361296"/>
                  </a:lnTo>
                  <a:lnTo>
                    <a:pt x="5757114" y="362585"/>
                  </a:lnTo>
                  <a:lnTo>
                    <a:pt x="5758078" y="363878"/>
                  </a:lnTo>
                  <a:lnTo>
                    <a:pt x="5759042" y="365177"/>
                  </a:lnTo>
                  <a:lnTo>
                    <a:pt x="5760006" y="366481"/>
                  </a:lnTo>
                  <a:lnTo>
                    <a:pt x="5760970" y="367791"/>
                  </a:lnTo>
                  <a:lnTo>
                    <a:pt x="5761934" y="369073"/>
                  </a:lnTo>
                  <a:lnTo>
                    <a:pt x="5762898" y="370337"/>
                  </a:lnTo>
                  <a:lnTo>
                    <a:pt x="5763862" y="371590"/>
                  </a:lnTo>
                  <a:lnTo>
                    <a:pt x="5764826" y="372832"/>
                  </a:lnTo>
                  <a:lnTo>
                    <a:pt x="5765790" y="374040"/>
                  </a:lnTo>
                  <a:lnTo>
                    <a:pt x="5766754" y="375180"/>
                  </a:lnTo>
                  <a:lnTo>
                    <a:pt x="5767718" y="376258"/>
                  </a:lnTo>
                  <a:lnTo>
                    <a:pt x="5768682" y="377289"/>
                  </a:lnTo>
                  <a:lnTo>
                    <a:pt x="5769646" y="378268"/>
                  </a:lnTo>
                  <a:lnTo>
                    <a:pt x="5770610" y="379202"/>
                  </a:lnTo>
                  <a:lnTo>
                    <a:pt x="5771574" y="380100"/>
                  </a:lnTo>
                  <a:lnTo>
                    <a:pt x="5772538" y="380948"/>
                  </a:lnTo>
                  <a:lnTo>
                    <a:pt x="5773502" y="381767"/>
                  </a:lnTo>
                  <a:lnTo>
                    <a:pt x="5774466" y="382569"/>
                  </a:lnTo>
                  <a:lnTo>
                    <a:pt x="5775430" y="383368"/>
                  </a:lnTo>
                  <a:lnTo>
                    <a:pt x="5776394" y="384159"/>
                  </a:lnTo>
                  <a:lnTo>
                    <a:pt x="5776734" y="384430"/>
                  </a:lnTo>
                  <a:lnTo>
                    <a:pt x="5843667" y="384430"/>
                  </a:lnTo>
                  <a:lnTo>
                    <a:pt x="5843875" y="383992"/>
                  </a:lnTo>
                  <a:lnTo>
                    <a:pt x="5844839" y="381871"/>
                  </a:lnTo>
                  <a:lnTo>
                    <a:pt x="5845803" y="379629"/>
                  </a:lnTo>
                  <a:lnTo>
                    <a:pt x="5846767" y="377287"/>
                  </a:lnTo>
                  <a:lnTo>
                    <a:pt x="5847731" y="374866"/>
                  </a:lnTo>
                  <a:lnTo>
                    <a:pt x="5848695" y="372365"/>
                  </a:lnTo>
                  <a:lnTo>
                    <a:pt x="5849659" y="369816"/>
                  </a:lnTo>
                  <a:lnTo>
                    <a:pt x="5850623" y="367277"/>
                  </a:lnTo>
                  <a:lnTo>
                    <a:pt x="5851587" y="364711"/>
                  </a:lnTo>
                  <a:lnTo>
                    <a:pt x="5852551" y="362117"/>
                  </a:lnTo>
                  <a:lnTo>
                    <a:pt x="5853515" y="359550"/>
                  </a:lnTo>
                  <a:lnTo>
                    <a:pt x="5854479" y="357003"/>
                  </a:lnTo>
                  <a:lnTo>
                    <a:pt x="5855443" y="354485"/>
                  </a:lnTo>
                  <a:lnTo>
                    <a:pt x="5856407" y="352001"/>
                  </a:lnTo>
                  <a:lnTo>
                    <a:pt x="5857371" y="349569"/>
                  </a:lnTo>
                  <a:lnTo>
                    <a:pt x="5858335" y="347174"/>
                  </a:lnTo>
                  <a:lnTo>
                    <a:pt x="5859299" y="344791"/>
                  </a:lnTo>
                  <a:lnTo>
                    <a:pt x="5860263" y="342478"/>
                  </a:lnTo>
                  <a:lnTo>
                    <a:pt x="5861227" y="340259"/>
                  </a:lnTo>
                  <a:lnTo>
                    <a:pt x="5862191" y="338126"/>
                  </a:lnTo>
                  <a:lnTo>
                    <a:pt x="5863155" y="336078"/>
                  </a:lnTo>
                  <a:lnTo>
                    <a:pt x="5864119" y="334107"/>
                  </a:lnTo>
                  <a:lnTo>
                    <a:pt x="5865083" y="332206"/>
                  </a:lnTo>
                  <a:lnTo>
                    <a:pt x="5866047" y="330365"/>
                  </a:lnTo>
                  <a:lnTo>
                    <a:pt x="5867011" y="328630"/>
                  </a:lnTo>
                  <a:lnTo>
                    <a:pt x="5867975" y="326964"/>
                  </a:lnTo>
                  <a:lnTo>
                    <a:pt x="5868939" y="325367"/>
                  </a:lnTo>
                  <a:lnTo>
                    <a:pt x="5869903" y="323863"/>
                  </a:lnTo>
                  <a:lnTo>
                    <a:pt x="5870867" y="322451"/>
                  </a:lnTo>
                  <a:lnTo>
                    <a:pt x="5871831" y="321132"/>
                  </a:lnTo>
                  <a:lnTo>
                    <a:pt x="5872795" y="319921"/>
                  </a:lnTo>
                  <a:lnTo>
                    <a:pt x="5873759" y="318856"/>
                  </a:lnTo>
                  <a:lnTo>
                    <a:pt x="5874723" y="317937"/>
                  </a:lnTo>
                  <a:lnTo>
                    <a:pt x="5875687" y="317186"/>
                  </a:lnTo>
                  <a:lnTo>
                    <a:pt x="5876651" y="316618"/>
                  </a:lnTo>
                  <a:lnTo>
                    <a:pt x="5877615" y="316253"/>
                  </a:lnTo>
                  <a:lnTo>
                    <a:pt x="5878579" y="316076"/>
                  </a:lnTo>
                  <a:lnTo>
                    <a:pt x="5879543" y="316074"/>
                  </a:lnTo>
                  <a:lnTo>
                    <a:pt x="5880507" y="316302"/>
                  </a:lnTo>
                  <a:lnTo>
                    <a:pt x="5881471" y="316760"/>
                  </a:lnTo>
                  <a:lnTo>
                    <a:pt x="5882435" y="317449"/>
                  </a:lnTo>
                  <a:lnTo>
                    <a:pt x="5883399" y="318427"/>
                  </a:lnTo>
                  <a:lnTo>
                    <a:pt x="5884363" y="319760"/>
                  </a:lnTo>
                  <a:lnTo>
                    <a:pt x="5885327" y="321493"/>
                  </a:lnTo>
                  <a:lnTo>
                    <a:pt x="5886291" y="323612"/>
                  </a:lnTo>
                  <a:lnTo>
                    <a:pt x="5887255" y="326134"/>
                  </a:lnTo>
                  <a:lnTo>
                    <a:pt x="5888219" y="329035"/>
                  </a:lnTo>
                  <a:lnTo>
                    <a:pt x="5889183" y="332271"/>
                  </a:lnTo>
                  <a:lnTo>
                    <a:pt x="5890147" y="335848"/>
                  </a:lnTo>
                  <a:lnTo>
                    <a:pt x="5891111" y="339733"/>
                  </a:lnTo>
                  <a:lnTo>
                    <a:pt x="5892075" y="343903"/>
                  </a:lnTo>
                  <a:lnTo>
                    <a:pt x="5893039" y="348389"/>
                  </a:lnTo>
                  <a:lnTo>
                    <a:pt x="5894003" y="353188"/>
                  </a:lnTo>
                  <a:lnTo>
                    <a:pt x="5894967" y="358343"/>
                  </a:lnTo>
                  <a:lnTo>
                    <a:pt x="5895931" y="363834"/>
                  </a:lnTo>
                  <a:lnTo>
                    <a:pt x="5896895" y="369660"/>
                  </a:lnTo>
                  <a:lnTo>
                    <a:pt x="5897859" y="375763"/>
                  </a:lnTo>
                  <a:lnTo>
                    <a:pt x="5898823" y="382035"/>
                  </a:lnTo>
                  <a:lnTo>
                    <a:pt x="5899184" y="384430"/>
                  </a:lnTo>
                  <a:lnTo>
                    <a:pt x="6004967" y="384430"/>
                  </a:lnTo>
                  <a:lnTo>
                    <a:pt x="6005828" y="380404"/>
                  </a:lnTo>
                  <a:lnTo>
                    <a:pt x="6006792" y="375963"/>
                  </a:lnTo>
                  <a:lnTo>
                    <a:pt x="6007756" y="371536"/>
                  </a:lnTo>
                  <a:lnTo>
                    <a:pt x="6008720" y="367124"/>
                  </a:lnTo>
                  <a:lnTo>
                    <a:pt x="6009684" y="362726"/>
                  </a:lnTo>
                  <a:lnTo>
                    <a:pt x="6010648" y="358350"/>
                  </a:lnTo>
                  <a:lnTo>
                    <a:pt x="6011612" y="354020"/>
                  </a:lnTo>
                  <a:lnTo>
                    <a:pt x="6012576" y="349780"/>
                  </a:lnTo>
                  <a:lnTo>
                    <a:pt x="6013540" y="345654"/>
                  </a:lnTo>
                  <a:lnTo>
                    <a:pt x="6014504" y="341639"/>
                  </a:lnTo>
                  <a:lnTo>
                    <a:pt x="6015468" y="337759"/>
                  </a:lnTo>
                  <a:lnTo>
                    <a:pt x="6016432" y="334000"/>
                  </a:lnTo>
                  <a:lnTo>
                    <a:pt x="6017396" y="330379"/>
                  </a:lnTo>
                  <a:lnTo>
                    <a:pt x="6018360" y="326880"/>
                  </a:lnTo>
                  <a:lnTo>
                    <a:pt x="6019324" y="323485"/>
                  </a:lnTo>
                  <a:lnTo>
                    <a:pt x="6020288" y="320183"/>
                  </a:lnTo>
                  <a:lnTo>
                    <a:pt x="6021252" y="316978"/>
                  </a:lnTo>
                  <a:lnTo>
                    <a:pt x="6022216" y="313891"/>
                  </a:lnTo>
                  <a:lnTo>
                    <a:pt x="6023180" y="310917"/>
                  </a:lnTo>
                  <a:lnTo>
                    <a:pt x="6024144" y="308080"/>
                  </a:lnTo>
                  <a:lnTo>
                    <a:pt x="6025108" y="305358"/>
                  </a:lnTo>
                  <a:lnTo>
                    <a:pt x="6026072" y="302772"/>
                  </a:lnTo>
                  <a:lnTo>
                    <a:pt x="6027036" y="300308"/>
                  </a:lnTo>
                  <a:lnTo>
                    <a:pt x="6028000" y="297948"/>
                  </a:lnTo>
                  <a:lnTo>
                    <a:pt x="6028964" y="295696"/>
                  </a:lnTo>
                  <a:lnTo>
                    <a:pt x="6029928" y="293528"/>
                  </a:lnTo>
                  <a:lnTo>
                    <a:pt x="6030892" y="291475"/>
                  </a:lnTo>
                  <a:lnTo>
                    <a:pt x="6031856" y="289602"/>
                  </a:lnTo>
                  <a:lnTo>
                    <a:pt x="6032820" y="287953"/>
                  </a:lnTo>
                  <a:lnTo>
                    <a:pt x="6033784" y="286556"/>
                  </a:lnTo>
                  <a:lnTo>
                    <a:pt x="6034748" y="285426"/>
                  </a:lnTo>
                  <a:lnTo>
                    <a:pt x="6035712" y="284533"/>
                  </a:lnTo>
                  <a:lnTo>
                    <a:pt x="6036676" y="283890"/>
                  </a:lnTo>
                  <a:lnTo>
                    <a:pt x="6037640" y="283508"/>
                  </a:lnTo>
                  <a:lnTo>
                    <a:pt x="6038605" y="283409"/>
                  </a:lnTo>
                  <a:lnTo>
                    <a:pt x="6039569" y="283709"/>
                  </a:lnTo>
                  <a:lnTo>
                    <a:pt x="6040533" y="284404"/>
                  </a:lnTo>
                  <a:lnTo>
                    <a:pt x="6041497" y="285458"/>
                  </a:lnTo>
                  <a:lnTo>
                    <a:pt x="6042461" y="286858"/>
                  </a:lnTo>
                  <a:lnTo>
                    <a:pt x="6043425" y="288619"/>
                  </a:lnTo>
                  <a:lnTo>
                    <a:pt x="6044389" y="290738"/>
                  </a:lnTo>
                  <a:lnTo>
                    <a:pt x="6045353" y="293197"/>
                  </a:lnTo>
                  <a:lnTo>
                    <a:pt x="6046317" y="295962"/>
                  </a:lnTo>
                  <a:lnTo>
                    <a:pt x="6047281" y="299019"/>
                  </a:lnTo>
                  <a:lnTo>
                    <a:pt x="6048245" y="302366"/>
                  </a:lnTo>
                  <a:lnTo>
                    <a:pt x="6049209" y="305973"/>
                  </a:lnTo>
                  <a:lnTo>
                    <a:pt x="6050173" y="309856"/>
                  </a:lnTo>
                  <a:lnTo>
                    <a:pt x="6051137" y="313974"/>
                  </a:lnTo>
                  <a:lnTo>
                    <a:pt x="6052101" y="318329"/>
                  </a:lnTo>
                  <a:lnTo>
                    <a:pt x="6053065" y="322885"/>
                  </a:lnTo>
                  <a:lnTo>
                    <a:pt x="6054029" y="327512"/>
                  </a:lnTo>
                  <a:lnTo>
                    <a:pt x="6054993" y="332177"/>
                  </a:lnTo>
                  <a:lnTo>
                    <a:pt x="6055957" y="336927"/>
                  </a:lnTo>
                  <a:lnTo>
                    <a:pt x="6056921" y="341816"/>
                  </a:lnTo>
                  <a:lnTo>
                    <a:pt x="6057885" y="346821"/>
                  </a:lnTo>
                  <a:lnTo>
                    <a:pt x="6058849" y="351942"/>
                  </a:lnTo>
                  <a:lnTo>
                    <a:pt x="6059813" y="357186"/>
                  </a:lnTo>
                  <a:lnTo>
                    <a:pt x="6060777" y="362491"/>
                  </a:lnTo>
                  <a:lnTo>
                    <a:pt x="6061741" y="367808"/>
                  </a:lnTo>
                  <a:lnTo>
                    <a:pt x="6062705" y="373148"/>
                  </a:lnTo>
                  <a:lnTo>
                    <a:pt x="6063669" y="378479"/>
                  </a:lnTo>
                  <a:lnTo>
                    <a:pt x="6064633" y="383797"/>
                  </a:lnTo>
                  <a:lnTo>
                    <a:pt x="6064749" y="384430"/>
                  </a:lnTo>
                  <a:lnTo>
                    <a:pt x="6139403" y="384430"/>
                  </a:lnTo>
                  <a:lnTo>
                    <a:pt x="6139825" y="381729"/>
                  </a:lnTo>
                  <a:lnTo>
                    <a:pt x="6140789" y="375782"/>
                  </a:lnTo>
                  <a:lnTo>
                    <a:pt x="6141753" y="370136"/>
                  </a:lnTo>
                  <a:lnTo>
                    <a:pt x="6142717" y="364813"/>
                  </a:lnTo>
                  <a:lnTo>
                    <a:pt x="6143681" y="359831"/>
                  </a:lnTo>
                  <a:lnTo>
                    <a:pt x="6144645" y="355250"/>
                  </a:lnTo>
                  <a:lnTo>
                    <a:pt x="6145609" y="351156"/>
                  </a:lnTo>
                  <a:lnTo>
                    <a:pt x="6146573" y="347513"/>
                  </a:lnTo>
                  <a:lnTo>
                    <a:pt x="6147537" y="344293"/>
                  </a:lnTo>
                  <a:lnTo>
                    <a:pt x="6148501" y="341484"/>
                  </a:lnTo>
                  <a:lnTo>
                    <a:pt x="6149466" y="339086"/>
                  </a:lnTo>
                  <a:lnTo>
                    <a:pt x="6150430" y="337058"/>
                  </a:lnTo>
                  <a:lnTo>
                    <a:pt x="6151394" y="335352"/>
                  </a:lnTo>
                  <a:lnTo>
                    <a:pt x="6152358" y="333962"/>
                  </a:lnTo>
                  <a:lnTo>
                    <a:pt x="6153322" y="332894"/>
                  </a:lnTo>
                  <a:lnTo>
                    <a:pt x="6154286" y="332196"/>
                  </a:lnTo>
                  <a:lnTo>
                    <a:pt x="6155250" y="331824"/>
                  </a:lnTo>
                  <a:lnTo>
                    <a:pt x="6156214" y="331677"/>
                  </a:lnTo>
                  <a:lnTo>
                    <a:pt x="6157178" y="331798"/>
                  </a:lnTo>
                  <a:lnTo>
                    <a:pt x="6158142" y="332164"/>
                  </a:lnTo>
                  <a:lnTo>
                    <a:pt x="6159106" y="332710"/>
                  </a:lnTo>
                  <a:lnTo>
                    <a:pt x="6160070" y="333403"/>
                  </a:lnTo>
                  <a:lnTo>
                    <a:pt x="6161034" y="334214"/>
                  </a:lnTo>
                  <a:lnTo>
                    <a:pt x="6161998" y="335122"/>
                  </a:lnTo>
                  <a:lnTo>
                    <a:pt x="6162962" y="336024"/>
                  </a:lnTo>
                  <a:lnTo>
                    <a:pt x="6163926" y="336896"/>
                  </a:lnTo>
                  <a:lnTo>
                    <a:pt x="6164890" y="337813"/>
                  </a:lnTo>
                  <a:lnTo>
                    <a:pt x="6165854" y="338747"/>
                  </a:lnTo>
                  <a:lnTo>
                    <a:pt x="6166818" y="339765"/>
                  </a:lnTo>
                  <a:lnTo>
                    <a:pt x="6167782" y="340792"/>
                  </a:lnTo>
                  <a:lnTo>
                    <a:pt x="6168746" y="341839"/>
                  </a:lnTo>
                  <a:lnTo>
                    <a:pt x="6169710" y="342951"/>
                  </a:lnTo>
                  <a:lnTo>
                    <a:pt x="6170674" y="344149"/>
                  </a:lnTo>
                  <a:lnTo>
                    <a:pt x="6171638" y="345339"/>
                  </a:lnTo>
                  <a:lnTo>
                    <a:pt x="6172602" y="346478"/>
                  </a:lnTo>
                  <a:lnTo>
                    <a:pt x="6173566" y="347545"/>
                  </a:lnTo>
                  <a:lnTo>
                    <a:pt x="6174530" y="348521"/>
                  </a:lnTo>
                  <a:lnTo>
                    <a:pt x="6175494" y="349428"/>
                  </a:lnTo>
                  <a:lnTo>
                    <a:pt x="6176458" y="350293"/>
                  </a:lnTo>
                  <a:lnTo>
                    <a:pt x="6177422" y="351163"/>
                  </a:lnTo>
                  <a:lnTo>
                    <a:pt x="6178386" y="352056"/>
                  </a:lnTo>
                  <a:lnTo>
                    <a:pt x="6179350" y="352959"/>
                  </a:lnTo>
                  <a:lnTo>
                    <a:pt x="6180314" y="353891"/>
                  </a:lnTo>
                  <a:lnTo>
                    <a:pt x="6181278" y="354752"/>
                  </a:lnTo>
                  <a:lnTo>
                    <a:pt x="6182242" y="355493"/>
                  </a:lnTo>
                  <a:lnTo>
                    <a:pt x="6183206" y="356069"/>
                  </a:lnTo>
                  <a:lnTo>
                    <a:pt x="6184170" y="356436"/>
                  </a:lnTo>
                  <a:lnTo>
                    <a:pt x="6185134" y="356589"/>
                  </a:lnTo>
                  <a:lnTo>
                    <a:pt x="6186098" y="356610"/>
                  </a:lnTo>
                  <a:lnTo>
                    <a:pt x="6187062" y="356497"/>
                  </a:lnTo>
                  <a:lnTo>
                    <a:pt x="6188026" y="356250"/>
                  </a:lnTo>
                  <a:lnTo>
                    <a:pt x="6188990" y="355899"/>
                  </a:lnTo>
                  <a:lnTo>
                    <a:pt x="6189954" y="355372"/>
                  </a:lnTo>
                  <a:lnTo>
                    <a:pt x="6190918" y="354615"/>
                  </a:lnTo>
                  <a:lnTo>
                    <a:pt x="6191882" y="353621"/>
                  </a:lnTo>
                  <a:lnTo>
                    <a:pt x="6192846" y="352377"/>
                  </a:lnTo>
                  <a:lnTo>
                    <a:pt x="6193810" y="350818"/>
                  </a:lnTo>
                  <a:lnTo>
                    <a:pt x="6194774" y="348921"/>
                  </a:lnTo>
                  <a:lnTo>
                    <a:pt x="6195738" y="346710"/>
                  </a:lnTo>
                  <a:lnTo>
                    <a:pt x="6196702" y="344181"/>
                  </a:lnTo>
                  <a:lnTo>
                    <a:pt x="6197666" y="341312"/>
                  </a:lnTo>
                  <a:lnTo>
                    <a:pt x="6198630" y="338162"/>
                  </a:lnTo>
                  <a:lnTo>
                    <a:pt x="6199594" y="334792"/>
                  </a:lnTo>
                  <a:lnTo>
                    <a:pt x="6200558" y="331213"/>
                  </a:lnTo>
                  <a:lnTo>
                    <a:pt x="6201522" y="327435"/>
                  </a:lnTo>
                  <a:lnTo>
                    <a:pt x="6202486" y="323464"/>
                  </a:lnTo>
                  <a:lnTo>
                    <a:pt x="6203450" y="319279"/>
                  </a:lnTo>
                  <a:lnTo>
                    <a:pt x="6204414" y="314963"/>
                  </a:lnTo>
                  <a:lnTo>
                    <a:pt x="6205378" y="310556"/>
                  </a:lnTo>
                  <a:lnTo>
                    <a:pt x="6206342" y="306045"/>
                  </a:lnTo>
                  <a:lnTo>
                    <a:pt x="6207306" y="301463"/>
                  </a:lnTo>
                  <a:lnTo>
                    <a:pt x="6208270" y="296894"/>
                  </a:lnTo>
                  <a:lnTo>
                    <a:pt x="6209234" y="292312"/>
                  </a:lnTo>
                  <a:lnTo>
                    <a:pt x="6210198" y="287719"/>
                  </a:lnTo>
                  <a:lnTo>
                    <a:pt x="6211162" y="283199"/>
                  </a:lnTo>
                  <a:lnTo>
                    <a:pt x="6212126" y="278832"/>
                  </a:lnTo>
                  <a:lnTo>
                    <a:pt x="6213090" y="274584"/>
                  </a:lnTo>
                  <a:lnTo>
                    <a:pt x="6214054" y="270447"/>
                  </a:lnTo>
                  <a:lnTo>
                    <a:pt x="6215018" y="266411"/>
                  </a:lnTo>
                  <a:lnTo>
                    <a:pt x="6215982" y="262523"/>
                  </a:lnTo>
                  <a:lnTo>
                    <a:pt x="6216946" y="258853"/>
                  </a:lnTo>
                  <a:lnTo>
                    <a:pt x="6217910" y="255381"/>
                  </a:lnTo>
                  <a:lnTo>
                    <a:pt x="6218874" y="252105"/>
                  </a:lnTo>
                  <a:lnTo>
                    <a:pt x="6218909" y="38443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3367350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3367398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3367350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2026-03-09T12:26:44Z</dcterms:modified>
  <cp:category/>
</cp:coreProperties>
</file>