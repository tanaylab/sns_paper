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892919"/>
                  </a:moveTo>
                  <a:lnTo>
                    <a:pt x="660" y="839825"/>
                  </a:lnTo>
                  <a:lnTo>
                    <a:pt x="1321" y="799255"/>
                  </a:lnTo>
                  <a:lnTo>
                    <a:pt x="1981" y="772250"/>
                  </a:lnTo>
                  <a:lnTo>
                    <a:pt x="2642" y="752250"/>
                  </a:lnTo>
                  <a:lnTo>
                    <a:pt x="3302" y="720136"/>
                  </a:lnTo>
                  <a:lnTo>
                    <a:pt x="3963" y="715800"/>
                  </a:lnTo>
                  <a:lnTo>
                    <a:pt x="4623" y="746795"/>
                  </a:lnTo>
                  <a:lnTo>
                    <a:pt x="5284" y="797691"/>
                  </a:lnTo>
                  <a:lnTo>
                    <a:pt x="5944" y="866896"/>
                  </a:lnTo>
                  <a:lnTo>
                    <a:pt x="6605" y="988253"/>
                  </a:lnTo>
                  <a:lnTo>
                    <a:pt x="7265" y="1126263"/>
                  </a:lnTo>
                  <a:lnTo>
                    <a:pt x="7926" y="1169417"/>
                  </a:lnTo>
                  <a:lnTo>
                    <a:pt x="8586" y="1163842"/>
                  </a:lnTo>
                  <a:lnTo>
                    <a:pt x="9247" y="1138053"/>
                  </a:lnTo>
                  <a:lnTo>
                    <a:pt x="9907" y="1138053"/>
                  </a:lnTo>
                  <a:lnTo>
                    <a:pt x="10568" y="1155253"/>
                  </a:lnTo>
                  <a:lnTo>
                    <a:pt x="11229" y="1215018"/>
                  </a:lnTo>
                  <a:lnTo>
                    <a:pt x="11889" y="1293666"/>
                  </a:lnTo>
                  <a:lnTo>
                    <a:pt x="12550" y="1362966"/>
                  </a:lnTo>
                  <a:lnTo>
                    <a:pt x="13210" y="1362966"/>
                  </a:lnTo>
                  <a:lnTo>
                    <a:pt x="13871" y="1343822"/>
                  </a:lnTo>
                  <a:lnTo>
                    <a:pt x="14531" y="1343822"/>
                  </a:lnTo>
                  <a:lnTo>
                    <a:pt x="15192" y="1325999"/>
                  </a:lnTo>
                  <a:lnTo>
                    <a:pt x="15852" y="1309327"/>
                  </a:lnTo>
                  <a:lnTo>
                    <a:pt x="16513" y="1325140"/>
                  </a:lnTo>
                  <a:lnTo>
                    <a:pt x="17173" y="1325140"/>
                  </a:lnTo>
                  <a:lnTo>
                    <a:pt x="17834" y="1325140"/>
                  </a:lnTo>
                  <a:lnTo>
                    <a:pt x="18494" y="1342901"/>
                  </a:lnTo>
                  <a:lnTo>
                    <a:pt x="19155" y="1382569"/>
                  </a:lnTo>
                  <a:lnTo>
                    <a:pt x="19815" y="1406121"/>
                  </a:lnTo>
                  <a:lnTo>
                    <a:pt x="20476" y="1430742"/>
                  </a:lnTo>
                  <a:lnTo>
                    <a:pt x="21137" y="1430742"/>
                  </a:lnTo>
                  <a:lnTo>
                    <a:pt x="21797" y="1430742"/>
                  </a:lnTo>
                  <a:lnTo>
                    <a:pt x="22458" y="1430742"/>
                  </a:lnTo>
                  <a:lnTo>
                    <a:pt x="23118" y="1430742"/>
                  </a:lnTo>
                  <a:lnTo>
                    <a:pt x="23779" y="1430742"/>
                  </a:lnTo>
                  <a:lnTo>
                    <a:pt x="24439" y="1406121"/>
                  </a:lnTo>
                  <a:lnTo>
                    <a:pt x="25100" y="1334757"/>
                  </a:lnTo>
                  <a:lnTo>
                    <a:pt x="25760" y="1286178"/>
                  </a:lnTo>
                  <a:lnTo>
                    <a:pt x="26421" y="1258223"/>
                  </a:lnTo>
                  <a:lnTo>
                    <a:pt x="27081" y="1258223"/>
                  </a:lnTo>
                  <a:lnTo>
                    <a:pt x="27742" y="1258223"/>
                  </a:lnTo>
                  <a:lnTo>
                    <a:pt x="28402" y="1278901"/>
                  </a:lnTo>
                  <a:lnTo>
                    <a:pt x="29063" y="1293666"/>
                  </a:lnTo>
                  <a:lnTo>
                    <a:pt x="29723" y="1293666"/>
                  </a:lnTo>
                  <a:lnTo>
                    <a:pt x="30384" y="1251683"/>
                  </a:lnTo>
                  <a:lnTo>
                    <a:pt x="31045" y="1227062"/>
                  </a:lnTo>
                  <a:lnTo>
                    <a:pt x="31705" y="1239079"/>
                  </a:lnTo>
                  <a:lnTo>
                    <a:pt x="32366" y="1264933"/>
                  </a:lnTo>
                  <a:lnTo>
                    <a:pt x="33026" y="1293666"/>
                  </a:lnTo>
                  <a:lnTo>
                    <a:pt x="33687" y="1343822"/>
                  </a:lnTo>
                  <a:lnTo>
                    <a:pt x="34347" y="1406121"/>
                  </a:lnTo>
                  <a:lnTo>
                    <a:pt x="35008" y="1430742"/>
                  </a:lnTo>
                  <a:lnTo>
                    <a:pt x="35668" y="1430742"/>
                  </a:lnTo>
                  <a:lnTo>
                    <a:pt x="36329" y="1430742"/>
                  </a:lnTo>
                  <a:lnTo>
                    <a:pt x="36989" y="1430742"/>
                  </a:lnTo>
                  <a:lnTo>
                    <a:pt x="37650" y="1430742"/>
                  </a:lnTo>
                  <a:lnTo>
                    <a:pt x="38310" y="1430742"/>
                  </a:lnTo>
                  <a:lnTo>
                    <a:pt x="38971" y="1406121"/>
                  </a:lnTo>
                  <a:lnTo>
                    <a:pt x="39631" y="1362966"/>
                  </a:lnTo>
                  <a:lnTo>
                    <a:pt x="40292" y="1343822"/>
                  </a:lnTo>
                  <a:lnTo>
                    <a:pt x="40952" y="1325999"/>
                  </a:lnTo>
                  <a:lnTo>
                    <a:pt x="41613" y="1293666"/>
                  </a:lnTo>
                  <a:lnTo>
                    <a:pt x="42274" y="1278901"/>
                  </a:lnTo>
                  <a:lnTo>
                    <a:pt x="42934" y="1293666"/>
                  </a:lnTo>
                  <a:lnTo>
                    <a:pt x="43595" y="1309327"/>
                  </a:lnTo>
                  <a:lnTo>
                    <a:pt x="44255" y="1325999"/>
                  </a:lnTo>
                  <a:lnTo>
                    <a:pt x="44916" y="1362966"/>
                  </a:lnTo>
                  <a:lnTo>
                    <a:pt x="45576" y="1406121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362966"/>
                  </a:lnTo>
                  <a:lnTo>
                    <a:pt x="52182" y="1292907"/>
                  </a:lnTo>
                  <a:lnTo>
                    <a:pt x="52842" y="1238465"/>
                  </a:lnTo>
                  <a:lnTo>
                    <a:pt x="53503" y="1215018"/>
                  </a:lnTo>
                  <a:lnTo>
                    <a:pt x="54163" y="1215018"/>
                  </a:lnTo>
                  <a:lnTo>
                    <a:pt x="54824" y="1251038"/>
                  </a:lnTo>
                  <a:lnTo>
                    <a:pt x="55484" y="1309327"/>
                  </a:lnTo>
                  <a:lnTo>
                    <a:pt x="56145" y="1383643"/>
                  </a:lnTo>
                  <a:lnTo>
                    <a:pt x="56805" y="1430742"/>
                  </a:lnTo>
                  <a:lnTo>
                    <a:pt x="57466" y="1406121"/>
                  </a:lnTo>
                  <a:lnTo>
                    <a:pt x="58126" y="1383643"/>
                  </a:lnTo>
                  <a:lnTo>
                    <a:pt x="58787" y="1343822"/>
                  </a:lnTo>
                  <a:lnTo>
                    <a:pt x="59447" y="1325999"/>
                  </a:lnTo>
                  <a:lnTo>
                    <a:pt x="60108" y="1293666"/>
                  </a:lnTo>
                  <a:lnTo>
                    <a:pt x="60768" y="1293666"/>
                  </a:lnTo>
                  <a:lnTo>
                    <a:pt x="61429" y="1293666"/>
                  </a:lnTo>
                  <a:lnTo>
                    <a:pt x="62090" y="1293666"/>
                  </a:lnTo>
                  <a:lnTo>
                    <a:pt x="62750" y="1293666"/>
                  </a:lnTo>
                  <a:lnTo>
                    <a:pt x="63411" y="1278901"/>
                  </a:lnTo>
                  <a:lnTo>
                    <a:pt x="64071" y="1264933"/>
                  </a:lnTo>
                  <a:lnTo>
                    <a:pt x="64732" y="1278901"/>
                  </a:lnTo>
                  <a:lnTo>
                    <a:pt x="65392" y="1293666"/>
                  </a:lnTo>
                  <a:lnTo>
                    <a:pt x="66053" y="1278901"/>
                  </a:lnTo>
                  <a:lnTo>
                    <a:pt x="66713" y="1309327"/>
                  </a:lnTo>
                  <a:lnTo>
                    <a:pt x="67374" y="1295956"/>
                  </a:lnTo>
                  <a:lnTo>
                    <a:pt x="68034" y="1266981"/>
                  </a:lnTo>
                  <a:lnTo>
                    <a:pt x="68695" y="1253628"/>
                  </a:lnTo>
                  <a:lnTo>
                    <a:pt x="69355" y="1247201"/>
                  </a:lnTo>
                  <a:lnTo>
                    <a:pt x="70016" y="1222984"/>
                  </a:lnTo>
                  <a:lnTo>
                    <a:pt x="70676" y="1211677"/>
                  </a:lnTo>
                  <a:lnTo>
                    <a:pt x="71337" y="1222984"/>
                  </a:lnTo>
                  <a:lnTo>
                    <a:pt x="71997" y="1247201"/>
                  </a:lnTo>
                  <a:lnTo>
                    <a:pt x="72658" y="1281062"/>
                  </a:lnTo>
                  <a:lnTo>
                    <a:pt x="73319" y="1328596"/>
                  </a:lnTo>
                  <a:lnTo>
                    <a:pt x="73979" y="1406121"/>
                  </a:lnTo>
                  <a:lnTo>
                    <a:pt x="74640" y="1430742"/>
                  </a:lnTo>
                  <a:lnTo>
                    <a:pt x="75300" y="1430742"/>
                  </a:lnTo>
                  <a:lnTo>
                    <a:pt x="75961" y="1383643"/>
                  </a:lnTo>
                  <a:lnTo>
                    <a:pt x="76621" y="1343822"/>
                  </a:lnTo>
                  <a:lnTo>
                    <a:pt x="77282" y="1325999"/>
                  </a:lnTo>
                  <a:lnTo>
                    <a:pt x="77942" y="1325999"/>
                  </a:lnTo>
                  <a:lnTo>
                    <a:pt x="78603" y="1325999"/>
                  </a:lnTo>
                  <a:lnTo>
                    <a:pt x="79263" y="1362966"/>
                  </a:lnTo>
                  <a:lnTo>
                    <a:pt x="79924" y="1383643"/>
                  </a:lnTo>
                  <a:lnTo>
                    <a:pt x="80584" y="1383643"/>
                  </a:lnTo>
                  <a:lnTo>
                    <a:pt x="81245" y="1293666"/>
                  </a:lnTo>
                  <a:lnTo>
                    <a:pt x="81905" y="1227062"/>
                  </a:lnTo>
                  <a:lnTo>
                    <a:pt x="82566" y="1194039"/>
                  </a:lnTo>
                  <a:lnTo>
                    <a:pt x="83227" y="1194039"/>
                  </a:lnTo>
                  <a:lnTo>
                    <a:pt x="83887" y="1164763"/>
                  </a:lnTo>
                  <a:lnTo>
                    <a:pt x="84548" y="1183907"/>
                  </a:lnTo>
                  <a:lnTo>
                    <a:pt x="85208" y="1228829"/>
                  </a:lnTo>
                  <a:lnTo>
                    <a:pt x="85869" y="1266981"/>
                  </a:lnTo>
                  <a:lnTo>
                    <a:pt x="86529" y="1281062"/>
                  </a:lnTo>
                  <a:lnTo>
                    <a:pt x="87190" y="1328596"/>
                  </a:lnTo>
                  <a:lnTo>
                    <a:pt x="87850" y="1311760"/>
                  </a:lnTo>
                  <a:lnTo>
                    <a:pt x="88511" y="1264933"/>
                  </a:lnTo>
                  <a:lnTo>
                    <a:pt x="89171" y="1239079"/>
                  </a:lnTo>
                  <a:lnTo>
                    <a:pt x="89832" y="1239079"/>
                  </a:lnTo>
                  <a:lnTo>
                    <a:pt x="90492" y="1227062"/>
                  </a:lnTo>
                  <a:lnTo>
                    <a:pt x="91153" y="1227062"/>
                  </a:lnTo>
                  <a:lnTo>
                    <a:pt x="91813" y="1227062"/>
                  </a:lnTo>
                  <a:lnTo>
                    <a:pt x="92474" y="1204584"/>
                  </a:lnTo>
                  <a:lnTo>
                    <a:pt x="93135" y="1183907"/>
                  </a:lnTo>
                  <a:lnTo>
                    <a:pt x="93795" y="1204584"/>
                  </a:lnTo>
                  <a:lnTo>
                    <a:pt x="94456" y="1251683"/>
                  </a:lnTo>
                  <a:lnTo>
                    <a:pt x="95116" y="1309327"/>
                  </a:lnTo>
                  <a:lnTo>
                    <a:pt x="95777" y="1383643"/>
                  </a:lnTo>
                  <a:lnTo>
                    <a:pt x="96437" y="1430742"/>
                  </a:lnTo>
                  <a:lnTo>
                    <a:pt x="97098" y="1430742"/>
                  </a:lnTo>
                  <a:lnTo>
                    <a:pt x="97758" y="1430742"/>
                  </a:lnTo>
                  <a:lnTo>
                    <a:pt x="98419" y="1383643"/>
                  </a:lnTo>
                  <a:lnTo>
                    <a:pt x="99079" y="1321729"/>
                  </a:lnTo>
                  <a:lnTo>
                    <a:pt x="99740" y="1289895"/>
                  </a:lnTo>
                  <a:lnTo>
                    <a:pt x="100400" y="1275337"/>
                  </a:lnTo>
                  <a:lnTo>
                    <a:pt x="101061" y="1275337"/>
                  </a:lnTo>
                  <a:lnTo>
                    <a:pt x="101721" y="1305322"/>
                  </a:lnTo>
                  <a:lnTo>
                    <a:pt x="102382" y="1362966"/>
                  </a:lnTo>
                  <a:lnTo>
                    <a:pt x="103043" y="1406121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30742"/>
                  </a:lnTo>
                  <a:lnTo>
                    <a:pt x="107666" y="1430742"/>
                  </a:lnTo>
                  <a:lnTo>
                    <a:pt x="108327" y="1430742"/>
                  </a:lnTo>
                  <a:lnTo>
                    <a:pt x="108987" y="1430742"/>
                  </a:lnTo>
                  <a:lnTo>
                    <a:pt x="109648" y="1430742"/>
                  </a:lnTo>
                  <a:lnTo>
                    <a:pt x="110308" y="1430742"/>
                  </a:lnTo>
                  <a:lnTo>
                    <a:pt x="110969" y="1430742"/>
                  </a:lnTo>
                  <a:lnTo>
                    <a:pt x="111629" y="1430742"/>
                  </a:lnTo>
                  <a:lnTo>
                    <a:pt x="112290" y="1430742"/>
                  </a:lnTo>
                  <a:lnTo>
                    <a:pt x="112950" y="1430742"/>
                  </a:lnTo>
                  <a:lnTo>
                    <a:pt x="113611" y="1430742"/>
                  </a:lnTo>
                  <a:lnTo>
                    <a:pt x="114272" y="1430742"/>
                  </a:lnTo>
                  <a:lnTo>
                    <a:pt x="114932" y="1430742"/>
                  </a:lnTo>
                  <a:lnTo>
                    <a:pt x="115593" y="1406121"/>
                  </a:lnTo>
                  <a:lnTo>
                    <a:pt x="116253" y="1362966"/>
                  </a:lnTo>
                  <a:lnTo>
                    <a:pt x="116914" y="1342901"/>
                  </a:lnTo>
                  <a:lnTo>
                    <a:pt x="117574" y="1334757"/>
                  </a:lnTo>
                  <a:lnTo>
                    <a:pt x="118235" y="1334757"/>
                  </a:lnTo>
                  <a:lnTo>
                    <a:pt x="118895" y="1353217"/>
                  </a:lnTo>
                  <a:lnTo>
                    <a:pt x="119556" y="1394638"/>
                  </a:lnTo>
                  <a:lnTo>
                    <a:pt x="120216" y="1419371"/>
                  </a:lnTo>
                  <a:lnTo>
                    <a:pt x="120877" y="1430742"/>
                  </a:lnTo>
                  <a:lnTo>
                    <a:pt x="121537" y="1430742"/>
                  </a:lnTo>
                  <a:lnTo>
                    <a:pt x="122198" y="1430742"/>
                  </a:lnTo>
                  <a:lnTo>
                    <a:pt x="122858" y="1430742"/>
                  </a:lnTo>
                  <a:lnTo>
                    <a:pt x="123519" y="1430742"/>
                  </a:lnTo>
                  <a:lnTo>
                    <a:pt x="124180" y="1406121"/>
                  </a:lnTo>
                  <a:lnTo>
                    <a:pt x="124840" y="1362966"/>
                  </a:lnTo>
                  <a:lnTo>
                    <a:pt x="125501" y="1332098"/>
                  </a:lnTo>
                  <a:lnTo>
                    <a:pt x="126161" y="1315041"/>
                  </a:lnTo>
                  <a:lnTo>
                    <a:pt x="126822" y="1315041"/>
                  </a:lnTo>
                  <a:lnTo>
                    <a:pt x="127482" y="1332098"/>
                  </a:lnTo>
                  <a:lnTo>
                    <a:pt x="128143" y="1332098"/>
                  </a:lnTo>
                  <a:lnTo>
                    <a:pt x="128803" y="1293666"/>
                  </a:lnTo>
                  <a:lnTo>
                    <a:pt x="129464" y="1251683"/>
                  </a:lnTo>
                  <a:lnTo>
                    <a:pt x="130124" y="1204584"/>
                  </a:lnTo>
                  <a:lnTo>
                    <a:pt x="130785" y="1159286"/>
                  </a:lnTo>
                  <a:lnTo>
                    <a:pt x="131445" y="1159286"/>
                  </a:lnTo>
                  <a:lnTo>
                    <a:pt x="132106" y="1178013"/>
                  </a:lnTo>
                  <a:lnTo>
                    <a:pt x="132766" y="1168480"/>
                  </a:lnTo>
                  <a:lnTo>
                    <a:pt x="133427" y="1150408"/>
                  </a:lnTo>
                  <a:lnTo>
                    <a:pt x="134088" y="1155253"/>
                  </a:lnTo>
                  <a:lnTo>
                    <a:pt x="134748" y="1173680"/>
                  </a:lnTo>
                  <a:lnTo>
                    <a:pt x="135409" y="1193523"/>
                  </a:lnTo>
                  <a:lnTo>
                    <a:pt x="136069" y="1251038"/>
                  </a:lnTo>
                  <a:lnTo>
                    <a:pt x="136730" y="1325140"/>
                  </a:lnTo>
                  <a:lnTo>
                    <a:pt x="137390" y="1362966"/>
                  </a:lnTo>
                  <a:lnTo>
                    <a:pt x="138051" y="1319201"/>
                  </a:lnTo>
                  <a:lnTo>
                    <a:pt x="138711" y="1287658"/>
                  </a:lnTo>
                  <a:lnTo>
                    <a:pt x="139372" y="1273223"/>
                  </a:lnTo>
                  <a:lnTo>
                    <a:pt x="140032" y="1273223"/>
                  </a:lnTo>
                  <a:lnTo>
                    <a:pt x="140693" y="1273223"/>
                  </a:lnTo>
                  <a:lnTo>
                    <a:pt x="141353" y="1251683"/>
                  </a:lnTo>
                  <a:lnTo>
                    <a:pt x="142014" y="1227062"/>
                  </a:lnTo>
                  <a:lnTo>
                    <a:pt x="142674" y="1215579"/>
                  </a:lnTo>
                  <a:lnTo>
                    <a:pt x="143335" y="1227062"/>
                  </a:lnTo>
                  <a:lnTo>
                    <a:pt x="143995" y="1251683"/>
                  </a:lnTo>
                  <a:lnTo>
                    <a:pt x="144656" y="1293666"/>
                  </a:lnTo>
                  <a:lnTo>
                    <a:pt x="145317" y="1325999"/>
                  </a:lnTo>
                  <a:lnTo>
                    <a:pt x="145977" y="1325999"/>
                  </a:lnTo>
                  <a:lnTo>
                    <a:pt x="146638" y="1251683"/>
                  </a:lnTo>
                  <a:lnTo>
                    <a:pt x="147298" y="1146940"/>
                  </a:lnTo>
                  <a:lnTo>
                    <a:pt x="147959" y="1070693"/>
                  </a:lnTo>
                  <a:lnTo>
                    <a:pt x="148619" y="1057267"/>
                  </a:lnTo>
                  <a:lnTo>
                    <a:pt x="149280" y="1063425"/>
                  </a:lnTo>
                  <a:lnTo>
                    <a:pt x="149940" y="1096632"/>
                  </a:lnTo>
                  <a:lnTo>
                    <a:pt x="150601" y="1179474"/>
                  </a:lnTo>
                  <a:lnTo>
                    <a:pt x="151261" y="1323429"/>
                  </a:lnTo>
                  <a:lnTo>
                    <a:pt x="151922" y="1406121"/>
                  </a:lnTo>
                  <a:lnTo>
                    <a:pt x="152582" y="1430742"/>
                  </a:lnTo>
                  <a:lnTo>
                    <a:pt x="153243" y="1430742"/>
                  </a:lnTo>
                  <a:lnTo>
                    <a:pt x="153903" y="1430742"/>
                  </a:lnTo>
                  <a:lnTo>
                    <a:pt x="154564" y="1430742"/>
                  </a:lnTo>
                  <a:lnTo>
                    <a:pt x="155225" y="1430742"/>
                  </a:lnTo>
                  <a:lnTo>
                    <a:pt x="155885" y="1430742"/>
                  </a:lnTo>
                  <a:lnTo>
                    <a:pt x="156546" y="1430742"/>
                  </a:lnTo>
                  <a:lnTo>
                    <a:pt x="157206" y="1430742"/>
                  </a:lnTo>
                  <a:lnTo>
                    <a:pt x="157867" y="1430742"/>
                  </a:lnTo>
                  <a:lnTo>
                    <a:pt x="158527" y="1430742"/>
                  </a:lnTo>
                  <a:lnTo>
                    <a:pt x="159188" y="1430742"/>
                  </a:lnTo>
                  <a:lnTo>
                    <a:pt x="159848" y="1430742"/>
                  </a:lnTo>
                  <a:lnTo>
                    <a:pt x="160509" y="1430742"/>
                  </a:lnTo>
                  <a:lnTo>
                    <a:pt x="161169" y="1430742"/>
                  </a:lnTo>
                  <a:lnTo>
                    <a:pt x="161830" y="1430742"/>
                  </a:lnTo>
                  <a:lnTo>
                    <a:pt x="162490" y="1383643"/>
                  </a:lnTo>
                  <a:lnTo>
                    <a:pt x="163151" y="1343822"/>
                  </a:lnTo>
                  <a:lnTo>
                    <a:pt x="163811" y="1338345"/>
                  </a:lnTo>
                  <a:lnTo>
                    <a:pt x="164472" y="1338345"/>
                  </a:lnTo>
                  <a:lnTo>
                    <a:pt x="165133" y="1338345"/>
                  </a:lnTo>
                  <a:lnTo>
                    <a:pt x="165793" y="1377265"/>
                  </a:lnTo>
                  <a:lnTo>
                    <a:pt x="166454" y="1399170"/>
                  </a:lnTo>
                  <a:lnTo>
                    <a:pt x="167114" y="1383643"/>
                  </a:lnTo>
                  <a:lnTo>
                    <a:pt x="167775" y="1362966"/>
                  </a:lnTo>
                  <a:lnTo>
                    <a:pt x="168435" y="1343822"/>
                  </a:lnTo>
                  <a:lnTo>
                    <a:pt x="169096" y="1325999"/>
                  </a:lnTo>
                  <a:lnTo>
                    <a:pt x="169756" y="1309327"/>
                  </a:lnTo>
                  <a:lnTo>
                    <a:pt x="170417" y="1309327"/>
                  </a:lnTo>
                  <a:lnTo>
                    <a:pt x="171077" y="1309327"/>
                  </a:lnTo>
                  <a:lnTo>
                    <a:pt x="171738" y="1309327"/>
                  </a:lnTo>
                  <a:lnTo>
                    <a:pt x="172398" y="1293666"/>
                  </a:lnTo>
                  <a:lnTo>
                    <a:pt x="173059" y="1264933"/>
                  </a:lnTo>
                  <a:lnTo>
                    <a:pt x="173719" y="1251683"/>
                  </a:lnTo>
                  <a:lnTo>
                    <a:pt x="174380" y="1215579"/>
                  </a:lnTo>
                  <a:lnTo>
                    <a:pt x="175041" y="1183907"/>
                  </a:lnTo>
                  <a:lnTo>
                    <a:pt x="175701" y="1183907"/>
                  </a:lnTo>
                  <a:lnTo>
                    <a:pt x="176362" y="1227062"/>
                  </a:lnTo>
                  <a:lnTo>
                    <a:pt x="177022" y="1251683"/>
                  </a:lnTo>
                  <a:lnTo>
                    <a:pt x="177683" y="1309327"/>
                  </a:lnTo>
                  <a:lnTo>
                    <a:pt x="178343" y="1383643"/>
                  </a:lnTo>
                  <a:lnTo>
                    <a:pt x="179004" y="1430742"/>
                  </a:lnTo>
                  <a:lnTo>
                    <a:pt x="179664" y="1430742"/>
                  </a:lnTo>
                  <a:lnTo>
                    <a:pt x="180325" y="1430742"/>
                  </a:lnTo>
                  <a:lnTo>
                    <a:pt x="180985" y="1430742"/>
                  </a:lnTo>
                  <a:lnTo>
                    <a:pt x="181646" y="1430742"/>
                  </a:lnTo>
                  <a:lnTo>
                    <a:pt x="182306" y="1430742"/>
                  </a:lnTo>
                  <a:lnTo>
                    <a:pt x="182967" y="1430742"/>
                  </a:lnTo>
                  <a:lnTo>
                    <a:pt x="183627" y="1430742"/>
                  </a:lnTo>
                  <a:lnTo>
                    <a:pt x="184288" y="1430742"/>
                  </a:lnTo>
                  <a:lnTo>
                    <a:pt x="184948" y="1430742"/>
                  </a:lnTo>
                  <a:lnTo>
                    <a:pt x="185609" y="1430742"/>
                  </a:lnTo>
                  <a:lnTo>
                    <a:pt x="186270" y="1430742"/>
                  </a:lnTo>
                  <a:lnTo>
                    <a:pt x="186930" y="1430742"/>
                  </a:lnTo>
                  <a:lnTo>
                    <a:pt x="187591" y="1430742"/>
                  </a:lnTo>
                  <a:lnTo>
                    <a:pt x="188251" y="1430742"/>
                  </a:lnTo>
                  <a:lnTo>
                    <a:pt x="188912" y="1430742"/>
                  </a:lnTo>
                  <a:lnTo>
                    <a:pt x="189572" y="1430742"/>
                  </a:lnTo>
                  <a:lnTo>
                    <a:pt x="190233" y="1430742"/>
                  </a:lnTo>
                  <a:lnTo>
                    <a:pt x="190893" y="1430742"/>
                  </a:lnTo>
                  <a:lnTo>
                    <a:pt x="191554" y="1430742"/>
                  </a:lnTo>
                  <a:lnTo>
                    <a:pt x="192214" y="1430742"/>
                  </a:lnTo>
                  <a:lnTo>
                    <a:pt x="192875" y="1430742"/>
                  </a:lnTo>
                  <a:lnTo>
                    <a:pt x="193535" y="1430742"/>
                  </a:lnTo>
                  <a:lnTo>
                    <a:pt x="194196" y="1430742"/>
                  </a:lnTo>
                  <a:lnTo>
                    <a:pt x="194856" y="1430742"/>
                  </a:lnTo>
                  <a:lnTo>
                    <a:pt x="195517" y="1406121"/>
                  </a:lnTo>
                  <a:lnTo>
                    <a:pt x="196178" y="1362966"/>
                  </a:lnTo>
                  <a:lnTo>
                    <a:pt x="196838" y="1343822"/>
                  </a:lnTo>
                  <a:lnTo>
                    <a:pt x="197499" y="1333868"/>
                  </a:lnTo>
                  <a:lnTo>
                    <a:pt x="198159" y="1333868"/>
                  </a:lnTo>
                  <a:lnTo>
                    <a:pt x="198820" y="1352262"/>
                  </a:lnTo>
                  <a:lnTo>
                    <a:pt x="199480" y="1393517"/>
                  </a:lnTo>
                  <a:lnTo>
                    <a:pt x="200141" y="1416911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06121"/>
                  </a:lnTo>
                  <a:lnTo>
                    <a:pt x="202783" y="1362966"/>
                  </a:lnTo>
                  <a:lnTo>
                    <a:pt x="203443" y="1325999"/>
                  </a:lnTo>
                  <a:lnTo>
                    <a:pt x="204104" y="1309327"/>
                  </a:lnTo>
                  <a:lnTo>
                    <a:pt x="204764" y="1278901"/>
                  </a:lnTo>
                  <a:lnTo>
                    <a:pt x="205425" y="1278901"/>
                  </a:lnTo>
                  <a:lnTo>
                    <a:pt x="206086" y="1306118"/>
                  </a:lnTo>
                  <a:lnTo>
                    <a:pt x="206746" y="1290645"/>
                  </a:lnTo>
                  <a:lnTo>
                    <a:pt x="207407" y="1249113"/>
                  </a:lnTo>
                  <a:lnTo>
                    <a:pt x="208067" y="1249113"/>
                  </a:lnTo>
                  <a:lnTo>
                    <a:pt x="208728" y="1229421"/>
                  </a:lnTo>
                  <a:lnTo>
                    <a:pt x="209388" y="1178013"/>
                  </a:lnTo>
                  <a:lnTo>
                    <a:pt x="210049" y="1175116"/>
                  </a:lnTo>
                  <a:lnTo>
                    <a:pt x="210709" y="1184902"/>
                  </a:lnTo>
                  <a:lnTo>
                    <a:pt x="211370" y="1165687"/>
                  </a:lnTo>
                  <a:lnTo>
                    <a:pt x="212030" y="1127857"/>
                  </a:lnTo>
                  <a:lnTo>
                    <a:pt x="212691" y="1083843"/>
                  </a:lnTo>
                  <a:lnTo>
                    <a:pt x="213351" y="1030964"/>
                  </a:lnTo>
                  <a:lnTo>
                    <a:pt x="214012" y="1004848"/>
                  </a:lnTo>
                  <a:lnTo>
                    <a:pt x="214672" y="990593"/>
                  </a:lnTo>
                  <a:lnTo>
                    <a:pt x="215333" y="995338"/>
                  </a:lnTo>
                  <a:lnTo>
                    <a:pt x="215993" y="1015238"/>
                  </a:lnTo>
                  <a:lnTo>
                    <a:pt x="216654" y="1054242"/>
                  </a:lnTo>
                  <a:lnTo>
                    <a:pt x="217315" y="1084518"/>
                  </a:lnTo>
                  <a:lnTo>
                    <a:pt x="217975" y="1105280"/>
                  </a:lnTo>
                  <a:lnTo>
                    <a:pt x="218636" y="1136395"/>
                  </a:lnTo>
                  <a:lnTo>
                    <a:pt x="219296" y="1183907"/>
                  </a:lnTo>
                  <a:lnTo>
                    <a:pt x="219957" y="1195074"/>
                  </a:lnTo>
                  <a:lnTo>
                    <a:pt x="220617" y="1177528"/>
                  </a:lnTo>
                  <a:lnTo>
                    <a:pt x="221278" y="1168480"/>
                  </a:lnTo>
                  <a:lnTo>
                    <a:pt x="221938" y="1150408"/>
                  </a:lnTo>
                  <a:lnTo>
                    <a:pt x="222599" y="1115749"/>
                  </a:lnTo>
                  <a:lnTo>
                    <a:pt x="223259" y="1107488"/>
                  </a:lnTo>
                  <a:lnTo>
                    <a:pt x="223920" y="1106014"/>
                  </a:lnTo>
                  <a:lnTo>
                    <a:pt x="224580" y="1120758"/>
                  </a:lnTo>
                  <a:lnTo>
                    <a:pt x="225241" y="1127857"/>
                  </a:lnTo>
                  <a:lnTo>
                    <a:pt x="225901" y="1153039"/>
                  </a:lnTo>
                  <a:lnTo>
                    <a:pt x="226562" y="1190957"/>
                  </a:lnTo>
                  <a:lnTo>
                    <a:pt x="227223" y="1250395"/>
                  </a:lnTo>
                  <a:lnTo>
                    <a:pt x="227883" y="1292151"/>
                  </a:lnTo>
                  <a:lnTo>
                    <a:pt x="228544" y="1343822"/>
                  </a:lnTo>
                  <a:lnTo>
                    <a:pt x="229204" y="1406121"/>
                  </a:lnTo>
                  <a:lnTo>
                    <a:pt x="229865" y="1430742"/>
                  </a:lnTo>
                  <a:lnTo>
                    <a:pt x="230525" y="1430742"/>
                  </a:lnTo>
                  <a:lnTo>
                    <a:pt x="231186" y="1406121"/>
                  </a:lnTo>
                  <a:lnTo>
                    <a:pt x="231846" y="1362966"/>
                  </a:lnTo>
                  <a:lnTo>
                    <a:pt x="232507" y="1293666"/>
                  </a:lnTo>
                  <a:lnTo>
                    <a:pt x="233167" y="1239079"/>
                  </a:lnTo>
                  <a:lnTo>
                    <a:pt x="233828" y="1215579"/>
                  </a:lnTo>
                  <a:lnTo>
                    <a:pt x="234488" y="1204584"/>
                  </a:lnTo>
                  <a:lnTo>
                    <a:pt x="235149" y="1195593"/>
                  </a:lnTo>
                  <a:lnTo>
                    <a:pt x="235809" y="1228829"/>
                  </a:lnTo>
                  <a:lnTo>
                    <a:pt x="236470" y="1266981"/>
                  </a:lnTo>
                  <a:lnTo>
                    <a:pt x="237131" y="1295956"/>
                  </a:lnTo>
                  <a:lnTo>
                    <a:pt x="237791" y="1328596"/>
                  </a:lnTo>
                  <a:lnTo>
                    <a:pt x="238452" y="1383643"/>
                  </a:lnTo>
                  <a:lnTo>
                    <a:pt x="239112" y="1391290"/>
                  </a:lnTo>
                  <a:lnTo>
                    <a:pt x="239773" y="1370017"/>
                  </a:lnTo>
                  <a:lnTo>
                    <a:pt x="240433" y="1332098"/>
                  </a:lnTo>
                  <a:lnTo>
                    <a:pt x="241094" y="1327727"/>
                  </a:lnTo>
                  <a:lnTo>
                    <a:pt x="241754" y="1327727"/>
                  </a:lnTo>
                  <a:lnTo>
                    <a:pt x="242415" y="1339250"/>
                  </a:lnTo>
                  <a:lnTo>
                    <a:pt x="243075" y="1378317"/>
                  </a:lnTo>
                  <a:lnTo>
                    <a:pt x="243736" y="1400316"/>
                  </a:lnTo>
                  <a:lnTo>
                    <a:pt x="244396" y="1362966"/>
                  </a:lnTo>
                  <a:lnTo>
                    <a:pt x="245057" y="1337443"/>
                  </a:lnTo>
                  <a:lnTo>
                    <a:pt x="245717" y="1326862"/>
                  </a:lnTo>
                  <a:lnTo>
                    <a:pt x="246378" y="1326862"/>
                  </a:lnTo>
                  <a:lnTo>
                    <a:pt x="247039" y="1344746"/>
                  </a:lnTo>
                  <a:lnTo>
                    <a:pt x="247699" y="1384722"/>
                  </a:lnTo>
                  <a:lnTo>
                    <a:pt x="248360" y="1415690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30742"/>
                  </a:lnTo>
                  <a:lnTo>
                    <a:pt x="254965" y="1430742"/>
                  </a:lnTo>
                  <a:lnTo>
                    <a:pt x="255625" y="1430742"/>
                  </a:lnTo>
                  <a:lnTo>
                    <a:pt x="256286" y="1406121"/>
                  </a:lnTo>
                  <a:lnTo>
                    <a:pt x="256946" y="1362966"/>
                  </a:lnTo>
                  <a:lnTo>
                    <a:pt x="257607" y="1325999"/>
                  </a:lnTo>
                  <a:lnTo>
                    <a:pt x="258268" y="1309327"/>
                  </a:lnTo>
                  <a:lnTo>
                    <a:pt x="258928" y="1309327"/>
                  </a:lnTo>
                  <a:lnTo>
                    <a:pt x="259589" y="1325999"/>
                  </a:lnTo>
                  <a:lnTo>
                    <a:pt x="260249" y="1362966"/>
                  </a:lnTo>
                  <a:lnTo>
                    <a:pt x="260910" y="1406121"/>
                  </a:lnTo>
                  <a:lnTo>
                    <a:pt x="261570" y="1430742"/>
                  </a:lnTo>
                  <a:lnTo>
                    <a:pt x="262231" y="1430742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06121"/>
                  </a:lnTo>
                  <a:lnTo>
                    <a:pt x="267515" y="1343822"/>
                  </a:lnTo>
                  <a:lnTo>
                    <a:pt x="268176" y="1265614"/>
                  </a:lnTo>
                  <a:lnTo>
                    <a:pt x="268836" y="1182421"/>
                  </a:lnTo>
                  <a:lnTo>
                    <a:pt x="269497" y="1095219"/>
                  </a:lnTo>
                  <a:lnTo>
                    <a:pt x="270157" y="1032065"/>
                  </a:lnTo>
                  <a:lnTo>
                    <a:pt x="270818" y="982039"/>
                  </a:lnTo>
                  <a:lnTo>
                    <a:pt x="271478" y="972880"/>
                  </a:lnTo>
                  <a:lnTo>
                    <a:pt x="272139" y="1006592"/>
                  </a:lnTo>
                  <a:lnTo>
                    <a:pt x="272799" y="1059099"/>
                  </a:lnTo>
                  <a:lnTo>
                    <a:pt x="273460" y="1122319"/>
                  </a:lnTo>
                  <a:lnTo>
                    <a:pt x="274120" y="1215579"/>
                  </a:lnTo>
                  <a:lnTo>
                    <a:pt x="274781" y="1270430"/>
                  </a:lnTo>
                  <a:lnTo>
                    <a:pt x="275441" y="1243421"/>
                  </a:lnTo>
                  <a:lnTo>
                    <a:pt x="276102" y="1243421"/>
                  </a:lnTo>
                  <a:lnTo>
                    <a:pt x="276762" y="1256244"/>
                  </a:lnTo>
                  <a:lnTo>
                    <a:pt x="277423" y="1299040"/>
                  </a:lnTo>
                  <a:lnTo>
                    <a:pt x="278084" y="1342901"/>
                  </a:lnTo>
                  <a:lnTo>
                    <a:pt x="278744" y="1383643"/>
                  </a:lnTo>
                  <a:lnTo>
                    <a:pt x="279405" y="1383643"/>
                  </a:lnTo>
                  <a:lnTo>
                    <a:pt x="280065" y="1352262"/>
                  </a:lnTo>
                  <a:lnTo>
                    <a:pt x="280726" y="1316697"/>
                  </a:lnTo>
                  <a:lnTo>
                    <a:pt x="281386" y="1285441"/>
                  </a:lnTo>
                  <a:lnTo>
                    <a:pt x="282047" y="1244675"/>
                  </a:lnTo>
                  <a:lnTo>
                    <a:pt x="282707" y="1209474"/>
                  </a:lnTo>
                  <a:lnTo>
                    <a:pt x="283368" y="1211125"/>
                  </a:lnTo>
                  <a:lnTo>
                    <a:pt x="284028" y="1200314"/>
                  </a:lnTo>
                  <a:lnTo>
                    <a:pt x="284689" y="1200314"/>
                  </a:lnTo>
                  <a:lnTo>
                    <a:pt x="285349" y="1229421"/>
                  </a:lnTo>
                  <a:lnTo>
                    <a:pt x="286010" y="1281787"/>
                  </a:lnTo>
                  <a:lnTo>
                    <a:pt x="286670" y="1319201"/>
                  </a:lnTo>
                  <a:lnTo>
                    <a:pt x="287331" y="1375173"/>
                  </a:lnTo>
                  <a:lnTo>
                    <a:pt x="287991" y="1420610"/>
                  </a:lnTo>
                  <a:lnTo>
                    <a:pt x="288652" y="1430742"/>
                  </a:lnTo>
                  <a:lnTo>
                    <a:pt x="289313" y="1430742"/>
                  </a:lnTo>
                  <a:lnTo>
                    <a:pt x="289973" y="1383643"/>
                  </a:lnTo>
                  <a:lnTo>
                    <a:pt x="290634" y="1343822"/>
                  </a:lnTo>
                  <a:lnTo>
                    <a:pt x="291294" y="1343822"/>
                  </a:lnTo>
                  <a:lnTo>
                    <a:pt x="291955" y="1343822"/>
                  </a:lnTo>
                  <a:lnTo>
                    <a:pt x="292615" y="1343822"/>
                  </a:lnTo>
                  <a:lnTo>
                    <a:pt x="293276" y="1383643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430742"/>
                  </a:lnTo>
                  <a:lnTo>
                    <a:pt x="297239" y="1430742"/>
                  </a:lnTo>
                  <a:lnTo>
                    <a:pt x="297899" y="1430742"/>
                  </a:lnTo>
                  <a:lnTo>
                    <a:pt x="298560" y="1430742"/>
                  </a:lnTo>
                  <a:lnTo>
                    <a:pt x="299221" y="1430742"/>
                  </a:lnTo>
                  <a:lnTo>
                    <a:pt x="299881" y="1430742"/>
                  </a:lnTo>
                  <a:lnTo>
                    <a:pt x="300542" y="1430742"/>
                  </a:lnTo>
                  <a:lnTo>
                    <a:pt x="301202" y="1406121"/>
                  </a:lnTo>
                  <a:lnTo>
                    <a:pt x="301863" y="1362966"/>
                  </a:lnTo>
                  <a:lnTo>
                    <a:pt x="302523" y="1343822"/>
                  </a:lnTo>
                  <a:lnTo>
                    <a:pt x="303184" y="1343822"/>
                  </a:lnTo>
                  <a:lnTo>
                    <a:pt x="303844" y="1343822"/>
                  </a:lnTo>
                  <a:lnTo>
                    <a:pt x="304505" y="1362966"/>
                  </a:lnTo>
                  <a:lnTo>
                    <a:pt x="305165" y="1406121"/>
                  </a:lnTo>
                  <a:lnTo>
                    <a:pt x="305826" y="1430742"/>
                  </a:lnTo>
                  <a:lnTo>
                    <a:pt x="306486" y="1430742"/>
                  </a:lnTo>
                  <a:lnTo>
                    <a:pt x="307147" y="1430742"/>
                  </a:lnTo>
                  <a:lnTo>
                    <a:pt x="307807" y="1430742"/>
                  </a:lnTo>
                  <a:lnTo>
                    <a:pt x="308468" y="1430742"/>
                  </a:lnTo>
                  <a:lnTo>
                    <a:pt x="309129" y="1430742"/>
                  </a:lnTo>
                  <a:lnTo>
                    <a:pt x="309789" y="1430742"/>
                  </a:lnTo>
                  <a:lnTo>
                    <a:pt x="310450" y="1430742"/>
                  </a:lnTo>
                  <a:lnTo>
                    <a:pt x="311110" y="1362966"/>
                  </a:lnTo>
                  <a:lnTo>
                    <a:pt x="311771" y="1306917"/>
                  </a:lnTo>
                  <a:lnTo>
                    <a:pt x="312431" y="1262902"/>
                  </a:lnTo>
                  <a:lnTo>
                    <a:pt x="313092" y="1225306"/>
                  </a:lnTo>
                  <a:lnTo>
                    <a:pt x="313752" y="1225306"/>
                  </a:lnTo>
                  <a:lnTo>
                    <a:pt x="314413" y="1262902"/>
                  </a:lnTo>
                  <a:lnTo>
                    <a:pt x="315073" y="1309327"/>
                  </a:lnTo>
                  <a:lnTo>
                    <a:pt x="315734" y="1362966"/>
                  </a:lnTo>
                  <a:lnTo>
                    <a:pt x="316394" y="1430742"/>
                  </a:lnTo>
                  <a:lnTo>
                    <a:pt x="317055" y="1430742"/>
                  </a:lnTo>
                  <a:lnTo>
                    <a:pt x="317715" y="1430742"/>
                  </a:lnTo>
                  <a:lnTo>
                    <a:pt x="318376" y="1430742"/>
                  </a:lnTo>
                  <a:lnTo>
                    <a:pt x="319037" y="1430742"/>
                  </a:lnTo>
                  <a:lnTo>
                    <a:pt x="319697" y="1430742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15690"/>
                  </a:lnTo>
                  <a:lnTo>
                    <a:pt x="323660" y="1392401"/>
                  </a:lnTo>
                  <a:lnTo>
                    <a:pt x="324321" y="1371040"/>
                  </a:lnTo>
                  <a:lnTo>
                    <a:pt x="324981" y="1351310"/>
                  </a:lnTo>
                  <a:lnTo>
                    <a:pt x="325642" y="1332982"/>
                  </a:lnTo>
                  <a:lnTo>
                    <a:pt x="326302" y="1343822"/>
                  </a:lnTo>
                  <a:lnTo>
                    <a:pt x="326963" y="1362966"/>
                  </a:lnTo>
                  <a:lnTo>
                    <a:pt x="327623" y="1383643"/>
                  </a:lnTo>
                  <a:lnTo>
                    <a:pt x="328284" y="1406121"/>
                  </a:lnTo>
                  <a:lnTo>
                    <a:pt x="328944" y="1430742"/>
                  </a:lnTo>
                  <a:lnTo>
                    <a:pt x="329605" y="1430742"/>
                  </a:lnTo>
                  <a:lnTo>
                    <a:pt x="330266" y="1430742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01466"/>
                  </a:lnTo>
                  <a:lnTo>
                    <a:pt x="336210" y="1359022"/>
                  </a:lnTo>
                  <a:lnTo>
                    <a:pt x="336871" y="1340158"/>
                  </a:lnTo>
                  <a:lnTo>
                    <a:pt x="337531" y="1340158"/>
                  </a:lnTo>
                  <a:lnTo>
                    <a:pt x="338192" y="1340158"/>
                  </a:lnTo>
                  <a:lnTo>
                    <a:pt x="338852" y="1362966"/>
                  </a:lnTo>
                  <a:lnTo>
                    <a:pt x="339513" y="1406121"/>
                  </a:lnTo>
                  <a:lnTo>
                    <a:pt x="340174" y="1406121"/>
                  </a:lnTo>
                  <a:lnTo>
                    <a:pt x="340834" y="1325999"/>
                  </a:lnTo>
                  <a:lnTo>
                    <a:pt x="341495" y="1264933"/>
                  </a:lnTo>
                  <a:lnTo>
                    <a:pt x="342155" y="1215579"/>
                  </a:lnTo>
                  <a:lnTo>
                    <a:pt x="342816" y="1174158"/>
                  </a:lnTo>
                  <a:lnTo>
                    <a:pt x="343476" y="1163842"/>
                  </a:lnTo>
                  <a:lnTo>
                    <a:pt x="344137" y="1193008"/>
                  </a:lnTo>
                  <a:lnTo>
                    <a:pt x="344797" y="1225890"/>
                  </a:lnTo>
                  <a:lnTo>
                    <a:pt x="345458" y="1263577"/>
                  </a:lnTo>
                  <a:lnTo>
                    <a:pt x="346118" y="1307718"/>
                  </a:lnTo>
                  <a:lnTo>
                    <a:pt x="346779" y="1309327"/>
                  </a:lnTo>
                  <a:lnTo>
                    <a:pt x="347439" y="1293666"/>
                  </a:lnTo>
                  <a:lnTo>
                    <a:pt x="348100" y="1293666"/>
                  </a:lnTo>
                  <a:lnTo>
                    <a:pt x="348760" y="1293666"/>
                  </a:lnTo>
                  <a:lnTo>
                    <a:pt x="349421" y="1309327"/>
                  </a:lnTo>
                  <a:lnTo>
                    <a:pt x="350082" y="1343822"/>
                  </a:lnTo>
                  <a:lnTo>
                    <a:pt x="350742" y="1383643"/>
                  </a:lnTo>
                  <a:lnTo>
                    <a:pt x="351403" y="1406121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30742"/>
                  </a:lnTo>
                  <a:lnTo>
                    <a:pt x="361311" y="1430742"/>
                  </a:lnTo>
                  <a:lnTo>
                    <a:pt x="361971" y="1430742"/>
                  </a:lnTo>
                  <a:lnTo>
                    <a:pt x="362632" y="1406121"/>
                  </a:lnTo>
                  <a:lnTo>
                    <a:pt x="363292" y="1343822"/>
                  </a:lnTo>
                  <a:lnTo>
                    <a:pt x="363953" y="1278901"/>
                  </a:lnTo>
                  <a:lnTo>
                    <a:pt x="364613" y="1251683"/>
                  </a:lnTo>
                  <a:lnTo>
                    <a:pt x="365274" y="1239079"/>
                  </a:lnTo>
                  <a:lnTo>
                    <a:pt x="365934" y="1251683"/>
                  </a:lnTo>
                  <a:lnTo>
                    <a:pt x="366595" y="1278901"/>
                  </a:lnTo>
                  <a:lnTo>
                    <a:pt x="367255" y="1309327"/>
                  </a:lnTo>
                  <a:lnTo>
                    <a:pt x="367916" y="1310947"/>
                  </a:lnTo>
                  <a:lnTo>
                    <a:pt x="368576" y="1283973"/>
                  </a:lnTo>
                  <a:lnTo>
                    <a:pt x="369237" y="1256244"/>
                  </a:lnTo>
                  <a:lnTo>
                    <a:pt x="369897" y="1256244"/>
                  </a:lnTo>
                  <a:lnTo>
                    <a:pt x="370558" y="1269737"/>
                  </a:lnTo>
                  <a:lnTo>
                    <a:pt x="371219" y="1282514"/>
                  </a:lnTo>
                  <a:lnTo>
                    <a:pt x="371879" y="1293666"/>
                  </a:lnTo>
                  <a:lnTo>
                    <a:pt x="372540" y="1251683"/>
                  </a:lnTo>
                  <a:lnTo>
                    <a:pt x="373200" y="1194039"/>
                  </a:lnTo>
                  <a:lnTo>
                    <a:pt x="373861" y="1164763"/>
                  </a:lnTo>
                  <a:lnTo>
                    <a:pt x="374521" y="1174158"/>
                  </a:lnTo>
                  <a:lnTo>
                    <a:pt x="375182" y="1194039"/>
                  </a:lnTo>
                  <a:lnTo>
                    <a:pt x="375842" y="1251683"/>
                  </a:lnTo>
                  <a:lnTo>
                    <a:pt x="376503" y="1343822"/>
                  </a:lnTo>
                  <a:lnTo>
                    <a:pt x="377163" y="1430742"/>
                  </a:lnTo>
                  <a:lnTo>
                    <a:pt x="377824" y="1430742"/>
                  </a:lnTo>
                  <a:lnTo>
                    <a:pt x="378484" y="1430742"/>
                  </a:lnTo>
                  <a:lnTo>
                    <a:pt x="379145" y="1430742"/>
                  </a:lnTo>
                  <a:lnTo>
                    <a:pt x="379805" y="1430742"/>
                  </a:lnTo>
                  <a:lnTo>
                    <a:pt x="380466" y="1430742"/>
                  </a:lnTo>
                  <a:lnTo>
                    <a:pt x="381127" y="1430742"/>
                  </a:lnTo>
                  <a:lnTo>
                    <a:pt x="381787" y="1430742"/>
                  </a:lnTo>
                  <a:lnTo>
                    <a:pt x="382448" y="1430742"/>
                  </a:lnTo>
                  <a:lnTo>
                    <a:pt x="383108" y="1430742"/>
                  </a:lnTo>
                  <a:lnTo>
                    <a:pt x="383769" y="1430742"/>
                  </a:lnTo>
                  <a:lnTo>
                    <a:pt x="384429" y="1383643"/>
                  </a:lnTo>
                  <a:lnTo>
                    <a:pt x="385090" y="1309327"/>
                  </a:lnTo>
                  <a:lnTo>
                    <a:pt x="385750" y="1266297"/>
                  </a:lnTo>
                  <a:lnTo>
                    <a:pt x="386411" y="1266297"/>
                  </a:lnTo>
                  <a:lnTo>
                    <a:pt x="387071" y="1266297"/>
                  </a:lnTo>
                  <a:lnTo>
                    <a:pt x="387732" y="1295190"/>
                  </a:lnTo>
                  <a:lnTo>
                    <a:pt x="388392" y="1364961"/>
                  </a:lnTo>
                  <a:lnTo>
                    <a:pt x="389053" y="1430742"/>
                  </a:lnTo>
                  <a:lnTo>
                    <a:pt x="389713" y="1430742"/>
                  </a:lnTo>
                  <a:lnTo>
                    <a:pt x="390374" y="1430742"/>
                  </a:lnTo>
                  <a:lnTo>
                    <a:pt x="391035" y="1430742"/>
                  </a:lnTo>
                  <a:lnTo>
                    <a:pt x="391695" y="1430742"/>
                  </a:lnTo>
                  <a:lnTo>
                    <a:pt x="392356" y="1430742"/>
                  </a:lnTo>
                  <a:lnTo>
                    <a:pt x="393016" y="1430742"/>
                  </a:lnTo>
                  <a:lnTo>
                    <a:pt x="393677" y="1430742"/>
                  </a:lnTo>
                  <a:lnTo>
                    <a:pt x="394337" y="1430742"/>
                  </a:lnTo>
                  <a:lnTo>
                    <a:pt x="394998" y="1430742"/>
                  </a:lnTo>
                  <a:lnTo>
                    <a:pt x="395658" y="1430742"/>
                  </a:lnTo>
                  <a:lnTo>
                    <a:pt x="396319" y="1430742"/>
                  </a:lnTo>
                  <a:lnTo>
                    <a:pt x="396979" y="1430742"/>
                  </a:lnTo>
                  <a:lnTo>
                    <a:pt x="397640" y="1430742"/>
                  </a:lnTo>
                  <a:lnTo>
                    <a:pt x="398300" y="1430742"/>
                  </a:lnTo>
                  <a:lnTo>
                    <a:pt x="398961" y="1430742"/>
                  </a:lnTo>
                  <a:lnTo>
                    <a:pt x="399621" y="1430742"/>
                  </a:lnTo>
                  <a:lnTo>
                    <a:pt x="400282" y="1430742"/>
                  </a:lnTo>
                  <a:lnTo>
                    <a:pt x="400942" y="1430742"/>
                  </a:lnTo>
                  <a:lnTo>
                    <a:pt x="401603" y="1383643"/>
                  </a:lnTo>
                  <a:lnTo>
                    <a:pt x="402264" y="1309327"/>
                  </a:lnTo>
                  <a:lnTo>
                    <a:pt x="402924" y="1251683"/>
                  </a:lnTo>
                  <a:lnTo>
                    <a:pt x="403585" y="1215579"/>
                  </a:lnTo>
                  <a:lnTo>
                    <a:pt x="404245" y="1164763"/>
                  </a:lnTo>
                  <a:lnTo>
                    <a:pt x="404906" y="1146940"/>
                  </a:lnTo>
                  <a:lnTo>
                    <a:pt x="405566" y="1164763"/>
                  </a:lnTo>
                  <a:lnTo>
                    <a:pt x="406227" y="1183907"/>
                  </a:lnTo>
                  <a:lnTo>
                    <a:pt x="406887" y="1204584"/>
                  </a:lnTo>
                  <a:lnTo>
                    <a:pt x="407548" y="1264933"/>
                  </a:lnTo>
                  <a:lnTo>
                    <a:pt x="408208" y="1309327"/>
                  </a:lnTo>
                  <a:lnTo>
                    <a:pt x="408869" y="1293666"/>
                  </a:lnTo>
                  <a:lnTo>
                    <a:pt x="409529" y="1264933"/>
                  </a:lnTo>
                  <a:lnTo>
                    <a:pt x="410190" y="1239079"/>
                  </a:lnTo>
                  <a:lnTo>
                    <a:pt x="410850" y="1227062"/>
                  </a:lnTo>
                  <a:lnTo>
                    <a:pt x="411511" y="1227062"/>
                  </a:lnTo>
                  <a:lnTo>
                    <a:pt x="412172" y="1264933"/>
                  </a:lnTo>
                  <a:lnTo>
                    <a:pt x="412832" y="1325999"/>
                  </a:lnTo>
                  <a:lnTo>
                    <a:pt x="413493" y="1383643"/>
                  </a:lnTo>
                  <a:lnTo>
                    <a:pt x="414153" y="1406121"/>
                  </a:lnTo>
                  <a:lnTo>
                    <a:pt x="414814" y="1430742"/>
                  </a:lnTo>
                  <a:lnTo>
                    <a:pt x="415474" y="1430742"/>
                  </a:lnTo>
                  <a:lnTo>
                    <a:pt x="416135" y="1430742"/>
                  </a:lnTo>
                  <a:lnTo>
                    <a:pt x="416795" y="1430742"/>
                  </a:lnTo>
                  <a:lnTo>
                    <a:pt x="417456" y="1430742"/>
                  </a:lnTo>
                  <a:lnTo>
                    <a:pt x="418116" y="1430742"/>
                  </a:lnTo>
                  <a:lnTo>
                    <a:pt x="418777" y="1430742"/>
                  </a:lnTo>
                  <a:lnTo>
                    <a:pt x="419437" y="1430742"/>
                  </a:lnTo>
                  <a:lnTo>
                    <a:pt x="420098" y="1430742"/>
                  </a:lnTo>
                  <a:lnTo>
                    <a:pt x="420758" y="1430742"/>
                  </a:lnTo>
                  <a:lnTo>
                    <a:pt x="421419" y="1430742"/>
                  </a:lnTo>
                  <a:lnTo>
                    <a:pt x="422080" y="1430742"/>
                  </a:lnTo>
                  <a:lnTo>
                    <a:pt x="422740" y="1430742"/>
                  </a:lnTo>
                  <a:lnTo>
                    <a:pt x="423401" y="1430742"/>
                  </a:lnTo>
                  <a:lnTo>
                    <a:pt x="424061" y="1430742"/>
                  </a:lnTo>
                  <a:lnTo>
                    <a:pt x="424722" y="1406121"/>
                  </a:lnTo>
                  <a:lnTo>
                    <a:pt x="425382" y="1383643"/>
                  </a:lnTo>
                  <a:lnTo>
                    <a:pt x="426043" y="1362966"/>
                  </a:lnTo>
                  <a:lnTo>
                    <a:pt x="426703" y="1343822"/>
                  </a:lnTo>
                  <a:lnTo>
                    <a:pt x="427364" y="1343822"/>
                  </a:lnTo>
                  <a:lnTo>
                    <a:pt x="428024" y="1362966"/>
                  </a:lnTo>
                  <a:lnTo>
                    <a:pt x="428685" y="1383643"/>
                  </a:lnTo>
                  <a:lnTo>
                    <a:pt x="429345" y="1383643"/>
                  </a:lnTo>
                  <a:lnTo>
                    <a:pt x="430006" y="1362966"/>
                  </a:lnTo>
                  <a:lnTo>
                    <a:pt x="430666" y="1309327"/>
                  </a:lnTo>
                  <a:lnTo>
                    <a:pt x="431327" y="1270430"/>
                  </a:lnTo>
                  <a:lnTo>
                    <a:pt x="431987" y="1244047"/>
                  </a:lnTo>
                  <a:lnTo>
                    <a:pt x="432648" y="1256902"/>
                  </a:lnTo>
                  <a:lnTo>
                    <a:pt x="433309" y="1270430"/>
                  </a:lnTo>
                  <a:lnTo>
                    <a:pt x="433969" y="1299817"/>
                  </a:lnTo>
                  <a:lnTo>
                    <a:pt x="434630" y="1320041"/>
                  </a:lnTo>
                  <a:lnTo>
                    <a:pt x="435290" y="1320041"/>
                  </a:lnTo>
                  <a:lnTo>
                    <a:pt x="435951" y="1288402"/>
                  </a:lnTo>
                  <a:lnTo>
                    <a:pt x="436611" y="1288402"/>
                  </a:lnTo>
                  <a:lnTo>
                    <a:pt x="437272" y="1260218"/>
                  </a:lnTo>
                  <a:lnTo>
                    <a:pt x="437932" y="1216704"/>
                  </a:lnTo>
                  <a:lnTo>
                    <a:pt x="438593" y="1195074"/>
                  </a:lnTo>
                  <a:lnTo>
                    <a:pt x="439253" y="1184902"/>
                  </a:lnTo>
                  <a:lnTo>
                    <a:pt x="439914" y="1182421"/>
                  </a:lnTo>
                  <a:lnTo>
                    <a:pt x="440574" y="1202975"/>
                  </a:lnTo>
                  <a:lnTo>
                    <a:pt x="441235" y="1261557"/>
                  </a:lnTo>
                  <a:lnTo>
                    <a:pt x="441895" y="1321729"/>
                  </a:lnTo>
                  <a:lnTo>
                    <a:pt x="442556" y="1378317"/>
                  </a:lnTo>
                  <a:lnTo>
                    <a:pt x="443217" y="1406121"/>
                  </a:lnTo>
                  <a:lnTo>
                    <a:pt x="443877" y="1430742"/>
                  </a:lnTo>
                  <a:lnTo>
                    <a:pt x="444538" y="1430742"/>
                  </a:lnTo>
                  <a:lnTo>
                    <a:pt x="445198" y="1430742"/>
                  </a:lnTo>
                  <a:lnTo>
                    <a:pt x="445859" y="1430742"/>
                  </a:lnTo>
                  <a:lnTo>
                    <a:pt x="446519" y="1430742"/>
                  </a:lnTo>
                  <a:lnTo>
                    <a:pt x="447180" y="1430742"/>
                  </a:lnTo>
                  <a:lnTo>
                    <a:pt x="447840" y="1430742"/>
                  </a:lnTo>
                  <a:lnTo>
                    <a:pt x="448501" y="1406121"/>
                  </a:lnTo>
                  <a:lnTo>
                    <a:pt x="449161" y="1381500"/>
                  </a:lnTo>
                  <a:lnTo>
                    <a:pt x="449822" y="1341983"/>
                  </a:lnTo>
                  <a:lnTo>
                    <a:pt x="450482" y="1307718"/>
                  </a:lnTo>
                  <a:lnTo>
                    <a:pt x="451143" y="1277469"/>
                  </a:lnTo>
                  <a:lnTo>
                    <a:pt x="451803" y="1277469"/>
                  </a:lnTo>
                  <a:lnTo>
                    <a:pt x="452464" y="1291397"/>
                  </a:lnTo>
                  <a:lnTo>
                    <a:pt x="453125" y="1323429"/>
                  </a:lnTo>
                  <a:lnTo>
                    <a:pt x="453785" y="1360003"/>
                  </a:lnTo>
                  <a:lnTo>
                    <a:pt x="454446" y="1402622"/>
                  </a:lnTo>
                  <a:lnTo>
                    <a:pt x="455106" y="1426896"/>
                  </a:lnTo>
                  <a:lnTo>
                    <a:pt x="455767" y="1430742"/>
                  </a:lnTo>
                  <a:lnTo>
                    <a:pt x="456427" y="1430742"/>
                  </a:lnTo>
                  <a:lnTo>
                    <a:pt x="457088" y="1430742"/>
                  </a:lnTo>
                  <a:lnTo>
                    <a:pt x="457748" y="1430742"/>
                  </a:lnTo>
                  <a:lnTo>
                    <a:pt x="458409" y="1430742"/>
                  </a:lnTo>
                  <a:lnTo>
                    <a:pt x="459069" y="1430742"/>
                  </a:lnTo>
                  <a:lnTo>
                    <a:pt x="459730" y="1430742"/>
                  </a:lnTo>
                  <a:lnTo>
                    <a:pt x="460390" y="1430742"/>
                  </a:lnTo>
                  <a:lnTo>
                    <a:pt x="461051" y="1430742"/>
                  </a:lnTo>
                  <a:lnTo>
                    <a:pt x="461711" y="1430742"/>
                  </a:lnTo>
                  <a:lnTo>
                    <a:pt x="462372" y="1430742"/>
                  </a:lnTo>
                  <a:lnTo>
                    <a:pt x="463033" y="1406121"/>
                  </a:lnTo>
                  <a:lnTo>
                    <a:pt x="463693" y="1362966"/>
                  </a:lnTo>
                  <a:lnTo>
                    <a:pt x="464354" y="1333868"/>
                  </a:lnTo>
                  <a:lnTo>
                    <a:pt x="465014" y="1333868"/>
                  </a:lnTo>
                  <a:lnTo>
                    <a:pt x="465675" y="1333868"/>
                  </a:lnTo>
                  <a:lnTo>
                    <a:pt x="466335" y="1352262"/>
                  </a:lnTo>
                  <a:lnTo>
                    <a:pt x="466996" y="1393517"/>
                  </a:lnTo>
                  <a:lnTo>
                    <a:pt x="467656" y="1430742"/>
                  </a:lnTo>
                  <a:lnTo>
                    <a:pt x="468317" y="1430742"/>
                  </a:lnTo>
                  <a:lnTo>
                    <a:pt x="468977" y="1430742"/>
                  </a:lnTo>
                  <a:lnTo>
                    <a:pt x="469638" y="1430742"/>
                  </a:lnTo>
                  <a:lnTo>
                    <a:pt x="470298" y="1430742"/>
                  </a:lnTo>
                  <a:lnTo>
                    <a:pt x="470959" y="1430742"/>
                  </a:lnTo>
                  <a:lnTo>
                    <a:pt x="471619" y="1430742"/>
                  </a:lnTo>
                  <a:lnTo>
                    <a:pt x="472280" y="1430742"/>
                  </a:lnTo>
                  <a:lnTo>
                    <a:pt x="472940" y="1430742"/>
                  </a:lnTo>
                  <a:lnTo>
                    <a:pt x="473601" y="1430742"/>
                  </a:lnTo>
                  <a:lnTo>
                    <a:pt x="474262" y="1430742"/>
                  </a:lnTo>
                  <a:lnTo>
                    <a:pt x="474922" y="1430742"/>
                  </a:lnTo>
                  <a:lnTo>
                    <a:pt x="475583" y="1430742"/>
                  </a:lnTo>
                  <a:lnTo>
                    <a:pt x="476243" y="1430742"/>
                  </a:lnTo>
                  <a:lnTo>
                    <a:pt x="476904" y="1430742"/>
                  </a:lnTo>
                  <a:lnTo>
                    <a:pt x="477564" y="1430742"/>
                  </a:lnTo>
                  <a:lnTo>
                    <a:pt x="478225" y="1430742"/>
                  </a:lnTo>
                  <a:lnTo>
                    <a:pt x="478885" y="1430742"/>
                  </a:lnTo>
                  <a:lnTo>
                    <a:pt x="479546" y="1430742"/>
                  </a:lnTo>
                  <a:lnTo>
                    <a:pt x="480206" y="1430742"/>
                  </a:lnTo>
                  <a:lnTo>
                    <a:pt x="480867" y="1430742"/>
                  </a:lnTo>
                  <a:lnTo>
                    <a:pt x="481527" y="1406121"/>
                  </a:lnTo>
                  <a:lnTo>
                    <a:pt x="482188" y="1362966"/>
                  </a:lnTo>
                  <a:lnTo>
                    <a:pt x="482848" y="1326862"/>
                  </a:lnTo>
                  <a:lnTo>
                    <a:pt x="483509" y="1281787"/>
                  </a:lnTo>
                  <a:lnTo>
                    <a:pt x="484170" y="1254279"/>
                  </a:lnTo>
                  <a:lnTo>
                    <a:pt x="484830" y="1267667"/>
                  </a:lnTo>
                  <a:lnTo>
                    <a:pt x="485491" y="1296723"/>
                  </a:lnTo>
                  <a:lnTo>
                    <a:pt x="486151" y="1328596"/>
                  </a:lnTo>
                  <a:lnTo>
                    <a:pt x="486812" y="1362966"/>
                  </a:lnTo>
                  <a:lnTo>
                    <a:pt x="487472" y="1362966"/>
                  </a:lnTo>
                  <a:lnTo>
                    <a:pt x="488133" y="1343822"/>
                  </a:lnTo>
                  <a:lnTo>
                    <a:pt x="488793" y="1343822"/>
                  </a:lnTo>
                  <a:lnTo>
                    <a:pt x="489454" y="1343822"/>
                  </a:lnTo>
                  <a:lnTo>
                    <a:pt x="490114" y="1362966"/>
                  </a:lnTo>
                  <a:lnTo>
                    <a:pt x="490775" y="1406121"/>
                  </a:lnTo>
                  <a:lnTo>
                    <a:pt x="491435" y="1430742"/>
                  </a:lnTo>
                  <a:lnTo>
                    <a:pt x="492096" y="1430742"/>
                  </a:lnTo>
                  <a:lnTo>
                    <a:pt x="492756" y="1406121"/>
                  </a:lnTo>
                  <a:lnTo>
                    <a:pt x="493417" y="1362966"/>
                  </a:lnTo>
                  <a:lnTo>
                    <a:pt x="494078" y="1343822"/>
                  </a:lnTo>
                  <a:lnTo>
                    <a:pt x="494738" y="1343822"/>
                  </a:lnTo>
                  <a:lnTo>
                    <a:pt x="495399" y="1343822"/>
                  </a:lnTo>
                  <a:lnTo>
                    <a:pt x="496059" y="1362966"/>
                  </a:lnTo>
                  <a:lnTo>
                    <a:pt x="496720" y="1406121"/>
                  </a:lnTo>
                  <a:lnTo>
                    <a:pt x="497380" y="1430742"/>
                  </a:lnTo>
                  <a:lnTo>
                    <a:pt x="498041" y="1430742"/>
                  </a:lnTo>
                  <a:lnTo>
                    <a:pt x="498701" y="1430742"/>
                  </a:lnTo>
                  <a:lnTo>
                    <a:pt x="499362" y="1430742"/>
                  </a:lnTo>
                  <a:lnTo>
                    <a:pt x="500022" y="1430742"/>
                  </a:lnTo>
                  <a:lnTo>
                    <a:pt x="500683" y="1430742"/>
                  </a:lnTo>
                  <a:lnTo>
                    <a:pt x="501343" y="1430742"/>
                  </a:lnTo>
                  <a:lnTo>
                    <a:pt x="502004" y="1430742"/>
                  </a:lnTo>
                  <a:lnTo>
                    <a:pt x="502664" y="1430742"/>
                  </a:lnTo>
                  <a:lnTo>
                    <a:pt x="503325" y="1430742"/>
                  </a:lnTo>
                  <a:lnTo>
                    <a:pt x="503985" y="1430742"/>
                  </a:lnTo>
                  <a:lnTo>
                    <a:pt x="504646" y="1430742"/>
                  </a:lnTo>
                  <a:lnTo>
                    <a:pt x="505307" y="1430742"/>
                  </a:lnTo>
                  <a:lnTo>
                    <a:pt x="505967" y="1430742"/>
                  </a:lnTo>
                  <a:lnTo>
                    <a:pt x="506628" y="1430742"/>
                  </a:lnTo>
                  <a:lnTo>
                    <a:pt x="507288" y="1430742"/>
                  </a:lnTo>
                  <a:lnTo>
                    <a:pt x="507949" y="1430742"/>
                  </a:lnTo>
                  <a:lnTo>
                    <a:pt x="508609" y="1430742"/>
                  </a:lnTo>
                  <a:lnTo>
                    <a:pt x="509270" y="1430742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06121"/>
                  </a:lnTo>
                  <a:lnTo>
                    <a:pt x="512572" y="1325999"/>
                  </a:lnTo>
                  <a:lnTo>
                    <a:pt x="513233" y="1278901"/>
                  </a:lnTo>
                  <a:lnTo>
                    <a:pt x="513893" y="1253628"/>
                  </a:lnTo>
                  <a:lnTo>
                    <a:pt x="514554" y="1253628"/>
                  </a:lnTo>
                  <a:lnTo>
                    <a:pt x="515215" y="1266981"/>
                  </a:lnTo>
                  <a:lnTo>
                    <a:pt x="515875" y="1328596"/>
                  </a:lnTo>
                  <a:lnTo>
                    <a:pt x="516536" y="1386893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430742"/>
                  </a:lnTo>
                  <a:lnTo>
                    <a:pt x="519838" y="1430742"/>
                  </a:lnTo>
                  <a:lnTo>
                    <a:pt x="520499" y="1430742"/>
                  </a:lnTo>
                  <a:lnTo>
                    <a:pt x="521159" y="1430742"/>
                  </a:lnTo>
                  <a:lnTo>
                    <a:pt x="521820" y="1430742"/>
                  </a:lnTo>
                  <a:lnTo>
                    <a:pt x="522480" y="1430742"/>
                  </a:lnTo>
                  <a:lnTo>
                    <a:pt x="523141" y="1430742"/>
                  </a:lnTo>
                  <a:lnTo>
                    <a:pt x="523801" y="1430742"/>
                  </a:lnTo>
                  <a:lnTo>
                    <a:pt x="524462" y="1406121"/>
                  </a:lnTo>
                  <a:lnTo>
                    <a:pt x="525123" y="1383643"/>
                  </a:lnTo>
                  <a:lnTo>
                    <a:pt x="525783" y="1343822"/>
                  </a:lnTo>
                  <a:lnTo>
                    <a:pt x="526444" y="1325999"/>
                  </a:lnTo>
                  <a:lnTo>
                    <a:pt x="527104" y="1325999"/>
                  </a:lnTo>
                  <a:lnTo>
                    <a:pt x="527765" y="1343822"/>
                  </a:lnTo>
                  <a:lnTo>
                    <a:pt x="528425" y="1362966"/>
                  </a:lnTo>
                  <a:lnTo>
                    <a:pt x="529086" y="1406121"/>
                  </a:lnTo>
                  <a:lnTo>
                    <a:pt x="529746" y="1430742"/>
                  </a:lnTo>
                  <a:lnTo>
                    <a:pt x="530407" y="1406121"/>
                  </a:lnTo>
                  <a:lnTo>
                    <a:pt x="531067" y="1383643"/>
                  </a:lnTo>
                  <a:lnTo>
                    <a:pt x="531728" y="1343822"/>
                  </a:lnTo>
                  <a:lnTo>
                    <a:pt x="532388" y="1325999"/>
                  </a:lnTo>
                  <a:lnTo>
                    <a:pt x="533049" y="1310947"/>
                  </a:lnTo>
                  <a:lnTo>
                    <a:pt x="533709" y="1327727"/>
                  </a:lnTo>
                  <a:lnTo>
                    <a:pt x="534370" y="1327727"/>
                  </a:lnTo>
                  <a:lnTo>
                    <a:pt x="535031" y="1345674"/>
                  </a:lnTo>
                  <a:lnTo>
                    <a:pt x="535691" y="1310947"/>
                  </a:lnTo>
                  <a:lnTo>
                    <a:pt x="536352" y="1278901"/>
                  </a:lnTo>
                  <a:lnTo>
                    <a:pt x="537012" y="1251683"/>
                  </a:lnTo>
                  <a:lnTo>
                    <a:pt x="537673" y="1239079"/>
                  </a:lnTo>
                  <a:lnTo>
                    <a:pt x="538333" y="1239079"/>
                  </a:lnTo>
                  <a:lnTo>
                    <a:pt x="538994" y="1264933"/>
                  </a:lnTo>
                  <a:lnTo>
                    <a:pt x="539654" y="1293666"/>
                  </a:lnTo>
                  <a:lnTo>
                    <a:pt x="540315" y="1325999"/>
                  </a:lnTo>
                  <a:lnTo>
                    <a:pt x="540975" y="1362966"/>
                  </a:lnTo>
                  <a:lnTo>
                    <a:pt x="541636" y="1383643"/>
                  </a:lnTo>
                  <a:lnTo>
                    <a:pt x="542296" y="1406121"/>
                  </a:lnTo>
                  <a:lnTo>
                    <a:pt x="542957" y="1430742"/>
                  </a:lnTo>
                  <a:lnTo>
                    <a:pt x="543617" y="1430742"/>
                  </a:lnTo>
                  <a:lnTo>
                    <a:pt x="544278" y="1430742"/>
                  </a:lnTo>
                  <a:lnTo>
                    <a:pt x="544938" y="1430742"/>
                  </a:lnTo>
                  <a:lnTo>
                    <a:pt x="545599" y="1430742"/>
                  </a:lnTo>
                  <a:lnTo>
                    <a:pt x="546260" y="1430742"/>
                  </a:lnTo>
                  <a:lnTo>
                    <a:pt x="546920" y="1430742"/>
                  </a:lnTo>
                  <a:lnTo>
                    <a:pt x="547581" y="1406121"/>
                  </a:lnTo>
                  <a:lnTo>
                    <a:pt x="548241" y="1383643"/>
                  </a:lnTo>
                  <a:lnTo>
                    <a:pt x="548902" y="1343822"/>
                  </a:lnTo>
                  <a:lnTo>
                    <a:pt x="549562" y="1325999"/>
                  </a:lnTo>
                  <a:lnTo>
                    <a:pt x="550223" y="1309327"/>
                  </a:lnTo>
                  <a:lnTo>
                    <a:pt x="550883" y="1325999"/>
                  </a:lnTo>
                  <a:lnTo>
                    <a:pt x="551544" y="1325999"/>
                  </a:lnTo>
                  <a:lnTo>
                    <a:pt x="552204" y="1325999"/>
                  </a:lnTo>
                  <a:lnTo>
                    <a:pt x="552865" y="1309327"/>
                  </a:lnTo>
                  <a:lnTo>
                    <a:pt x="553525" y="1293666"/>
                  </a:lnTo>
                  <a:lnTo>
                    <a:pt x="554186" y="1278901"/>
                  </a:lnTo>
                  <a:lnTo>
                    <a:pt x="554846" y="1278901"/>
                  </a:lnTo>
                  <a:lnTo>
                    <a:pt x="555507" y="1309327"/>
                  </a:lnTo>
                  <a:lnTo>
                    <a:pt x="556168" y="1343822"/>
                  </a:lnTo>
                  <a:lnTo>
                    <a:pt x="556828" y="1383643"/>
                  </a:lnTo>
                  <a:lnTo>
                    <a:pt x="557489" y="1406121"/>
                  </a:lnTo>
                  <a:lnTo>
                    <a:pt x="558149" y="1406121"/>
                  </a:lnTo>
                  <a:lnTo>
                    <a:pt x="558810" y="1362966"/>
                  </a:lnTo>
                  <a:lnTo>
                    <a:pt x="559470" y="1343822"/>
                  </a:lnTo>
                  <a:lnTo>
                    <a:pt x="560131" y="1343822"/>
                  </a:lnTo>
                  <a:lnTo>
                    <a:pt x="560791" y="1343822"/>
                  </a:lnTo>
                  <a:lnTo>
                    <a:pt x="561452" y="1362966"/>
                  </a:lnTo>
                  <a:lnTo>
                    <a:pt x="562112" y="1406121"/>
                  </a:lnTo>
                  <a:lnTo>
                    <a:pt x="562773" y="1430742"/>
                  </a:lnTo>
                  <a:lnTo>
                    <a:pt x="563433" y="1430742"/>
                  </a:lnTo>
                  <a:lnTo>
                    <a:pt x="564094" y="1383643"/>
                  </a:lnTo>
                  <a:lnTo>
                    <a:pt x="564754" y="1343822"/>
                  </a:lnTo>
                  <a:lnTo>
                    <a:pt x="565415" y="1325999"/>
                  </a:lnTo>
                  <a:lnTo>
                    <a:pt x="566076" y="1325999"/>
                  </a:lnTo>
                  <a:lnTo>
                    <a:pt x="566736" y="1325999"/>
                  </a:lnTo>
                  <a:lnTo>
                    <a:pt x="567397" y="1362966"/>
                  </a:lnTo>
                  <a:lnTo>
                    <a:pt x="568057" y="1406121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12060"/>
                  </a:lnTo>
                  <a:lnTo>
                    <a:pt x="570699" y="1367982"/>
                  </a:lnTo>
                  <a:lnTo>
                    <a:pt x="571360" y="1313395"/>
                  </a:lnTo>
                  <a:lnTo>
                    <a:pt x="572020" y="1297493"/>
                  </a:lnTo>
                  <a:lnTo>
                    <a:pt x="572681" y="1282514"/>
                  </a:lnTo>
                  <a:lnTo>
                    <a:pt x="573341" y="1278901"/>
                  </a:lnTo>
                  <a:lnTo>
                    <a:pt x="574002" y="1293666"/>
                  </a:lnTo>
                  <a:lnTo>
                    <a:pt x="574662" y="1343822"/>
                  </a:lnTo>
                  <a:lnTo>
                    <a:pt x="575323" y="1362966"/>
                  </a:lnTo>
                  <a:lnTo>
                    <a:pt x="575983" y="1383643"/>
                  </a:lnTo>
                  <a:lnTo>
                    <a:pt x="576644" y="1406121"/>
                  </a:lnTo>
                  <a:lnTo>
                    <a:pt x="577305" y="1430742"/>
                  </a:lnTo>
                  <a:lnTo>
                    <a:pt x="577965" y="1430742"/>
                  </a:lnTo>
                  <a:lnTo>
                    <a:pt x="578626" y="1430742"/>
                  </a:lnTo>
                  <a:lnTo>
                    <a:pt x="579286" y="1430742"/>
                  </a:lnTo>
                  <a:lnTo>
                    <a:pt x="579947" y="1430742"/>
                  </a:lnTo>
                  <a:lnTo>
                    <a:pt x="580607" y="1406121"/>
                  </a:lnTo>
                  <a:lnTo>
                    <a:pt x="581268" y="1362966"/>
                  </a:lnTo>
                  <a:lnTo>
                    <a:pt x="581928" y="1343822"/>
                  </a:lnTo>
                  <a:lnTo>
                    <a:pt x="582589" y="1325999"/>
                  </a:lnTo>
                  <a:lnTo>
                    <a:pt x="583249" y="1325999"/>
                  </a:lnTo>
                  <a:lnTo>
                    <a:pt x="583910" y="1343822"/>
                  </a:lnTo>
                  <a:lnTo>
                    <a:pt x="584570" y="1383643"/>
                  </a:lnTo>
                  <a:lnTo>
                    <a:pt x="585231" y="1406121"/>
                  </a:lnTo>
                  <a:lnTo>
                    <a:pt x="585891" y="1430742"/>
                  </a:lnTo>
                  <a:lnTo>
                    <a:pt x="586552" y="1430742"/>
                  </a:lnTo>
                  <a:lnTo>
                    <a:pt x="587213" y="1430742"/>
                  </a:lnTo>
                  <a:lnTo>
                    <a:pt x="587873" y="1430742"/>
                  </a:lnTo>
                  <a:lnTo>
                    <a:pt x="588534" y="1430742"/>
                  </a:lnTo>
                  <a:lnTo>
                    <a:pt x="589194" y="1430742"/>
                  </a:lnTo>
                  <a:lnTo>
                    <a:pt x="589855" y="1430742"/>
                  </a:lnTo>
                  <a:lnTo>
                    <a:pt x="590515" y="1430742"/>
                  </a:lnTo>
                  <a:lnTo>
                    <a:pt x="591176" y="1430742"/>
                  </a:lnTo>
                  <a:lnTo>
                    <a:pt x="591836" y="1430742"/>
                  </a:lnTo>
                  <a:lnTo>
                    <a:pt x="592497" y="1430742"/>
                  </a:lnTo>
                  <a:lnTo>
                    <a:pt x="593157" y="1430742"/>
                  </a:lnTo>
                  <a:lnTo>
                    <a:pt x="593818" y="1430742"/>
                  </a:lnTo>
                  <a:lnTo>
                    <a:pt x="594478" y="1430742"/>
                  </a:lnTo>
                  <a:lnTo>
                    <a:pt x="595139" y="1430742"/>
                  </a:lnTo>
                  <a:lnTo>
                    <a:pt x="595799" y="1430742"/>
                  </a:lnTo>
                  <a:lnTo>
                    <a:pt x="596460" y="1430742"/>
                  </a:lnTo>
                  <a:lnTo>
                    <a:pt x="597121" y="1430742"/>
                  </a:lnTo>
                  <a:lnTo>
                    <a:pt x="597781" y="1406121"/>
                  </a:lnTo>
                  <a:lnTo>
                    <a:pt x="598442" y="1383643"/>
                  </a:lnTo>
                  <a:lnTo>
                    <a:pt x="599102" y="1343822"/>
                  </a:lnTo>
                  <a:lnTo>
                    <a:pt x="599763" y="1325999"/>
                  </a:lnTo>
                  <a:lnTo>
                    <a:pt x="600423" y="1325999"/>
                  </a:lnTo>
                  <a:lnTo>
                    <a:pt x="601084" y="1343822"/>
                  </a:lnTo>
                  <a:lnTo>
                    <a:pt x="601744" y="1362966"/>
                  </a:lnTo>
                  <a:lnTo>
                    <a:pt x="602405" y="1406121"/>
                  </a:lnTo>
                  <a:lnTo>
                    <a:pt x="603065" y="1383643"/>
                  </a:lnTo>
                  <a:lnTo>
                    <a:pt x="603726" y="1343822"/>
                  </a:lnTo>
                  <a:lnTo>
                    <a:pt x="604386" y="1331218"/>
                  </a:lnTo>
                  <a:lnTo>
                    <a:pt x="605047" y="1331218"/>
                  </a:lnTo>
                  <a:lnTo>
                    <a:pt x="605707" y="1331218"/>
                  </a:lnTo>
                  <a:lnTo>
                    <a:pt x="606368" y="1368998"/>
                  </a:lnTo>
                  <a:lnTo>
                    <a:pt x="607029" y="1413264"/>
                  </a:lnTo>
                  <a:lnTo>
                    <a:pt x="607689" y="1430742"/>
                  </a:lnTo>
                  <a:lnTo>
                    <a:pt x="608350" y="1430742"/>
                  </a:lnTo>
                  <a:lnTo>
                    <a:pt x="609010" y="1430742"/>
                  </a:lnTo>
                  <a:lnTo>
                    <a:pt x="609671" y="1430742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06121"/>
                  </a:lnTo>
                  <a:lnTo>
                    <a:pt x="612313" y="1383643"/>
                  </a:lnTo>
                  <a:lnTo>
                    <a:pt x="612973" y="1362966"/>
                  </a:lnTo>
                  <a:lnTo>
                    <a:pt x="613634" y="1343822"/>
                  </a:lnTo>
                  <a:lnTo>
                    <a:pt x="614294" y="1325999"/>
                  </a:lnTo>
                  <a:lnTo>
                    <a:pt x="614955" y="1343822"/>
                  </a:lnTo>
                  <a:lnTo>
                    <a:pt x="615615" y="1362966"/>
                  </a:lnTo>
                  <a:lnTo>
                    <a:pt x="616276" y="1383643"/>
                  </a:lnTo>
                  <a:lnTo>
                    <a:pt x="616936" y="1387985"/>
                  </a:lnTo>
                  <a:lnTo>
                    <a:pt x="617597" y="1387985"/>
                  </a:lnTo>
                  <a:lnTo>
                    <a:pt x="618258" y="1347539"/>
                  </a:lnTo>
                  <a:lnTo>
                    <a:pt x="618918" y="1329467"/>
                  </a:lnTo>
                  <a:lnTo>
                    <a:pt x="619579" y="1329467"/>
                  </a:lnTo>
                  <a:lnTo>
                    <a:pt x="620239" y="1343822"/>
                  </a:lnTo>
                  <a:lnTo>
                    <a:pt x="620900" y="1362966"/>
                  </a:lnTo>
                  <a:lnTo>
                    <a:pt x="621560" y="1406121"/>
                  </a:lnTo>
                  <a:lnTo>
                    <a:pt x="622221" y="1430742"/>
                  </a:lnTo>
                  <a:lnTo>
                    <a:pt x="622881" y="1430742"/>
                  </a:lnTo>
                  <a:lnTo>
                    <a:pt x="623542" y="1430742"/>
                  </a:lnTo>
                  <a:lnTo>
                    <a:pt x="624202" y="1430742"/>
                  </a:lnTo>
                  <a:lnTo>
                    <a:pt x="624863" y="1406121"/>
                  </a:lnTo>
                  <a:lnTo>
                    <a:pt x="625523" y="1383643"/>
                  </a:lnTo>
                  <a:lnTo>
                    <a:pt x="626184" y="1362966"/>
                  </a:lnTo>
                  <a:lnTo>
                    <a:pt x="626844" y="1343822"/>
                  </a:lnTo>
                  <a:lnTo>
                    <a:pt x="627505" y="1343822"/>
                  </a:lnTo>
                  <a:lnTo>
                    <a:pt x="628166" y="1362966"/>
                  </a:lnTo>
                  <a:lnTo>
                    <a:pt x="628826" y="1383643"/>
                  </a:lnTo>
                  <a:lnTo>
                    <a:pt x="629487" y="1406121"/>
                  </a:lnTo>
                  <a:lnTo>
                    <a:pt x="630147" y="1406121"/>
                  </a:lnTo>
                  <a:lnTo>
                    <a:pt x="630808" y="1362966"/>
                  </a:lnTo>
                  <a:lnTo>
                    <a:pt x="631468" y="1343822"/>
                  </a:lnTo>
                  <a:lnTo>
                    <a:pt x="632129" y="1325999"/>
                  </a:lnTo>
                  <a:lnTo>
                    <a:pt x="632789" y="1325999"/>
                  </a:lnTo>
                  <a:lnTo>
                    <a:pt x="633450" y="1343822"/>
                  </a:lnTo>
                  <a:lnTo>
                    <a:pt x="634110" y="1383643"/>
                  </a:lnTo>
                  <a:lnTo>
                    <a:pt x="634771" y="1406121"/>
                  </a:lnTo>
                  <a:lnTo>
                    <a:pt x="635431" y="1430742"/>
                  </a:lnTo>
                  <a:lnTo>
                    <a:pt x="636092" y="1430742"/>
                  </a:lnTo>
                  <a:lnTo>
                    <a:pt x="636752" y="1430742"/>
                  </a:lnTo>
                  <a:lnTo>
                    <a:pt x="637413" y="1430742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399170"/>
                  </a:lnTo>
                  <a:lnTo>
                    <a:pt x="644679" y="1357073"/>
                  </a:lnTo>
                  <a:lnTo>
                    <a:pt x="645339" y="1338345"/>
                  </a:lnTo>
                  <a:lnTo>
                    <a:pt x="646000" y="1338345"/>
                  </a:lnTo>
                  <a:lnTo>
                    <a:pt x="646660" y="1338345"/>
                  </a:lnTo>
                  <a:lnTo>
                    <a:pt x="647321" y="1362966"/>
                  </a:lnTo>
                  <a:lnTo>
                    <a:pt x="647981" y="1406121"/>
                  </a:lnTo>
                  <a:lnTo>
                    <a:pt x="648642" y="1430742"/>
                  </a:lnTo>
                  <a:lnTo>
                    <a:pt x="649303" y="1430742"/>
                  </a:lnTo>
                  <a:lnTo>
                    <a:pt x="649963" y="1430742"/>
                  </a:lnTo>
                  <a:lnTo>
                    <a:pt x="650624" y="1430742"/>
                  </a:lnTo>
                  <a:lnTo>
                    <a:pt x="651284" y="1430742"/>
                  </a:lnTo>
                  <a:lnTo>
                    <a:pt x="651945" y="1430742"/>
                  </a:lnTo>
                  <a:lnTo>
                    <a:pt x="652605" y="1430742"/>
                  </a:lnTo>
                  <a:lnTo>
                    <a:pt x="653266" y="1430742"/>
                  </a:lnTo>
                  <a:lnTo>
                    <a:pt x="653926" y="1430742"/>
                  </a:lnTo>
                  <a:lnTo>
                    <a:pt x="654587" y="1430742"/>
                  </a:lnTo>
                  <a:lnTo>
                    <a:pt x="655247" y="1430742"/>
                  </a:lnTo>
                  <a:lnTo>
                    <a:pt x="655908" y="1430742"/>
                  </a:lnTo>
                  <a:lnTo>
                    <a:pt x="656568" y="1430742"/>
                  </a:lnTo>
                  <a:lnTo>
                    <a:pt x="657229" y="1423106"/>
                  </a:lnTo>
                  <a:lnTo>
                    <a:pt x="657889" y="1377265"/>
                  </a:lnTo>
                  <a:lnTo>
                    <a:pt x="658550" y="1338345"/>
                  </a:lnTo>
                  <a:lnTo>
                    <a:pt x="659211" y="1320884"/>
                  </a:lnTo>
                  <a:lnTo>
                    <a:pt x="659871" y="1320884"/>
                  </a:lnTo>
                  <a:lnTo>
                    <a:pt x="660532" y="1315867"/>
                  </a:lnTo>
                  <a:lnTo>
                    <a:pt x="661192" y="1328596"/>
                  </a:lnTo>
                  <a:lnTo>
                    <a:pt x="661853" y="1328596"/>
                  </a:lnTo>
                  <a:lnTo>
                    <a:pt x="662513" y="1328596"/>
                  </a:lnTo>
                  <a:lnTo>
                    <a:pt x="663174" y="1328596"/>
                  </a:lnTo>
                  <a:lnTo>
                    <a:pt x="663834" y="1339250"/>
                  </a:lnTo>
                  <a:lnTo>
                    <a:pt x="664495" y="1362966"/>
                  </a:lnTo>
                  <a:lnTo>
                    <a:pt x="665155" y="1406121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06121"/>
                  </a:lnTo>
                  <a:lnTo>
                    <a:pt x="671100" y="1362966"/>
                  </a:lnTo>
                  <a:lnTo>
                    <a:pt x="671761" y="1325999"/>
                  </a:lnTo>
                  <a:lnTo>
                    <a:pt x="672421" y="1306917"/>
                  </a:lnTo>
                  <a:lnTo>
                    <a:pt x="673082" y="1276757"/>
                  </a:lnTo>
                  <a:lnTo>
                    <a:pt x="673742" y="1276757"/>
                  </a:lnTo>
                  <a:lnTo>
                    <a:pt x="674403" y="1306917"/>
                  </a:lnTo>
                  <a:lnTo>
                    <a:pt x="675063" y="1341069"/>
                  </a:lnTo>
                  <a:lnTo>
                    <a:pt x="675724" y="1293666"/>
                  </a:lnTo>
                  <a:lnTo>
                    <a:pt x="676384" y="1198731"/>
                  </a:lnTo>
                  <a:lnTo>
                    <a:pt x="677045" y="1133926"/>
                  </a:lnTo>
                  <a:lnTo>
                    <a:pt x="677705" y="1118049"/>
                  </a:lnTo>
                  <a:lnTo>
                    <a:pt x="678366" y="1110461"/>
                  </a:lnTo>
                  <a:lnTo>
                    <a:pt x="679027" y="1118049"/>
                  </a:lnTo>
                  <a:lnTo>
                    <a:pt x="679687" y="1183907"/>
                  </a:lnTo>
                  <a:lnTo>
                    <a:pt x="680348" y="1239079"/>
                  </a:lnTo>
                  <a:lnTo>
                    <a:pt x="681008" y="1251683"/>
                  </a:lnTo>
                  <a:lnTo>
                    <a:pt x="681669" y="1264933"/>
                  </a:lnTo>
                  <a:lnTo>
                    <a:pt x="682329" y="1309327"/>
                  </a:lnTo>
                  <a:lnTo>
                    <a:pt x="682990" y="1343822"/>
                  </a:lnTo>
                  <a:lnTo>
                    <a:pt x="683650" y="1406121"/>
                  </a:lnTo>
                  <a:lnTo>
                    <a:pt x="684311" y="1430742"/>
                  </a:lnTo>
                  <a:lnTo>
                    <a:pt x="684971" y="1430742"/>
                  </a:lnTo>
                  <a:lnTo>
                    <a:pt x="685632" y="1430742"/>
                  </a:lnTo>
                  <a:lnTo>
                    <a:pt x="686292" y="1430742"/>
                  </a:lnTo>
                  <a:lnTo>
                    <a:pt x="686953" y="1430742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06121"/>
                  </a:lnTo>
                  <a:lnTo>
                    <a:pt x="692898" y="1383643"/>
                  </a:lnTo>
                  <a:lnTo>
                    <a:pt x="693558" y="1343822"/>
                  </a:lnTo>
                  <a:lnTo>
                    <a:pt x="694219" y="1325999"/>
                  </a:lnTo>
                  <a:lnTo>
                    <a:pt x="694879" y="1309327"/>
                  </a:lnTo>
                  <a:lnTo>
                    <a:pt x="695540" y="1325999"/>
                  </a:lnTo>
                  <a:lnTo>
                    <a:pt x="696200" y="1343822"/>
                  </a:lnTo>
                  <a:lnTo>
                    <a:pt x="696861" y="1383643"/>
                  </a:lnTo>
                  <a:lnTo>
                    <a:pt x="697521" y="1406121"/>
                  </a:lnTo>
                  <a:lnTo>
                    <a:pt x="698182" y="1430742"/>
                  </a:lnTo>
                  <a:lnTo>
                    <a:pt x="698842" y="1430742"/>
                  </a:lnTo>
                  <a:lnTo>
                    <a:pt x="699503" y="1430742"/>
                  </a:lnTo>
                  <a:lnTo>
                    <a:pt x="700164" y="1430742"/>
                  </a:lnTo>
                  <a:lnTo>
                    <a:pt x="700824" y="1430742"/>
                  </a:lnTo>
                  <a:lnTo>
                    <a:pt x="701485" y="1406121"/>
                  </a:lnTo>
                  <a:lnTo>
                    <a:pt x="702145" y="1378317"/>
                  </a:lnTo>
                  <a:lnTo>
                    <a:pt x="702806" y="1339250"/>
                  </a:lnTo>
                  <a:lnTo>
                    <a:pt x="703466" y="1321729"/>
                  </a:lnTo>
                  <a:lnTo>
                    <a:pt x="704127" y="1321729"/>
                  </a:lnTo>
                  <a:lnTo>
                    <a:pt x="704787" y="1339250"/>
                  </a:lnTo>
                  <a:lnTo>
                    <a:pt x="705448" y="1343822"/>
                  </a:lnTo>
                  <a:lnTo>
                    <a:pt x="706108" y="1343822"/>
                  </a:lnTo>
                  <a:lnTo>
                    <a:pt x="706769" y="1343822"/>
                  </a:lnTo>
                  <a:lnTo>
                    <a:pt x="707429" y="1343822"/>
                  </a:lnTo>
                  <a:lnTo>
                    <a:pt x="708090" y="1343822"/>
                  </a:lnTo>
                  <a:lnTo>
                    <a:pt x="708750" y="1362966"/>
                  </a:lnTo>
                  <a:lnTo>
                    <a:pt x="709411" y="1406121"/>
                  </a:lnTo>
                  <a:lnTo>
                    <a:pt x="710072" y="1430742"/>
                  </a:lnTo>
                  <a:lnTo>
                    <a:pt x="710732" y="1430742"/>
                  </a:lnTo>
                  <a:lnTo>
                    <a:pt x="711393" y="1430742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383643"/>
                  </a:lnTo>
                  <a:lnTo>
                    <a:pt x="714035" y="1309327"/>
                  </a:lnTo>
                  <a:lnTo>
                    <a:pt x="714695" y="1264933"/>
                  </a:lnTo>
                  <a:lnTo>
                    <a:pt x="715356" y="1251683"/>
                  </a:lnTo>
                  <a:lnTo>
                    <a:pt x="716016" y="1251683"/>
                  </a:lnTo>
                  <a:lnTo>
                    <a:pt x="716677" y="1278901"/>
                  </a:lnTo>
                  <a:lnTo>
                    <a:pt x="717337" y="1343822"/>
                  </a:lnTo>
                  <a:lnTo>
                    <a:pt x="717998" y="1406121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406121"/>
                  </a:lnTo>
                  <a:lnTo>
                    <a:pt x="721301" y="1362966"/>
                  </a:lnTo>
                  <a:lnTo>
                    <a:pt x="721961" y="1325999"/>
                  </a:lnTo>
                  <a:lnTo>
                    <a:pt x="722622" y="1309327"/>
                  </a:lnTo>
                  <a:lnTo>
                    <a:pt x="723282" y="1309327"/>
                  </a:lnTo>
                  <a:lnTo>
                    <a:pt x="723943" y="1325999"/>
                  </a:lnTo>
                  <a:lnTo>
                    <a:pt x="724603" y="1362966"/>
                  </a:lnTo>
                  <a:lnTo>
                    <a:pt x="725264" y="1383643"/>
                  </a:lnTo>
                  <a:lnTo>
                    <a:pt x="725924" y="1364961"/>
                  </a:lnTo>
                  <a:lnTo>
                    <a:pt x="726585" y="1345674"/>
                  </a:lnTo>
                  <a:lnTo>
                    <a:pt x="727245" y="1327727"/>
                  </a:lnTo>
                  <a:lnTo>
                    <a:pt x="727906" y="1327727"/>
                  </a:lnTo>
                  <a:lnTo>
                    <a:pt x="728566" y="1345674"/>
                  </a:lnTo>
                  <a:lnTo>
                    <a:pt x="729227" y="1362966"/>
                  </a:lnTo>
                  <a:lnTo>
                    <a:pt x="729887" y="1343822"/>
                  </a:lnTo>
                  <a:lnTo>
                    <a:pt x="730548" y="1343822"/>
                  </a:lnTo>
                  <a:lnTo>
                    <a:pt x="731209" y="1325999"/>
                  </a:lnTo>
                  <a:lnTo>
                    <a:pt x="731869" y="1325999"/>
                  </a:lnTo>
                  <a:lnTo>
                    <a:pt x="732530" y="1343822"/>
                  </a:lnTo>
                  <a:lnTo>
                    <a:pt x="733190" y="1362966"/>
                  </a:lnTo>
                  <a:lnTo>
                    <a:pt x="733851" y="1362966"/>
                  </a:lnTo>
                  <a:lnTo>
                    <a:pt x="734511" y="1343822"/>
                  </a:lnTo>
                  <a:lnTo>
                    <a:pt x="735172" y="1309327"/>
                  </a:lnTo>
                  <a:lnTo>
                    <a:pt x="735832" y="1278901"/>
                  </a:lnTo>
                  <a:lnTo>
                    <a:pt x="736493" y="1264933"/>
                  </a:lnTo>
                  <a:lnTo>
                    <a:pt x="737153" y="1239079"/>
                  </a:lnTo>
                  <a:lnTo>
                    <a:pt x="737814" y="1215579"/>
                  </a:lnTo>
                  <a:lnTo>
                    <a:pt x="738474" y="1206204"/>
                  </a:lnTo>
                  <a:lnTo>
                    <a:pt x="739135" y="1213342"/>
                  </a:lnTo>
                  <a:lnTo>
                    <a:pt x="739795" y="1213342"/>
                  </a:lnTo>
                  <a:lnTo>
                    <a:pt x="740456" y="1228239"/>
                  </a:lnTo>
                  <a:lnTo>
                    <a:pt x="741117" y="1273926"/>
                  </a:lnTo>
                  <a:lnTo>
                    <a:pt x="741777" y="1317529"/>
                  </a:lnTo>
                  <a:lnTo>
                    <a:pt x="742438" y="1341069"/>
                  </a:lnTo>
                  <a:lnTo>
                    <a:pt x="743098" y="1380434"/>
                  </a:lnTo>
                  <a:lnTo>
                    <a:pt x="743759" y="1419371"/>
                  </a:lnTo>
                  <a:lnTo>
                    <a:pt x="744419" y="1430742"/>
                  </a:lnTo>
                  <a:lnTo>
                    <a:pt x="745080" y="1430742"/>
                  </a:lnTo>
                  <a:lnTo>
                    <a:pt x="745740" y="1430742"/>
                  </a:lnTo>
                  <a:lnTo>
                    <a:pt x="746401" y="1430742"/>
                  </a:lnTo>
                  <a:lnTo>
                    <a:pt x="747061" y="1430742"/>
                  </a:lnTo>
                  <a:lnTo>
                    <a:pt x="747722" y="1430742"/>
                  </a:lnTo>
                  <a:lnTo>
                    <a:pt x="748382" y="1406121"/>
                  </a:lnTo>
                  <a:lnTo>
                    <a:pt x="749043" y="1362966"/>
                  </a:lnTo>
                  <a:lnTo>
                    <a:pt x="749703" y="1325999"/>
                  </a:lnTo>
                  <a:lnTo>
                    <a:pt x="750364" y="1309327"/>
                  </a:lnTo>
                  <a:lnTo>
                    <a:pt x="751025" y="1309327"/>
                  </a:lnTo>
                  <a:lnTo>
                    <a:pt x="751685" y="1325999"/>
                  </a:lnTo>
                  <a:lnTo>
                    <a:pt x="752346" y="1362966"/>
                  </a:lnTo>
                  <a:lnTo>
                    <a:pt x="753006" y="1406121"/>
                  </a:lnTo>
                  <a:lnTo>
                    <a:pt x="753667" y="1430742"/>
                  </a:lnTo>
                  <a:lnTo>
                    <a:pt x="754327" y="1430742"/>
                  </a:lnTo>
                  <a:lnTo>
                    <a:pt x="754988" y="1430742"/>
                  </a:lnTo>
                  <a:lnTo>
                    <a:pt x="755648" y="1430742"/>
                  </a:lnTo>
                  <a:lnTo>
                    <a:pt x="756309" y="1430742"/>
                  </a:lnTo>
                  <a:lnTo>
                    <a:pt x="756969" y="1430742"/>
                  </a:lnTo>
                  <a:lnTo>
                    <a:pt x="757630" y="1430742"/>
                  </a:lnTo>
                  <a:lnTo>
                    <a:pt x="758290" y="1430742"/>
                  </a:lnTo>
                  <a:lnTo>
                    <a:pt x="758951" y="1406121"/>
                  </a:lnTo>
                  <a:lnTo>
                    <a:pt x="759611" y="1362966"/>
                  </a:lnTo>
                  <a:lnTo>
                    <a:pt x="760272" y="1325999"/>
                  </a:lnTo>
                  <a:lnTo>
                    <a:pt x="760932" y="1309327"/>
                  </a:lnTo>
                  <a:lnTo>
                    <a:pt x="761593" y="1309327"/>
                  </a:lnTo>
                  <a:lnTo>
                    <a:pt x="762254" y="1325999"/>
                  </a:lnTo>
                  <a:lnTo>
                    <a:pt x="762914" y="1362966"/>
                  </a:lnTo>
                  <a:lnTo>
                    <a:pt x="763575" y="1406121"/>
                  </a:lnTo>
                  <a:lnTo>
                    <a:pt x="764235" y="1430742"/>
                  </a:lnTo>
                  <a:lnTo>
                    <a:pt x="764896" y="1430742"/>
                  </a:lnTo>
                  <a:lnTo>
                    <a:pt x="765556" y="1430742"/>
                  </a:lnTo>
                  <a:lnTo>
                    <a:pt x="766217" y="1430742"/>
                  </a:lnTo>
                  <a:lnTo>
                    <a:pt x="766877" y="1430742"/>
                  </a:lnTo>
                  <a:lnTo>
                    <a:pt x="767538" y="1430742"/>
                  </a:lnTo>
                  <a:lnTo>
                    <a:pt x="768198" y="1406121"/>
                  </a:lnTo>
                  <a:lnTo>
                    <a:pt x="768859" y="1362966"/>
                  </a:lnTo>
                  <a:lnTo>
                    <a:pt x="769519" y="1325999"/>
                  </a:lnTo>
                  <a:lnTo>
                    <a:pt x="770180" y="1316697"/>
                  </a:lnTo>
                  <a:lnTo>
                    <a:pt x="770840" y="1300596"/>
                  </a:lnTo>
                  <a:lnTo>
                    <a:pt x="771501" y="1300596"/>
                  </a:lnTo>
                  <a:lnTo>
                    <a:pt x="772162" y="1316697"/>
                  </a:lnTo>
                  <a:lnTo>
                    <a:pt x="772822" y="1316697"/>
                  </a:lnTo>
                  <a:lnTo>
                    <a:pt x="773483" y="1276046"/>
                  </a:lnTo>
                  <a:lnTo>
                    <a:pt x="774143" y="1236630"/>
                  </a:lnTo>
                  <a:lnTo>
                    <a:pt x="774804" y="1224724"/>
                  </a:lnTo>
                  <a:lnTo>
                    <a:pt x="775464" y="1236630"/>
                  </a:lnTo>
                  <a:lnTo>
                    <a:pt x="776125" y="1262228"/>
                  </a:lnTo>
                  <a:lnTo>
                    <a:pt x="776785" y="1309327"/>
                  </a:lnTo>
                  <a:lnTo>
                    <a:pt x="777446" y="1362966"/>
                  </a:lnTo>
                  <a:lnTo>
                    <a:pt x="778106" y="1362966"/>
                  </a:lnTo>
                  <a:lnTo>
                    <a:pt x="778767" y="1325999"/>
                  </a:lnTo>
                  <a:lnTo>
                    <a:pt x="779427" y="1325999"/>
                  </a:lnTo>
                  <a:lnTo>
                    <a:pt x="780088" y="1325999"/>
                  </a:lnTo>
                  <a:lnTo>
                    <a:pt x="780748" y="1343822"/>
                  </a:lnTo>
                  <a:lnTo>
                    <a:pt x="781409" y="1383643"/>
                  </a:lnTo>
                  <a:lnTo>
                    <a:pt x="782070" y="1430742"/>
                  </a:lnTo>
                  <a:lnTo>
                    <a:pt x="782730" y="1430742"/>
                  </a:lnTo>
                  <a:lnTo>
                    <a:pt x="783391" y="1406121"/>
                  </a:lnTo>
                  <a:lnTo>
                    <a:pt x="784051" y="1362966"/>
                  </a:lnTo>
                  <a:lnTo>
                    <a:pt x="784712" y="1329467"/>
                  </a:lnTo>
                  <a:lnTo>
                    <a:pt x="785372" y="1329467"/>
                  </a:lnTo>
                  <a:lnTo>
                    <a:pt x="786033" y="1329467"/>
                  </a:lnTo>
                  <a:lnTo>
                    <a:pt x="786693" y="1347539"/>
                  </a:lnTo>
                  <a:lnTo>
                    <a:pt x="787354" y="1387985"/>
                  </a:lnTo>
                  <a:lnTo>
                    <a:pt x="788014" y="1430742"/>
                  </a:lnTo>
                  <a:lnTo>
                    <a:pt x="788675" y="1430742"/>
                  </a:lnTo>
                  <a:lnTo>
                    <a:pt x="789335" y="1362966"/>
                  </a:lnTo>
                  <a:lnTo>
                    <a:pt x="789996" y="1276046"/>
                  </a:lnTo>
                  <a:lnTo>
                    <a:pt x="790656" y="1197681"/>
                  </a:lnTo>
                  <a:lnTo>
                    <a:pt x="791317" y="1168012"/>
                  </a:lnTo>
                  <a:lnTo>
                    <a:pt x="791977" y="1158834"/>
                  </a:lnTo>
                  <a:lnTo>
                    <a:pt x="792638" y="1186403"/>
                  </a:lnTo>
                  <a:lnTo>
                    <a:pt x="793299" y="1232400"/>
                  </a:lnTo>
                  <a:lnTo>
                    <a:pt x="793959" y="1307718"/>
                  </a:lnTo>
                  <a:lnTo>
                    <a:pt x="794620" y="1341983"/>
                  </a:lnTo>
                  <a:lnTo>
                    <a:pt x="795280" y="1307718"/>
                  </a:lnTo>
                  <a:lnTo>
                    <a:pt x="795941" y="1264933"/>
                  </a:lnTo>
                  <a:lnTo>
                    <a:pt x="796601" y="1273223"/>
                  </a:lnTo>
                  <a:lnTo>
                    <a:pt x="797262" y="1287658"/>
                  </a:lnTo>
                  <a:lnTo>
                    <a:pt x="797922" y="1287658"/>
                  </a:lnTo>
                  <a:lnTo>
                    <a:pt x="798583" y="1302948"/>
                  </a:lnTo>
                  <a:lnTo>
                    <a:pt x="799243" y="1336545"/>
                  </a:lnTo>
                  <a:lnTo>
                    <a:pt x="799904" y="1343822"/>
                  </a:lnTo>
                  <a:lnTo>
                    <a:pt x="800564" y="1343822"/>
                  </a:lnTo>
                  <a:lnTo>
                    <a:pt x="801225" y="1362966"/>
                  </a:lnTo>
                  <a:lnTo>
                    <a:pt x="801885" y="1406121"/>
                  </a:lnTo>
                  <a:lnTo>
                    <a:pt x="802546" y="1430742"/>
                  </a:lnTo>
                  <a:lnTo>
                    <a:pt x="803207" y="1406121"/>
                  </a:lnTo>
                  <a:lnTo>
                    <a:pt x="803867" y="1343822"/>
                  </a:lnTo>
                  <a:lnTo>
                    <a:pt x="804528" y="1264933"/>
                  </a:lnTo>
                  <a:lnTo>
                    <a:pt x="805188" y="1183907"/>
                  </a:lnTo>
                  <a:lnTo>
                    <a:pt x="805849" y="1120758"/>
                  </a:lnTo>
                  <a:lnTo>
                    <a:pt x="806509" y="1084180"/>
                  </a:lnTo>
                  <a:lnTo>
                    <a:pt x="807170" y="1064675"/>
                  </a:lnTo>
                  <a:lnTo>
                    <a:pt x="807830" y="1067192"/>
                  </a:lnTo>
                  <a:lnTo>
                    <a:pt x="808491" y="1080159"/>
                  </a:lnTo>
                  <a:lnTo>
                    <a:pt x="809151" y="1106750"/>
                  </a:lnTo>
                  <a:lnTo>
                    <a:pt x="809812" y="1140561"/>
                  </a:lnTo>
                  <a:lnTo>
                    <a:pt x="810472" y="1196635"/>
                  </a:lnTo>
                  <a:lnTo>
                    <a:pt x="811133" y="1249753"/>
                  </a:lnTo>
                  <a:lnTo>
                    <a:pt x="811793" y="1306917"/>
                  </a:lnTo>
                  <a:lnTo>
                    <a:pt x="812454" y="1330341"/>
                  </a:lnTo>
                  <a:lnTo>
                    <a:pt x="813115" y="1343822"/>
                  </a:lnTo>
                  <a:lnTo>
                    <a:pt x="813775" y="1325999"/>
                  </a:lnTo>
                  <a:lnTo>
                    <a:pt x="814436" y="1309327"/>
                  </a:lnTo>
                  <a:lnTo>
                    <a:pt x="815096" y="1293666"/>
                  </a:lnTo>
                  <a:lnTo>
                    <a:pt x="815757" y="1293666"/>
                  </a:lnTo>
                  <a:lnTo>
                    <a:pt x="816417" y="1309327"/>
                  </a:lnTo>
                  <a:lnTo>
                    <a:pt x="817078" y="1325999"/>
                  </a:lnTo>
                  <a:lnTo>
                    <a:pt x="817738" y="1325999"/>
                  </a:lnTo>
                  <a:lnTo>
                    <a:pt x="818399" y="1325999"/>
                  </a:lnTo>
                  <a:lnTo>
                    <a:pt x="819059" y="1325999"/>
                  </a:lnTo>
                  <a:lnTo>
                    <a:pt x="819720" y="1278901"/>
                  </a:lnTo>
                  <a:lnTo>
                    <a:pt x="820380" y="1204584"/>
                  </a:lnTo>
                  <a:lnTo>
                    <a:pt x="821041" y="1164763"/>
                  </a:lnTo>
                  <a:lnTo>
                    <a:pt x="821701" y="1146940"/>
                  </a:lnTo>
                  <a:lnTo>
                    <a:pt x="822362" y="1138469"/>
                  </a:lnTo>
                  <a:lnTo>
                    <a:pt x="823023" y="1146940"/>
                  </a:lnTo>
                  <a:lnTo>
                    <a:pt x="823683" y="1194039"/>
                  </a:lnTo>
                  <a:lnTo>
                    <a:pt x="824344" y="1240312"/>
                  </a:lnTo>
                  <a:lnTo>
                    <a:pt x="825004" y="1280340"/>
                  </a:lnTo>
                  <a:lnTo>
                    <a:pt x="825665" y="1310947"/>
                  </a:lnTo>
                  <a:lnTo>
                    <a:pt x="826325" y="1310947"/>
                  </a:lnTo>
                  <a:lnTo>
                    <a:pt x="826986" y="1310947"/>
                  </a:lnTo>
                  <a:lnTo>
                    <a:pt x="827646" y="1320041"/>
                  </a:lnTo>
                  <a:lnTo>
                    <a:pt x="828307" y="1320041"/>
                  </a:lnTo>
                  <a:lnTo>
                    <a:pt x="828967" y="1303737"/>
                  </a:lnTo>
                  <a:lnTo>
                    <a:pt x="829628" y="1320041"/>
                  </a:lnTo>
                  <a:lnTo>
                    <a:pt x="830288" y="1337443"/>
                  </a:lnTo>
                  <a:lnTo>
                    <a:pt x="830949" y="1343822"/>
                  </a:lnTo>
                  <a:lnTo>
                    <a:pt x="831609" y="1362966"/>
                  </a:lnTo>
                  <a:lnTo>
                    <a:pt x="832270" y="1383643"/>
                  </a:lnTo>
                  <a:lnTo>
                    <a:pt x="832930" y="1383643"/>
                  </a:lnTo>
                  <a:lnTo>
                    <a:pt x="833591" y="1362966"/>
                  </a:lnTo>
                  <a:lnTo>
                    <a:pt x="834252" y="1325999"/>
                  </a:lnTo>
                  <a:lnTo>
                    <a:pt x="834912" y="1283973"/>
                  </a:lnTo>
                  <a:lnTo>
                    <a:pt x="835573" y="1269737"/>
                  </a:lnTo>
                  <a:lnTo>
                    <a:pt x="836233" y="1269737"/>
                  </a:lnTo>
                  <a:lnTo>
                    <a:pt x="836894" y="1283973"/>
                  </a:lnTo>
                  <a:lnTo>
                    <a:pt x="837554" y="1315041"/>
                  </a:lnTo>
                  <a:lnTo>
                    <a:pt x="838215" y="1362966"/>
                  </a:lnTo>
                  <a:lnTo>
                    <a:pt x="838875" y="1406121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30742"/>
                  </a:lnTo>
                  <a:lnTo>
                    <a:pt x="844820" y="1430742"/>
                  </a:lnTo>
                  <a:lnTo>
                    <a:pt x="845481" y="1430742"/>
                  </a:lnTo>
                  <a:lnTo>
                    <a:pt x="846141" y="1430742"/>
                  </a:lnTo>
                  <a:lnTo>
                    <a:pt x="846802" y="1430742"/>
                  </a:lnTo>
                  <a:lnTo>
                    <a:pt x="847462" y="1430742"/>
                  </a:lnTo>
                  <a:lnTo>
                    <a:pt x="848123" y="1430742"/>
                  </a:lnTo>
                  <a:lnTo>
                    <a:pt x="848783" y="1430742"/>
                  </a:lnTo>
                  <a:lnTo>
                    <a:pt x="849444" y="1430742"/>
                  </a:lnTo>
                  <a:lnTo>
                    <a:pt x="850104" y="1430742"/>
                  </a:lnTo>
                  <a:lnTo>
                    <a:pt x="850765" y="1406121"/>
                  </a:lnTo>
                  <a:lnTo>
                    <a:pt x="851425" y="1383643"/>
                  </a:lnTo>
                  <a:lnTo>
                    <a:pt x="852086" y="1362966"/>
                  </a:lnTo>
                  <a:lnTo>
                    <a:pt x="852746" y="1343822"/>
                  </a:lnTo>
                  <a:lnTo>
                    <a:pt x="853407" y="1341983"/>
                  </a:lnTo>
                  <a:lnTo>
                    <a:pt x="854068" y="1341983"/>
                  </a:lnTo>
                  <a:lnTo>
                    <a:pt x="854728" y="1292151"/>
                  </a:lnTo>
                  <a:lnTo>
                    <a:pt x="855389" y="1263577"/>
                  </a:lnTo>
                  <a:lnTo>
                    <a:pt x="856049" y="1263577"/>
                  </a:lnTo>
                  <a:lnTo>
                    <a:pt x="856710" y="1264933"/>
                  </a:lnTo>
                  <a:lnTo>
                    <a:pt x="857370" y="1264933"/>
                  </a:lnTo>
                  <a:lnTo>
                    <a:pt x="858031" y="1251683"/>
                  </a:lnTo>
                  <a:lnTo>
                    <a:pt x="858691" y="1227062"/>
                  </a:lnTo>
                  <a:lnTo>
                    <a:pt x="859352" y="1182915"/>
                  </a:lnTo>
                  <a:lnTo>
                    <a:pt x="860012" y="1131482"/>
                  </a:lnTo>
                  <a:lnTo>
                    <a:pt x="860673" y="1108228"/>
                  </a:lnTo>
                  <a:lnTo>
                    <a:pt x="861333" y="1131482"/>
                  </a:lnTo>
                  <a:lnTo>
                    <a:pt x="861994" y="1166150"/>
                  </a:lnTo>
                  <a:lnTo>
                    <a:pt x="862654" y="1196635"/>
                  </a:lnTo>
                  <a:lnTo>
                    <a:pt x="863315" y="1239079"/>
                  </a:lnTo>
                  <a:lnTo>
                    <a:pt x="863975" y="1256244"/>
                  </a:lnTo>
                  <a:lnTo>
                    <a:pt x="864636" y="1231205"/>
                  </a:lnTo>
                  <a:lnTo>
                    <a:pt x="865297" y="1187408"/>
                  </a:lnTo>
                  <a:lnTo>
                    <a:pt x="865957" y="1141403"/>
                  </a:lnTo>
                  <a:lnTo>
                    <a:pt x="866618" y="1095219"/>
                  </a:lnTo>
                  <a:lnTo>
                    <a:pt x="867278" y="1066245"/>
                  </a:lnTo>
                  <a:lnTo>
                    <a:pt x="867939" y="1079164"/>
                  </a:lnTo>
                  <a:lnTo>
                    <a:pt x="868599" y="1107119"/>
                  </a:lnTo>
                  <a:lnTo>
                    <a:pt x="869260" y="1164763"/>
                  </a:lnTo>
                  <a:lnTo>
                    <a:pt x="869920" y="1239079"/>
                  </a:lnTo>
                  <a:lnTo>
                    <a:pt x="870581" y="1318363"/>
                  </a:lnTo>
                  <a:lnTo>
                    <a:pt x="871241" y="1302162"/>
                  </a:lnTo>
                  <a:lnTo>
                    <a:pt x="871902" y="1258887"/>
                  </a:lnTo>
                  <a:lnTo>
                    <a:pt x="872562" y="1233602"/>
                  </a:lnTo>
                  <a:lnTo>
                    <a:pt x="873223" y="1199785"/>
                  </a:lnTo>
                  <a:lnTo>
                    <a:pt x="873883" y="1174636"/>
                  </a:lnTo>
                  <a:lnTo>
                    <a:pt x="874544" y="1165225"/>
                  </a:lnTo>
                  <a:lnTo>
                    <a:pt x="875205" y="1156144"/>
                  </a:lnTo>
                  <a:lnTo>
                    <a:pt x="875865" y="1147371"/>
                  </a:lnTo>
                  <a:lnTo>
                    <a:pt x="876526" y="1156144"/>
                  </a:lnTo>
                  <a:lnTo>
                    <a:pt x="877186" y="1146940"/>
                  </a:lnTo>
                  <a:lnTo>
                    <a:pt x="877847" y="1130268"/>
                  </a:lnTo>
                  <a:lnTo>
                    <a:pt x="878507" y="1130268"/>
                  </a:lnTo>
                  <a:lnTo>
                    <a:pt x="879168" y="1122319"/>
                  </a:lnTo>
                  <a:lnTo>
                    <a:pt x="879828" y="1122319"/>
                  </a:lnTo>
                  <a:lnTo>
                    <a:pt x="880489" y="1155698"/>
                  </a:lnTo>
                  <a:lnTo>
                    <a:pt x="881149" y="1204584"/>
                  </a:lnTo>
                  <a:lnTo>
                    <a:pt x="881810" y="1220683"/>
                  </a:lnTo>
                  <a:lnTo>
                    <a:pt x="882470" y="1209474"/>
                  </a:lnTo>
                  <a:lnTo>
                    <a:pt x="883131" y="1188417"/>
                  </a:lnTo>
                  <a:lnTo>
                    <a:pt x="883791" y="1159286"/>
                  </a:lnTo>
                  <a:lnTo>
                    <a:pt x="884452" y="1138053"/>
                  </a:lnTo>
                  <a:lnTo>
                    <a:pt x="885113" y="1148235"/>
                  </a:lnTo>
                  <a:lnTo>
                    <a:pt x="885773" y="1175597"/>
                  </a:lnTo>
                  <a:lnTo>
                    <a:pt x="886434" y="1166150"/>
                  </a:lnTo>
                  <a:lnTo>
                    <a:pt x="887094" y="1148668"/>
                  </a:lnTo>
                  <a:lnTo>
                    <a:pt x="887755" y="1143944"/>
                  </a:lnTo>
                  <a:lnTo>
                    <a:pt x="888415" y="1155698"/>
                  </a:lnTo>
                  <a:lnTo>
                    <a:pt x="889076" y="1174158"/>
                  </a:lnTo>
                  <a:lnTo>
                    <a:pt x="889736" y="1239079"/>
                  </a:lnTo>
                  <a:lnTo>
                    <a:pt x="890397" y="1325999"/>
                  </a:lnTo>
                  <a:lnTo>
                    <a:pt x="891057" y="1406121"/>
                  </a:lnTo>
                  <a:lnTo>
                    <a:pt x="891718" y="1430742"/>
                  </a:lnTo>
                  <a:lnTo>
                    <a:pt x="892378" y="1430742"/>
                  </a:lnTo>
                  <a:lnTo>
                    <a:pt x="893039" y="1383643"/>
                  </a:lnTo>
                  <a:lnTo>
                    <a:pt x="893699" y="1325999"/>
                  </a:lnTo>
                  <a:lnTo>
                    <a:pt x="894360" y="1278901"/>
                  </a:lnTo>
                  <a:lnTo>
                    <a:pt x="895021" y="1251683"/>
                  </a:lnTo>
                  <a:lnTo>
                    <a:pt x="895681" y="1251683"/>
                  </a:lnTo>
                  <a:lnTo>
                    <a:pt x="896342" y="1251683"/>
                  </a:lnTo>
                  <a:lnTo>
                    <a:pt x="897002" y="1239695"/>
                  </a:lnTo>
                  <a:lnTo>
                    <a:pt x="897663" y="1239695"/>
                  </a:lnTo>
                  <a:lnTo>
                    <a:pt x="898323" y="1239695"/>
                  </a:lnTo>
                  <a:lnTo>
                    <a:pt x="898984" y="1216141"/>
                  </a:lnTo>
                  <a:lnTo>
                    <a:pt x="899644" y="1205123"/>
                  </a:lnTo>
                  <a:lnTo>
                    <a:pt x="900305" y="1227062"/>
                  </a:lnTo>
                  <a:lnTo>
                    <a:pt x="900965" y="1245304"/>
                  </a:lnTo>
                  <a:lnTo>
                    <a:pt x="901626" y="1271823"/>
                  </a:lnTo>
                  <a:lnTo>
                    <a:pt x="902286" y="1301378"/>
                  </a:lnTo>
                  <a:lnTo>
                    <a:pt x="902947" y="1353217"/>
                  </a:lnTo>
                  <a:lnTo>
                    <a:pt x="903607" y="1353217"/>
                  </a:lnTo>
                  <a:lnTo>
                    <a:pt x="904268" y="1343822"/>
                  </a:lnTo>
                  <a:lnTo>
                    <a:pt x="904928" y="1325999"/>
                  </a:lnTo>
                  <a:lnTo>
                    <a:pt x="905589" y="1325999"/>
                  </a:lnTo>
                  <a:lnTo>
                    <a:pt x="906250" y="1297493"/>
                  </a:lnTo>
                  <a:lnTo>
                    <a:pt x="906910" y="1282514"/>
                  </a:lnTo>
                  <a:lnTo>
                    <a:pt x="907571" y="1254932"/>
                  </a:lnTo>
                  <a:lnTo>
                    <a:pt x="908231" y="1169417"/>
                  </a:lnTo>
                  <a:lnTo>
                    <a:pt x="908892" y="1082497"/>
                  </a:lnTo>
                  <a:lnTo>
                    <a:pt x="909552" y="1055448"/>
                  </a:lnTo>
                  <a:lnTo>
                    <a:pt x="910213" y="1061562"/>
                  </a:lnTo>
                  <a:lnTo>
                    <a:pt x="910873" y="1074243"/>
                  </a:lnTo>
                  <a:lnTo>
                    <a:pt x="911534" y="1130268"/>
                  </a:lnTo>
                  <a:lnTo>
                    <a:pt x="912194" y="1227062"/>
                  </a:lnTo>
                  <a:lnTo>
                    <a:pt x="912855" y="1309327"/>
                  </a:lnTo>
                  <a:lnTo>
                    <a:pt x="913515" y="1343822"/>
                  </a:lnTo>
                  <a:lnTo>
                    <a:pt x="914176" y="1383643"/>
                  </a:lnTo>
                  <a:lnTo>
                    <a:pt x="914836" y="1362966"/>
                  </a:lnTo>
                  <a:lnTo>
                    <a:pt x="915497" y="1343822"/>
                  </a:lnTo>
                  <a:lnTo>
                    <a:pt x="916158" y="1325999"/>
                  </a:lnTo>
                  <a:lnTo>
                    <a:pt x="916818" y="1293666"/>
                  </a:lnTo>
                  <a:lnTo>
                    <a:pt x="917479" y="1251683"/>
                  </a:lnTo>
                  <a:lnTo>
                    <a:pt x="918139" y="1227062"/>
                  </a:lnTo>
                  <a:lnTo>
                    <a:pt x="918800" y="1194039"/>
                  </a:lnTo>
                  <a:lnTo>
                    <a:pt x="919460" y="1164763"/>
                  </a:lnTo>
                  <a:lnTo>
                    <a:pt x="920121" y="1164763"/>
                  </a:lnTo>
                  <a:lnTo>
                    <a:pt x="920781" y="1183907"/>
                  </a:lnTo>
                  <a:lnTo>
                    <a:pt x="921442" y="1183907"/>
                  </a:lnTo>
                  <a:lnTo>
                    <a:pt x="922102" y="1195593"/>
                  </a:lnTo>
                  <a:lnTo>
                    <a:pt x="922763" y="1197157"/>
                  </a:lnTo>
                  <a:lnTo>
                    <a:pt x="923423" y="1173203"/>
                  </a:lnTo>
                  <a:lnTo>
                    <a:pt x="924084" y="1137638"/>
                  </a:lnTo>
                  <a:lnTo>
                    <a:pt x="924744" y="1151282"/>
                  </a:lnTo>
                  <a:lnTo>
                    <a:pt x="925405" y="1187408"/>
                  </a:lnTo>
                  <a:lnTo>
                    <a:pt x="926066" y="1229421"/>
                  </a:lnTo>
                  <a:lnTo>
                    <a:pt x="926726" y="1287658"/>
                  </a:lnTo>
                  <a:lnTo>
                    <a:pt x="927387" y="1370017"/>
                  </a:lnTo>
                  <a:lnTo>
                    <a:pt x="928047" y="1378317"/>
                  </a:lnTo>
                  <a:lnTo>
                    <a:pt x="928708" y="1305322"/>
                  </a:lnTo>
                  <a:lnTo>
                    <a:pt x="929368" y="1272522"/>
                  </a:lnTo>
                  <a:lnTo>
                    <a:pt x="930029" y="1233602"/>
                  </a:lnTo>
                  <a:lnTo>
                    <a:pt x="930689" y="1213342"/>
                  </a:lnTo>
                  <a:lnTo>
                    <a:pt x="931350" y="1224724"/>
                  </a:lnTo>
                  <a:lnTo>
                    <a:pt x="932010" y="1249113"/>
                  </a:lnTo>
                  <a:lnTo>
                    <a:pt x="932671" y="1227062"/>
                  </a:lnTo>
                  <a:lnTo>
                    <a:pt x="933331" y="1227062"/>
                  </a:lnTo>
                  <a:lnTo>
                    <a:pt x="933992" y="1200844"/>
                  </a:lnTo>
                  <a:lnTo>
                    <a:pt x="934652" y="1142670"/>
                  </a:lnTo>
                  <a:lnTo>
                    <a:pt x="935313" y="1089296"/>
                  </a:lnTo>
                  <a:lnTo>
                    <a:pt x="935973" y="1068460"/>
                  </a:lnTo>
                  <a:lnTo>
                    <a:pt x="936634" y="1037645"/>
                  </a:lnTo>
                  <a:lnTo>
                    <a:pt x="937295" y="1006093"/>
                  </a:lnTo>
                  <a:lnTo>
                    <a:pt x="937955" y="995577"/>
                  </a:lnTo>
                  <a:lnTo>
                    <a:pt x="938616" y="1010371"/>
                  </a:lnTo>
                  <a:lnTo>
                    <a:pt x="939276" y="996297"/>
                  </a:lnTo>
                  <a:lnTo>
                    <a:pt x="939937" y="982039"/>
                  </a:lnTo>
                  <a:lnTo>
                    <a:pt x="940597" y="982722"/>
                  </a:lnTo>
                  <a:lnTo>
                    <a:pt x="941258" y="988253"/>
                  </a:lnTo>
                  <a:lnTo>
                    <a:pt x="941918" y="988253"/>
                  </a:lnTo>
                  <a:lnTo>
                    <a:pt x="942579" y="1019935"/>
                  </a:lnTo>
                  <a:lnTo>
                    <a:pt x="943239" y="1078502"/>
                  </a:lnTo>
                  <a:lnTo>
                    <a:pt x="943900" y="1138886"/>
                  </a:lnTo>
                  <a:lnTo>
                    <a:pt x="944560" y="1206204"/>
                  </a:lnTo>
                  <a:lnTo>
                    <a:pt x="945221" y="1265614"/>
                  </a:lnTo>
                  <a:lnTo>
                    <a:pt x="945881" y="1288402"/>
                  </a:lnTo>
                  <a:lnTo>
                    <a:pt x="946542" y="1263577"/>
                  </a:lnTo>
                  <a:lnTo>
                    <a:pt x="947203" y="1250395"/>
                  </a:lnTo>
                  <a:lnTo>
                    <a:pt x="947863" y="1218970"/>
                  </a:lnTo>
                  <a:lnTo>
                    <a:pt x="948524" y="1198205"/>
                  </a:lnTo>
                  <a:lnTo>
                    <a:pt x="949184" y="1178013"/>
                  </a:lnTo>
                  <a:lnTo>
                    <a:pt x="949845" y="1168480"/>
                  </a:lnTo>
                  <a:lnTo>
                    <a:pt x="950505" y="1187912"/>
                  </a:lnTo>
                  <a:lnTo>
                    <a:pt x="951166" y="1227062"/>
                  </a:lnTo>
                  <a:lnTo>
                    <a:pt x="951826" y="1264933"/>
                  </a:lnTo>
                  <a:lnTo>
                    <a:pt x="952487" y="1325999"/>
                  </a:lnTo>
                  <a:lnTo>
                    <a:pt x="953147" y="1406121"/>
                  </a:lnTo>
                  <a:lnTo>
                    <a:pt x="953808" y="1406121"/>
                  </a:lnTo>
                  <a:lnTo>
                    <a:pt x="954468" y="1362966"/>
                  </a:lnTo>
                  <a:lnTo>
                    <a:pt x="955129" y="1325999"/>
                  </a:lnTo>
                  <a:lnTo>
                    <a:pt x="955789" y="1251683"/>
                  </a:lnTo>
                  <a:lnTo>
                    <a:pt x="956450" y="1194039"/>
                  </a:lnTo>
                  <a:lnTo>
                    <a:pt x="957111" y="1164763"/>
                  </a:lnTo>
                  <a:lnTo>
                    <a:pt x="957771" y="1155698"/>
                  </a:lnTo>
                  <a:lnTo>
                    <a:pt x="958432" y="1164763"/>
                  </a:lnTo>
                  <a:lnTo>
                    <a:pt x="959092" y="1215579"/>
                  </a:lnTo>
                  <a:lnTo>
                    <a:pt x="959753" y="1278901"/>
                  </a:lnTo>
                  <a:lnTo>
                    <a:pt x="960413" y="1343822"/>
                  </a:lnTo>
                  <a:lnTo>
                    <a:pt x="961074" y="1406121"/>
                  </a:lnTo>
                  <a:lnTo>
                    <a:pt x="961734" y="1430742"/>
                  </a:lnTo>
                  <a:lnTo>
                    <a:pt x="962395" y="1430742"/>
                  </a:lnTo>
                  <a:lnTo>
                    <a:pt x="963055" y="1430742"/>
                  </a:lnTo>
                  <a:lnTo>
                    <a:pt x="963716" y="1406121"/>
                  </a:lnTo>
                  <a:lnTo>
                    <a:pt x="964376" y="1362966"/>
                  </a:lnTo>
                  <a:lnTo>
                    <a:pt x="965037" y="1325999"/>
                  </a:lnTo>
                  <a:lnTo>
                    <a:pt x="965697" y="1278901"/>
                  </a:lnTo>
                  <a:lnTo>
                    <a:pt x="966358" y="1227062"/>
                  </a:lnTo>
                  <a:lnTo>
                    <a:pt x="967019" y="1204584"/>
                  </a:lnTo>
                  <a:lnTo>
                    <a:pt x="967679" y="1194039"/>
                  </a:lnTo>
                  <a:lnTo>
                    <a:pt x="968340" y="1204584"/>
                  </a:lnTo>
                  <a:lnTo>
                    <a:pt x="969000" y="1215579"/>
                  </a:lnTo>
                  <a:lnTo>
                    <a:pt x="969661" y="1239079"/>
                  </a:lnTo>
                  <a:lnTo>
                    <a:pt x="970321" y="1241551"/>
                  </a:lnTo>
                  <a:lnTo>
                    <a:pt x="970982" y="1254279"/>
                  </a:lnTo>
                  <a:lnTo>
                    <a:pt x="971642" y="1254279"/>
                  </a:lnTo>
                  <a:lnTo>
                    <a:pt x="972303" y="1267667"/>
                  </a:lnTo>
                  <a:lnTo>
                    <a:pt x="972963" y="1217835"/>
                  </a:lnTo>
                  <a:lnTo>
                    <a:pt x="973624" y="1158834"/>
                  </a:lnTo>
                  <a:lnTo>
                    <a:pt x="974284" y="1112338"/>
                  </a:lnTo>
                  <a:lnTo>
                    <a:pt x="974945" y="1086896"/>
                  </a:lnTo>
                  <a:lnTo>
                    <a:pt x="975605" y="1080159"/>
                  </a:lnTo>
                  <a:lnTo>
                    <a:pt x="976266" y="1115749"/>
                  </a:lnTo>
                  <a:lnTo>
                    <a:pt x="976926" y="1179474"/>
                  </a:lnTo>
                  <a:lnTo>
                    <a:pt x="977587" y="1254279"/>
                  </a:lnTo>
                  <a:lnTo>
                    <a:pt x="978248" y="1305322"/>
                  </a:lnTo>
                  <a:lnTo>
                    <a:pt x="978908" y="1321729"/>
                  </a:lnTo>
                  <a:lnTo>
                    <a:pt x="979569" y="1339250"/>
                  </a:lnTo>
                  <a:lnTo>
                    <a:pt x="980229" y="1362966"/>
                  </a:lnTo>
                  <a:lnTo>
                    <a:pt x="980890" y="1383643"/>
                  </a:lnTo>
                  <a:lnTo>
                    <a:pt x="981550" y="1406121"/>
                  </a:lnTo>
                  <a:lnTo>
                    <a:pt x="982211" y="1430742"/>
                  </a:lnTo>
                  <a:lnTo>
                    <a:pt x="982871" y="1430742"/>
                  </a:lnTo>
                  <a:lnTo>
                    <a:pt x="983532" y="1430742"/>
                  </a:lnTo>
                  <a:lnTo>
                    <a:pt x="984192" y="1430742"/>
                  </a:lnTo>
                  <a:lnTo>
                    <a:pt x="984853" y="1430742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30742"/>
                  </a:lnTo>
                  <a:lnTo>
                    <a:pt x="991458" y="1430742"/>
                  </a:lnTo>
                  <a:lnTo>
                    <a:pt x="992119" y="1430742"/>
                  </a:lnTo>
                  <a:lnTo>
                    <a:pt x="992779" y="1430742"/>
                  </a:lnTo>
                  <a:lnTo>
                    <a:pt x="993440" y="1430742"/>
                  </a:lnTo>
                  <a:lnTo>
                    <a:pt x="994100" y="1430742"/>
                  </a:lnTo>
                  <a:lnTo>
                    <a:pt x="994761" y="1406121"/>
                  </a:lnTo>
                  <a:lnTo>
                    <a:pt x="995421" y="1362966"/>
                  </a:lnTo>
                  <a:lnTo>
                    <a:pt x="996082" y="1325999"/>
                  </a:lnTo>
                  <a:lnTo>
                    <a:pt x="996742" y="1321729"/>
                  </a:lnTo>
                  <a:lnTo>
                    <a:pt x="997403" y="1321729"/>
                  </a:lnTo>
                  <a:lnTo>
                    <a:pt x="998064" y="1321729"/>
                  </a:lnTo>
                  <a:lnTo>
                    <a:pt x="998724" y="1305322"/>
                  </a:lnTo>
                  <a:lnTo>
                    <a:pt x="999385" y="1277469"/>
                  </a:lnTo>
                  <a:lnTo>
                    <a:pt x="1000045" y="1253628"/>
                  </a:lnTo>
                  <a:lnTo>
                    <a:pt x="1000706" y="1240931"/>
                  </a:lnTo>
                  <a:lnTo>
                    <a:pt x="1001366" y="1253628"/>
                  </a:lnTo>
                  <a:lnTo>
                    <a:pt x="1002027" y="1295956"/>
                  </a:lnTo>
                  <a:lnTo>
                    <a:pt x="1002687" y="1343822"/>
                  </a:lnTo>
                  <a:lnTo>
                    <a:pt x="1003348" y="1343822"/>
                  </a:lnTo>
                  <a:lnTo>
                    <a:pt x="1004008" y="1325999"/>
                  </a:lnTo>
                  <a:lnTo>
                    <a:pt x="1004669" y="1293666"/>
                  </a:lnTo>
                  <a:lnTo>
                    <a:pt x="1005329" y="1278901"/>
                  </a:lnTo>
                  <a:lnTo>
                    <a:pt x="1005990" y="1282514"/>
                  </a:lnTo>
                  <a:lnTo>
                    <a:pt x="1006650" y="1313395"/>
                  </a:lnTo>
                  <a:lnTo>
                    <a:pt x="1007311" y="1348477"/>
                  </a:lnTo>
                  <a:lnTo>
                    <a:pt x="1007971" y="1389082"/>
                  </a:lnTo>
                  <a:lnTo>
                    <a:pt x="1008632" y="1389082"/>
                  </a:lnTo>
                  <a:lnTo>
                    <a:pt x="1009293" y="1383643"/>
                  </a:lnTo>
                  <a:lnTo>
                    <a:pt x="1009953" y="1343822"/>
                  </a:lnTo>
                  <a:lnTo>
                    <a:pt x="1010614" y="1325999"/>
                  </a:lnTo>
                  <a:lnTo>
                    <a:pt x="1011274" y="1325999"/>
                  </a:lnTo>
                  <a:lnTo>
                    <a:pt x="1011935" y="1343822"/>
                  </a:lnTo>
                  <a:lnTo>
                    <a:pt x="1012595" y="1343822"/>
                  </a:lnTo>
                  <a:lnTo>
                    <a:pt x="1013256" y="1343822"/>
                  </a:lnTo>
                  <a:lnTo>
                    <a:pt x="1013916" y="1325999"/>
                  </a:lnTo>
                  <a:lnTo>
                    <a:pt x="1014577" y="1309327"/>
                  </a:lnTo>
                  <a:lnTo>
                    <a:pt x="1015237" y="1293666"/>
                  </a:lnTo>
                  <a:lnTo>
                    <a:pt x="1015898" y="1293666"/>
                  </a:lnTo>
                  <a:lnTo>
                    <a:pt x="1016558" y="1309327"/>
                  </a:lnTo>
                  <a:lnTo>
                    <a:pt x="1017219" y="1325999"/>
                  </a:lnTo>
                  <a:lnTo>
                    <a:pt x="1017879" y="1325999"/>
                  </a:lnTo>
                  <a:lnTo>
                    <a:pt x="1018540" y="1343822"/>
                  </a:lnTo>
                  <a:lnTo>
                    <a:pt x="1019201" y="1362966"/>
                  </a:lnTo>
                  <a:lnTo>
                    <a:pt x="1019861" y="1383643"/>
                  </a:lnTo>
                  <a:lnTo>
                    <a:pt x="1020522" y="1406121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06121"/>
                  </a:lnTo>
                  <a:lnTo>
                    <a:pt x="1025145" y="1383643"/>
                  </a:lnTo>
                  <a:lnTo>
                    <a:pt x="1025806" y="1343822"/>
                  </a:lnTo>
                  <a:lnTo>
                    <a:pt x="1026466" y="1325999"/>
                  </a:lnTo>
                  <a:lnTo>
                    <a:pt x="1027127" y="1325999"/>
                  </a:lnTo>
                  <a:lnTo>
                    <a:pt x="1027787" y="1343822"/>
                  </a:lnTo>
                  <a:lnTo>
                    <a:pt x="1028448" y="1362966"/>
                  </a:lnTo>
                  <a:lnTo>
                    <a:pt x="1029109" y="1383643"/>
                  </a:lnTo>
                  <a:lnTo>
                    <a:pt x="1029769" y="1362966"/>
                  </a:lnTo>
                  <a:lnTo>
                    <a:pt x="1030430" y="1343822"/>
                  </a:lnTo>
                  <a:lnTo>
                    <a:pt x="1031090" y="1343822"/>
                  </a:lnTo>
                  <a:lnTo>
                    <a:pt x="1031751" y="1343822"/>
                  </a:lnTo>
                  <a:lnTo>
                    <a:pt x="1032411" y="1362966"/>
                  </a:lnTo>
                  <a:lnTo>
                    <a:pt x="1033072" y="1406121"/>
                  </a:lnTo>
                  <a:lnTo>
                    <a:pt x="1033732" y="1406121"/>
                  </a:lnTo>
                  <a:lnTo>
                    <a:pt x="1034393" y="1362966"/>
                  </a:lnTo>
                  <a:lnTo>
                    <a:pt x="1035053" y="1343822"/>
                  </a:lnTo>
                  <a:lnTo>
                    <a:pt x="1035714" y="1343822"/>
                  </a:lnTo>
                  <a:lnTo>
                    <a:pt x="1036374" y="1343822"/>
                  </a:lnTo>
                  <a:lnTo>
                    <a:pt x="1037035" y="1362966"/>
                  </a:lnTo>
                  <a:lnTo>
                    <a:pt x="1037695" y="1406121"/>
                  </a:lnTo>
                  <a:lnTo>
                    <a:pt x="1038356" y="1414474"/>
                  </a:lnTo>
                  <a:lnTo>
                    <a:pt x="1039017" y="1350362"/>
                  </a:lnTo>
                  <a:lnTo>
                    <a:pt x="1039677" y="1283973"/>
                  </a:lnTo>
                  <a:lnTo>
                    <a:pt x="1040338" y="1249753"/>
                  </a:lnTo>
                  <a:lnTo>
                    <a:pt x="1040998" y="1216704"/>
                  </a:lnTo>
                  <a:lnTo>
                    <a:pt x="1041659" y="1191468"/>
                  </a:lnTo>
                  <a:lnTo>
                    <a:pt x="1042319" y="1191468"/>
                  </a:lnTo>
                  <a:lnTo>
                    <a:pt x="1042980" y="1224143"/>
                  </a:lnTo>
                  <a:lnTo>
                    <a:pt x="1043640" y="1242173"/>
                  </a:lnTo>
                  <a:lnTo>
                    <a:pt x="1044301" y="1264933"/>
                  </a:lnTo>
                  <a:lnTo>
                    <a:pt x="1044961" y="1278901"/>
                  </a:lnTo>
                  <a:lnTo>
                    <a:pt x="1045622" y="1293666"/>
                  </a:lnTo>
                  <a:lnTo>
                    <a:pt x="1046282" y="1293666"/>
                  </a:lnTo>
                  <a:lnTo>
                    <a:pt x="1046943" y="1298266"/>
                  </a:lnTo>
                  <a:lnTo>
                    <a:pt x="1047603" y="1298266"/>
                  </a:lnTo>
                  <a:lnTo>
                    <a:pt x="1048264" y="1298266"/>
                  </a:lnTo>
                  <a:lnTo>
                    <a:pt x="1048924" y="1314217"/>
                  </a:lnTo>
                  <a:lnTo>
                    <a:pt x="1049585" y="1298266"/>
                  </a:lnTo>
                  <a:lnTo>
                    <a:pt x="1050246" y="1293666"/>
                  </a:lnTo>
                  <a:lnTo>
                    <a:pt x="1050906" y="1309327"/>
                  </a:lnTo>
                  <a:lnTo>
                    <a:pt x="1051567" y="1343822"/>
                  </a:lnTo>
                  <a:lnTo>
                    <a:pt x="1052227" y="1362966"/>
                  </a:lnTo>
                  <a:lnTo>
                    <a:pt x="1052888" y="1406121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30742"/>
                  </a:lnTo>
                  <a:lnTo>
                    <a:pt x="1056190" y="1430742"/>
                  </a:lnTo>
                  <a:lnTo>
                    <a:pt x="1056851" y="1430742"/>
                  </a:lnTo>
                  <a:lnTo>
                    <a:pt x="1057511" y="1430742"/>
                  </a:lnTo>
                  <a:lnTo>
                    <a:pt x="1058172" y="1406121"/>
                  </a:lnTo>
                  <a:lnTo>
                    <a:pt x="1058832" y="1362966"/>
                  </a:lnTo>
                  <a:lnTo>
                    <a:pt x="1059493" y="1343822"/>
                  </a:lnTo>
                  <a:lnTo>
                    <a:pt x="1060154" y="1325999"/>
                  </a:lnTo>
                  <a:lnTo>
                    <a:pt x="1060814" y="1309327"/>
                  </a:lnTo>
                  <a:lnTo>
                    <a:pt x="1061475" y="1278901"/>
                  </a:lnTo>
                  <a:lnTo>
                    <a:pt x="1062135" y="1264933"/>
                  </a:lnTo>
                  <a:lnTo>
                    <a:pt x="1062796" y="1251683"/>
                  </a:lnTo>
                  <a:lnTo>
                    <a:pt x="1063456" y="1251683"/>
                  </a:lnTo>
                  <a:lnTo>
                    <a:pt x="1064117" y="1264933"/>
                  </a:lnTo>
                  <a:lnTo>
                    <a:pt x="1064777" y="1309327"/>
                  </a:lnTo>
                  <a:lnTo>
                    <a:pt x="1065438" y="1362966"/>
                  </a:lnTo>
                  <a:lnTo>
                    <a:pt x="1066098" y="1406121"/>
                  </a:lnTo>
                  <a:lnTo>
                    <a:pt x="1066759" y="1430742"/>
                  </a:lnTo>
                  <a:lnTo>
                    <a:pt x="1067419" y="1430742"/>
                  </a:lnTo>
                  <a:lnTo>
                    <a:pt x="1068080" y="1430742"/>
                  </a:lnTo>
                  <a:lnTo>
                    <a:pt x="1068740" y="1430742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06121"/>
                  </a:lnTo>
                  <a:lnTo>
                    <a:pt x="1078648" y="1362966"/>
                  </a:lnTo>
                  <a:lnTo>
                    <a:pt x="1079309" y="1325999"/>
                  </a:lnTo>
                  <a:lnTo>
                    <a:pt x="1079969" y="1293666"/>
                  </a:lnTo>
                  <a:lnTo>
                    <a:pt x="1080630" y="1278901"/>
                  </a:lnTo>
                  <a:lnTo>
                    <a:pt x="1081291" y="1293666"/>
                  </a:lnTo>
                  <a:lnTo>
                    <a:pt x="1081951" y="1325999"/>
                  </a:lnTo>
                  <a:lnTo>
                    <a:pt x="1082612" y="1362966"/>
                  </a:lnTo>
                  <a:lnTo>
                    <a:pt x="1083272" y="1406121"/>
                  </a:lnTo>
                  <a:lnTo>
                    <a:pt x="1083933" y="1430742"/>
                  </a:lnTo>
                  <a:lnTo>
                    <a:pt x="1084593" y="1430742"/>
                  </a:lnTo>
                  <a:lnTo>
                    <a:pt x="1085254" y="1430742"/>
                  </a:lnTo>
                  <a:lnTo>
                    <a:pt x="1085914" y="1430742"/>
                  </a:lnTo>
                  <a:lnTo>
                    <a:pt x="1086575" y="1430742"/>
                  </a:lnTo>
                  <a:lnTo>
                    <a:pt x="1087235" y="1430742"/>
                  </a:lnTo>
                  <a:lnTo>
                    <a:pt x="1087896" y="1430742"/>
                  </a:lnTo>
                  <a:lnTo>
                    <a:pt x="1088556" y="1430742"/>
                  </a:lnTo>
                  <a:lnTo>
                    <a:pt x="1089217" y="1430742"/>
                  </a:lnTo>
                  <a:lnTo>
                    <a:pt x="1089877" y="1430742"/>
                  </a:lnTo>
                  <a:lnTo>
                    <a:pt x="1090538" y="1430742"/>
                  </a:lnTo>
                  <a:lnTo>
                    <a:pt x="1091199" y="1430742"/>
                  </a:lnTo>
                  <a:lnTo>
                    <a:pt x="1091859" y="1430742"/>
                  </a:lnTo>
                  <a:lnTo>
                    <a:pt x="1092520" y="1406121"/>
                  </a:lnTo>
                  <a:lnTo>
                    <a:pt x="1093180" y="1362966"/>
                  </a:lnTo>
                  <a:lnTo>
                    <a:pt x="1093841" y="1325999"/>
                  </a:lnTo>
                  <a:lnTo>
                    <a:pt x="1094501" y="1309327"/>
                  </a:lnTo>
                  <a:lnTo>
                    <a:pt x="1095162" y="1309327"/>
                  </a:lnTo>
                  <a:lnTo>
                    <a:pt x="1095822" y="1325999"/>
                  </a:lnTo>
                  <a:lnTo>
                    <a:pt x="1096483" y="1362966"/>
                  </a:lnTo>
                  <a:lnTo>
                    <a:pt x="1097143" y="1406121"/>
                  </a:lnTo>
                  <a:lnTo>
                    <a:pt x="1097804" y="1430742"/>
                  </a:lnTo>
                  <a:lnTo>
                    <a:pt x="1098464" y="1430742"/>
                  </a:lnTo>
                  <a:lnTo>
                    <a:pt x="1099125" y="1430742"/>
                  </a:lnTo>
                  <a:lnTo>
                    <a:pt x="1099785" y="1430742"/>
                  </a:lnTo>
                  <a:lnTo>
                    <a:pt x="1100446" y="1430742"/>
                  </a:lnTo>
                  <a:lnTo>
                    <a:pt x="1101107" y="1430742"/>
                  </a:lnTo>
                  <a:lnTo>
                    <a:pt x="1101767" y="1406121"/>
                  </a:lnTo>
                  <a:lnTo>
                    <a:pt x="1102428" y="1383643"/>
                  </a:lnTo>
                  <a:lnTo>
                    <a:pt x="1103088" y="1362966"/>
                  </a:lnTo>
                  <a:lnTo>
                    <a:pt x="1103749" y="1343822"/>
                  </a:lnTo>
                  <a:lnTo>
                    <a:pt x="1104409" y="1343822"/>
                  </a:lnTo>
                  <a:lnTo>
                    <a:pt x="1105070" y="1362966"/>
                  </a:lnTo>
                  <a:lnTo>
                    <a:pt x="1105730" y="1383643"/>
                  </a:lnTo>
                  <a:lnTo>
                    <a:pt x="1106391" y="1406121"/>
                  </a:lnTo>
                  <a:lnTo>
                    <a:pt x="1107051" y="1430742"/>
                  </a:lnTo>
                  <a:lnTo>
                    <a:pt x="1107712" y="1430742"/>
                  </a:lnTo>
                  <a:lnTo>
                    <a:pt x="1108372" y="1430742"/>
                  </a:lnTo>
                  <a:lnTo>
                    <a:pt x="1109033" y="1430742"/>
                  </a:lnTo>
                  <a:lnTo>
                    <a:pt x="1109693" y="1430742"/>
                  </a:lnTo>
                  <a:lnTo>
                    <a:pt x="1110354" y="1430742"/>
                  </a:lnTo>
                  <a:lnTo>
                    <a:pt x="1111015" y="1430742"/>
                  </a:lnTo>
                  <a:lnTo>
                    <a:pt x="1111675" y="1430742"/>
                  </a:lnTo>
                  <a:lnTo>
                    <a:pt x="1112336" y="1430742"/>
                  </a:lnTo>
                  <a:lnTo>
                    <a:pt x="1112996" y="1430742"/>
                  </a:lnTo>
                  <a:lnTo>
                    <a:pt x="1113657" y="1430742"/>
                  </a:lnTo>
                  <a:lnTo>
                    <a:pt x="1114317" y="1430742"/>
                  </a:lnTo>
                  <a:lnTo>
                    <a:pt x="1114978" y="1383643"/>
                  </a:lnTo>
                  <a:lnTo>
                    <a:pt x="1115638" y="1343822"/>
                  </a:lnTo>
                  <a:lnTo>
                    <a:pt x="1116299" y="1325999"/>
                  </a:lnTo>
                  <a:lnTo>
                    <a:pt x="1116959" y="1325999"/>
                  </a:lnTo>
                  <a:lnTo>
                    <a:pt x="1117620" y="1325999"/>
                  </a:lnTo>
                  <a:lnTo>
                    <a:pt x="1118280" y="1336545"/>
                  </a:lnTo>
                  <a:lnTo>
                    <a:pt x="1118941" y="1319201"/>
                  </a:lnTo>
                  <a:lnTo>
                    <a:pt x="1119601" y="1287658"/>
                  </a:lnTo>
                  <a:lnTo>
                    <a:pt x="1120262" y="1273223"/>
                  </a:lnTo>
                  <a:lnTo>
                    <a:pt x="1120922" y="1273223"/>
                  </a:lnTo>
                  <a:lnTo>
                    <a:pt x="1121583" y="1293666"/>
                  </a:lnTo>
                  <a:lnTo>
                    <a:pt x="1122244" y="1341069"/>
                  </a:lnTo>
                  <a:lnTo>
                    <a:pt x="1122904" y="1360003"/>
                  </a:lnTo>
                  <a:lnTo>
                    <a:pt x="1123565" y="1323429"/>
                  </a:lnTo>
                  <a:lnTo>
                    <a:pt x="1124225" y="1302162"/>
                  </a:lnTo>
                  <a:lnTo>
                    <a:pt x="1124886" y="1245935"/>
                  </a:lnTo>
                  <a:lnTo>
                    <a:pt x="1125546" y="1212231"/>
                  </a:lnTo>
                  <a:lnTo>
                    <a:pt x="1126207" y="1223563"/>
                  </a:lnTo>
                  <a:lnTo>
                    <a:pt x="1126867" y="1260886"/>
                  </a:lnTo>
                  <a:lnTo>
                    <a:pt x="1127528" y="1278901"/>
                  </a:lnTo>
                  <a:lnTo>
                    <a:pt x="1128188" y="1343822"/>
                  </a:lnTo>
                  <a:lnTo>
                    <a:pt x="1128849" y="1406121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06121"/>
                  </a:lnTo>
                  <a:lnTo>
                    <a:pt x="1134794" y="1362966"/>
                  </a:lnTo>
                  <a:lnTo>
                    <a:pt x="1135454" y="1325999"/>
                  </a:lnTo>
                  <a:lnTo>
                    <a:pt x="1136115" y="1325999"/>
                  </a:lnTo>
                  <a:lnTo>
                    <a:pt x="1136775" y="1325999"/>
                  </a:lnTo>
                  <a:lnTo>
                    <a:pt x="1137436" y="1343822"/>
                  </a:lnTo>
                  <a:lnTo>
                    <a:pt x="1138096" y="1383643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30742"/>
                  </a:lnTo>
                  <a:lnTo>
                    <a:pt x="1142720" y="1430742"/>
                  </a:lnTo>
                  <a:lnTo>
                    <a:pt x="1143381" y="1430742"/>
                  </a:lnTo>
                  <a:lnTo>
                    <a:pt x="1144041" y="1430742"/>
                  </a:lnTo>
                  <a:lnTo>
                    <a:pt x="1144702" y="1430742"/>
                  </a:lnTo>
                  <a:lnTo>
                    <a:pt x="1145362" y="1430742"/>
                  </a:lnTo>
                  <a:lnTo>
                    <a:pt x="1146023" y="1430742"/>
                  </a:lnTo>
                  <a:lnTo>
                    <a:pt x="1146683" y="1430742"/>
                  </a:lnTo>
                  <a:lnTo>
                    <a:pt x="1147344" y="1430742"/>
                  </a:lnTo>
                  <a:lnTo>
                    <a:pt x="1148004" y="1430742"/>
                  </a:lnTo>
                  <a:lnTo>
                    <a:pt x="1148665" y="1430742"/>
                  </a:lnTo>
                  <a:lnTo>
                    <a:pt x="1149325" y="1430742"/>
                  </a:lnTo>
                  <a:lnTo>
                    <a:pt x="1149986" y="1430742"/>
                  </a:lnTo>
                  <a:lnTo>
                    <a:pt x="1150646" y="1430742"/>
                  </a:lnTo>
                  <a:lnTo>
                    <a:pt x="1151307" y="1430742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30742"/>
                  </a:lnTo>
                  <a:lnTo>
                    <a:pt x="1155931" y="1430742"/>
                  </a:lnTo>
                  <a:lnTo>
                    <a:pt x="1156591" y="1406121"/>
                  </a:lnTo>
                  <a:lnTo>
                    <a:pt x="1157252" y="1362966"/>
                  </a:lnTo>
                  <a:lnTo>
                    <a:pt x="1157912" y="1325999"/>
                  </a:lnTo>
                  <a:lnTo>
                    <a:pt x="1158573" y="1302162"/>
                  </a:lnTo>
                  <a:lnTo>
                    <a:pt x="1159233" y="1272522"/>
                  </a:lnTo>
                  <a:lnTo>
                    <a:pt x="1159894" y="1272522"/>
                  </a:lnTo>
                  <a:lnTo>
                    <a:pt x="1160554" y="1302162"/>
                  </a:lnTo>
                  <a:lnTo>
                    <a:pt x="1161215" y="1335649"/>
                  </a:lnTo>
                  <a:lnTo>
                    <a:pt x="1161875" y="1362966"/>
                  </a:lnTo>
                  <a:lnTo>
                    <a:pt x="1162536" y="1406121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06121"/>
                  </a:lnTo>
                  <a:lnTo>
                    <a:pt x="1165178" y="1362966"/>
                  </a:lnTo>
                  <a:lnTo>
                    <a:pt x="1165839" y="1325999"/>
                  </a:lnTo>
                  <a:lnTo>
                    <a:pt x="1166499" y="1309327"/>
                  </a:lnTo>
                  <a:lnTo>
                    <a:pt x="1167160" y="1309327"/>
                  </a:lnTo>
                  <a:lnTo>
                    <a:pt x="1167820" y="1325999"/>
                  </a:lnTo>
                  <a:lnTo>
                    <a:pt x="1168481" y="1362966"/>
                  </a:lnTo>
                  <a:lnTo>
                    <a:pt x="1169141" y="1406121"/>
                  </a:lnTo>
                  <a:lnTo>
                    <a:pt x="1169802" y="1383643"/>
                  </a:lnTo>
                  <a:lnTo>
                    <a:pt x="1170462" y="1325999"/>
                  </a:lnTo>
                  <a:lnTo>
                    <a:pt x="1171123" y="1293666"/>
                  </a:lnTo>
                  <a:lnTo>
                    <a:pt x="1171783" y="1264933"/>
                  </a:lnTo>
                  <a:lnTo>
                    <a:pt x="1172444" y="1227062"/>
                  </a:lnTo>
                  <a:lnTo>
                    <a:pt x="1173105" y="1227062"/>
                  </a:lnTo>
                  <a:lnTo>
                    <a:pt x="1173765" y="1258887"/>
                  </a:lnTo>
                  <a:lnTo>
                    <a:pt x="1174426" y="1286917"/>
                  </a:lnTo>
                  <a:lnTo>
                    <a:pt x="1175086" y="1318363"/>
                  </a:lnTo>
                  <a:lnTo>
                    <a:pt x="1175747" y="1374133"/>
                  </a:lnTo>
                  <a:lnTo>
                    <a:pt x="1176407" y="1419371"/>
                  </a:lnTo>
                  <a:lnTo>
                    <a:pt x="1177068" y="1430742"/>
                  </a:lnTo>
                  <a:lnTo>
                    <a:pt x="1177728" y="1430742"/>
                  </a:lnTo>
                  <a:lnTo>
                    <a:pt x="1178389" y="1430742"/>
                  </a:lnTo>
                  <a:lnTo>
                    <a:pt x="1179049" y="1430742"/>
                  </a:lnTo>
                  <a:lnTo>
                    <a:pt x="1179710" y="1430742"/>
                  </a:lnTo>
                  <a:lnTo>
                    <a:pt x="1180370" y="1430742"/>
                  </a:lnTo>
                  <a:lnTo>
                    <a:pt x="1181031" y="1430742"/>
                  </a:lnTo>
                  <a:lnTo>
                    <a:pt x="1181691" y="1430742"/>
                  </a:lnTo>
                  <a:lnTo>
                    <a:pt x="1182352" y="1430742"/>
                  </a:lnTo>
                  <a:lnTo>
                    <a:pt x="1183013" y="1430742"/>
                  </a:lnTo>
                  <a:lnTo>
                    <a:pt x="1183673" y="1406121"/>
                  </a:lnTo>
                  <a:lnTo>
                    <a:pt x="1184334" y="1362966"/>
                  </a:lnTo>
                  <a:lnTo>
                    <a:pt x="1184994" y="1343822"/>
                  </a:lnTo>
                  <a:lnTo>
                    <a:pt x="1185655" y="1343822"/>
                  </a:lnTo>
                  <a:lnTo>
                    <a:pt x="1186315" y="1343822"/>
                  </a:lnTo>
                  <a:lnTo>
                    <a:pt x="1186976" y="1362966"/>
                  </a:lnTo>
                  <a:lnTo>
                    <a:pt x="1187636" y="1406121"/>
                  </a:lnTo>
                  <a:lnTo>
                    <a:pt x="1188297" y="1430742"/>
                  </a:lnTo>
                  <a:lnTo>
                    <a:pt x="1188957" y="1430742"/>
                  </a:lnTo>
                  <a:lnTo>
                    <a:pt x="1189618" y="1430742"/>
                  </a:lnTo>
                  <a:lnTo>
                    <a:pt x="1190278" y="1430742"/>
                  </a:lnTo>
                  <a:lnTo>
                    <a:pt x="1190939" y="1430742"/>
                  </a:lnTo>
                  <a:lnTo>
                    <a:pt x="1191599" y="1430742"/>
                  </a:lnTo>
                  <a:lnTo>
                    <a:pt x="1192260" y="1430742"/>
                  </a:lnTo>
                  <a:lnTo>
                    <a:pt x="1192920" y="1430742"/>
                  </a:lnTo>
                  <a:lnTo>
                    <a:pt x="1193581" y="1430742"/>
                  </a:lnTo>
                  <a:lnTo>
                    <a:pt x="1194242" y="1430742"/>
                  </a:lnTo>
                  <a:lnTo>
                    <a:pt x="1194902" y="1430742"/>
                  </a:lnTo>
                  <a:lnTo>
                    <a:pt x="1195563" y="1430742"/>
                  </a:lnTo>
                  <a:lnTo>
                    <a:pt x="1196223" y="1430742"/>
                  </a:lnTo>
                  <a:lnTo>
                    <a:pt x="1196884" y="1430742"/>
                  </a:lnTo>
                  <a:lnTo>
                    <a:pt x="1197544" y="1430742"/>
                  </a:lnTo>
                  <a:lnTo>
                    <a:pt x="1198205" y="1430742"/>
                  </a:lnTo>
                  <a:lnTo>
                    <a:pt x="1198865" y="1430742"/>
                  </a:lnTo>
                  <a:lnTo>
                    <a:pt x="1199526" y="1430742"/>
                  </a:lnTo>
                  <a:lnTo>
                    <a:pt x="1200186" y="1430742"/>
                  </a:lnTo>
                  <a:lnTo>
                    <a:pt x="1200847" y="1430742"/>
                  </a:lnTo>
                  <a:lnTo>
                    <a:pt x="1201507" y="1430742"/>
                  </a:lnTo>
                  <a:lnTo>
                    <a:pt x="1202168" y="1430742"/>
                  </a:lnTo>
                  <a:lnTo>
                    <a:pt x="1202828" y="1430742"/>
                  </a:lnTo>
                  <a:lnTo>
                    <a:pt x="1203489" y="1430742"/>
                  </a:lnTo>
                  <a:lnTo>
                    <a:pt x="1204150" y="1430742"/>
                  </a:lnTo>
                  <a:lnTo>
                    <a:pt x="1204810" y="1430742"/>
                  </a:lnTo>
                  <a:lnTo>
                    <a:pt x="1205471" y="1430742"/>
                  </a:lnTo>
                  <a:lnTo>
                    <a:pt x="1206131" y="1430742"/>
                  </a:lnTo>
                  <a:lnTo>
                    <a:pt x="1206792" y="1430742"/>
                  </a:lnTo>
                  <a:lnTo>
                    <a:pt x="1207452" y="1430742"/>
                  </a:lnTo>
                  <a:lnTo>
                    <a:pt x="1208113" y="1430742"/>
                  </a:lnTo>
                  <a:lnTo>
                    <a:pt x="1208773" y="1430742"/>
                  </a:lnTo>
                  <a:lnTo>
                    <a:pt x="1209434" y="1430742"/>
                  </a:lnTo>
                  <a:lnTo>
                    <a:pt x="1210094" y="1430742"/>
                  </a:lnTo>
                  <a:lnTo>
                    <a:pt x="1210755" y="1430742"/>
                  </a:lnTo>
                  <a:lnTo>
                    <a:pt x="1211415" y="1430742"/>
                  </a:lnTo>
                  <a:lnTo>
                    <a:pt x="1212076" y="1430742"/>
                  </a:lnTo>
                  <a:lnTo>
                    <a:pt x="1212736" y="1430742"/>
                  </a:lnTo>
                  <a:lnTo>
                    <a:pt x="1213397" y="1430742"/>
                  </a:lnTo>
                  <a:lnTo>
                    <a:pt x="1214058" y="1430742"/>
                  </a:lnTo>
                  <a:lnTo>
                    <a:pt x="1214718" y="1430742"/>
                  </a:lnTo>
                  <a:lnTo>
                    <a:pt x="1215379" y="1430742"/>
                  </a:lnTo>
                  <a:lnTo>
                    <a:pt x="1216039" y="1430742"/>
                  </a:lnTo>
                  <a:lnTo>
                    <a:pt x="1216700" y="1430742"/>
                  </a:lnTo>
                  <a:lnTo>
                    <a:pt x="1217360" y="1430742"/>
                  </a:lnTo>
                  <a:lnTo>
                    <a:pt x="1218021" y="1430742"/>
                  </a:lnTo>
                  <a:lnTo>
                    <a:pt x="1218681" y="1430742"/>
                  </a:lnTo>
                  <a:lnTo>
                    <a:pt x="1219342" y="1430742"/>
                  </a:lnTo>
                  <a:lnTo>
                    <a:pt x="1220002" y="1430742"/>
                  </a:lnTo>
                  <a:lnTo>
                    <a:pt x="1220663" y="1430742"/>
                  </a:lnTo>
                  <a:lnTo>
                    <a:pt x="1221323" y="1430742"/>
                  </a:lnTo>
                  <a:lnTo>
                    <a:pt x="1221984" y="1430742"/>
                  </a:lnTo>
                  <a:lnTo>
                    <a:pt x="1222644" y="1430742"/>
                  </a:lnTo>
                  <a:lnTo>
                    <a:pt x="1223305" y="1430742"/>
                  </a:lnTo>
                  <a:lnTo>
                    <a:pt x="1223965" y="1430742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383643"/>
                  </a:lnTo>
                  <a:lnTo>
                    <a:pt x="1227268" y="1343822"/>
                  </a:lnTo>
                  <a:lnTo>
                    <a:pt x="1227929" y="1325999"/>
                  </a:lnTo>
                  <a:lnTo>
                    <a:pt x="1228589" y="1325999"/>
                  </a:lnTo>
                  <a:lnTo>
                    <a:pt x="1229250" y="1325999"/>
                  </a:lnTo>
                  <a:lnTo>
                    <a:pt x="1229910" y="1362966"/>
                  </a:lnTo>
                  <a:lnTo>
                    <a:pt x="1230571" y="1406121"/>
                  </a:lnTo>
                  <a:lnTo>
                    <a:pt x="1231231" y="1430742"/>
                  </a:lnTo>
                  <a:lnTo>
                    <a:pt x="1231892" y="1430742"/>
                  </a:lnTo>
                  <a:lnTo>
                    <a:pt x="1232552" y="1430742"/>
                  </a:lnTo>
                  <a:lnTo>
                    <a:pt x="1233213" y="1430742"/>
                  </a:lnTo>
                  <a:lnTo>
                    <a:pt x="1233873" y="1430742"/>
                  </a:lnTo>
                  <a:lnTo>
                    <a:pt x="1234534" y="1430742"/>
                  </a:lnTo>
                  <a:lnTo>
                    <a:pt x="1235195" y="1430742"/>
                  </a:lnTo>
                  <a:lnTo>
                    <a:pt x="1235855" y="1430742"/>
                  </a:lnTo>
                  <a:lnTo>
                    <a:pt x="1236516" y="1430742"/>
                  </a:lnTo>
                  <a:lnTo>
                    <a:pt x="1237176" y="1430742"/>
                  </a:lnTo>
                  <a:lnTo>
                    <a:pt x="1237837" y="1430742"/>
                  </a:lnTo>
                  <a:lnTo>
                    <a:pt x="1238497" y="1430742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06121"/>
                  </a:lnTo>
                  <a:lnTo>
                    <a:pt x="1241139" y="1362966"/>
                  </a:lnTo>
                  <a:lnTo>
                    <a:pt x="1241800" y="1343822"/>
                  </a:lnTo>
                  <a:lnTo>
                    <a:pt x="1242460" y="1343822"/>
                  </a:lnTo>
                  <a:lnTo>
                    <a:pt x="1243121" y="1325999"/>
                  </a:lnTo>
                  <a:lnTo>
                    <a:pt x="1243781" y="1309327"/>
                  </a:lnTo>
                  <a:lnTo>
                    <a:pt x="1244442" y="1325999"/>
                  </a:lnTo>
                  <a:lnTo>
                    <a:pt x="1245103" y="1343822"/>
                  </a:lnTo>
                  <a:lnTo>
                    <a:pt x="1245763" y="1343822"/>
                  </a:lnTo>
                  <a:lnTo>
                    <a:pt x="1246424" y="1362966"/>
                  </a:lnTo>
                  <a:lnTo>
                    <a:pt x="1247084" y="1406121"/>
                  </a:lnTo>
                  <a:lnTo>
                    <a:pt x="1247745" y="1430742"/>
                  </a:lnTo>
                  <a:lnTo>
                    <a:pt x="1248405" y="1430742"/>
                  </a:lnTo>
                  <a:lnTo>
                    <a:pt x="1249066" y="1406121"/>
                  </a:lnTo>
                  <a:lnTo>
                    <a:pt x="1249726" y="1383643"/>
                  </a:lnTo>
                  <a:lnTo>
                    <a:pt x="1250387" y="1346605"/>
                  </a:lnTo>
                  <a:lnTo>
                    <a:pt x="1251047" y="1311760"/>
                  </a:lnTo>
                  <a:lnTo>
                    <a:pt x="1251708" y="1281062"/>
                  </a:lnTo>
                  <a:lnTo>
                    <a:pt x="1252368" y="1266981"/>
                  </a:lnTo>
                  <a:lnTo>
                    <a:pt x="1253029" y="1228829"/>
                  </a:lnTo>
                  <a:lnTo>
                    <a:pt x="1253689" y="1216704"/>
                  </a:lnTo>
                  <a:lnTo>
                    <a:pt x="1254350" y="1216704"/>
                  </a:lnTo>
                  <a:lnTo>
                    <a:pt x="1255011" y="1228239"/>
                  </a:lnTo>
                  <a:lnTo>
                    <a:pt x="1255671" y="1252978"/>
                  </a:lnTo>
                  <a:lnTo>
                    <a:pt x="1256332" y="1295190"/>
                  </a:lnTo>
                  <a:lnTo>
                    <a:pt x="1256992" y="1309327"/>
                  </a:lnTo>
                  <a:lnTo>
                    <a:pt x="1257653" y="1325999"/>
                  </a:lnTo>
                  <a:lnTo>
                    <a:pt x="1258313" y="1343822"/>
                  </a:lnTo>
                  <a:lnTo>
                    <a:pt x="1258974" y="1343822"/>
                  </a:lnTo>
                  <a:lnTo>
                    <a:pt x="1259634" y="1362966"/>
                  </a:lnTo>
                  <a:lnTo>
                    <a:pt x="1260295" y="1406121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30742"/>
                  </a:lnTo>
                  <a:lnTo>
                    <a:pt x="1262937" y="1430742"/>
                  </a:lnTo>
                  <a:lnTo>
                    <a:pt x="1263597" y="1430742"/>
                  </a:lnTo>
                  <a:lnTo>
                    <a:pt x="1264258" y="1430742"/>
                  </a:lnTo>
                  <a:lnTo>
                    <a:pt x="1264918" y="1430742"/>
                  </a:lnTo>
                  <a:lnTo>
                    <a:pt x="1265579" y="1430742"/>
                  </a:lnTo>
                  <a:lnTo>
                    <a:pt x="1266240" y="1430742"/>
                  </a:lnTo>
                  <a:lnTo>
                    <a:pt x="1266900" y="1430742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30742"/>
                  </a:lnTo>
                  <a:lnTo>
                    <a:pt x="1270863" y="1430742"/>
                  </a:lnTo>
                  <a:lnTo>
                    <a:pt x="1271524" y="1430742"/>
                  </a:lnTo>
                  <a:lnTo>
                    <a:pt x="1272184" y="1430742"/>
                  </a:lnTo>
                  <a:lnTo>
                    <a:pt x="1272845" y="1430742"/>
                  </a:lnTo>
                  <a:lnTo>
                    <a:pt x="1273505" y="1430742"/>
                  </a:lnTo>
                  <a:lnTo>
                    <a:pt x="1274166" y="1430742"/>
                  </a:lnTo>
                  <a:lnTo>
                    <a:pt x="1274826" y="1430742"/>
                  </a:lnTo>
                  <a:lnTo>
                    <a:pt x="1275487" y="1430742"/>
                  </a:lnTo>
                  <a:lnTo>
                    <a:pt x="1276148" y="1430742"/>
                  </a:lnTo>
                  <a:lnTo>
                    <a:pt x="1276808" y="1430742"/>
                  </a:lnTo>
                  <a:lnTo>
                    <a:pt x="1277469" y="1430742"/>
                  </a:lnTo>
                  <a:lnTo>
                    <a:pt x="1278129" y="1430742"/>
                  </a:lnTo>
                  <a:lnTo>
                    <a:pt x="1278790" y="1430742"/>
                  </a:lnTo>
                  <a:lnTo>
                    <a:pt x="1279450" y="1430742"/>
                  </a:lnTo>
                  <a:lnTo>
                    <a:pt x="1280111" y="1430742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30742"/>
                  </a:lnTo>
                  <a:lnTo>
                    <a:pt x="1283413" y="1430742"/>
                  </a:lnTo>
                  <a:lnTo>
                    <a:pt x="1284074" y="1430742"/>
                  </a:lnTo>
                  <a:lnTo>
                    <a:pt x="1284734" y="1430742"/>
                  </a:lnTo>
                  <a:lnTo>
                    <a:pt x="1285395" y="1430742"/>
                  </a:lnTo>
                  <a:lnTo>
                    <a:pt x="1286056" y="1430742"/>
                  </a:lnTo>
                  <a:lnTo>
                    <a:pt x="1286716" y="1430742"/>
                  </a:lnTo>
                  <a:lnTo>
                    <a:pt x="1287377" y="1430742"/>
                  </a:lnTo>
                  <a:lnTo>
                    <a:pt x="1288037" y="1430742"/>
                  </a:lnTo>
                  <a:lnTo>
                    <a:pt x="1288698" y="1406121"/>
                  </a:lnTo>
                  <a:lnTo>
                    <a:pt x="1289358" y="1362966"/>
                  </a:lnTo>
                  <a:lnTo>
                    <a:pt x="1290019" y="1325999"/>
                  </a:lnTo>
                  <a:lnTo>
                    <a:pt x="1290679" y="1309327"/>
                  </a:lnTo>
                  <a:lnTo>
                    <a:pt x="1291340" y="1309327"/>
                  </a:lnTo>
                  <a:lnTo>
                    <a:pt x="1292000" y="1325999"/>
                  </a:lnTo>
                  <a:lnTo>
                    <a:pt x="1292661" y="1362966"/>
                  </a:lnTo>
                  <a:lnTo>
                    <a:pt x="1293321" y="1362966"/>
                  </a:lnTo>
                  <a:lnTo>
                    <a:pt x="1293982" y="1343822"/>
                  </a:lnTo>
                  <a:lnTo>
                    <a:pt x="1294642" y="1325999"/>
                  </a:lnTo>
                  <a:lnTo>
                    <a:pt x="1295303" y="1325999"/>
                  </a:lnTo>
                  <a:lnTo>
                    <a:pt x="1295963" y="1325999"/>
                  </a:lnTo>
                  <a:lnTo>
                    <a:pt x="1296624" y="1362966"/>
                  </a:lnTo>
                  <a:lnTo>
                    <a:pt x="1297285" y="1406121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06121"/>
                  </a:lnTo>
                  <a:lnTo>
                    <a:pt x="1303890" y="1362966"/>
                  </a:lnTo>
                  <a:lnTo>
                    <a:pt x="1304550" y="1309327"/>
                  </a:lnTo>
                  <a:lnTo>
                    <a:pt x="1305211" y="1264933"/>
                  </a:lnTo>
                  <a:lnTo>
                    <a:pt x="1305871" y="1239079"/>
                  </a:lnTo>
                  <a:lnTo>
                    <a:pt x="1306532" y="1218970"/>
                  </a:lnTo>
                  <a:lnTo>
                    <a:pt x="1307193" y="1230609"/>
                  </a:lnTo>
                  <a:lnTo>
                    <a:pt x="1307853" y="1269045"/>
                  </a:lnTo>
                  <a:lnTo>
                    <a:pt x="1308514" y="1314217"/>
                  </a:lnTo>
                  <a:lnTo>
                    <a:pt x="1309174" y="1331218"/>
                  </a:lnTo>
                  <a:lnTo>
                    <a:pt x="1309835" y="1343822"/>
                  </a:lnTo>
                  <a:lnTo>
                    <a:pt x="1310495" y="1343822"/>
                  </a:lnTo>
                  <a:lnTo>
                    <a:pt x="1311156" y="1343822"/>
                  </a:lnTo>
                  <a:lnTo>
                    <a:pt x="1311816" y="1325999"/>
                  </a:lnTo>
                  <a:lnTo>
                    <a:pt x="1312477" y="1309327"/>
                  </a:lnTo>
                  <a:lnTo>
                    <a:pt x="1313137" y="1325999"/>
                  </a:lnTo>
                  <a:lnTo>
                    <a:pt x="1313798" y="1325999"/>
                  </a:lnTo>
                  <a:lnTo>
                    <a:pt x="1314458" y="1309327"/>
                  </a:lnTo>
                  <a:lnTo>
                    <a:pt x="1315119" y="1309327"/>
                  </a:lnTo>
                  <a:lnTo>
                    <a:pt x="1315779" y="1343822"/>
                  </a:lnTo>
                  <a:lnTo>
                    <a:pt x="1316440" y="1343822"/>
                  </a:lnTo>
                  <a:lnTo>
                    <a:pt x="1317101" y="1309327"/>
                  </a:lnTo>
                  <a:lnTo>
                    <a:pt x="1317761" y="1278901"/>
                  </a:lnTo>
                  <a:lnTo>
                    <a:pt x="1318422" y="1251683"/>
                  </a:lnTo>
                  <a:lnTo>
                    <a:pt x="1319082" y="1218970"/>
                  </a:lnTo>
                  <a:lnTo>
                    <a:pt x="1319743" y="1207834"/>
                  </a:lnTo>
                  <a:lnTo>
                    <a:pt x="1320403" y="1197157"/>
                  </a:lnTo>
                  <a:lnTo>
                    <a:pt x="1321064" y="1177044"/>
                  </a:lnTo>
                  <a:lnTo>
                    <a:pt x="1321724" y="1153480"/>
                  </a:lnTo>
                  <a:lnTo>
                    <a:pt x="1322385" y="1150844"/>
                  </a:lnTo>
                  <a:lnTo>
                    <a:pt x="1323045" y="1118049"/>
                  </a:lnTo>
                  <a:lnTo>
                    <a:pt x="1323706" y="1103091"/>
                  </a:lnTo>
                  <a:lnTo>
                    <a:pt x="1324366" y="1118049"/>
                  </a:lnTo>
                  <a:lnTo>
                    <a:pt x="1325027" y="1146940"/>
                  </a:lnTo>
                  <a:lnTo>
                    <a:pt x="1325687" y="1146940"/>
                  </a:lnTo>
                  <a:lnTo>
                    <a:pt x="1326348" y="1194039"/>
                  </a:lnTo>
                  <a:lnTo>
                    <a:pt x="1327009" y="1239079"/>
                  </a:lnTo>
                  <a:lnTo>
                    <a:pt x="1327669" y="1264933"/>
                  </a:lnTo>
                  <a:lnTo>
                    <a:pt x="1328330" y="1278901"/>
                  </a:lnTo>
                  <a:lnTo>
                    <a:pt x="1328990" y="1289147"/>
                  </a:lnTo>
                  <a:lnTo>
                    <a:pt x="1329651" y="1254279"/>
                  </a:lnTo>
                  <a:lnTo>
                    <a:pt x="1330311" y="1229421"/>
                  </a:lnTo>
                  <a:lnTo>
                    <a:pt x="1330972" y="1228829"/>
                  </a:lnTo>
                  <a:lnTo>
                    <a:pt x="1331632" y="1240931"/>
                  </a:lnTo>
                  <a:lnTo>
                    <a:pt x="1332293" y="1271125"/>
                  </a:lnTo>
                  <a:lnTo>
                    <a:pt x="1332953" y="1325140"/>
                  </a:lnTo>
                  <a:lnTo>
                    <a:pt x="1333614" y="1404949"/>
                  </a:lnTo>
                  <a:lnTo>
                    <a:pt x="1334274" y="1406121"/>
                  </a:lnTo>
                  <a:lnTo>
                    <a:pt x="1334935" y="1362966"/>
                  </a:lnTo>
                  <a:lnTo>
                    <a:pt x="1335595" y="1325999"/>
                  </a:lnTo>
                  <a:lnTo>
                    <a:pt x="1336256" y="1309327"/>
                  </a:lnTo>
                  <a:lnTo>
                    <a:pt x="1336916" y="1309327"/>
                  </a:lnTo>
                  <a:lnTo>
                    <a:pt x="1337577" y="1325999"/>
                  </a:lnTo>
                  <a:lnTo>
                    <a:pt x="1338238" y="1362966"/>
                  </a:lnTo>
                  <a:lnTo>
                    <a:pt x="1338898" y="1406121"/>
                  </a:lnTo>
                  <a:lnTo>
                    <a:pt x="1339559" y="1430742"/>
                  </a:lnTo>
                  <a:lnTo>
                    <a:pt x="1340219" y="1383643"/>
                  </a:lnTo>
                  <a:lnTo>
                    <a:pt x="1340880" y="1278901"/>
                  </a:lnTo>
                  <a:lnTo>
                    <a:pt x="1341540" y="1207834"/>
                  </a:lnTo>
                  <a:lnTo>
                    <a:pt x="1342201" y="1149536"/>
                  </a:lnTo>
                  <a:lnTo>
                    <a:pt x="1342861" y="1098410"/>
                  </a:lnTo>
                  <a:lnTo>
                    <a:pt x="1343522" y="1081493"/>
                  </a:lnTo>
                  <a:lnTo>
                    <a:pt x="1344182" y="1102365"/>
                  </a:lnTo>
                  <a:lnTo>
                    <a:pt x="1344843" y="1147371"/>
                  </a:lnTo>
                  <a:lnTo>
                    <a:pt x="1345503" y="1205123"/>
                  </a:lnTo>
                  <a:lnTo>
                    <a:pt x="1346164" y="1286917"/>
                  </a:lnTo>
                  <a:lnTo>
                    <a:pt x="1346824" y="1362966"/>
                  </a:lnTo>
                  <a:lnTo>
                    <a:pt x="1347485" y="1430742"/>
                  </a:lnTo>
                  <a:lnTo>
                    <a:pt x="1348146" y="1368998"/>
                  </a:lnTo>
                  <a:lnTo>
                    <a:pt x="1348806" y="1298266"/>
                  </a:lnTo>
                  <a:lnTo>
                    <a:pt x="1349467" y="1230609"/>
                  </a:lnTo>
                  <a:lnTo>
                    <a:pt x="1350127" y="1197157"/>
                  </a:lnTo>
                  <a:lnTo>
                    <a:pt x="1350788" y="1177044"/>
                  </a:lnTo>
                  <a:lnTo>
                    <a:pt x="1351448" y="1174158"/>
                  </a:lnTo>
                  <a:lnTo>
                    <a:pt x="1352109" y="1174158"/>
                  </a:lnTo>
                  <a:lnTo>
                    <a:pt x="1352769" y="1183907"/>
                  </a:lnTo>
                  <a:lnTo>
                    <a:pt x="1353430" y="1202975"/>
                  </a:lnTo>
                  <a:lnTo>
                    <a:pt x="1354090" y="1225306"/>
                  </a:lnTo>
                  <a:lnTo>
                    <a:pt x="1354751" y="1262902"/>
                  </a:lnTo>
                  <a:lnTo>
                    <a:pt x="1355411" y="1323429"/>
                  </a:lnTo>
                  <a:lnTo>
                    <a:pt x="1356072" y="1402622"/>
                  </a:lnTo>
                  <a:lnTo>
                    <a:pt x="1356732" y="1406121"/>
                  </a:lnTo>
                  <a:lnTo>
                    <a:pt x="1357393" y="1362966"/>
                  </a:lnTo>
                  <a:lnTo>
                    <a:pt x="1358054" y="1333868"/>
                  </a:lnTo>
                  <a:lnTo>
                    <a:pt x="1358714" y="1316697"/>
                  </a:lnTo>
                  <a:lnTo>
                    <a:pt x="1359375" y="1316697"/>
                  </a:lnTo>
                  <a:lnTo>
                    <a:pt x="1360035" y="1333868"/>
                  </a:lnTo>
                  <a:lnTo>
                    <a:pt x="1360696" y="1372067"/>
                  </a:lnTo>
                  <a:lnTo>
                    <a:pt x="1361356" y="1406121"/>
                  </a:lnTo>
                  <a:lnTo>
                    <a:pt x="1362017" y="1430742"/>
                  </a:lnTo>
                  <a:lnTo>
                    <a:pt x="1362677" y="1430742"/>
                  </a:lnTo>
                  <a:lnTo>
                    <a:pt x="1363338" y="1430742"/>
                  </a:lnTo>
                  <a:lnTo>
                    <a:pt x="1363998" y="1430742"/>
                  </a:lnTo>
                  <a:lnTo>
                    <a:pt x="1364659" y="1430742"/>
                  </a:lnTo>
                  <a:lnTo>
                    <a:pt x="1365319" y="1430742"/>
                  </a:lnTo>
                  <a:lnTo>
                    <a:pt x="1365980" y="1430742"/>
                  </a:lnTo>
                  <a:lnTo>
                    <a:pt x="1366640" y="1430742"/>
                  </a:lnTo>
                  <a:lnTo>
                    <a:pt x="1367301" y="1430742"/>
                  </a:lnTo>
                  <a:lnTo>
                    <a:pt x="1367961" y="1430742"/>
                  </a:lnTo>
                  <a:lnTo>
                    <a:pt x="1368622" y="1430742"/>
                  </a:lnTo>
                  <a:lnTo>
                    <a:pt x="1369283" y="1430742"/>
                  </a:lnTo>
                  <a:lnTo>
                    <a:pt x="1369943" y="1383643"/>
                  </a:lnTo>
                  <a:lnTo>
                    <a:pt x="1370604" y="1343822"/>
                  </a:lnTo>
                  <a:lnTo>
                    <a:pt x="1371264" y="1341983"/>
                  </a:lnTo>
                  <a:lnTo>
                    <a:pt x="1371925" y="1332098"/>
                  </a:lnTo>
                  <a:lnTo>
                    <a:pt x="1372585" y="1315041"/>
                  </a:lnTo>
                  <a:lnTo>
                    <a:pt x="1373246" y="1315041"/>
                  </a:lnTo>
                  <a:lnTo>
                    <a:pt x="1373906" y="1332098"/>
                  </a:lnTo>
                  <a:lnTo>
                    <a:pt x="1374567" y="1320041"/>
                  </a:lnTo>
                  <a:lnTo>
                    <a:pt x="1375227" y="1312577"/>
                  </a:lnTo>
                  <a:lnTo>
                    <a:pt x="1375888" y="1296723"/>
                  </a:lnTo>
                  <a:lnTo>
                    <a:pt x="1376548" y="1312577"/>
                  </a:lnTo>
                  <a:lnTo>
                    <a:pt x="1377209" y="1312577"/>
                  </a:lnTo>
                  <a:lnTo>
                    <a:pt x="1377869" y="1293666"/>
                  </a:lnTo>
                  <a:lnTo>
                    <a:pt x="1378530" y="1278901"/>
                  </a:lnTo>
                  <a:lnTo>
                    <a:pt x="1379191" y="1278901"/>
                  </a:lnTo>
                  <a:lnTo>
                    <a:pt x="1379851" y="1264933"/>
                  </a:lnTo>
                  <a:lnTo>
                    <a:pt x="1380512" y="1251683"/>
                  </a:lnTo>
                  <a:lnTo>
                    <a:pt x="1381172" y="1261557"/>
                  </a:lnTo>
                  <a:lnTo>
                    <a:pt x="1381833" y="1264933"/>
                  </a:lnTo>
                  <a:lnTo>
                    <a:pt x="1382493" y="1264933"/>
                  </a:lnTo>
                  <a:lnTo>
                    <a:pt x="1383154" y="1278901"/>
                  </a:lnTo>
                  <a:lnTo>
                    <a:pt x="1383814" y="1309327"/>
                  </a:lnTo>
                  <a:lnTo>
                    <a:pt x="1384475" y="1330341"/>
                  </a:lnTo>
                  <a:lnTo>
                    <a:pt x="1385135" y="1362966"/>
                  </a:lnTo>
                  <a:lnTo>
                    <a:pt x="1385796" y="1406121"/>
                  </a:lnTo>
                  <a:lnTo>
                    <a:pt x="1386456" y="1430742"/>
                  </a:lnTo>
                  <a:lnTo>
                    <a:pt x="1387117" y="1406121"/>
                  </a:lnTo>
                  <a:lnTo>
                    <a:pt x="1387777" y="1362966"/>
                  </a:lnTo>
                  <a:lnTo>
                    <a:pt x="1388438" y="1343822"/>
                  </a:lnTo>
                  <a:lnTo>
                    <a:pt x="1389099" y="1315041"/>
                  </a:lnTo>
                  <a:lnTo>
                    <a:pt x="1389759" y="1283973"/>
                  </a:lnTo>
                  <a:lnTo>
                    <a:pt x="1390420" y="1269737"/>
                  </a:lnTo>
                  <a:lnTo>
                    <a:pt x="1391080" y="1256244"/>
                  </a:lnTo>
                  <a:lnTo>
                    <a:pt x="1391741" y="1231205"/>
                  </a:lnTo>
                  <a:lnTo>
                    <a:pt x="1392401" y="1183907"/>
                  </a:lnTo>
                  <a:lnTo>
                    <a:pt x="1393062" y="1138469"/>
                  </a:lnTo>
                  <a:lnTo>
                    <a:pt x="1393722" y="1116131"/>
                  </a:lnTo>
                  <a:lnTo>
                    <a:pt x="1394383" y="1116131"/>
                  </a:lnTo>
                  <a:lnTo>
                    <a:pt x="1395043" y="1131888"/>
                  </a:lnTo>
                  <a:lnTo>
                    <a:pt x="1395704" y="1176078"/>
                  </a:lnTo>
                  <a:lnTo>
                    <a:pt x="1396364" y="1233602"/>
                  </a:lnTo>
                  <a:lnTo>
                    <a:pt x="1397025" y="1269737"/>
                  </a:lnTo>
                  <a:lnTo>
                    <a:pt x="1397685" y="1283973"/>
                  </a:lnTo>
                  <a:lnTo>
                    <a:pt x="1398346" y="1283973"/>
                  </a:lnTo>
                  <a:lnTo>
                    <a:pt x="1399007" y="1269737"/>
                  </a:lnTo>
                  <a:lnTo>
                    <a:pt x="1399667" y="1278901"/>
                  </a:lnTo>
                  <a:lnTo>
                    <a:pt x="1400328" y="1293666"/>
                  </a:lnTo>
                  <a:lnTo>
                    <a:pt x="1400988" y="1309327"/>
                  </a:lnTo>
                  <a:lnTo>
                    <a:pt x="1401649" y="1325999"/>
                  </a:lnTo>
                  <a:lnTo>
                    <a:pt x="1402309" y="1362966"/>
                  </a:lnTo>
                  <a:lnTo>
                    <a:pt x="1402970" y="1383643"/>
                  </a:lnTo>
                  <a:lnTo>
                    <a:pt x="1403630" y="1406121"/>
                  </a:lnTo>
                  <a:lnTo>
                    <a:pt x="1404291" y="1430742"/>
                  </a:lnTo>
                  <a:lnTo>
                    <a:pt x="1404951" y="1430742"/>
                  </a:lnTo>
                  <a:lnTo>
                    <a:pt x="1405612" y="1430742"/>
                  </a:lnTo>
                  <a:lnTo>
                    <a:pt x="1406272" y="1406121"/>
                  </a:lnTo>
                  <a:lnTo>
                    <a:pt x="1406933" y="1383643"/>
                  </a:lnTo>
                  <a:lnTo>
                    <a:pt x="1407593" y="1362966"/>
                  </a:lnTo>
                  <a:lnTo>
                    <a:pt x="1408254" y="1343822"/>
                  </a:lnTo>
                  <a:lnTo>
                    <a:pt x="1408914" y="1343822"/>
                  </a:lnTo>
                  <a:lnTo>
                    <a:pt x="1409575" y="1362966"/>
                  </a:lnTo>
                  <a:lnTo>
                    <a:pt x="1410236" y="1383643"/>
                  </a:lnTo>
                  <a:lnTo>
                    <a:pt x="1410896" y="1406121"/>
                  </a:lnTo>
                  <a:lnTo>
                    <a:pt x="1411557" y="1430742"/>
                  </a:lnTo>
                  <a:lnTo>
                    <a:pt x="1412217" y="1430742"/>
                  </a:lnTo>
                  <a:lnTo>
                    <a:pt x="1412878" y="1430742"/>
                  </a:lnTo>
                  <a:lnTo>
                    <a:pt x="1413538" y="1406121"/>
                  </a:lnTo>
                  <a:lnTo>
                    <a:pt x="1414199" y="1383643"/>
                  </a:lnTo>
                  <a:lnTo>
                    <a:pt x="1414859" y="1362966"/>
                  </a:lnTo>
                  <a:lnTo>
                    <a:pt x="1415520" y="1343822"/>
                  </a:lnTo>
                  <a:lnTo>
                    <a:pt x="1416180" y="1343822"/>
                  </a:lnTo>
                  <a:lnTo>
                    <a:pt x="1416841" y="1362966"/>
                  </a:lnTo>
                  <a:lnTo>
                    <a:pt x="1417501" y="1383643"/>
                  </a:lnTo>
                  <a:lnTo>
                    <a:pt x="1418162" y="1406121"/>
                  </a:lnTo>
                  <a:lnTo>
                    <a:pt x="1418822" y="1430742"/>
                  </a:lnTo>
                  <a:lnTo>
                    <a:pt x="1419483" y="1430742"/>
                  </a:lnTo>
                  <a:lnTo>
                    <a:pt x="1420144" y="1430742"/>
                  </a:lnTo>
                  <a:lnTo>
                    <a:pt x="1420804" y="1430742"/>
                  </a:lnTo>
                  <a:lnTo>
                    <a:pt x="1421465" y="1430742"/>
                  </a:lnTo>
                  <a:lnTo>
                    <a:pt x="1422125" y="1430742"/>
                  </a:lnTo>
                  <a:lnTo>
                    <a:pt x="1422786" y="1430742"/>
                  </a:lnTo>
                  <a:lnTo>
                    <a:pt x="1423446" y="1430742"/>
                  </a:lnTo>
                  <a:lnTo>
                    <a:pt x="1424107" y="1430742"/>
                  </a:lnTo>
                  <a:lnTo>
                    <a:pt x="1424767" y="1430742"/>
                  </a:lnTo>
                  <a:lnTo>
                    <a:pt x="1425428" y="1430742"/>
                  </a:lnTo>
                  <a:lnTo>
                    <a:pt x="1426088" y="1430742"/>
                  </a:lnTo>
                  <a:lnTo>
                    <a:pt x="1426749" y="1430742"/>
                  </a:lnTo>
                  <a:lnTo>
                    <a:pt x="1427409" y="1406121"/>
                  </a:lnTo>
                  <a:lnTo>
                    <a:pt x="1428070" y="1383643"/>
                  </a:lnTo>
                  <a:lnTo>
                    <a:pt x="1428730" y="1343822"/>
                  </a:lnTo>
                  <a:lnTo>
                    <a:pt x="1429391" y="1309327"/>
                  </a:lnTo>
                  <a:lnTo>
                    <a:pt x="1430052" y="1269045"/>
                  </a:lnTo>
                  <a:lnTo>
                    <a:pt x="1430712" y="1255587"/>
                  </a:lnTo>
                  <a:lnTo>
                    <a:pt x="1431373" y="1242796"/>
                  </a:lnTo>
                  <a:lnTo>
                    <a:pt x="1432033" y="1233001"/>
                  </a:lnTo>
                  <a:lnTo>
                    <a:pt x="1432694" y="1233001"/>
                  </a:lnTo>
                  <a:lnTo>
                    <a:pt x="1433354" y="1241551"/>
                  </a:lnTo>
                  <a:lnTo>
                    <a:pt x="1434015" y="1254279"/>
                  </a:lnTo>
                  <a:lnTo>
                    <a:pt x="1434675" y="1267667"/>
                  </a:lnTo>
                  <a:lnTo>
                    <a:pt x="1435336" y="1309327"/>
                  </a:lnTo>
                  <a:lnTo>
                    <a:pt x="1435996" y="1343822"/>
                  </a:lnTo>
                  <a:lnTo>
                    <a:pt x="1436657" y="1383643"/>
                  </a:lnTo>
                  <a:lnTo>
                    <a:pt x="1437317" y="1383643"/>
                  </a:lnTo>
                  <a:lnTo>
                    <a:pt x="1437978" y="1362966"/>
                  </a:lnTo>
                  <a:lnTo>
                    <a:pt x="1438638" y="1325999"/>
                  </a:lnTo>
                  <a:lnTo>
                    <a:pt x="1439299" y="1324283"/>
                  </a:lnTo>
                  <a:lnTo>
                    <a:pt x="1439959" y="1324283"/>
                  </a:lnTo>
                  <a:lnTo>
                    <a:pt x="1440620" y="1341983"/>
                  </a:lnTo>
                  <a:lnTo>
                    <a:pt x="1441281" y="1381500"/>
                  </a:lnTo>
                  <a:lnTo>
                    <a:pt x="1441941" y="1428172"/>
                  </a:lnTo>
                  <a:lnTo>
                    <a:pt x="1442602" y="1430742"/>
                  </a:lnTo>
                  <a:lnTo>
                    <a:pt x="1443262" y="1430742"/>
                  </a:lnTo>
                  <a:lnTo>
                    <a:pt x="1443923" y="1430742"/>
                  </a:lnTo>
                  <a:lnTo>
                    <a:pt x="1444583" y="1430742"/>
                  </a:lnTo>
                  <a:lnTo>
                    <a:pt x="1445244" y="1406121"/>
                  </a:lnTo>
                  <a:lnTo>
                    <a:pt x="1445904" y="1362966"/>
                  </a:lnTo>
                  <a:lnTo>
                    <a:pt x="1446565" y="1343822"/>
                  </a:lnTo>
                  <a:lnTo>
                    <a:pt x="1447225" y="1293666"/>
                  </a:lnTo>
                  <a:lnTo>
                    <a:pt x="1447886" y="1218970"/>
                  </a:lnTo>
                  <a:lnTo>
                    <a:pt x="1448546" y="1177044"/>
                  </a:lnTo>
                  <a:lnTo>
                    <a:pt x="1449207" y="1167546"/>
                  </a:lnTo>
                  <a:lnTo>
                    <a:pt x="1449867" y="1149536"/>
                  </a:lnTo>
                  <a:lnTo>
                    <a:pt x="1450528" y="1140982"/>
                  </a:lnTo>
                  <a:lnTo>
                    <a:pt x="1451189" y="1174158"/>
                  </a:lnTo>
                  <a:lnTo>
                    <a:pt x="1451849" y="1227062"/>
                  </a:lnTo>
                  <a:lnTo>
                    <a:pt x="1452510" y="1251683"/>
                  </a:lnTo>
                  <a:lnTo>
                    <a:pt x="1453170" y="1264933"/>
                  </a:lnTo>
                  <a:lnTo>
                    <a:pt x="1453831" y="1309327"/>
                  </a:lnTo>
                  <a:lnTo>
                    <a:pt x="1454491" y="1343822"/>
                  </a:lnTo>
                  <a:lnTo>
                    <a:pt x="1455152" y="1343822"/>
                  </a:lnTo>
                  <a:lnTo>
                    <a:pt x="1455812" y="1362966"/>
                  </a:lnTo>
                  <a:lnTo>
                    <a:pt x="1456473" y="1406121"/>
                  </a:lnTo>
                  <a:lnTo>
                    <a:pt x="1457133" y="1430742"/>
                  </a:lnTo>
                  <a:lnTo>
                    <a:pt x="1457794" y="1430742"/>
                  </a:lnTo>
                  <a:lnTo>
                    <a:pt x="1458454" y="1430742"/>
                  </a:lnTo>
                  <a:lnTo>
                    <a:pt x="1459115" y="1430742"/>
                  </a:lnTo>
                  <a:lnTo>
                    <a:pt x="1459775" y="1406121"/>
                  </a:lnTo>
                  <a:lnTo>
                    <a:pt x="1460436" y="1362966"/>
                  </a:lnTo>
                  <a:lnTo>
                    <a:pt x="1461097" y="1325999"/>
                  </a:lnTo>
                  <a:lnTo>
                    <a:pt x="1461757" y="1309327"/>
                  </a:lnTo>
                  <a:lnTo>
                    <a:pt x="1462418" y="1278901"/>
                  </a:lnTo>
                  <a:lnTo>
                    <a:pt x="1463078" y="1239079"/>
                  </a:lnTo>
                  <a:lnTo>
                    <a:pt x="1463739" y="1216141"/>
                  </a:lnTo>
                  <a:lnTo>
                    <a:pt x="1464399" y="1210573"/>
                  </a:lnTo>
                  <a:lnTo>
                    <a:pt x="1465060" y="1178986"/>
                  </a:lnTo>
                  <a:lnTo>
                    <a:pt x="1465720" y="1134336"/>
                  </a:lnTo>
                  <a:lnTo>
                    <a:pt x="1466381" y="1082497"/>
                  </a:lnTo>
                  <a:lnTo>
                    <a:pt x="1467041" y="1017315"/>
                  </a:lnTo>
                  <a:lnTo>
                    <a:pt x="1467702" y="948000"/>
                  </a:lnTo>
                  <a:lnTo>
                    <a:pt x="1468362" y="863713"/>
                  </a:lnTo>
                  <a:lnTo>
                    <a:pt x="1469023" y="787319"/>
                  </a:lnTo>
                  <a:lnTo>
                    <a:pt x="1469683" y="758970"/>
                  </a:lnTo>
                  <a:lnTo>
                    <a:pt x="1470344" y="747712"/>
                  </a:lnTo>
                  <a:lnTo>
                    <a:pt x="1471005" y="735957"/>
                  </a:lnTo>
                  <a:lnTo>
                    <a:pt x="1471665" y="723541"/>
                  </a:lnTo>
                  <a:lnTo>
                    <a:pt x="1472326" y="696650"/>
                  </a:lnTo>
                  <a:lnTo>
                    <a:pt x="1472986" y="653716"/>
                  </a:lnTo>
                  <a:lnTo>
                    <a:pt x="1473647" y="628336"/>
                  </a:lnTo>
                  <a:lnTo>
                    <a:pt x="1474307" y="607139"/>
                  </a:lnTo>
                  <a:lnTo>
                    <a:pt x="1474968" y="594355"/>
                  </a:lnTo>
                  <a:lnTo>
                    <a:pt x="1475628" y="599682"/>
                  </a:lnTo>
                  <a:lnTo>
                    <a:pt x="1476289" y="617797"/>
                  </a:lnTo>
                  <a:lnTo>
                    <a:pt x="1476949" y="633417"/>
                  </a:lnTo>
                  <a:lnTo>
                    <a:pt x="1477610" y="658156"/>
                  </a:lnTo>
                  <a:lnTo>
                    <a:pt x="1478270" y="693580"/>
                  </a:lnTo>
                  <a:lnTo>
                    <a:pt x="1478931" y="756773"/>
                  </a:lnTo>
                  <a:lnTo>
                    <a:pt x="1479591" y="814133"/>
                  </a:lnTo>
                  <a:lnTo>
                    <a:pt x="1480252" y="830299"/>
                  </a:lnTo>
                  <a:lnTo>
                    <a:pt x="1480912" y="823809"/>
                  </a:lnTo>
                  <a:lnTo>
                    <a:pt x="1481573" y="815322"/>
                  </a:lnTo>
                  <a:lnTo>
                    <a:pt x="1482234" y="778586"/>
                  </a:lnTo>
                  <a:lnTo>
                    <a:pt x="1482894" y="745973"/>
                  </a:lnTo>
                  <a:lnTo>
                    <a:pt x="1483555" y="716938"/>
                  </a:lnTo>
                  <a:lnTo>
                    <a:pt x="1484215" y="705774"/>
                  </a:lnTo>
                  <a:lnTo>
                    <a:pt x="1484876" y="696499"/>
                  </a:lnTo>
                  <a:lnTo>
                    <a:pt x="1485536" y="697027"/>
                  </a:lnTo>
                  <a:lnTo>
                    <a:pt x="1486197" y="698313"/>
                  </a:lnTo>
                  <a:lnTo>
                    <a:pt x="1486857" y="718984"/>
                  </a:lnTo>
                  <a:lnTo>
                    <a:pt x="1487518" y="735870"/>
                  </a:lnTo>
                  <a:lnTo>
                    <a:pt x="1488178" y="759449"/>
                  </a:lnTo>
                  <a:lnTo>
                    <a:pt x="1488839" y="780872"/>
                  </a:lnTo>
                  <a:lnTo>
                    <a:pt x="1489499" y="798137"/>
                  </a:lnTo>
                  <a:lnTo>
                    <a:pt x="1490160" y="803549"/>
                  </a:lnTo>
                  <a:lnTo>
                    <a:pt x="1490820" y="816638"/>
                  </a:lnTo>
                  <a:lnTo>
                    <a:pt x="1491481" y="847004"/>
                  </a:lnTo>
                  <a:lnTo>
                    <a:pt x="1492142" y="886242"/>
                  </a:lnTo>
                  <a:lnTo>
                    <a:pt x="1492802" y="934600"/>
                  </a:lnTo>
                  <a:lnTo>
                    <a:pt x="1493463" y="1006342"/>
                  </a:lnTo>
                  <a:lnTo>
                    <a:pt x="1494123" y="1064675"/>
                  </a:lnTo>
                  <a:lnTo>
                    <a:pt x="1494784" y="1063737"/>
                  </a:lnTo>
                  <a:lnTo>
                    <a:pt x="1495444" y="1033727"/>
                  </a:lnTo>
                  <a:lnTo>
                    <a:pt x="1496105" y="1012153"/>
                  </a:lnTo>
                  <a:lnTo>
                    <a:pt x="1496765" y="1000415"/>
                  </a:lnTo>
                  <a:lnTo>
                    <a:pt x="1497426" y="1000415"/>
                  </a:lnTo>
                  <a:lnTo>
                    <a:pt x="1498086" y="1015497"/>
                  </a:lnTo>
                  <a:lnTo>
                    <a:pt x="1498747" y="1061253"/>
                  </a:lnTo>
                  <a:lnTo>
                    <a:pt x="1499407" y="1131888"/>
                  </a:lnTo>
                  <a:lnTo>
                    <a:pt x="1500068" y="1215579"/>
                  </a:lnTo>
                  <a:lnTo>
                    <a:pt x="1500728" y="1278901"/>
                  </a:lnTo>
                  <a:lnTo>
                    <a:pt x="1501389" y="1227062"/>
                  </a:lnTo>
                  <a:lnTo>
                    <a:pt x="1502050" y="1040766"/>
                  </a:lnTo>
                  <a:lnTo>
                    <a:pt x="1502710" y="863138"/>
                  </a:lnTo>
                  <a:lnTo>
                    <a:pt x="1503371" y="749369"/>
                  </a:lnTo>
                  <a:lnTo>
                    <a:pt x="1504031" y="692243"/>
                  </a:lnTo>
                  <a:lnTo>
                    <a:pt x="1504692" y="682505"/>
                  </a:lnTo>
                  <a:lnTo>
                    <a:pt x="1505352" y="710341"/>
                  </a:lnTo>
                  <a:lnTo>
                    <a:pt x="1506013" y="782758"/>
                  </a:lnTo>
                  <a:lnTo>
                    <a:pt x="1506673" y="899939"/>
                  </a:lnTo>
                  <a:lnTo>
                    <a:pt x="1507334" y="995098"/>
                  </a:lnTo>
                  <a:lnTo>
                    <a:pt x="1507994" y="1018622"/>
                  </a:lnTo>
                  <a:lnTo>
                    <a:pt x="1508655" y="992717"/>
                  </a:lnTo>
                  <a:lnTo>
                    <a:pt x="1509315" y="997501"/>
                  </a:lnTo>
                  <a:lnTo>
                    <a:pt x="1509976" y="1006592"/>
                  </a:lnTo>
                  <a:lnTo>
                    <a:pt x="1510636" y="1071979"/>
                  </a:lnTo>
                  <a:lnTo>
                    <a:pt x="1511297" y="1137638"/>
                  </a:lnTo>
                  <a:lnTo>
                    <a:pt x="1511957" y="1225306"/>
                  </a:lnTo>
                  <a:lnTo>
                    <a:pt x="1512618" y="1237240"/>
                  </a:lnTo>
                  <a:lnTo>
                    <a:pt x="1513279" y="1239079"/>
                  </a:lnTo>
                  <a:lnTo>
                    <a:pt x="1513939" y="1239079"/>
                  </a:lnTo>
                  <a:lnTo>
                    <a:pt x="1514600" y="1251683"/>
                  </a:lnTo>
                  <a:lnTo>
                    <a:pt x="1515260" y="1264933"/>
                  </a:lnTo>
                  <a:lnTo>
                    <a:pt x="1515921" y="1271125"/>
                  </a:lnTo>
                  <a:lnTo>
                    <a:pt x="1516581" y="1257562"/>
                  </a:lnTo>
                  <a:lnTo>
                    <a:pt x="1517242" y="1178499"/>
                  </a:lnTo>
                  <a:lnTo>
                    <a:pt x="1517902" y="1103091"/>
                  </a:lnTo>
                  <a:lnTo>
                    <a:pt x="1518563" y="1082162"/>
                  </a:lnTo>
                  <a:lnTo>
                    <a:pt x="1519223" y="1060020"/>
                  </a:lnTo>
                  <a:lnTo>
                    <a:pt x="1519884" y="1036519"/>
                  </a:lnTo>
                  <a:lnTo>
                    <a:pt x="1520544" y="1042197"/>
                  </a:lnTo>
                  <a:lnTo>
                    <a:pt x="1521205" y="1075546"/>
                  </a:lnTo>
                  <a:lnTo>
                    <a:pt x="1521865" y="1062803"/>
                  </a:lnTo>
                  <a:lnTo>
                    <a:pt x="1522526" y="1088952"/>
                  </a:lnTo>
                  <a:lnTo>
                    <a:pt x="1523187" y="1107858"/>
                  </a:lnTo>
                  <a:lnTo>
                    <a:pt x="1523847" y="1086555"/>
                  </a:lnTo>
                  <a:lnTo>
                    <a:pt x="1524508" y="1061253"/>
                  </a:lnTo>
                  <a:lnTo>
                    <a:pt x="1525168" y="1072947"/>
                  </a:lnTo>
                  <a:lnTo>
                    <a:pt x="1525829" y="1060328"/>
                  </a:lnTo>
                  <a:lnTo>
                    <a:pt x="1526489" y="1066560"/>
                  </a:lnTo>
                  <a:lnTo>
                    <a:pt x="1527150" y="1100200"/>
                  </a:lnTo>
                  <a:lnTo>
                    <a:pt x="1527810" y="1135158"/>
                  </a:lnTo>
                  <a:lnTo>
                    <a:pt x="1528471" y="1136395"/>
                  </a:lnTo>
                  <a:lnTo>
                    <a:pt x="1529131" y="1153480"/>
                  </a:lnTo>
                  <a:lnTo>
                    <a:pt x="1529792" y="1175116"/>
                  </a:lnTo>
                  <a:lnTo>
                    <a:pt x="1530452" y="1216704"/>
                  </a:lnTo>
                  <a:lnTo>
                    <a:pt x="1531113" y="1236630"/>
                  </a:lnTo>
                  <a:lnTo>
                    <a:pt x="1531773" y="1217835"/>
                  </a:lnTo>
                  <a:lnTo>
                    <a:pt x="1532434" y="1131888"/>
                  </a:lnTo>
                  <a:lnTo>
                    <a:pt x="1533095" y="1013948"/>
                  </a:lnTo>
                  <a:lnTo>
                    <a:pt x="1533755" y="849443"/>
                  </a:lnTo>
                  <a:lnTo>
                    <a:pt x="1534416" y="693878"/>
                  </a:lnTo>
                  <a:lnTo>
                    <a:pt x="1535076" y="577952"/>
                  </a:lnTo>
                  <a:lnTo>
                    <a:pt x="1535737" y="479616"/>
                  </a:lnTo>
                  <a:lnTo>
                    <a:pt x="1536397" y="394435"/>
                  </a:lnTo>
                  <a:lnTo>
                    <a:pt x="1537058" y="323941"/>
                  </a:lnTo>
                  <a:lnTo>
                    <a:pt x="1537718" y="275313"/>
                  </a:lnTo>
                  <a:lnTo>
                    <a:pt x="1538379" y="231626"/>
                  </a:lnTo>
                  <a:lnTo>
                    <a:pt x="1539039" y="197762"/>
                  </a:lnTo>
                  <a:lnTo>
                    <a:pt x="1539700" y="176703"/>
                  </a:lnTo>
                  <a:lnTo>
                    <a:pt x="1540360" y="168236"/>
                  </a:lnTo>
                  <a:lnTo>
                    <a:pt x="1541021" y="163554"/>
                  </a:lnTo>
                  <a:lnTo>
                    <a:pt x="1541681" y="169104"/>
                  </a:lnTo>
                  <a:lnTo>
                    <a:pt x="1542342" y="179160"/>
                  </a:lnTo>
                  <a:lnTo>
                    <a:pt x="1543003" y="184531"/>
                  </a:lnTo>
                  <a:lnTo>
                    <a:pt x="1543663" y="185675"/>
                  </a:lnTo>
                  <a:lnTo>
                    <a:pt x="1544324" y="186803"/>
                  </a:lnTo>
                  <a:lnTo>
                    <a:pt x="1544984" y="179394"/>
                  </a:lnTo>
                  <a:lnTo>
                    <a:pt x="1545645" y="172143"/>
                  </a:lnTo>
                  <a:lnTo>
                    <a:pt x="1546305" y="173213"/>
                  </a:lnTo>
                  <a:lnTo>
                    <a:pt x="1546966" y="181283"/>
                  </a:lnTo>
                  <a:lnTo>
                    <a:pt x="1547626" y="187652"/>
                  </a:lnTo>
                  <a:lnTo>
                    <a:pt x="1548287" y="199394"/>
                  </a:lnTo>
                  <a:lnTo>
                    <a:pt x="1548947" y="208568"/>
                  </a:lnTo>
                  <a:lnTo>
                    <a:pt x="1549608" y="221385"/>
                  </a:lnTo>
                  <a:lnTo>
                    <a:pt x="1550268" y="230321"/>
                  </a:lnTo>
                  <a:lnTo>
                    <a:pt x="1550929" y="240312"/>
                  </a:lnTo>
                  <a:lnTo>
                    <a:pt x="1551589" y="261517"/>
                  </a:lnTo>
                  <a:lnTo>
                    <a:pt x="1552250" y="293453"/>
                  </a:lnTo>
                  <a:lnTo>
                    <a:pt x="1552910" y="324654"/>
                  </a:lnTo>
                  <a:lnTo>
                    <a:pt x="1553571" y="360598"/>
                  </a:lnTo>
                  <a:lnTo>
                    <a:pt x="1554232" y="410249"/>
                  </a:lnTo>
                  <a:lnTo>
                    <a:pt x="1554892" y="455629"/>
                  </a:lnTo>
                  <a:lnTo>
                    <a:pt x="1555553" y="494198"/>
                  </a:lnTo>
                  <a:lnTo>
                    <a:pt x="1556213" y="528910"/>
                  </a:lnTo>
                  <a:lnTo>
                    <a:pt x="1556874" y="570264"/>
                  </a:lnTo>
                  <a:lnTo>
                    <a:pt x="1557534" y="617742"/>
                  </a:lnTo>
                  <a:lnTo>
                    <a:pt x="1558195" y="658936"/>
                  </a:lnTo>
                  <a:lnTo>
                    <a:pt x="1558855" y="725471"/>
                  </a:lnTo>
                  <a:lnTo>
                    <a:pt x="1559516" y="787426"/>
                  </a:lnTo>
                  <a:lnTo>
                    <a:pt x="1560176" y="833350"/>
                  </a:lnTo>
                  <a:lnTo>
                    <a:pt x="1560837" y="852868"/>
                  </a:lnTo>
                  <a:lnTo>
                    <a:pt x="1561497" y="876691"/>
                  </a:lnTo>
                  <a:lnTo>
                    <a:pt x="1562158" y="888291"/>
                  </a:lnTo>
                  <a:lnTo>
                    <a:pt x="1562818" y="910581"/>
                  </a:lnTo>
                  <a:lnTo>
                    <a:pt x="1563479" y="933467"/>
                  </a:lnTo>
                  <a:lnTo>
                    <a:pt x="1564140" y="974642"/>
                  </a:lnTo>
                  <a:lnTo>
                    <a:pt x="1564800" y="1019935"/>
                  </a:lnTo>
                  <a:lnTo>
                    <a:pt x="1565461" y="1060020"/>
                  </a:lnTo>
                  <a:lnTo>
                    <a:pt x="1566121" y="1097342"/>
                  </a:lnTo>
                  <a:lnTo>
                    <a:pt x="1566782" y="1136808"/>
                  </a:lnTo>
                  <a:lnTo>
                    <a:pt x="1567442" y="1113848"/>
                  </a:lnTo>
                  <a:lnTo>
                    <a:pt x="1568103" y="1104548"/>
                  </a:lnTo>
                  <a:lnTo>
                    <a:pt x="1568763" y="1104548"/>
                  </a:lnTo>
                  <a:lnTo>
                    <a:pt x="1569424" y="1092763"/>
                  </a:lnTo>
                  <a:lnTo>
                    <a:pt x="1570084" y="1071657"/>
                  </a:lnTo>
                  <a:lnTo>
                    <a:pt x="1570745" y="1084180"/>
                  </a:lnTo>
                  <a:lnTo>
                    <a:pt x="1571405" y="1103454"/>
                  </a:lnTo>
                  <a:lnTo>
                    <a:pt x="1572066" y="1126263"/>
                  </a:lnTo>
                  <a:lnTo>
                    <a:pt x="1572726" y="1178986"/>
                  </a:lnTo>
                  <a:lnTo>
                    <a:pt x="1573387" y="1286178"/>
                  </a:lnTo>
                  <a:lnTo>
                    <a:pt x="1574048" y="1394638"/>
                  </a:lnTo>
                  <a:lnTo>
                    <a:pt x="1574708" y="1430742"/>
                  </a:lnTo>
                  <a:lnTo>
                    <a:pt x="1575369" y="1430742"/>
                  </a:lnTo>
                  <a:lnTo>
                    <a:pt x="1576029" y="1406121"/>
                  </a:lnTo>
                  <a:lnTo>
                    <a:pt x="1576690" y="1362966"/>
                  </a:lnTo>
                  <a:lnTo>
                    <a:pt x="1577350" y="1325999"/>
                  </a:lnTo>
                  <a:lnTo>
                    <a:pt x="1578011" y="1254932"/>
                  </a:lnTo>
                  <a:lnTo>
                    <a:pt x="1578671" y="1196635"/>
                  </a:lnTo>
                  <a:lnTo>
                    <a:pt x="1579332" y="1151282"/>
                  </a:lnTo>
                  <a:lnTo>
                    <a:pt x="1579992" y="1062803"/>
                  </a:lnTo>
                  <a:lnTo>
                    <a:pt x="1580653" y="1012153"/>
                  </a:lnTo>
                  <a:lnTo>
                    <a:pt x="1581313" y="1002622"/>
                  </a:lnTo>
                  <a:lnTo>
                    <a:pt x="1581974" y="1007595"/>
                  </a:lnTo>
                  <a:lnTo>
                    <a:pt x="1582634" y="1027145"/>
                  </a:lnTo>
                  <a:lnTo>
                    <a:pt x="1583295" y="1117280"/>
                  </a:lnTo>
                  <a:lnTo>
                    <a:pt x="1583955" y="1219540"/>
                  </a:lnTo>
                  <a:lnTo>
                    <a:pt x="1584616" y="1309327"/>
                  </a:lnTo>
                  <a:lnTo>
                    <a:pt x="1585277" y="1383643"/>
                  </a:lnTo>
                  <a:lnTo>
                    <a:pt x="1585937" y="1416911"/>
                  </a:lnTo>
                  <a:lnTo>
                    <a:pt x="1586598" y="1372067"/>
                  </a:lnTo>
                  <a:lnTo>
                    <a:pt x="1587258" y="1332982"/>
                  </a:lnTo>
                  <a:lnTo>
                    <a:pt x="1587919" y="1284706"/>
                  </a:lnTo>
                  <a:lnTo>
                    <a:pt x="1588579" y="1231802"/>
                  </a:lnTo>
                  <a:lnTo>
                    <a:pt x="1589240" y="1193523"/>
                  </a:lnTo>
                  <a:lnTo>
                    <a:pt x="1589900" y="1164302"/>
                  </a:lnTo>
                  <a:lnTo>
                    <a:pt x="1590561" y="1146940"/>
                  </a:lnTo>
                  <a:lnTo>
                    <a:pt x="1591221" y="1163842"/>
                  </a:lnTo>
                  <a:lnTo>
                    <a:pt x="1591882" y="1182421"/>
                  </a:lnTo>
                  <a:lnTo>
                    <a:pt x="1592542" y="1182421"/>
                  </a:lnTo>
                  <a:lnTo>
                    <a:pt x="1593203" y="1145652"/>
                  </a:lnTo>
                  <a:lnTo>
                    <a:pt x="1593863" y="1137223"/>
                  </a:lnTo>
                  <a:lnTo>
                    <a:pt x="1594524" y="1129865"/>
                  </a:lnTo>
                  <a:lnTo>
                    <a:pt x="1595185" y="1138469"/>
                  </a:lnTo>
                  <a:lnTo>
                    <a:pt x="1595845" y="1154808"/>
                  </a:lnTo>
                  <a:lnTo>
                    <a:pt x="1596506" y="1193008"/>
                  </a:lnTo>
                  <a:lnTo>
                    <a:pt x="1597166" y="1203510"/>
                  </a:lnTo>
                  <a:lnTo>
                    <a:pt x="1597827" y="1212786"/>
                  </a:lnTo>
                  <a:lnTo>
                    <a:pt x="1598487" y="1224143"/>
                  </a:lnTo>
                  <a:lnTo>
                    <a:pt x="1599148" y="1249753"/>
                  </a:lnTo>
                  <a:lnTo>
                    <a:pt x="1599808" y="1323429"/>
                  </a:lnTo>
                  <a:lnTo>
                    <a:pt x="1600469" y="1402622"/>
                  </a:lnTo>
                  <a:lnTo>
                    <a:pt x="1601129" y="1430742"/>
                  </a:lnTo>
                  <a:lnTo>
                    <a:pt x="1601790" y="1430742"/>
                  </a:lnTo>
                  <a:lnTo>
                    <a:pt x="1602450" y="1430742"/>
                  </a:lnTo>
                  <a:lnTo>
                    <a:pt x="1603111" y="1430742"/>
                  </a:lnTo>
                  <a:lnTo>
                    <a:pt x="1603771" y="1430742"/>
                  </a:lnTo>
                  <a:lnTo>
                    <a:pt x="1604432" y="1430742"/>
                  </a:lnTo>
                  <a:lnTo>
                    <a:pt x="1605093" y="1430742"/>
                  </a:lnTo>
                  <a:lnTo>
                    <a:pt x="1605753" y="1430742"/>
                  </a:lnTo>
                  <a:lnTo>
                    <a:pt x="1606414" y="1406121"/>
                  </a:lnTo>
                  <a:lnTo>
                    <a:pt x="1607074" y="1343822"/>
                  </a:lnTo>
                  <a:lnTo>
                    <a:pt x="1607735" y="1293666"/>
                  </a:lnTo>
                  <a:lnTo>
                    <a:pt x="1608395" y="1264933"/>
                  </a:lnTo>
                  <a:lnTo>
                    <a:pt x="1609056" y="1239079"/>
                  </a:lnTo>
                  <a:lnTo>
                    <a:pt x="1609716" y="1215579"/>
                  </a:lnTo>
                  <a:lnTo>
                    <a:pt x="1610377" y="1227062"/>
                  </a:lnTo>
                  <a:lnTo>
                    <a:pt x="1611037" y="1239079"/>
                  </a:lnTo>
                  <a:lnTo>
                    <a:pt x="1611698" y="1251683"/>
                  </a:lnTo>
                  <a:lnTo>
                    <a:pt x="1612358" y="1264255"/>
                  </a:lnTo>
                  <a:lnTo>
                    <a:pt x="1613019" y="1264255"/>
                  </a:lnTo>
                  <a:lnTo>
                    <a:pt x="1613679" y="1238465"/>
                  </a:lnTo>
                  <a:lnTo>
                    <a:pt x="1614340" y="1226475"/>
                  </a:lnTo>
                  <a:lnTo>
                    <a:pt x="1615001" y="1225890"/>
                  </a:lnTo>
                  <a:lnTo>
                    <a:pt x="1615661" y="1204047"/>
                  </a:lnTo>
                  <a:lnTo>
                    <a:pt x="1616322" y="1193523"/>
                  </a:lnTo>
                  <a:lnTo>
                    <a:pt x="1616982" y="1145652"/>
                  </a:lnTo>
                  <a:lnTo>
                    <a:pt x="1617643" y="1080825"/>
                  </a:lnTo>
                  <a:lnTo>
                    <a:pt x="1618303" y="962343"/>
                  </a:lnTo>
                  <a:lnTo>
                    <a:pt x="1618964" y="865444"/>
                  </a:lnTo>
                  <a:lnTo>
                    <a:pt x="1619624" y="812476"/>
                  </a:lnTo>
                  <a:lnTo>
                    <a:pt x="1620285" y="780143"/>
                  </a:lnTo>
                  <a:lnTo>
                    <a:pt x="1620945" y="771746"/>
                  </a:lnTo>
                  <a:lnTo>
                    <a:pt x="1621606" y="791853"/>
                  </a:lnTo>
                  <a:lnTo>
                    <a:pt x="1622266" y="824056"/>
                  </a:lnTo>
                  <a:lnTo>
                    <a:pt x="1622927" y="849715"/>
                  </a:lnTo>
                  <a:lnTo>
                    <a:pt x="1623587" y="897469"/>
                  </a:lnTo>
                  <a:lnTo>
                    <a:pt x="1624248" y="915104"/>
                  </a:lnTo>
                  <a:lnTo>
                    <a:pt x="1624908" y="908349"/>
                  </a:lnTo>
                  <a:lnTo>
                    <a:pt x="1625569" y="901100"/>
                  </a:lnTo>
                  <a:lnTo>
                    <a:pt x="1626230" y="897961"/>
                  </a:lnTo>
                  <a:lnTo>
                    <a:pt x="1626890" y="900270"/>
                  </a:lnTo>
                  <a:lnTo>
                    <a:pt x="1627551" y="937646"/>
                  </a:lnTo>
                  <a:lnTo>
                    <a:pt x="1628211" y="1002376"/>
                  </a:lnTo>
                  <a:lnTo>
                    <a:pt x="1628872" y="1104548"/>
                  </a:lnTo>
                  <a:lnTo>
                    <a:pt x="1629532" y="1227062"/>
                  </a:lnTo>
                  <a:lnTo>
                    <a:pt x="1630193" y="1319201"/>
                  </a:lnTo>
                  <a:lnTo>
                    <a:pt x="1630853" y="1319201"/>
                  </a:lnTo>
                  <a:lnTo>
                    <a:pt x="1631514" y="1302948"/>
                  </a:lnTo>
                  <a:lnTo>
                    <a:pt x="1632174" y="1269045"/>
                  </a:lnTo>
                  <a:lnTo>
                    <a:pt x="1632835" y="1191468"/>
                  </a:lnTo>
                  <a:lnTo>
                    <a:pt x="1633495" y="1115749"/>
                  </a:lnTo>
                  <a:lnTo>
                    <a:pt x="1634156" y="1080159"/>
                  </a:lnTo>
                  <a:lnTo>
                    <a:pt x="1634816" y="1080159"/>
                  </a:lnTo>
                  <a:lnTo>
                    <a:pt x="1635477" y="1082162"/>
                  </a:lnTo>
                  <a:lnTo>
                    <a:pt x="1636138" y="1100200"/>
                  </a:lnTo>
                  <a:lnTo>
                    <a:pt x="1636798" y="1122710"/>
                  </a:lnTo>
                  <a:lnTo>
                    <a:pt x="1637459" y="1138886"/>
                  </a:lnTo>
                  <a:lnTo>
                    <a:pt x="1638119" y="1138886"/>
                  </a:lnTo>
                  <a:lnTo>
                    <a:pt x="1638780" y="1157485"/>
                  </a:lnTo>
                  <a:lnTo>
                    <a:pt x="1639440" y="1195593"/>
                  </a:lnTo>
                  <a:lnTo>
                    <a:pt x="1640101" y="1221831"/>
                  </a:lnTo>
                  <a:lnTo>
                    <a:pt x="1640761" y="1221831"/>
                  </a:lnTo>
                  <a:lnTo>
                    <a:pt x="1641422" y="1189430"/>
                  </a:lnTo>
                  <a:lnTo>
                    <a:pt x="1642082" y="1159286"/>
                  </a:lnTo>
                  <a:lnTo>
                    <a:pt x="1642743" y="1141824"/>
                  </a:lnTo>
                  <a:lnTo>
                    <a:pt x="1643403" y="1155698"/>
                  </a:lnTo>
                  <a:lnTo>
                    <a:pt x="1644064" y="1183907"/>
                  </a:lnTo>
                  <a:lnTo>
                    <a:pt x="1644724" y="1239079"/>
                  </a:lnTo>
                  <a:lnTo>
                    <a:pt x="1645385" y="1309327"/>
                  </a:lnTo>
                  <a:lnTo>
                    <a:pt x="1646046" y="1383643"/>
                  </a:lnTo>
                  <a:lnTo>
                    <a:pt x="1646706" y="1406121"/>
                  </a:lnTo>
                  <a:lnTo>
                    <a:pt x="1647367" y="1362966"/>
                  </a:lnTo>
                  <a:lnTo>
                    <a:pt x="1648027" y="1338345"/>
                  </a:lnTo>
                  <a:lnTo>
                    <a:pt x="1648688" y="1338345"/>
                  </a:lnTo>
                  <a:lnTo>
                    <a:pt x="1649348" y="1320884"/>
                  </a:lnTo>
                  <a:lnTo>
                    <a:pt x="1650009" y="1320884"/>
                  </a:lnTo>
                  <a:lnTo>
                    <a:pt x="1650669" y="1338345"/>
                  </a:lnTo>
                  <a:lnTo>
                    <a:pt x="1651330" y="1343822"/>
                  </a:lnTo>
                  <a:lnTo>
                    <a:pt x="1651990" y="1322578"/>
                  </a:lnTo>
                  <a:lnTo>
                    <a:pt x="1652651" y="1322578"/>
                  </a:lnTo>
                  <a:lnTo>
                    <a:pt x="1653311" y="1322578"/>
                  </a:lnTo>
                  <a:lnTo>
                    <a:pt x="1653972" y="1322578"/>
                  </a:lnTo>
                  <a:lnTo>
                    <a:pt x="1654632" y="1340158"/>
                  </a:lnTo>
                  <a:lnTo>
                    <a:pt x="1655293" y="1362966"/>
                  </a:lnTo>
                  <a:lnTo>
                    <a:pt x="1655953" y="1373098"/>
                  </a:lnTo>
                  <a:lnTo>
                    <a:pt x="1656614" y="1353217"/>
                  </a:lnTo>
                  <a:lnTo>
                    <a:pt x="1657275" y="1334757"/>
                  </a:lnTo>
                  <a:lnTo>
                    <a:pt x="1657935" y="1303737"/>
                  </a:lnTo>
                  <a:lnTo>
                    <a:pt x="1658596" y="1288402"/>
                  </a:lnTo>
                  <a:lnTo>
                    <a:pt x="1659256" y="1253628"/>
                  </a:lnTo>
                  <a:lnTo>
                    <a:pt x="1659917" y="1195593"/>
                  </a:lnTo>
                  <a:lnTo>
                    <a:pt x="1660577" y="1148235"/>
                  </a:lnTo>
                  <a:lnTo>
                    <a:pt x="1661238" y="1128258"/>
                  </a:lnTo>
                  <a:lnTo>
                    <a:pt x="1661898" y="1097342"/>
                  </a:lnTo>
                  <a:lnTo>
                    <a:pt x="1662559" y="1097342"/>
                  </a:lnTo>
                  <a:lnTo>
                    <a:pt x="1663219" y="1111961"/>
                  </a:lnTo>
                  <a:lnTo>
                    <a:pt x="1663880" y="1135569"/>
                  </a:lnTo>
                  <a:lnTo>
                    <a:pt x="1664540" y="1146080"/>
                  </a:lnTo>
                  <a:lnTo>
                    <a:pt x="1665201" y="1183907"/>
                  </a:lnTo>
                  <a:lnTo>
                    <a:pt x="1665861" y="1204584"/>
                  </a:lnTo>
                  <a:lnTo>
                    <a:pt x="1666522" y="1227062"/>
                  </a:lnTo>
                  <a:lnTo>
                    <a:pt x="1667183" y="1204584"/>
                  </a:lnTo>
                  <a:lnTo>
                    <a:pt x="1667843" y="1174158"/>
                  </a:lnTo>
                  <a:lnTo>
                    <a:pt x="1668504" y="1135982"/>
                  </a:lnTo>
                  <a:lnTo>
                    <a:pt x="1669164" y="1104914"/>
                  </a:lnTo>
                  <a:lnTo>
                    <a:pt x="1669825" y="1112338"/>
                  </a:lnTo>
                  <a:lnTo>
                    <a:pt x="1670485" y="1140982"/>
                  </a:lnTo>
                  <a:lnTo>
                    <a:pt x="1671146" y="1177044"/>
                  </a:lnTo>
                  <a:lnTo>
                    <a:pt x="1671806" y="1200314"/>
                  </a:lnTo>
                  <a:lnTo>
                    <a:pt x="1672467" y="1211125"/>
                  </a:lnTo>
                  <a:lnTo>
                    <a:pt x="1673127" y="1200314"/>
                  </a:lnTo>
                  <a:lnTo>
                    <a:pt x="1673788" y="1194039"/>
                  </a:lnTo>
                  <a:lnTo>
                    <a:pt x="1674448" y="1122319"/>
                  </a:lnTo>
                  <a:lnTo>
                    <a:pt x="1675109" y="1053941"/>
                  </a:lnTo>
                  <a:lnTo>
                    <a:pt x="1675769" y="970260"/>
                  </a:lnTo>
                  <a:lnTo>
                    <a:pt x="1676430" y="908691"/>
                  </a:lnTo>
                  <a:lnTo>
                    <a:pt x="1677091" y="875785"/>
                  </a:lnTo>
                  <a:lnTo>
                    <a:pt x="1677751" y="890674"/>
                  </a:lnTo>
                  <a:lnTo>
                    <a:pt x="1678412" y="922582"/>
                  </a:lnTo>
                  <a:lnTo>
                    <a:pt x="1679072" y="1004599"/>
                  </a:lnTo>
                  <a:lnTo>
                    <a:pt x="1679733" y="1121928"/>
                  </a:lnTo>
                  <a:lnTo>
                    <a:pt x="1680393" y="1254279"/>
                  </a:lnTo>
                  <a:lnTo>
                    <a:pt x="1681054" y="1299817"/>
                  </a:lnTo>
                  <a:lnTo>
                    <a:pt x="1681714" y="1278901"/>
                  </a:lnTo>
                  <a:lnTo>
                    <a:pt x="1682375" y="1215579"/>
                  </a:lnTo>
                  <a:lnTo>
                    <a:pt x="1683035" y="1138469"/>
                  </a:lnTo>
                  <a:lnTo>
                    <a:pt x="1683696" y="1085874"/>
                  </a:lnTo>
                  <a:lnTo>
                    <a:pt x="1684356" y="1066245"/>
                  </a:lnTo>
                  <a:lnTo>
                    <a:pt x="1685017" y="1079164"/>
                  </a:lnTo>
                  <a:lnTo>
                    <a:pt x="1685677" y="1114607"/>
                  </a:lnTo>
                  <a:lnTo>
                    <a:pt x="1686338" y="1183907"/>
                  </a:lnTo>
                  <a:lnTo>
                    <a:pt x="1686998" y="1264933"/>
                  </a:lnTo>
                  <a:lnTo>
                    <a:pt x="1687659" y="1293666"/>
                  </a:lnTo>
                  <a:lnTo>
                    <a:pt x="1688320" y="1251683"/>
                  </a:lnTo>
                  <a:lnTo>
                    <a:pt x="1688980" y="1174158"/>
                  </a:lnTo>
                  <a:lnTo>
                    <a:pt x="1689641" y="1138469"/>
                  </a:lnTo>
                  <a:lnTo>
                    <a:pt x="1690301" y="1089986"/>
                  </a:lnTo>
                  <a:lnTo>
                    <a:pt x="1690962" y="1045665"/>
                  </a:lnTo>
                  <a:lnTo>
                    <a:pt x="1691622" y="1009358"/>
                  </a:lnTo>
                  <a:lnTo>
                    <a:pt x="1692283" y="989889"/>
                  </a:lnTo>
                  <a:lnTo>
                    <a:pt x="1692943" y="953642"/>
                  </a:lnTo>
                  <a:lnTo>
                    <a:pt x="1693604" y="936881"/>
                  </a:lnTo>
                  <a:lnTo>
                    <a:pt x="1694264" y="948598"/>
                  </a:lnTo>
                  <a:lnTo>
                    <a:pt x="1694925" y="955482"/>
                  </a:lnTo>
                  <a:lnTo>
                    <a:pt x="1695585" y="955482"/>
                  </a:lnTo>
                  <a:lnTo>
                    <a:pt x="1696246" y="968096"/>
                  </a:lnTo>
                  <a:lnTo>
                    <a:pt x="1696906" y="984323"/>
                  </a:lnTo>
                  <a:lnTo>
                    <a:pt x="1697567" y="1007344"/>
                  </a:lnTo>
                  <a:lnTo>
                    <a:pt x="1698228" y="1045083"/>
                  </a:lnTo>
                  <a:lnTo>
                    <a:pt x="1698888" y="1089296"/>
                  </a:lnTo>
                  <a:lnTo>
                    <a:pt x="1699549" y="1113092"/>
                  </a:lnTo>
                  <a:lnTo>
                    <a:pt x="1700209" y="1105647"/>
                  </a:lnTo>
                  <a:lnTo>
                    <a:pt x="1700870" y="1046831"/>
                  </a:lnTo>
                  <a:lnTo>
                    <a:pt x="1701530" y="1003856"/>
                  </a:lnTo>
                  <a:lnTo>
                    <a:pt x="1702191" y="973539"/>
                  </a:lnTo>
                  <a:lnTo>
                    <a:pt x="1702851" y="973539"/>
                  </a:lnTo>
                  <a:lnTo>
                    <a:pt x="1703512" y="987091"/>
                  </a:lnTo>
                  <a:lnTo>
                    <a:pt x="1704172" y="1039343"/>
                  </a:lnTo>
                  <a:lnTo>
                    <a:pt x="1704833" y="1110836"/>
                  </a:lnTo>
                  <a:lnTo>
                    <a:pt x="1705493" y="1215579"/>
                  </a:lnTo>
                  <a:lnTo>
                    <a:pt x="1706154" y="1293666"/>
                  </a:lnTo>
                  <a:lnTo>
                    <a:pt x="1706814" y="1383643"/>
                  </a:lnTo>
                  <a:lnTo>
                    <a:pt x="1707475" y="1406121"/>
                  </a:lnTo>
                  <a:lnTo>
                    <a:pt x="1708136" y="1406121"/>
                  </a:lnTo>
                  <a:lnTo>
                    <a:pt x="1708796" y="1383643"/>
                  </a:lnTo>
                  <a:lnTo>
                    <a:pt x="1709457" y="1362966"/>
                  </a:lnTo>
                  <a:lnTo>
                    <a:pt x="1710117" y="1353217"/>
                  </a:lnTo>
                  <a:lnTo>
                    <a:pt x="1710778" y="1301378"/>
                  </a:lnTo>
                  <a:lnTo>
                    <a:pt x="1711438" y="1258223"/>
                  </a:lnTo>
                  <a:lnTo>
                    <a:pt x="1712099" y="1239695"/>
                  </a:lnTo>
                  <a:lnTo>
                    <a:pt x="1712759" y="1227649"/>
                  </a:lnTo>
                  <a:lnTo>
                    <a:pt x="1713420" y="1221831"/>
                  </a:lnTo>
                  <a:lnTo>
                    <a:pt x="1714080" y="1245935"/>
                  </a:lnTo>
                  <a:lnTo>
                    <a:pt x="1714741" y="1286917"/>
                  </a:lnTo>
                  <a:lnTo>
                    <a:pt x="1715401" y="1258223"/>
                  </a:lnTo>
                  <a:lnTo>
                    <a:pt x="1716062" y="1210023"/>
                  </a:lnTo>
                  <a:lnTo>
                    <a:pt x="1716722" y="1160191"/>
                  </a:lnTo>
                  <a:lnTo>
                    <a:pt x="1717383" y="1139304"/>
                  </a:lnTo>
                  <a:lnTo>
                    <a:pt x="1718044" y="1131076"/>
                  </a:lnTo>
                  <a:lnTo>
                    <a:pt x="1718704" y="1143518"/>
                  </a:lnTo>
                  <a:lnTo>
                    <a:pt x="1719365" y="1179963"/>
                  </a:lnTo>
                  <a:lnTo>
                    <a:pt x="1720025" y="1189938"/>
                  </a:lnTo>
                  <a:lnTo>
                    <a:pt x="1720686" y="1137223"/>
                  </a:lnTo>
                  <a:lnTo>
                    <a:pt x="1721346" y="1071657"/>
                  </a:lnTo>
                  <a:lnTo>
                    <a:pt x="1722007" y="1002868"/>
                  </a:lnTo>
                  <a:lnTo>
                    <a:pt x="1722667" y="961922"/>
                  </a:lnTo>
                  <a:lnTo>
                    <a:pt x="1723328" y="945619"/>
                  </a:lnTo>
                  <a:lnTo>
                    <a:pt x="1723988" y="945816"/>
                  </a:lnTo>
                  <a:lnTo>
                    <a:pt x="1724649" y="941116"/>
                  </a:lnTo>
                  <a:lnTo>
                    <a:pt x="1725309" y="929911"/>
                  </a:lnTo>
                  <a:lnTo>
                    <a:pt x="1725970" y="850397"/>
                  </a:lnTo>
                  <a:lnTo>
                    <a:pt x="1726630" y="761959"/>
                  </a:lnTo>
                  <a:lnTo>
                    <a:pt x="1727291" y="678260"/>
                  </a:lnTo>
                  <a:lnTo>
                    <a:pt x="1727951" y="607885"/>
                  </a:lnTo>
                  <a:lnTo>
                    <a:pt x="1728612" y="566777"/>
                  </a:lnTo>
                  <a:lnTo>
                    <a:pt x="1729273" y="539555"/>
                  </a:lnTo>
                  <a:lnTo>
                    <a:pt x="1729933" y="521615"/>
                  </a:lnTo>
                  <a:lnTo>
                    <a:pt x="1730594" y="519443"/>
                  </a:lnTo>
                  <a:lnTo>
                    <a:pt x="1731254" y="538532"/>
                  </a:lnTo>
                  <a:lnTo>
                    <a:pt x="1731915" y="554323"/>
                  </a:lnTo>
                  <a:lnTo>
                    <a:pt x="1732575" y="582900"/>
                  </a:lnTo>
                  <a:lnTo>
                    <a:pt x="1733236" y="613175"/>
                  </a:lnTo>
                  <a:lnTo>
                    <a:pt x="1733896" y="646109"/>
                  </a:lnTo>
                  <a:lnTo>
                    <a:pt x="1734557" y="667272"/>
                  </a:lnTo>
                  <a:lnTo>
                    <a:pt x="1735217" y="694475"/>
                  </a:lnTo>
                  <a:lnTo>
                    <a:pt x="1735878" y="731781"/>
                  </a:lnTo>
                  <a:lnTo>
                    <a:pt x="1736538" y="793492"/>
                  </a:lnTo>
                  <a:lnTo>
                    <a:pt x="1737199" y="862278"/>
                  </a:lnTo>
                  <a:lnTo>
                    <a:pt x="1737859" y="946410"/>
                  </a:lnTo>
                  <a:lnTo>
                    <a:pt x="1738520" y="1029047"/>
                  </a:lnTo>
                  <a:lnTo>
                    <a:pt x="1739181" y="1060020"/>
                  </a:lnTo>
                  <a:lnTo>
                    <a:pt x="1739841" y="1072624"/>
                  </a:lnTo>
                  <a:lnTo>
                    <a:pt x="1740502" y="1085874"/>
                  </a:lnTo>
                  <a:lnTo>
                    <a:pt x="1741162" y="1079827"/>
                  </a:lnTo>
                  <a:lnTo>
                    <a:pt x="1741823" y="1061253"/>
                  </a:lnTo>
                  <a:lnTo>
                    <a:pt x="1742483" y="1074568"/>
                  </a:lnTo>
                  <a:lnTo>
                    <a:pt x="1743144" y="1109342"/>
                  </a:lnTo>
                  <a:lnTo>
                    <a:pt x="1743804" y="1131888"/>
                  </a:lnTo>
                  <a:lnTo>
                    <a:pt x="1744465" y="1140142"/>
                  </a:lnTo>
                  <a:lnTo>
                    <a:pt x="1745125" y="1176078"/>
                  </a:lnTo>
                  <a:lnTo>
                    <a:pt x="1745786" y="1203510"/>
                  </a:lnTo>
                  <a:lnTo>
                    <a:pt x="1746446" y="1203510"/>
                  </a:lnTo>
                  <a:lnTo>
                    <a:pt x="1747107" y="1215579"/>
                  </a:lnTo>
                  <a:lnTo>
                    <a:pt x="1747767" y="1264933"/>
                  </a:lnTo>
                  <a:lnTo>
                    <a:pt x="1748428" y="1309327"/>
                  </a:lnTo>
                  <a:lnTo>
                    <a:pt x="1749089" y="1362966"/>
                  </a:lnTo>
                  <a:lnTo>
                    <a:pt x="1749749" y="1406121"/>
                  </a:lnTo>
                  <a:lnTo>
                    <a:pt x="1750410" y="1430742"/>
                  </a:lnTo>
                  <a:lnTo>
                    <a:pt x="1751070" y="1430742"/>
                  </a:lnTo>
                  <a:lnTo>
                    <a:pt x="1751731" y="1430742"/>
                  </a:lnTo>
                  <a:lnTo>
                    <a:pt x="1752391" y="1430742"/>
                  </a:lnTo>
                  <a:lnTo>
                    <a:pt x="1753052" y="1430742"/>
                  </a:lnTo>
                  <a:lnTo>
                    <a:pt x="1753712" y="1383643"/>
                  </a:lnTo>
                  <a:lnTo>
                    <a:pt x="1754373" y="1343822"/>
                  </a:lnTo>
                  <a:lnTo>
                    <a:pt x="1755033" y="1343822"/>
                  </a:lnTo>
                  <a:lnTo>
                    <a:pt x="1755694" y="1343822"/>
                  </a:lnTo>
                  <a:lnTo>
                    <a:pt x="1756354" y="1343822"/>
                  </a:lnTo>
                  <a:lnTo>
                    <a:pt x="1757015" y="1383643"/>
                  </a:lnTo>
                  <a:lnTo>
                    <a:pt x="1757675" y="1430742"/>
                  </a:lnTo>
                  <a:lnTo>
                    <a:pt x="1758336" y="1406121"/>
                  </a:lnTo>
                  <a:lnTo>
                    <a:pt x="1758996" y="1347539"/>
                  </a:lnTo>
                  <a:lnTo>
                    <a:pt x="1759657" y="1254279"/>
                  </a:lnTo>
                  <a:lnTo>
                    <a:pt x="1760318" y="1185902"/>
                  </a:lnTo>
                  <a:lnTo>
                    <a:pt x="1760978" y="1145652"/>
                  </a:lnTo>
                  <a:lnTo>
                    <a:pt x="1761639" y="1142670"/>
                  </a:lnTo>
                  <a:lnTo>
                    <a:pt x="1762299" y="1158384"/>
                  </a:lnTo>
                  <a:lnTo>
                    <a:pt x="1762960" y="1218970"/>
                  </a:lnTo>
                  <a:lnTo>
                    <a:pt x="1763620" y="1298266"/>
                  </a:lnTo>
                  <a:lnTo>
                    <a:pt x="1764281" y="1376217"/>
                  </a:lnTo>
                  <a:lnTo>
                    <a:pt x="1764941" y="1406121"/>
                  </a:lnTo>
                  <a:lnTo>
                    <a:pt x="1765602" y="1406121"/>
                  </a:lnTo>
                  <a:lnTo>
                    <a:pt x="1766262" y="1383643"/>
                  </a:lnTo>
                  <a:lnTo>
                    <a:pt x="1766923" y="1333868"/>
                  </a:lnTo>
                  <a:lnTo>
                    <a:pt x="1767583" y="1285441"/>
                  </a:lnTo>
                  <a:lnTo>
                    <a:pt x="1768244" y="1271125"/>
                  </a:lnTo>
                  <a:lnTo>
                    <a:pt x="1768904" y="1285441"/>
                  </a:lnTo>
                  <a:lnTo>
                    <a:pt x="1769565" y="1300596"/>
                  </a:lnTo>
                  <a:lnTo>
                    <a:pt x="1770226" y="1343822"/>
                  </a:lnTo>
                  <a:lnTo>
                    <a:pt x="1770886" y="1406121"/>
                  </a:lnTo>
                  <a:lnTo>
                    <a:pt x="1771547" y="1430742"/>
                  </a:lnTo>
                  <a:lnTo>
                    <a:pt x="1772207" y="1426896"/>
                  </a:lnTo>
                  <a:lnTo>
                    <a:pt x="1772868" y="1402622"/>
                  </a:lnTo>
                  <a:lnTo>
                    <a:pt x="1773528" y="1360003"/>
                  </a:lnTo>
                  <a:lnTo>
                    <a:pt x="1774189" y="1341069"/>
                  </a:lnTo>
                  <a:lnTo>
                    <a:pt x="1774849" y="1341069"/>
                  </a:lnTo>
                  <a:lnTo>
                    <a:pt x="1775510" y="1343822"/>
                  </a:lnTo>
                  <a:lnTo>
                    <a:pt x="1776170" y="1362966"/>
                  </a:lnTo>
                  <a:lnTo>
                    <a:pt x="1776831" y="1406121"/>
                  </a:lnTo>
                  <a:lnTo>
                    <a:pt x="1777491" y="1430742"/>
                  </a:lnTo>
                  <a:lnTo>
                    <a:pt x="1778152" y="1430742"/>
                  </a:lnTo>
                  <a:lnTo>
                    <a:pt x="1778812" y="1430742"/>
                  </a:lnTo>
                  <a:lnTo>
                    <a:pt x="1779473" y="1430742"/>
                  </a:lnTo>
                  <a:lnTo>
                    <a:pt x="1780134" y="1430742"/>
                  </a:lnTo>
                  <a:lnTo>
                    <a:pt x="1780794" y="1430742"/>
                  </a:lnTo>
                  <a:lnTo>
                    <a:pt x="1781455" y="1430742"/>
                  </a:lnTo>
                  <a:lnTo>
                    <a:pt x="1782115" y="1430742"/>
                  </a:lnTo>
                  <a:lnTo>
                    <a:pt x="1782776" y="1406121"/>
                  </a:lnTo>
                  <a:lnTo>
                    <a:pt x="1783436" y="1362966"/>
                  </a:lnTo>
                  <a:lnTo>
                    <a:pt x="1784097" y="1325999"/>
                  </a:lnTo>
                  <a:lnTo>
                    <a:pt x="1784757" y="1309327"/>
                  </a:lnTo>
                  <a:lnTo>
                    <a:pt x="1785418" y="1293666"/>
                  </a:lnTo>
                  <a:lnTo>
                    <a:pt x="1786078" y="1278901"/>
                  </a:lnTo>
                  <a:lnTo>
                    <a:pt x="1786739" y="1251683"/>
                  </a:lnTo>
                  <a:lnTo>
                    <a:pt x="1787399" y="1239079"/>
                  </a:lnTo>
                  <a:lnTo>
                    <a:pt x="1788060" y="1251683"/>
                  </a:lnTo>
                  <a:lnTo>
                    <a:pt x="1788720" y="1264933"/>
                  </a:lnTo>
                  <a:lnTo>
                    <a:pt x="1789381" y="1284706"/>
                  </a:lnTo>
                  <a:lnTo>
                    <a:pt x="1790042" y="1315867"/>
                  </a:lnTo>
                  <a:lnTo>
                    <a:pt x="1790702" y="1299817"/>
                  </a:lnTo>
                  <a:lnTo>
                    <a:pt x="1791363" y="1270430"/>
                  </a:lnTo>
                  <a:lnTo>
                    <a:pt x="1792023" y="1256902"/>
                  </a:lnTo>
                  <a:lnTo>
                    <a:pt x="1792684" y="1239079"/>
                  </a:lnTo>
                  <a:lnTo>
                    <a:pt x="1793344" y="1221831"/>
                  </a:lnTo>
                  <a:lnTo>
                    <a:pt x="1794005" y="1233602"/>
                  </a:lnTo>
                  <a:lnTo>
                    <a:pt x="1794665" y="1245935"/>
                  </a:lnTo>
                  <a:lnTo>
                    <a:pt x="1795326" y="1245935"/>
                  </a:lnTo>
                  <a:lnTo>
                    <a:pt x="1795986" y="1258887"/>
                  </a:lnTo>
                  <a:lnTo>
                    <a:pt x="1796647" y="1293666"/>
                  </a:lnTo>
                  <a:lnTo>
                    <a:pt x="1797307" y="1325999"/>
                  </a:lnTo>
                  <a:lnTo>
                    <a:pt x="1797968" y="1343822"/>
                  </a:lnTo>
                  <a:lnTo>
                    <a:pt x="1798628" y="1362966"/>
                  </a:lnTo>
                  <a:lnTo>
                    <a:pt x="1799289" y="1383643"/>
                  </a:lnTo>
                  <a:lnTo>
                    <a:pt x="1799949" y="1406121"/>
                  </a:lnTo>
                  <a:lnTo>
                    <a:pt x="1800610" y="1430742"/>
                  </a:lnTo>
                  <a:lnTo>
                    <a:pt x="1801271" y="1430742"/>
                  </a:lnTo>
                  <a:lnTo>
                    <a:pt x="1801931" y="1406121"/>
                  </a:lnTo>
                  <a:lnTo>
                    <a:pt x="1802592" y="1362966"/>
                  </a:lnTo>
                  <a:lnTo>
                    <a:pt x="1803252" y="1325999"/>
                  </a:lnTo>
                  <a:lnTo>
                    <a:pt x="1803913" y="1309327"/>
                  </a:lnTo>
                  <a:lnTo>
                    <a:pt x="1804573" y="1293666"/>
                  </a:lnTo>
                  <a:lnTo>
                    <a:pt x="1805234" y="1293666"/>
                  </a:lnTo>
                  <a:lnTo>
                    <a:pt x="1805894" y="1325999"/>
                  </a:lnTo>
                  <a:lnTo>
                    <a:pt x="1806555" y="1362966"/>
                  </a:lnTo>
                  <a:lnTo>
                    <a:pt x="1807215" y="1383643"/>
                  </a:lnTo>
                  <a:lnTo>
                    <a:pt x="1807876" y="1406121"/>
                  </a:lnTo>
                  <a:lnTo>
                    <a:pt x="1808536" y="1430742"/>
                  </a:lnTo>
                  <a:lnTo>
                    <a:pt x="1809197" y="1430742"/>
                  </a:lnTo>
                  <a:lnTo>
                    <a:pt x="1809857" y="1430742"/>
                  </a:lnTo>
                  <a:lnTo>
                    <a:pt x="1810518" y="1430742"/>
                  </a:lnTo>
                  <a:lnTo>
                    <a:pt x="1811179" y="1430742"/>
                  </a:lnTo>
                  <a:lnTo>
                    <a:pt x="1811839" y="1430742"/>
                  </a:lnTo>
                  <a:lnTo>
                    <a:pt x="1812500" y="1430742"/>
                  </a:lnTo>
                  <a:lnTo>
                    <a:pt x="1813160" y="1430742"/>
                  </a:lnTo>
                  <a:lnTo>
                    <a:pt x="1813821" y="1430742"/>
                  </a:lnTo>
                  <a:lnTo>
                    <a:pt x="1814481" y="1430742"/>
                  </a:lnTo>
                  <a:lnTo>
                    <a:pt x="1815142" y="1430742"/>
                  </a:lnTo>
                  <a:lnTo>
                    <a:pt x="1815802" y="1430742"/>
                  </a:lnTo>
                  <a:lnTo>
                    <a:pt x="1816463" y="1430742"/>
                  </a:lnTo>
                  <a:lnTo>
                    <a:pt x="1817123" y="1430742"/>
                  </a:lnTo>
                  <a:lnTo>
                    <a:pt x="1817784" y="1430742"/>
                  </a:lnTo>
                  <a:lnTo>
                    <a:pt x="1818444" y="1430742"/>
                  </a:lnTo>
                  <a:lnTo>
                    <a:pt x="1819105" y="1430742"/>
                  </a:lnTo>
                  <a:lnTo>
                    <a:pt x="1819765" y="1430742"/>
                  </a:lnTo>
                  <a:lnTo>
                    <a:pt x="1820426" y="1430742"/>
                  </a:lnTo>
                  <a:lnTo>
                    <a:pt x="1821087" y="1392401"/>
                  </a:lnTo>
                  <a:lnTo>
                    <a:pt x="1821747" y="1351310"/>
                  </a:lnTo>
                  <a:lnTo>
                    <a:pt x="1822408" y="1332982"/>
                  </a:lnTo>
                  <a:lnTo>
                    <a:pt x="1823068" y="1332982"/>
                  </a:lnTo>
                  <a:lnTo>
                    <a:pt x="1823729" y="1332982"/>
                  </a:lnTo>
                  <a:lnTo>
                    <a:pt x="1824389" y="1362966"/>
                  </a:lnTo>
                  <a:lnTo>
                    <a:pt x="1825050" y="1406121"/>
                  </a:lnTo>
                  <a:lnTo>
                    <a:pt x="1825710" y="1406121"/>
                  </a:lnTo>
                  <a:lnTo>
                    <a:pt x="1826371" y="1362966"/>
                  </a:lnTo>
                  <a:lnTo>
                    <a:pt x="1827031" y="1343822"/>
                  </a:lnTo>
                  <a:lnTo>
                    <a:pt x="1827692" y="1343822"/>
                  </a:lnTo>
                  <a:lnTo>
                    <a:pt x="1828352" y="1343822"/>
                  </a:lnTo>
                  <a:lnTo>
                    <a:pt x="1829013" y="1362966"/>
                  </a:lnTo>
                  <a:lnTo>
                    <a:pt x="1829673" y="1406121"/>
                  </a:lnTo>
                  <a:lnTo>
                    <a:pt x="1830334" y="1430742"/>
                  </a:lnTo>
                  <a:lnTo>
                    <a:pt x="1830994" y="1430742"/>
                  </a:lnTo>
                  <a:lnTo>
                    <a:pt x="1831655" y="1383643"/>
                  </a:lnTo>
                  <a:lnTo>
                    <a:pt x="1832316" y="1311760"/>
                  </a:lnTo>
                  <a:lnTo>
                    <a:pt x="1832976" y="1240931"/>
                  </a:lnTo>
                  <a:lnTo>
                    <a:pt x="1833637" y="1195593"/>
                  </a:lnTo>
                  <a:lnTo>
                    <a:pt x="1834297" y="1185402"/>
                  </a:lnTo>
                  <a:lnTo>
                    <a:pt x="1834958" y="1190957"/>
                  </a:lnTo>
                  <a:lnTo>
                    <a:pt x="1835618" y="1210573"/>
                  </a:lnTo>
                  <a:lnTo>
                    <a:pt x="1836279" y="1258887"/>
                  </a:lnTo>
                  <a:lnTo>
                    <a:pt x="1836939" y="1302162"/>
                  </a:lnTo>
                  <a:lnTo>
                    <a:pt x="1837600" y="1318363"/>
                  </a:lnTo>
                  <a:lnTo>
                    <a:pt x="1838260" y="1343822"/>
                  </a:lnTo>
                  <a:lnTo>
                    <a:pt x="1838921" y="1383643"/>
                  </a:lnTo>
                  <a:lnTo>
                    <a:pt x="1839581" y="1406121"/>
                  </a:lnTo>
                  <a:lnTo>
                    <a:pt x="1840242" y="1430742"/>
                  </a:lnTo>
                  <a:lnTo>
                    <a:pt x="1840902" y="1430742"/>
                  </a:lnTo>
                  <a:lnTo>
                    <a:pt x="1841563" y="1430742"/>
                  </a:lnTo>
                  <a:lnTo>
                    <a:pt x="1842224" y="1406121"/>
                  </a:lnTo>
                  <a:lnTo>
                    <a:pt x="1842884" y="1362966"/>
                  </a:lnTo>
                  <a:lnTo>
                    <a:pt x="1843545" y="1343822"/>
                  </a:lnTo>
                  <a:lnTo>
                    <a:pt x="1844205" y="1325999"/>
                  </a:lnTo>
                  <a:lnTo>
                    <a:pt x="1844866" y="1325999"/>
                  </a:lnTo>
                  <a:lnTo>
                    <a:pt x="1845526" y="1343822"/>
                  </a:lnTo>
                  <a:lnTo>
                    <a:pt x="1846187" y="1362966"/>
                  </a:lnTo>
                  <a:lnTo>
                    <a:pt x="1846847" y="1343822"/>
                  </a:lnTo>
                  <a:lnTo>
                    <a:pt x="1847508" y="1343822"/>
                  </a:lnTo>
                  <a:lnTo>
                    <a:pt x="1848168" y="1343822"/>
                  </a:lnTo>
                  <a:lnTo>
                    <a:pt x="1848829" y="1343822"/>
                  </a:lnTo>
                  <a:lnTo>
                    <a:pt x="1849489" y="1362966"/>
                  </a:lnTo>
                  <a:lnTo>
                    <a:pt x="1850150" y="1406121"/>
                  </a:lnTo>
                  <a:lnTo>
                    <a:pt x="1850810" y="1406121"/>
                  </a:lnTo>
                  <a:lnTo>
                    <a:pt x="1851471" y="1362966"/>
                  </a:lnTo>
                  <a:lnTo>
                    <a:pt x="1852132" y="1309327"/>
                  </a:lnTo>
                  <a:lnTo>
                    <a:pt x="1852792" y="1264933"/>
                  </a:lnTo>
                  <a:lnTo>
                    <a:pt x="1853453" y="1227062"/>
                  </a:lnTo>
                  <a:lnTo>
                    <a:pt x="1854113" y="1233602"/>
                  </a:lnTo>
                  <a:lnTo>
                    <a:pt x="1854774" y="1245935"/>
                  </a:lnTo>
                  <a:lnTo>
                    <a:pt x="1855434" y="1272522"/>
                  </a:lnTo>
                  <a:lnTo>
                    <a:pt x="1856095" y="1302162"/>
                  </a:lnTo>
                  <a:lnTo>
                    <a:pt x="1856755" y="1318363"/>
                  </a:lnTo>
                  <a:lnTo>
                    <a:pt x="1857416" y="1264933"/>
                  </a:lnTo>
                  <a:lnTo>
                    <a:pt x="1858076" y="1239079"/>
                  </a:lnTo>
                  <a:lnTo>
                    <a:pt x="1858737" y="1241551"/>
                  </a:lnTo>
                  <a:lnTo>
                    <a:pt x="1859397" y="1254279"/>
                  </a:lnTo>
                  <a:lnTo>
                    <a:pt x="1860058" y="1281787"/>
                  </a:lnTo>
                  <a:lnTo>
                    <a:pt x="1860718" y="1347539"/>
                  </a:lnTo>
                  <a:lnTo>
                    <a:pt x="1861379" y="1410861"/>
                  </a:lnTo>
                  <a:lnTo>
                    <a:pt x="1862040" y="1430742"/>
                  </a:lnTo>
                  <a:lnTo>
                    <a:pt x="1862700" y="1430742"/>
                  </a:lnTo>
                  <a:lnTo>
                    <a:pt x="1863361" y="1430742"/>
                  </a:lnTo>
                  <a:lnTo>
                    <a:pt x="1864021" y="1430742"/>
                  </a:lnTo>
                  <a:lnTo>
                    <a:pt x="1864682" y="1430742"/>
                  </a:lnTo>
                  <a:lnTo>
                    <a:pt x="1865342" y="1430742"/>
                  </a:lnTo>
                  <a:lnTo>
                    <a:pt x="1866003" y="1430742"/>
                  </a:lnTo>
                  <a:lnTo>
                    <a:pt x="1866663" y="1343822"/>
                  </a:lnTo>
                  <a:lnTo>
                    <a:pt x="1867324" y="1265614"/>
                  </a:lnTo>
                  <a:lnTo>
                    <a:pt x="1867984" y="1220683"/>
                  </a:lnTo>
                  <a:lnTo>
                    <a:pt x="1868645" y="1142247"/>
                  </a:lnTo>
                  <a:lnTo>
                    <a:pt x="1869305" y="1079164"/>
                  </a:lnTo>
                  <a:lnTo>
                    <a:pt x="1869966" y="1053941"/>
                  </a:lnTo>
                  <a:lnTo>
                    <a:pt x="1870626" y="1053641"/>
                  </a:lnTo>
                  <a:lnTo>
                    <a:pt x="1871287" y="1057267"/>
                  </a:lnTo>
                  <a:lnTo>
                    <a:pt x="1871947" y="1089640"/>
                  </a:lnTo>
                  <a:lnTo>
                    <a:pt x="1872608" y="1146940"/>
                  </a:lnTo>
                  <a:lnTo>
                    <a:pt x="1873269" y="1215579"/>
                  </a:lnTo>
                  <a:lnTo>
                    <a:pt x="1873929" y="1278901"/>
                  </a:lnTo>
                  <a:lnTo>
                    <a:pt x="1874590" y="1275337"/>
                  </a:lnTo>
                  <a:lnTo>
                    <a:pt x="1875250" y="1160644"/>
                  </a:lnTo>
                  <a:lnTo>
                    <a:pt x="1875911" y="979100"/>
                  </a:lnTo>
                  <a:lnTo>
                    <a:pt x="1876571" y="849715"/>
                  </a:lnTo>
                  <a:lnTo>
                    <a:pt x="1877232" y="753373"/>
                  </a:lnTo>
                  <a:lnTo>
                    <a:pt x="1877892" y="704296"/>
                  </a:lnTo>
                  <a:lnTo>
                    <a:pt x="1878553" y="697178"/>
                  </a:lnTo>
                  <a:lnTo>
                    <a:pt x="1879213" y="723625"/>
                  </a:lnTo>
                  <a:lnTo>
                    <a:pt x="1879874" y="773972"/>
                  </a:lnTo>
                  <a:lnTo>
                    <a:pt x="1880534" y="865300"/>
                  </a:lnTo>
                  <a:lnTo>
                    <a:pt x="1881195" y="971348"/>
                  </a:lnTo>
                  <a:lnTo>
                    <a:pt x="1881855" y="1045956"/>
                  </a:lnTo>
                  <a:lnTo>
                    <a:pt x="1882516" y="1099841"/>
                  </a:lnTo>
                  <a:lnTo>
                    <a:pt x="1883177" y="1164302"/>
                  </a:lnTo>
                  <a:lnTo>
                    <a:pt x="1883837" y="1193523"/>
                  </a:lnTo>
                  <a:lnTo>
                    <a:pt x="1884498" y="1204047"/>
                  </a:lnTo>
                  <a:lnTo>
                    <a:pt x="1885158" y="1231205"/>
                  </a:lnTo>
                  <a:lnTo>
                    <a:pt x="1885819" y="1299040"/>
                  </a:lnTo>
                  <a:lnTo>
                    <a:pt x="1886479" y="1351310"/>
                  </a:lnTo>
                  <a:lnTo>
                    <a:pt x="1887140" y="1387985"/>
                  </a:lnTo>
                  <a:lnTo>
                    <a:pt x="1887800" y="1366971"/>
                  </a:lnTo>
                  <a:lnTo>
                    <a:pt x="1888461" y="1340158"/>
                  </a:lnTo>
                  <a:lnTo>
                    <a:pt x="1889121" y="1306118"/>
                  </a:lnTo>
                  <a:lnTo>
                    <a:pt x="1889782" y="1276046"/>
                  </a:lnTo>
                  <a:lnTo>
                    <a:pt x="1890442" y="1264933"/>
                  </a:lnTo>
                  <a:lnTo>
                    <a:pt x="1891103" y="1284706"/>
                  </a:lnTo>
                  <a:lnTo>
                    <a:pt x="1891763" y="1315867"/>
                  </a:lnTo>
                  <a:lnTo>
                    <a:pt x="1892424" y="1351310"/>
                  </a:lnTo>
                  <a:lnTo>
                    <a:pt x="1893085" y="1386893"/>
                  </a:lnTo>
                  <a:lnTo>
                    <a:pt x="1893745" y="1365964"/>
                  </a:lnTo>
                  <a:lnTo>
                    <a:pt x="1894406" y="1289895"/>
                  </a:lnTo>
                  <a:lnTo>
                    <a:pt x="1895066" y="1212786"/>
                  </a:lnTo>
                  <a:lnTo>
                    <a:pt x="1895727" y="1153480"/>
                  </a:lnTo>
                  <a:lnTo>
                    <a:pt x="1896387" y="1122319"/>
                  </a:lnTo>
                  <a:lnTo>
                    <a:pt x="1897048" y="1109715"/>
                  </a:lnTo>
                  <a:lnTo>
                    <a:pt x="1897708" y="1117280"/>
                  </a:lnTo>
                  <a:lnTo>
                    <a:pt x="1898369" y="1141403"/>
                  </a:lnTo>
                  <a:lnTo>
                    <a:pt x="1899029" y="1187408"/>
                  </a:lnTo>
                  <a:lnTo>
                    <a:pt x="1899690" y="1231205"/>
                  </a:lnTo>
                  <a:lnTo>
                    <a:pt x="1900350" y="1251683"/>
                  </a:lnTo>
                  <a:lnTo>
                    <a:pt x="1901011" y="1227062"/>
                  </a:lnTo>
                  <a:lnTo>
                    <a:pt x="1901671" y="1194039"/>
                  </a:lnTo>
                  <a:lnTo>
                    <a:pt x="1902332" y="1151720"/>
                  </a:lnTo>
                  <a:lnTo>
                    <a:pt x="1902992" y="1111210"/>
                  </a:lnTo>
                  <a:lnTo>
                    <a:pt x="1903653" y="1103818"/>
                  </a:lnTo>
                  <a:lnTo>
                    <a:pt x="1904314" y="1140982"/>
                  </a:lnTo>
                  <a:lnTo>
                    <a:pt x="1904974" y="1186905"/>
                  </a:lnTo>
                  <a:lnTo>
                    <a:pt x="1905635" y="1224143"/>
                  </a:lnTo>
                  <a:lnTo>
                    <a:pt x="1906295" y="1261557"/>
                  </a:lnTo>
                  <a:lnTo>
                    <a:pt x="1906956" y="1289895"/>
                  </a:lnTo>
                  <a:lnTo>
                    <a:pt x="1907616" y="1293666"/>
                  </a:lnTo>
                  <a:lnTo>
                    <a:pt x="1908277" y="1264933"/>
                  </a:lnTo>
                  <a:lnTo>
                    <a:pt x="1908937" y="1250395"/>
                  </a:lnTo>
                  <a:lnTo>
                    <a:pt x="1909598" y="1242173"/>
                  </a:lnTo>
                  <a:lnTo>
                    <a:pt x="1910258" y="1242173"/>
                  </a:lnTo>
                  <a:lnTo>
                    <a:pt x="1910919" y="1242173"/>
                  </a:lnTo>
                  <a:lnTo>
                    <a:pt x="1911579" y="1254932"/>
                  </a:lnTo>
                  <a:lnTo>
                    <a:pt x="1912240" y="1283973"/>
                  </a:lnTo>
                  <a:lnTo>
                    <a:pt x="1912900" y="1325999"/>
                  </a:lnTo>
                  <a:lnTo>
                    <a:pt x="1913561" y="1343822"/>
                  </a:lnTo>
                  <a:lnTo>
                    <a:pt x="1914222" y="1362966"/>
                  </a:lnTo>
                  <a:lnTo>
                    <a:pt x="1914882" y="1406121"/>
                  </a:lnTo>
                  <a:lnTo>
                    <a:pt x="1915543" y="1406121"/>
                  </a:lnTo>
                  <a:lnTo>
                    <a:pt x="1916203" y="1371040"/>
                  </a:lnTo>
                  <a:lnTo>
                    <a:pt x="1916864" y="1344746"/>
                  </a:lnTo>
                  <a:lnTo>
                    <a:pt x="1917524" y="1326862"/>
                  </a:lnTo>
                  <a:lnTo>
                    <a:pt x="1918185" y="1326862"/>
                  </a:lnTo>
                  <a:lnTo>
                    <a:pt x="1918845" y="1344746"/>
                  </a:lnTo>
                  <a:lnTo>
                    <a:pt x="1919506" y="1376217"/>
                  </a:lnTo>
                  <a:lnTo>
                    <a:pt x="1920166" y="1406121"/>
                  </a:lnTo>
                  <a:lnTo>
                    <a:pt x="1920827" y="1430742"/>
                  </a:lnTo>
                  <a:lnTo>
                    <a:pt x="1921487" y="1430742"/>
                  </a:lnTo>
                  <a:lnTo>
                    <a:pt x="1922148" y="1430742"/>
                  </a:lnTo>
                  <a:lnTo>
                    <a:pt x="1922808" y="1430742"/>
                  </a:lnTo>
                  <a:lnTo>
                    <a:pt x="1923469" y="1430742"/>
                  </a:lnTo>
                  <a:lnTo>
                    <a:pt x="1924130" y="1430742"/>
                  </a:lnTo>
                  <a:lnTo>
                    <a:pt x="1924790" y="1430742"/>
                  </a:lnTo>
                  <a:lnTo>
                    <a:pt x="1925451" y="1430742"/>
                  </a:lnTo>
                  <a:lnTo>
                    <a:pt x="1926111" y="1430742"/>
                  </a:lnTo>
                  <a:lnTo>
                    <a:pt x="1926772" y="1430742"/>
                  </a:lnTo>
                  <a:lnTo>
                    <a:pt x="1927432" y="1406121"/>
                  </a:lnTo>
                  <a:lnTo>
                    <a:pt x="1928093" y="1362966"/>
                  </a:lnTo>
                  <a:lnTo>
                    <a:pt x="1928753" y="1343822"/>
                  </a:lnTo>
                  <a:lnTo>
                    <a:pt x="1929414" y="1343822"/>
                  </a:lnTo>
                  <a:lnTo>
                    <a:pt x="1930074" y="1329467"/>
                  </a:lnTo>
                  <a:lnTo>
                    <a:pt x="1930735" y="1280340"/>
                  </a:lnTo>
                  <a:lnTo>
                    <a:pt x="1931395" y="1228239"/>
                  </a:lnTo>
                  <a:lnTo>
                    <a:pt x="1932056" y="1184902"/>
                  </a:lnTo>
                  <a:lnTo>
                    <a:pt x="1932716" y="1165687"/>
                  </a:lnTo>
                  <a:lnTo>
                    <a:pt x="1933377" y="1146080"/>
                  </a:lnTo>
                  <a:lnTo>
                    <a:pt x="1934038" y="1164763"/>
                  </a:lnTo>
                  <a:lnTo>
                    <a:pt x="1934698" y="1215579"/>
                  </a:lnTo>
                  <a:lnTo>
                    <a:pt x="1935359" y="1251683"/>
                  </a:lnTo>
                  <a:lnTo>
                    <a:pt x="1936019" y="1241551"/>
                  </a:lnTo>
                  <a:lnTo>
                    <a:pt x="1936680" y="1241551"/>
                  </a:lnTo>
                  <a:lnTo>
                    <a:pt x="1937340" y="1254279"/>
                  </a:lnTo>
                  <a:lnTo>
                    <a:pt x="1938001" y="1254279"/>
                  </a:lnTo>
                  <a:lnTo>
                    <a:pt x="1938661" y="1254279"/>
                  </a:lnTo>
                  <a:lnTo>
                    <a:pt x="1939322" y="1264933"/>
                  </a:lnTo>
                  <a:lnTo>
                    <a:pt x="1939982" y="1293666"/>
                  </a:lnTo>
                  <a:lnTo>
                    <a:pt x="1940643" y="1278901"/>
                  </a:lnTo>
                  <a:lnTo>
                    <a:pt x="1941303" y="1239079"/>
                  </a:lnTo>
                  <a:lnTo>
                    <a:pt x="1941964" y="1236022"/>
                  </a:lnTo>
                  <a:lnTo>
                    <a:pt x="1942624" y="1249753"/>
                  </a:lnTo>
                  <a:lnTo>
                    <a:pt x="1943285" y="1262902"/>
                  </a:lnTo>
                  <a:lnTo>
                    <a:pt x="1943945" y="1291397"/>
                  </a:lnTo>
                  <a:lnTo>
                    <a:pt x="1944606" y="1360003"/>
                  </a:lnTo>
                  <a:lnTo>
                    <a:pt x="1945267" y="1408480"/>
                  </a:lnTo>
                  <a:lnTo>
                    <a:pt x="1945927" y="1430742"/>
                  </a:lnTo>
                  <a:lnTo>
                    <a:pt x="1946588" y="1430742"/>
                  </a:lnTo>
                  <a:lnTo>
                    <a:pt x="1947248" y="1430742"/>
                  </a:lnTo>
                  <a:lnTo>
                    <a:pt x="1947909" y="1406121"/>
                  </a:lnTo>
                  <a:lnTo>
                    <a:pt x="1948569" y="1299817"/>
                  </a:lnTo>
                  <a:lnTo>
                    <a:pt x="1949230" y="1220111"/>
                  </a:lnTo>
                  <a:lnTo>
                    <a:pt x="1949890" y="1174636"/>
                  </a:lnTo>
                  <a:lnTo>
                    <a:pt x="1950551" y="1138886"/>
                  </a:lnTo>
                  <a:lnTo>
                    <a:pt x="1951211" y="1122710"/>
                  </a:lnTo>
                  <a:lnTo>
                    <a:pt x="1951872" y="1161554"/>
                  </a:lnTo>
                  <a:lnTo>
                    <a:pt x="1952532" y="1200844"/>
                  </a:lnTo>
                  <a:lnTo>
                    <a:pt x="1953193" y="1201375"/>
                  </a:lnTo>
                  <a:lnTo>
                    <a:pt x="1953853" y="1165225"/>
                  </a:lnTo>
                  <a:lnTo>
                    <a:pt x="1954514" y="1120758"/>
                  </a:lnTo>
                  <a:lnTo>
                    <a:pt x="1955175" y="1084518"/>
                  </a:lnTo>
                  <a:lnTo>
                    <a:pt x="1955835" y="1058793"/>
                  </a:lnTo>
                  <a:lnTo>
                    <a:pt x="1956496" y="1048590"/>
                  </a:lnTo>
                  <a:lnTo>
                    <a:pt x="1957156" y="1082162"/>
                  </a:lnTo>
                  <a:lnTo>
                    <a:pt x="1957817" y="1133517"/>
                  </a:lnTo>
                  <a:lnTo>
                    <a:pt x="1958477" y="1168480"/>
                  </a:lnTo>
                  <a:lnTo>
                    <a:pt x="1959138" y="1220111"/>
                  </a:lnTo>
                  <a:lnTo>
                    <a:pt x="1959798" y="1284706"/>
                  </a:lnTo>
                  <a:lnTo>
                    <a:pt x="1960459" y="1320884"/>
                  </a:lnTo>
                  <a:lnTo>
                    <a:pt x="1961119" y="1343822"/>
                  </a:lnTo>
                  <a:lnTo>
                    <a:pt x="1961780" y="1362966"/>
                  </a:lnTo>
                  <a:lnTo>
                    <a:pt x="1962440" y="1343822"/>
                  </a:lnTo>
                  <a:lnTo>
                    <a:pt x="1963101" y="1309327"/>
                  </a:lnTo>
                  <a:lnTo>
                    <a:pt x="1963761" y="1264933"/>
                  </a:lnTo>
                  <a:lnTo>
                    <a:pt x="1964422" y="1227062"/>
                  </a:lnTo>
                  <a:lnTo>
                    <a:pt x="1965083" y="1215579"/>
                  </a:lnTo>
                  <a:lnTo>
                    <a:pt x="1965743" y="1227062"/>
                  </a:lnTo>
                  <a:lnTo>
                    <a:pt x="1966404" y="1239079"/>
                  </a:lnTo>
                  <a:lnTo>
                    <a:pt x="1967064" y="1264933"/>
                  </a:lnTo>
                  <a:lnTo>
                    <a:pt x="1967725" y="1309327"/>
                  </a:lnTo>
                  <a:lnTo>
                    <a:pt x="1968385" y="1325999"/>
                  </a:lnTo>
                  <a:lnTo>
                    <a:pt x="1969046" y="1309327"/>
                  </a:lnTo>
                  <a:lnTo>
                    <a:pt x="1969706" y="1293666"/>
                  </a:lnTo>
                  <a:lnTo>
                    <a:pt x="1970367" y="1278901"/>
                  </a:lnTo>
                  <a:lnTo>
                    <a:pt x="1971027" y="1264933"/>
                  </a:lnTo>
                  <a:lnTo>
                    <a:pt x="1971688" y="1278901"/>
                  </a:lnTo>
                  <a:lnTo>
                    <a:pt x="1972348" y="1309327"/>
                  </a:lnTo>
                  <a:lnTo>
                    <a:pt x="1973009" y="1343822"/>
                  </a:lnTo>
                  <a:lnTo>
                    <a:pt x="1973669" y="1362966"/>
                  </a:lnTo>
                  <a:lnTo>
                    <a:pt x="1974330" y="1343822"/>
                  </a:lnTo>
                  <a:lnTo>
                    <a:pt x="1974990" y="1309327"/>
                  </a:lnTo>
                  <a:lnTo>
                    <a:pt x="1975651" y="1278901"/>
                  </a:lnTo>
                  <a:lnTo>
                    <a:pt x="1976312" y="1278901"/>
                  </a:lnTo>
                  <a:lnTo>
                    <a:pt x="1976972" y="1293666"/>
                  </a:lnTo>
                  <a:lnTo>
                    <a:pt x="1977633" y="1325999"/>
                  </a:lnTo>
                  <a:lnTo>
                    <a:pt x="1978293" y="1362966"/>
                  </a:lnTo>
                  <a:lnTo>
                    <a:pt x="1978954" y="1406121"/>
                  </a:lnTo>
                  <a:lnTo>
                    <a:pt x="1979614" y="1430742"/>
                  </a:lnTo>
                  <a:lnTo>
                    <a:pt x="1980275" y="1430742"/>
                  </a:lnTo>
                  <a:lnTo>
                    <a:pt x="1980935" y="1430742"/>
                  </a:lnTo>
                  <a:lnTo>
                    <a:pt x="1981596" y="1430742"/>
                  </a:lnTo>
                  <a:lnTo>
                    <a:pt x="1982256" y="1430742"/>
                  </a:lnTo>
                  <a:lnTo>
                    <a:pt x="1982917" y="1430742"/>
                  </a:lnTo>
                  <a:lnTo>
                    <a:pt x="1983577" y="1430742"/>
                  </a:lnTo>
                  <a:lnTo>
                    <a:pt x="1984238" y="1430742"/>
                  </a:lnTo>
                  <a:lnTo>
                    <a:pt x="1984898" y="1406121"/>
                  </a:lnTo>
                  <a:lnTo>
                    <a:pt x="1985559" y="1383643"/>
                  </a:lnTo>
                  <a:lnTo>
                    <a:pt x="1986220" y="1354175"/>
                  </a:lnTo>
                  <a:lnTo>
                    <a:pt x="1986880" y="1335649"/>
                  </a:lnTo>
                  <a:lnTo>
                    <a:pt x="1987541" y="1302162"/>
                  </a:lnTo>
                  <a:lnTo>
                    <a:pt x="1988201" y="1273223"/>
                  </a:lnTo>
                  <a:lnTo>
                    <a:pt x="1988862" y="1234809"/>
                  </a:lnTo>
                  <a:lnTo>
                    <a:pt x="1989522" y="1211677"/>
                  </a:lnTo>
                  <a:lnTo>
                    <a:pt x="1990183" y="1190447"/>
                  </a:lnTo>
                  <a:lnTo>
                    <a:pt x="1990843" y="1200844"/>
                  </a:lnTo>
                  <a:lnTo>
                    <a:pt x="1991504" y="1234205"/>
                  </a:lnTo>
                  <a:lnTo>
                    <a:pt x="1992164" y="1286917"/>
                  </a:lnTo>
                  <a:lnTo>
                    <a:pt x="1992825" y="1343822"/>
                  </a:lnTo>
                  <a:lnTo>
                    <a:pt x="1993485" y="1406121"/>
                  </a:lnTo>
                  <a:lnTo>
                    <a:pt x="1994146" y="1430742"/>
                  </a:lnTo>
                  <a:lnTo>
                    <a:pt x="1994806" y="1430742"/>
                  </a:lnTo>
                  <a:lnTo>
                    <a:pt x="1995467" y="1406121"/>
                  </a:lnTo>
                  <a:lnTo>
                    <a:pt x="1996128" y="1362966"/>
                  </a:lnTo>
                  <a:lnTo>
                    <a:pt x="1996788" y="1278901"/>
                  </a:lnTo>
                  <a:lnTo>
                    <a:pt x="1997449" y="1204584"/>
                  </a:lnTo>
                  <a:lnTo>
                    <a:pt x="1998109" y="1168012"/>
                  </a:lnTo>
                  <a:lnTo>
                    <a:pt x="1998770" y="1126660"/>
                  </a:lnTo>
                  <a:lnTo>
                    <a:pt x="1999430" y="1074894"/>
                  </a:lnTo>
                  <a:lnTo>
                    <a:pt x="2000091" y="1050066"/>
                  </a:lnTo>
                  <a:lnTo>
                    <a:pt x="2000751" y="1056053"/>
                  </a:lnTo>
                  <a:lnTo>
                    <a:pt x="2001412" y="1072947"/>
                  </a:lnTo>
                  <a:lnTo>
                    <a:pt x="2002072" y="1113470"/>
                  </a:lnTo>
                  <a:lnTo>
                    <a:pt x="2002733" y="1194556"/>
                  </a:lnTo>
                  <a:lnTo>
                    <a:pt x="2003393" y="1310136"/>
                  </a:lnTo>
                  <a:lnTo>
                    <a:pt x="2004054" y="1407298"/>
                  </a:lnTo>
                  <a:lnTo>
                    <a:pt x="2004714" y="1430742"/>
                  </a:lnTo>
                  <a:lnTo>
                    <a:pt x="2005375" y="1430742"/>
                  </a:lnTo>
                  <a:lnTo>
                    <a:pt x="2006036" y="1430742"/>
                  </a:lnTo>
                  <a:lnTo>
                    <a:pt x="2006696" y="1430742"/>
                  </a:lnTo>
                  <a:lnTo>
                    <a:pt x="2007357" y="1430742"/>
                  </a:lnTo>
                  <a:lnTo>
                    <a:pt x="2008017" y="1430742"/>
                  </a:lnTo>
                  <a:lnTo>
                    <a:pt x="2008678" y="1430742"/>
                  </a:lnTo>
                  <a:lnTo>
                    <a:pt x="2009338" y="1362966"/>
                  </a:lnTo>
                  <a:lnTo>
                    <a:pt x="2009999" y="1274631"/>
                  </a:lnTo>
                  <a:lnTo>
                    <a:pt x="2010659" y="1235415"/>
                  </a:lnTo>
                  <a:lnTo>
                    <a:pt x="2011320" y="1223563"/>
                  </a:lnTo>
                  <a:lnTo>
                    <a:pt x="2011980" y="1223563"/>
                  </a:lnTo>
                  <a:lnTo>
                    <a:pt x="2012641" y="1260886"/>
                  </a:lnTo>
                  <a:lnTo>
                    <a:pt x="2013301" y="1343822"/>
                  </a:lnTo>
                  <a:lnTo>
                    <a:pt x="2013962" y="1406121"/>
                  </a:lnTo>
                  <a:lnTo>
                    <a:pt x="2014622" y="1430742"/>
                  </a:lnTo>
                  <a:lnTo>
                    <a:pt x="2015283" y="1430742"/>
                  </a:lnTo>
                  <a:lnTo>
                    <a:pt x="2015943" y="1430742"/>
                  </a:lnTo>
                  <a:lnTo>
                    <a:pt x="2016604" y="1430742"/>
                  </a:lnTo>
                  <a:lnTo>
                    <a:pt x="2017265" y="1430742"/>
                  </a:lnTo>
                  <a:lnTo>
                    <a:pt x="2017925" y="1430742"/>
                  </a:lnTo>
                  <a:lnTo>
                    <a:pt x="2018586" y="1430742"/>
                  </a:lnTo>
                  <a:lnTo>
                    <a:pt x="2019246" y="1406121"/>
                  </a:lnTo>
                  <a:lnTo>
                    <a:pt x="2019907" y="1380434"/>
                  </a:lnTo>
                  <a:lnTo>
                    <a:pt x="2020567" y="1360003"/>
                  </a:lnTo>
                  <a:lnTo>
                    <a:pt x="2021228" y="1323429"/>
                  </a:lnTo>
                  <a:lnTo>
                    <a:pt x="2021888" y="1306917"/>
                  </a:lnTo>
                  <a:lnTo>
                    <a:pt x="2022549" y="1323429"/>
                  </a:lnTo>
                  <a:lnTo>
                    <a:pt x="2023209" y="1325999"/>
                  </a:lnTo>
                  <a:lnTo>
                    <a:pt x="2023870" y="1325999"/>
                  </a:lnTo>
                  <a:lnTo>
                    <a:pt x="2024530" y="1362966"/>
                  </a:lnTo>
                  <a:lnTo>
                    <a:pt x="2025191" y="1334757"/>
                  </a:lnTo>
                  <a:lnTo>
                    <a:pt x="2025851" y="1271823"/>
                  </a:lnTo>
                  <a:lnTo>
                    <a:pt x="2026512" y="1233001"/>
                  </a:lnTo>
                  <a:lnTo>
                    <a:pt x="2027173" y="1221256"/>
                  </a:lnTo>
                  <a:lnTo>
                    <a:pt x="2027833" y="1200314"/>
                  </a:lnTo>
                  <a:lnTo>
                    <a:pt x="2028494" y="1216704"/>
                  </a:lnTo>
                  <a:lnTo>
                    <a:pt x="2029154" y="1266297"/>
                  </a:lnTo>
                  <a:lnTo>
                    <a:pt x="2029815" y="1327727"/>
                  </a:lnTo>
                  <a:lnTo>
                    <a:pt x="2030475" y="1364961"/>
                  </a:lnTo>
                  <a:lnTo>
                    <a:pt x="2031136" y="1406121"/>
                  </a:lnTo>
                  <a:lnTo>
                    <a:pt x="2031796" y="1430742"/>
                  </a:lnTo>
                  <a:lnTo>
                    <a:pt x="2032457" y="1430742"/>
                  </a:lnTo>
                  <a:lnTo>
                    <a:pt x="2033117" y="1430742"/>
                  </a:lnTo>
                  <a:lnTo>
                    <a:pt x="2033778" y="1430742"/>
                  </a:lnTo>
                  <a:lnTo>
                    <a:pt x="2034438" y="1430742"/>
                  </a:lnTo>
                  <a:lnTo>
                    <a:pt x="2035099" y="1430742"/>
                  </a:lnTo>
                  <a:lnTo>
                    <a:pt x="2035759" y="1430742"/>
                  </a:lnTo>
                  <a:lnTo>
                    <a:pt x="2036420" y="1430742"/>
                  </a:lnTo>
                  <a:lnTo>
                    <a:pt x="2037081" y="1406121"/>
                  </a:lnTo>
                  <a:lnTo>
                    <a:pt x="2037741" y="1362966"/>
                  </a:lnTo>
                  <a:lnTo>
                    <a:pt x="2038402" y="1325999"/>
                  </a:lnTo>
                  <a:lnTo>
                    <a:pt x="2039062" y="1278901"/>
                  </a:lnTo>
                  <a:lnTo>
                    <a:pt x="2039723" y="1188417"/>
                  </a:lnTo>
                  <a:lnTo>
                    <a:pt x="2040383" y="1110461"/>
                  </a:lnTo>
                  <a:lnTo>
                    <a:pt x="2041044" y="1069415"/>
                  </a:lnTo>
                  <a:lnTo>
                    <a:pt x="2041704" y="1044793"/>
                  </a:lnTo>
                  <a:lnTo>
                    <a:pt x="2042365" y="1027958"/>
                  </a:lnTo>
                  <a:lnTo>
                    <a:pt x="2043025" y="1048002"/>
                  </a:lnTo>
                  <a:lnTo>
                    <a:pt x="2043686" y="1107119"/>
                  </a:lnTo>
                  <a:lnTo>
                    <a:pt x="2044346" y="1164302"/>
                  </a:lnTo>
                  <a:lnTo>
                    <a:pt x="2045007" y="1204584"/>
                  </a:lnTo>
                  <a:lnTo>
                    <a:pt x="2045667" y="1264933"/>
                  </a:lnTo>
                  <a:lnTo>
                    <a:pt x="2046328" y="1278901"/>
                  </a:lnTo>
                  <a:lnTo>
                    <a:pt x="2046988" y="1239079"/>
                  </a:lnTo>
                  <a:lnTo>
                    <a:pt x="2047649" y="1194039"/>
                  </a:lnTo>
                  <a:lnTo>
                    <a:pt x="2048310" y="1174158"/>
                  </a:lnTo>
                  <a:lnTo>
                    <a:pt x="2048970" y="1138469"/>
                  </a:lnTo>
                  <a:lnTo>
                    <a:pt x="2049631" y="1145652"/>
                  </a:lnTo>
                  <a:lnTo>
                    <a:pt x="2050291" y="1172726"/>
                  </a:lnTo>
                  <a:lnTo>
                    <a:pt x="2050952" y="1213899"/>
                  </a:lnTo>
                  <a:lnTo>
                    <a:pt x="2051612" y="1225306"/>
                  </a:lnTo>
                  <a:lnTo>
                    <a:pt x="2052273" y="1249753"/>
                  </a:lnTo>
                  <a:lnTo>
                    <a:pt x="2052933" y="1239079"/>
                  </a:lnTo>
                  <a:lnTo>
                    <a:pt x="2053594" y="1204584"/>
                  </a:lnTo>
                  <a:lnTo>
                    <a:pt x="2054254" y="1188417"/>
                  </a:lnTo>
                  <a:lnTo>
                    <a:pt x="2054915" y="1209474"/>
                  </a:lnTo>
                  <a:lnTo>
                    <a:pt x="2055575" y="1232400"/>
                  </a:lnTo>
                  <a:lnTo>
                    <a:pt x="2056236" y="1257562"/>
                  </a:lnTo>
                  <a:lnTo>
                    <a:pt x="2056896" y="1285441"/>
                  </a:lnTo>
                  <a:lnTo>
                    <a:pt x="2057557" y="1309327"/>
                  </a:lnTo>
                  <a:lnTo>
                    <a:pt x="2058218" y="1325999"/>
                  </a:lnTo>
                  <a:lnTo>
                    <a:pt x="2058878" y="1343822"/>
                  </a:lnTo>
                  <a:lnTo>
                    <a:pt x="2059539" y="1343822"/>
                  </a:lnTo>
                  <a:lnTo>
                    <a:pt x="2060199" y="1309327"/>
                  </a:lnTo>
                  <a:lnTo>
                    <a:pt x="2060860" y="1264933"/>
                  </a:lnTo>
                  <a:lnTo>
                    <a:pt x="2061520" y="1227062"/>
                  </a:lnTo>
                  <a:lnTo>
                    <a:pt x="2062181" y="1174158"/>
                  </a:lnTo>
                  <a:lnTo>
                    <a:pt x="2062841" y="1146940"/>
                  </a:lnTo>
                  <a:lnTo>
                    <a:pt x="2063502" y="1148668"/>
                  </a:lnTo>
                  <a:lnTo>
                    <a:pt x="2064162" y="1166615"/>
                  </a:lnTo>
                  <a:lnTo>
                    <a:pt x="2064823" y="1176078"/>
                  </a:lnTo>
                  <a:lnTo>
                    <a:pt x="2065483" y="1217835"/>
                  </a:lnTo>
                  <a:lnTo>
                    <a:pt x="2066144" y="1254279"/>
                  </a:lnTo>
                  <a:lnTo>
                    <a:pt x="2066804" y="1293666"/>
                  </a:lnTo>
                  <a:lnTo>
                    <a:pt x="2067465" y="1309327"/>
                  </a:lnTo>
                  <a:lnTo>
                    <a:pt x="2068126" y="1343822"/>
                  </a:lnTo>
                  <a:lnTo>
                    <a:pt x="2068786" y="1362966"/>
                  </a:lnTo>
                  <a:lnTo>
                    <a:pt x="2069447" y="1362966"/>
                  </a:lnTo>
                  <a:lnTo>
                    <a:pt x="2070107" y="1343822"/>
                  </a:lnTo>
                  <a:lnTo>
                    <a:pt x="2070768" y="1343822"/>
                  </a:lnTo>
                  <a:lnTo>
                    <a:pt x="2071428" y="1343822"/>
                  </a:lnTo>
                  <a:lnTo>
                    <a:pt x="2072089" y="1343822"/>
                  </a:lnTo>
                  <a:lnTo>
                    <a:pt x="2072749" y="1362966"/>
                  </a:lnTo>
                  <a:lnTo>
                    <a:pt x="2073410" y="1406121"/>
                  </a:lnTo>
                  <a:lnTo>
                    <a:pt x="2074070" y="1430742"/>
                  </a:lnTo>
                  <a:lnTo>
                    <a:pt x="2074731" y="1430742"/>
                  </a:lnTo>
                  <a:lnTo>
                    <a:pt x="2075391" y="1430742"/>
                  </a:lnTo>
                  <a:lnTo>
                    <a:pt x="2076052" y="1430742"/>
                  </a:lnTo>
                  <a:lnTo>
                    <a:pt x="2076712" y="1430742"/>
                  </a:lnTo>
                  <a:lnTo>
                    <a:pt x="2077373" y="1414474"/>
                  </a:lnTo>
                  <a:lnTo>
                    <a:pt x="2078034" y="1391290"/>
                  </a:lnTo>
                  <a:lnTo>
                    <a:pt x="2078694" y="1350362"/>
                  </a:lnTo>
                  <a:lnTo>
                    <a:pt x="2079355" y="1332098"/>
                  </a:lnTo>
                  <a:lnTo>
                    <a:pt x="2080015" y="1332098"/>
                  </a:lnTo>
                  <a:lnTo>
                    <a:pt x="2080676" y="1343822"/>
                  </a:lnTo>
                  <a:lnTo>
                    <a:pt x="2081336" y="1354175"/>
                  </a:lnTo>
                  <a:lnTo>
                    <a:pt x="2081997" y="1374133"/>
                  </a:lnTo>
                  <a:lnTo>
                    <a:pt x="2082657" y="1374133"/>
                  </a:lnTo>
                  <a:lnTo>
                    <a:pt x="2083318" y="1335649"/>
                  </a:lnTo>
                  <a:lnTo>
                    <a:pt x="2083978" y="1286917"/>
                  </a:lnTo>
                  <a:lnTo>
                    <a:pt x="2084639" y="1270430"/>
                  </a:lnTo>
                  <a:lnTo>
                    <a:pt x="2085299" y="1242173"/>
                  </a:lnTo>
                  <a:lnTo>
                    <a:pt x="2085960" y="1218402"/>
                  </a:lnTo>
                  <a:lnTo>
                    <a:pt x="2086620" y="1218402"/>
                  </a:lnTo>
                  <a:lnTo>
                    <a:pt x="2087281" y="1242173"/>
                  </a:lnTo>
                  <a:lnTo>
                    <a:pt x="2087941" y="1262902"/>
                  </a:lnTo>
                  <a:lnTo>
                    <a:pt x="2088602" y="1293666"/>
                  </a:lnTo>
                  <a:lnTo>
                    <a:pt x="2089263" y="1325999"/>
                  </a:lnTo>
                  <a:lnTo>
                    <a:pt x="2089923" y="1343822"/>
                  </a:lnTo>
                  <a:lnTo>
                    <a:pt x="2090584" y="1343822"/>
                  </a:lnTo>
                  <a:lnTo>
                    <a:pt x="2091244" y="1315867"/>
                  </a:lnTo>
                  <a:lnTo>
                    <a:pt x="2091905" y="1299817"/>
                  </a:lnTo>
                  <a:lnTo>
                    <a:pt x="2092565" y="1299817"/>
                  </a:lnTo>
                  <a:lnTo>
                    <a:pt x="2093226" y="1299817"/>
                  </a:lnTo>
                  <a:lnTo>
                    <a:pt x="2093886" y="1299817"/>
                  </a:lnTo>
                  <a:lnTo>
                    <a:pt x="2094547" y="1325999"/>
                  </a:lnTo>
                  <a:lnTo>
                    <a:pt x="2095207" y="1362966"/>
                  </a:lnTo>
                  <a:lnTo>
                    <a:pt x="2095868" y="1383643"/>
                  </a:lnTo>
                  <a:lnTo>
                    <a:pt x="2096528" y="1406121"/>
                  </a:lnTo>
                  <a:lnTo>
                    <a:pt x="2097189" y="1430742"/>
                  </a:lnTo>
                  <a:lnTo>
                    <a:pt x="2097849" y="1430742"/>
                  </a:lnTo>
                  <a:lnTo>
                    <a:pt x="2098510" y="1430742"/>
                  </a:lnTo>
                  <a:lnTo>
                    <a:pt x="2099171" y="1430742"/>
                  </a:lnTo>
                  <a:lnTo>
                    <a:pt x="2099831" y="1430742"/>
                  </a:lnTo>
                  <a:lnTo>
                    <a:pt x="2100492" y="1430742"/>
                  </a:lnTo>
                  <a:lnTo>
                    <a:pt x="2101152" y="1430742"/>
                  </a:lnTo>
                  <a:lnTo>
                    <a:pt x="2101813" y="1430742"/>
                  </a:lnTo>
                  <a:lnTo>
                    <a:pt x="2102473" y="1430742"/>
                  </a:lnTo>
                  <a:lnTo>
                    <a:pt x="2103134" y="1430742"/>
                  </a:lnTo>
                  <a:lnTo>
                    <a:pt x="2103794" y="1430742"/>
                  </a:lnTo>
                  <a:lnTo>
                    <a:pt x="2104455" y="1430742"/>
                  </a:lnTo>
                  <a:lnTo>
                    <a:pt x="2105115" y="1430742"/>
                  </a:lnTo>
                  <a:lnTo>
                    <a:pt x="2105776" y="1430742"/>
                  </a:lnTo>
                  <a:lnTo>
                    <a:pt x="2106436" y="1406121"/>
                  </a:lnTo>
                  <a:lnTo>
                    <a:pt x="2107097" y="1362966"/>
                  </a:lnTo>
                  <a:lnTo>
                    <a:pt x="2107757" y="1343822"/>
                  </a:lnTo>
                  <a:lnTo>
                    <a:pt x="2108418" y="1325999"/>
                  </a:lnTo>
                  <a:lnTo>
                    <a:pt x="2109079" y="1309327"/>
                  </a:lnTo>
                  <a:lnTo>
                    <a:pt x="2109739" y="1309327"/>
                  </a:lnTo>
                  <a:lnTo>
                    <a:pt x="2110400" y="1325999"/>
                  </a:lnTo>
                  <a:lnTo>
                    <a:pt x="2111060" y="1325999"/>
                  </a:lnTo>
                  <a:lnTo>
                    <a:pt x="2111721" y="1343822"/>
                  </a:lnTo>
                  <a:lnTo>
                    <a:pt x="2112381" y="1362966"/>
                  </a:lnTo>
                  <a:lnTo>
                    <a:pt x="2113042" y="1383643"/>
                  </a:lnTo>
                  <a:lnTo>
                    <a:pt x="2113702" y="1406121"/>
                  </a:lnTo>
                  <a:lnTo>
                    <a:pt x="2114363" y="1430742"/>
                  </a:lnTo>
                  <a:lnTo>
                    <a:pt x="2115023" y="1430742"/>
                  </a:lnTo>
                  <a:lnTo>
                    <a:pt x="2115684" y="1430742"/>
                  </a:lnTo>
                  <a:lnTo>
                    <a:pt x="2116344" y="1430742"/>
                  </a:lnTo>
                  <a:lnTo>
                    <a:pt x="2117005" y="1430742"/>
                  </a:lnTo>
                  <a:lnTo>
                    <a:pt x="2117665" y="1430742"/>
                  </a:lnTo>
                  <a:lnTo>
                    <a:pt x="2118326" y="1406121"/>
                  </a:lnTo>
                  <a:lnTo>
                    <a:pt x="2118986" y="1362966"/>
                  </a:lnTo>
                  <a:lnTo>
                    <a:pt x="2119647" y="1343822"/>
                  </a:lnTo>
                  <a:lnTo>
                    <a:pt x="2120308" y="1333868"/>
                  </a:lnTo>
                  <a:lnTo>
                    <a:pt x="2120968" y="1300596"/>
                  </a:lnTo>
                  <a:lnTo>
                    <a:pt x="2121629" y="1285441"/>
                  </a:lnTo>
                  <a:lnTo>
                    <a:pt x="2122289" y="1300596"/>
                  </a:lnTo>
                  <a:lnTo>
                    <a:pt x="2122950" y="1316697"/>
                  </a:lnTo>
                  <a:lnTo>
                    <a:pt x="2123610" y="1325999"/>
                  </a:lnTo>
                  <a:lnTo>
                    <a:pt x="2124271" y="1362966"/>
                  </a:lnTo>
                  <a:lnTo>
                    <a:pt x="2124931" y="1406121"/>
                  </a:lnTo>
                  <a:lnTo>
                    <a:pt x="2125592" y="1406121"/>
                  </a:lnTo>
                  <a:lnTo>
                    <a:pt x="2126252" y="1383643"/>
                  </a:lnTo>
                  <a:lnTo>
                    <a:pt x="2126913" y="1362966"/>
                  </a:lnTo>
                  <a:lnTo>
                    <a:pt x="2127573" y="1325999"/>
                  </a:lnTo>
                  <a:lnTo>
                    <a:pt x="2128234" y="1293666"/>
                  </a:lnTo>
                  <a:lnTo>
                    <a:pt x="2128894" y="1282514"/>
                  </a:lnTo>
                  <a:lnTo>
                    <a:pt x="2129555" y="1297493"/>
                  </a:lnTo>
                  <a:lnTo>
                    <a:pt x="2130216" y="1297493"/>
                  </a:lnTo>
                  <a:lnTo>
                    <a:pt x="2130876" y="1297493"/>
                  </a:lnTo>
                  <a:lnTo>
                    <a:pt x="2131537" y="1282514"/>
                  </a:lnTo>
                  <a:lnTo>
                    <a:pt x="2132197" y="1278901"/>
                  </a:lnTo>
                  <a:lnTo>
                    <a:pt x="2132858" y="1251683"/>
                  </a:lnTo>
                  <a:lnTo>
                    <a:pt x="2133518" y="1264933"/>
                  </a:lnTo>
                  <a:lnTo>
                    <a:pt x="2134179" y="1293666"/>
                  </a:lnTo>
                  <a:lnTo>
                    <a:pt x="2134839" y="1343822"/>
                  </a:lnTo>
                  <a:lnTo>
                    <a:pt x="2135500" y="1383643"/>
                  </a:lnTo>
                  <a:lnTo>
                    <a:pt x="2136160" y="1406121"/>
                  </a:lnTo>
                  <a:lnTo>
                    <a:pt x="2136821" y="1383643"/>
                  </a:lnTo>
                  <a:lnTo>
                    <a:pt x="2137481" y="1343822"/>
                  </a:lnTo>
                  <a:lnTo>
                    <a:pt x="2138142" y="1293666"/>
                  </a:lnTo>
                  <a:lnTo>
                    <a:pt x="2138802" y="1278901"/>
                  </a:lnTo>
                  <a:lnTo>
                    <a:pt x="2139463" y="1282514"/>
                  </a:lnTo>
                  <a:lnTo>
                    <a:pt x="2140124" y="1297493"/>
                  </a:lnTo>
                  <a:lnTo>
                    <a:pt x="2140784" y="1330341"/>
                  </a:lnTo>
                  <a:lnTo>
                    <a:pt x="2141445" y="1389082"/>
                  </a:lnTo>
                  <a:lnTo>
                    <a:pt x="2142105" y="1389082"/>
                  </a:lnTo>
                  <a:lnTo>
                    <a:pt x="2142766" y="1343822"/>
                  </a:lnTo>
                  <a:lnTo>
                    <a:pt x="2143426" y="1282514"/>
                  </a:lnTo>
                  <a:lnTo>
                    <a:pt x="2144087" y="1247201"/>
                  </a:lnTo>
                  <a:lnTo>
                    <a:pt x="2144747" y="1234809"/>
                  </a:lnTo>
                  <a:lnTo>
                    <a:pt x="2145408" y="1222984"/>
                  </a:lnTo>
                  <a:lnTo>
                    <a:pt x="2146068" y="1211677"/>
                  </a:lnTo>
                  <a:lnTo>
                    <a:pt x="2146729" y="1198205"/>
                  </a:lnTo>
                  <a:lnTo>
                    <a:pt x="2147389" y="1194039"/>
                  </a:lnTo>
                  <a:lnTo>
                    <a:pt x="2148050" y="1164763"/>
                  </a:lnTo>
                  <a:lnTo>
                    <a:pt x="2148710" y="1130268"/>
                  </a:lnTo>
                  <a:lnTo>
                    <a:pt x="2149371" y="1109715"/>
                  </a:lnTo>
                  <a:lnTo>
                    <a:pt x="2150032" y="1109715"/>
                  </a:lnTo>
                  <a:lnTo>
                    <a:pt x="2150692" y="1102365"/>
                  </a:lnTo>
                  <a:lnTo>
                    <a:pt x="2151353" y="1109715"/>
                  </a:lnTo>
                  <a:lnTo>
                    <a:pt x="2152013" y="1131888"/>
                  </a:lnTo>
                  <a:lnTo>
                    <a:pt x="2152674" y="1105280"/>
                  </a:lnTo>
                  <a:lnTo>
                    <a:pt x="2153334" y="1027687"/>
                  </a:lnTo>
                  <a:lnTo>
                    <a:pt x="2153995" y="940728"/>
                  </a:lnTo>
                  <a:lnTo>
                    <a:pt x="2154655" y="868064"/>
                  </a:lnTo>
                  <a:lnTo>
                    <a:pt x="2155316" y="846062"/>
                  </a:lnTo>
                  <a:lnTo>
                    <a:pt x="2155976" y="860141"/>
                  </a:lnTo>
                  <a:lnTo>
                    <a:pt x="2156637" y="911099"/>
                  </a:lnTo>
                  <a:lnTo>
                    <a:pt x="2157297" y="1006342"/>
                  </a:lnTo>
                  <a:lnTo>
                    <a:pt x="2157958" y="1146510"/>
                  </a:lnTo>
                  <a:lnTo>
                    <a:pt x="2158618" y="1225890"/>
                  </a:lnTo>
                  <a:lnTo>
                    <a:pt x="2159279" y="1277469"/>
                  </a:lnTo>
                  <a:lnTo>
                    <a:pt x="2159939" y="1251038"/>
                  </a:lnTo>
                  <a:lnTo>
                    <a:pt x="2160600" y="1217269"/>
                  </a:lnTo>
                  <a:lnTo>
                    <a:pt x="2161261" y="1240931"/>
                  </a:lnTo>
                  <a:lnTo>
                    <a:pt x="2161921" y="1229421"/>
                  </a:lnTo>
                  <a:lnTo>
                    <a:pt x="2162582" y="1176078"/>
                  </a:lnTo>
                  <a:lnTo>
                    <a:pt x="2163242" y="1140142"/>
                  </a:lnTo>
                  <a:lnTo>
                    <a:pt x="2163903" y="1115749"/>
                  </a:lnTo>
                  <a:lnTo>
                    <a:pt x="2164563" y="1086896"/>
                  </a:lnTo>
                  <a:lnTo>
                    <a:pt x="2165224" y="1093113"/>
                  </a:lnTo>
                  <a:lnTo>
                    <a:pt x="2165884" y="1114987"/>
                  </a:lnTo>
                  <a:lnTo>
                    <a:pt x="2166545" y="1156144"/>
                  </a:lnTo>
                  <a:lnTo>
                    <a:pt x="2167205" y="1193008"/>
                  </a:lnTo>
                  <a:lnTo>
                    <a:pt x="2167866" y="1214458"/>
                  </a:lnTo>
                  <a:lnTo>
                    <a:pt x="2168526" y="1208379"/>
                  </a:lnTo>
                  <a:lnTo>
                    <a:pt x="2169187" y="1168012"/>
                  </a:lnTo>
                  <a:lnTo>
                    <a:pt x="2169847" y="1119206"/>
                  </a:lnTo>
                  <a:lnTo>
                    <a:pt x="2170508" y="1096987"/>
                  </a:lnTo>
                  <a:lnTo>
                    <a:pt x="2171169" y="1087579"/>
                  </a:lnTo>
                  <a:lnTo>
                    <a:pt x="2171829" y="1071979"/>
                  </a:lnTo>
                  <a:lnTo>
                    <a:pt x="2172490" y="1078502"/>
                  </a:lnTo>
                  <a:lnTo>
                    <a:pt x="2173150" y="1115749"/>
                  </a:lnTo>
                  <a:lnTo>
                    <a:pt x="2173811" y="1139723"/>
                  </a:lnTo>
                  <a:lnTo>
                    <a:pt x="2174471" y="1169417"/>
                  </a:lnTo>
                  <a:lnTo>
                    <a:pt x="2175132" y="1233001"/>
                  </a:lnTo>
                  <a:lnTo>
                    <a:pt x="2175792" y="1317529"/>
                  </a:lnTo>
                  <a:lnTo>
                    <a:pt x="2176453" y="1343822"/>
                  </a:lnTo>
                  <a:lnTo>
                    <a:pt x="2177113" y="1343822"/>
                  </a:lnTo>
                  <a:lnTo>
                    <a:pt x="2177774" y="1343822"/>
                  </a:lnTo>
                  <a:lnTo>
                    <a:pt x="2178434" y="1325999"/>
                  </a:lnTo>
                  <a:lnTo>
                    <a:pt x="2179095" y="1325999"/>
                  </a:lnTo>
                  <a:lnTo>
                    <a:pt x="2179755" y="1343822"/>
                  </a:lnTo>
                  <a:lnTo>
                    <a:pt x="2180416" y="1383643"/>
                  </a:lnTo>
                  <a:lnTo>
                    <a:pt x="2181077" y="1406121"/>
                  </a:lnTo>
                  <a:lnTo>
                    <a:pt x="2181737" y="1430742"/>
                  </a:lnTo>
                  <a:lnTo>
                    <a:pt x="2182398" y="1406121"/>
                  </a:lnTo>
                  <a:lnTo>
                    <a:pt x="2183058" y="1380434"/>
                  </a:lnTo>
                  <a:lnTo>
                    <a:pt x="2183719" y="1341069"/>
                  </a:lnTo>
                  <a:lnTo>
                    <a:pt x="2184379" y="1323429"/>
                  </a:lnTo>
                  <a:lnTo>
                    <a:pt x="2185040" y="1323429"/>
                  </a:lnTo>
                  <a:lnTo>
                    <a:pt x="2185700" y="1341069"/>
                  </a:lnTo>
                  <a:lnTo>
                    <a:pt x="2186361" y="1362966"/>
                  </a:lnTo>
                  <a:lnTo>
                    <a:pt x="2187021" y="1406121"/>
                  </a:lnTo>
                  <a:lnTo>
                    <a:pt x="2187682" y="1406121"/>
                  </a:lnTo>
                  <a:lnTo>
                    <a:pt x="2188342" y="1362966"/>
                  </a:lnTo>
                  <a:lnTo>
                    <a:pt x="2189003" y="1325999"/>
                  </a:lnTo>
                  <a:lnTo>
                    <a:pt x="2189663" y="1278901"/>
                  </a:lnTo>
                  <a:lnTo>
                    <a:pt x="2190324" y="1227062"/>
                  </a:lnTo>
                  <a:lnTo>
                    <a:pt x="2190984" y="1204584"/>
                  </a:lnTo>
                  <a:lnTo>
                    <a:pt x="2191645" y="1224724"/>
                  </a:lnTo>
                  <a:lnTo>
                    <a:pt x="2192306" y="1249113"/>
                  </a:lnTo>
                  <a:lnTo>
                    <a:pt x="2192966" y="1276046"/>
                  </a:lnTo>
                  <a:lnTo>
                    <a:pt x="2193627" y="1306118"/>
                  </a:lnTo>
                  <a:lnTo>
                    <a:pt x="2194287" y="1328596"/>
                  </a:lnTo>
                  <a:lnTo>
                    <a:pt x="2194948" y="1289895"/>
                  </a:lnTo>
                  <a:lnTo>
                    <a:pt x="2195608" y="1201907"/>
                  </a:lnTo>
                  <a:lnTo>
                    <a:pt x="2196269" y="1108228"/>
                  </a:lnTo>
                  <a:lnTo>
                    <a:pt x="2196929" y="1048885"/>
                  </a:lnTo>
                  <a:lnTo>
                    <a:pt x="2197590" y="1011643"/>
                  </a:lnTo>
                  <a:lnTo>
                    <a:pt x="2198250" y="1004599"/>
                  </a:lnTo>
                  <a:lnTo>
                    <a:pt x="2198911" y="1025256"/>
                  </a:lnTo>
                  <a:lnTo>
                    <a:pt x="2199571" y="1080825"/>
                  </a:lnTo>
                  <a:lnTo>
                    <a:pt x="2200232" y="1132294"/>
                  </a:lnTo>
                  <a:lnTo>
                    <a:pt x="2200892" y="1136808"/>
                  </a:lnTo>
                  <a:lnTo>
                    <a:pt x="2201553" y="1079827"/>
                  </a:lnTo>
                  <a:lnTo>
                    <a:pt x="2202214" y="966592"/>
                  </a:lnTo>
                  <a:lnTo>
                    <a:pt x="2202874" y="842461"/>
                  </a:lnTo>
                  <a:lnTo>
                    <a:pt x="2203535" y="757726"/>
                  </a:lnTo>
                  <a:lnTo>
                    <a:pt x="2204195" y="692540"/>
                  </a:lnTo>
                  <a:lnTo>
                    <a:pt x="2204856" y="643643"/>
                  </a:lnTo>
                  <a:lnTo>
                    <a:pt x="2205516" y="587846"/>
                  </a:lnTo>
                  <a:lnTo>
                    <a:pt x="2206177" y="533195"/>
                  </a:lnTo>
                  <a:lnTo>
                    <a:pt x="2206837" y="506134"/>
                  </a:lnTo>
                  <a:lnTo>
                    <a:pt x="2207498" y="494267"/>
                  </a:lnTo>
                  <a:lnTo>
                    <a:pt x="2208158" y="492279"/>
                  </a:lnTo>
                  <a:lnTo>
                    <a:pt x="2208819" y="511707"/>
                  </a:lnTo>
                  <a:lnTo>
                    <a:pt x="2209479" y="573564"/>
                  </a:lnTo>
                  <a:lnTo>
                    <a:pt x="2210140" y="633889"/>
                  </a:lnTo>
                  <a:lnTo>
                    <a:pt x="2210800" y="694325"/>
                  </a:lnTo>
                  <a:lnTo>
                    <a:pt x="2211461" y="751876"/>
                  </a:lnTo>
                  <a:lnTo>
                    <a:pt x="2212122" y="791635"/>
                  </a:lnTo>
                  <a:lnTo>
                    <a:pt x="2212782" y="767846"/>
                  </a:lnTo>
                  <a:lnTo>
                    <a:pt x="2213443" y="707340"/>
                  </a:lnTo>
                  <a:lnTo>
                    <a:pt x="2214103" y="653652"/>
                  </a:lnTo>
                  <a:lnTo>
                    <a:pt x="2214764" y="609386"/>
                  </a:lnTo>
                  <a:lnTo>
                    <a:pt x="2215424" y="584311"/>
                  </a:lnTo>
                  <a:lnTo>
                    <a:pt x="2216085" y="573050"/>
                  </a:lnTo>
                  <a:lnTo>
                    <a:pt x="2216745" y="568744"/>
                  </a:lnTo>
                  <a:lnTo>
                    <a:pt x="2217406" y="576907"/>
                  </a:lnTo>
                  <a:lnTo>
                    <a:pt x="2218066" y="585435"/>
                  </a:lnTo>
                  <a:lnTo>
                    <a:pt x="2218727" y="599734"/>
                  </a:lnTo>
                  <a:lnTo>
                    <a:pt x="2219387" y="614159"/>
                  </a:lnTo>
                  <a:lnTo>
                    <a:pt x="2220048" y="641869"/>
                  </a:lnTo>
                  <a:lnTo>
                    <a:pt x="2220708" y="655508"/>
                  </a:lnTo>
                  <a:lnTo>
                    <a:pt x="2221369" y="669094"/>
                  </a:lnTo>
                  <a:lnTo>
                    <a:pt x="2222030" y="680586"/>
                  </a:lnTo>
                  <a:lnTo>
                    <a:pt x="2222690" y="701287"/>
                  </a:lnTo>
                  <a:lnTo>
                    <a:pt x="2223351" y="718082"/>
                  </a:lnTo>
                  <a:lnTo>
                    <a:pt x="2224011" y="731350"/>
                  </a:lnTo>
                  <a:lnTo>
                    <a:pt x="2224672" y="735782"/>
                  </a:lnTo>
                  <a:lnTo>
                    <a:pt x="2225332" y="729718"/>
                  </a:lnTo>
                  <a:lnTo>
                    <a:pt x="2225993" y="724883"/>
                  </a:lnTo>
                  <a:lnTo>
                    <a:pt x="2226653" y="752156"/>
                  </a:lnTo>
                  <a:lnTo>
                    <a:pt x="2227314" y="790333"/>
                  </a:lnTo>
                  <a:lnTo>
                    <a:pt x="2227974" y="826286"/>
                  </a:lnTo>
                  <a:lnTo>
                    <a:pt x="2228635" y="847409"/>
                  </a:lnTo>
                  <a:lnTo>
                    <a:pt x="2229295" y="835146"/>
                  </a:lnTo>
                  <a:lnTo>
                    <a:pt x="2229956" y="781813"/>
                  </a:lnTo>
                  <a:lnTo>
                    <a:pt x="2230616" y="742801"/>
                  </a:lnTo>
                  <a:lnTo>
                    <a:pt x="2231277" y="737453"/>
                  </a:lnTo>
                  <a:lnTo>
                    <a:pt x="2231937" y="757821"/>
                  </a:lnTo>
                  <a:lnTo>
                    <a:pt x="2232598" y="779831"/>
                  </a:lnTo>
                  <a:lnTo>
                    <a:pt x="2233259" y="829541"/>
                  </a:lnTo>
                  <a:lnTo>
                    <a:pt x="2233919" y="889718"/>
                  </a:lnTo>
                  <a:lnTo>
                    <a:pt x="2234580" y="913007"/>
                  </a:lnTo>
                  <a:lnTo>
                    <a:pt x="2235240" y="900270"/>
                  </a:lnTo>
                  <a:lnTo>
                    <a:pt x="2235901" y="902100"/>
                  </a:lnTo>
                  <a:lnTo>
                    <a:pt x="2236561" y="889559"/>
                  </a:lnTo>
                  <a:lnTo>
                    <a:pt x="2237222" y="890994"/>
                  </a:lnTo>
                  <a:lnTo>
                    <a:pt x="2237882" y="926221"/>
                  </a:lnTo>
                  <a:lnTo>
                    <a:pt x="2238543" y="974421"/>
                  </a:lnTo>
                  <a:lnTo>
                    <a:pt x="2239203" y="1023648"/>
                  </a:lnTo>
                  <a:lnTo>
                    <a:pt x="2239864" y="1052444"/>
                  </a:lnTo>
                  <a:lnTo>
                    <a:pt x="2240524" y="1051252"/>
                  </a:lnTo>
                  <a:lnTo>
                    <a:pt x="2241185" y="1042484"/>
                  </a:lnTo>
                  <a:lnTo>
                    <a:pt x="2241845" y="1066560"/>
                  </a:lnTo>
                  <a:lnTo>
                    <a:pt x="2242506" y="1099125"/>
                  </a:lnTo>
                  <a:lnTo>
                    <a:pt x="2243167" y="1146080"/>
                  </a:lnTo>
                  <a:lnTo>
                    <a:pt x="2243827" y="1194556"/>
                  </a:lnTo>
                  <a:lnTo>
                    <a:pt x="2244488" y="1242173"/>
                  </a:lnTo>
                  <a:lnTo>
                    <a:pt x="2245148" y="1268355"/>
                  </a:lnTo>
                  <a:lnTo>
                    <a:pt x="2245809" y="1308521"/>
                  </a:lnTo>
                  <a:lnTo>
                    <a:pt x="2246469" y="1325140"/>
                  </a:lnTo>
                  <a:lnTo>
                    <a:pt x="2247130" y="1306118"/>
                  </a:lnTo>
                  <a:lnTo>
                    <a:pt x="2247790" y="1236630"/>
                  </a:lnTo>
                  <a:lnTo>
                    <a:pt x="2248451" y="1202440"/>
                  </a:lnTo>
                  <a:lnTo>
                    <a:pt x="2249111" y="1204584"/>
                  </a:lnTo>
                  <a:lnTo>
                    <a:pt x="2249772" y="1215579"/>
                  </a:lnTo>
                  <a:lnTo>
                    <a:pt x="2250432" y="1251683"/>
                  </a:lnTo>
                  <a:lnTo>
                    <a:pt x="2251093" y="1278901"/>
                  </a:lnTo>
                  <a:lnTo>
                    <a:pt x="2251753" y="1251683"/>
                  </a:lnTo>
                  <a:lnTo>
                    <a:pt x="2252414" y="1215579"/>
                  </a:lnTo>
                  <a:lnTo>
                    <a:pt x="2253075" y="1215579"/>
                  </a:lnTo>
                  <a:lnTo>
                    <a:pt x="2253735" y="1215579"/>
                  </a:lnTo>
                  <a:lnTo>
                    <a:pt x="2254396" y="1227062"/>
                  </a:lnTo>
                  <a:lnTo>
                    <a:pt x="2255056" y="1278901"/>
                  </a:lnTo>
                  <a:lnTo>
                    <a:pt x="2255717" y="1278901"/>
                  </a:lnTo>
                  <a:lnTo>
                    <a:pt x="2256377" y="1251683"/>
                  </a:lnTo>
                  <a:lnTo>
                    <a:pt x="2257038" y="1188923"/>
                  </a:lnTo>
                  <a:lnTo>
                    <a:pt x="2257698" y="1144370"/>
                  </a:lnTo>
                  <a:lnTo>
                    <a:pt x="2258359" y="1097697"/>
                  </a:lnTo>
                  <a:lnTo>
                    <a:pt x="2259019" y="1064362"/>
                  </a:lnTo>
                  <a:lnTo>
                    <a:pt x="2259680" y="1046247"/>
                  </a:lnTo>
                  <a:lnTo>
                    <a:pt x="2260340" y="1073919"/>
                  </a:lnTo>
                  <a:lnTo>
                    <a:pt x="2261001" y="1107119"/>
                  </a:lnTo>
                  <a:lnTo>
                    <a:pt x="2261661" y="1138469"/>
                  </a:lnTo>
                  <a:lnTo>
                    <a:pt x="2262322" y="1194039"/>
                  </a:lnTo>
                  <a:lnTo>
                    <a:pt x="2262982" y="1240312"/>
                  </a:lnTo>
                  <a:lnTo>
                    <a:pt x="2263643" y="1240312"/>
                  </a:lnTo>
                  <a:lnTo>
                    <a:pt x="2264304" y="1252978"/>
                  </a:lnTo>
                  <a:lnTo>
                    <a:pt x="2264964" y="1295190"/>
                  </a:lnTo>
                  <a:lnTo>
                    <a:pt x="2265625" y="1327727"/>
                  </a:lnTo>
                  <a:lnTo>
                    <a:pt x="2266285" y="1343822"/>
                  </a:lnTo>
                  <a:lnTo>
                    <a:pt x="2266946" y="1309327"/>
                  </a:lnTo>
                  <a:lnTo>
                    <a:pt x="2267606" y="1251683"/>
                  </a:lnTo>
                  <a:lnTo>
                    <a:pt x="2268267" y="1204584"/>
                  </a:lnTo>
                  <a:lnTo>
                    <a:pt x="2268927" y="1194556"/>
                  </a:lnTo>
                  <a:lnTo>
                    <a:pt x="2269588" y="1204047"/>
                  </a:lnTo>
                  <a:lnTo>
                    <a:pt x="2270248" y="1215018"/>
                  </a:lnTo>
                  <a:lnTo>
                    <a:pt x="2270909" y="1204047"/>
                  </a:lnTo>
                  <a:lnTo>
                    <a:pt x="2271569" y="1202975"/>
                  </a:lnTo>
                  <a:lnTo>
                    <a:pt x="2272230" y="1181927"/>
                  </a:lnTo>
                  <a:lnTo>
                    <a:pt x="2272890" y="1173203"/>
                  </a:lnTo>
                  <a:lnTo>
                    <a:pt x="2273551" y="1203510"/>
                  </a:lnTo>
                  <a:lnTo>
                    <a:pt x="2274212" y="1277469"/>
                  </a:lnTo>
                  <a:lnTo>
                    <a:pt x="2274872" y="1343822"/>
                  </a:lnTo>
                  <a:lnTo>
                    <a:pt x="2275533" y="1404949"/>
                  </a:lnTo>
                  <a:lnTo>
                    <a:pt x="2276193" y="1404949"/>
                  </a:lnTo>
                  <a:lnTo>
                    <a:pt x="2276854" y="1361975"/>
                  </a:lnTo>
                  <a:lnTo>
                    <a:pt x="2277514" y="1342901"/>
                  </a:lnTo>
                  <a:lnTo>
                    <a:pt x="2278175" y="1306118"/>
                  </a:lnTo>
                  <a:lnTo>
                    <a:pt x="2278835" y="1228239"/>
                  </a:lnTo>
                  <a:lnTo>
                    <a:pt x="2279496" y="1093462"/>
                  </a:lnTo>
                  <a:lnTo>
                    <a:pt x="2280156" y="986165"/>
                  </a:lnTo>
                  <a:lnTo>
                    <a:pt x="2280817" y="943651"/>
                  </a:lnTo>
                  <a:lnTo>
                    <a:pt x="2281477" y="925124"/>
                  </a:lnTo>
                  <a:lnTo>
                    <a:pt x="2282138" y="903942"/>
                  </a:lnTo>
                  <a:lnTo>
                    <a:pt x="2282798" y="900270"/>
                  </a:lnTo>
                  <a:lnTo>
                    <a:pt x="2283459" y="915104"/>
                  </a:lnTo>
                  <a:lnTo>
                    <a:pt x="2284120" y="904784"/>
                  </a:lnTo>
                  <a:lnTo>
                    <a:pt x="2284780" y="901599"/>
                  </a:lnTo>
                  <a:lnTo>
                    <a:pt x="2285441" y="929169"/>
                  </a:lnTo>
                  <a:lnTo>
                    <a:pt x="2286101" y="977754"/>
                  </a:lnTo>
                  <a:lnTo>
                    <a:pt x="2286762" y="1013178"/>
                  </a:lnTo>
                  <a:lnTo>
                    <a:pt x="2287422" y="1026874"/>
                  </a:lnTo>
                  <a:lnTo>
                    <a:pt x="2288083" y="1023381"/>
                  </a:lnTo>
                  <a:lnTo>
                    <a:pt x="2288743" y="1027145"/>
                  </a:lnTo>
                  <a:lnTo>
                    <a:pt x="2289404" y="1044793"/>
                  </a:lnTo>
                  <a:lnTo>
                    <a:pt x="2290064" y="1090677"/>
                  </a:lnTo>
                  <a:lnTo>
                    <a:pt x="2290725" y="1175116"/>
                  </a:lnTo>
                  <a:lnTo>
                    <a:pt x="2291385" y="1261557"/>
                  </a:lnTo>
                  <a:lnTo>
                    <a:pt x="2292046" y="1309327"/>
                  </a:lnTo>
                  <a:lnTo>
                    <a:pt x="2292706" y="1343822"/>
                  </a:lnTo>
                  <a:lnTo>
                    <a:pt x="2293367" y="1383643"/>
                  </a:lnTo>
                  <a:lnTo>
                    <a:pt x="2294028" y="1406121"/>
                  </a:lnTo>
                  <a:lnTo>
                    <a:pt x="2294688" y="1430742"/>
                  </a:lnTo>
                  <a:lnTo>
                    <a:pt x="2295349" y="1430742"/>
                  </a:lnTo>
                  <a:lnTo>
                    <a:pt x="2296009" y="1430742"/>
                  </a:lnTo>
                  <a:lnTo>
                    <a:pt x="2296670" y="1430742"/>
                  </a:lnTo>
                  <a:lnTo>
                    <a:pt x="2297330" y="1406121"/>
                  </a:lnTo>
                  <a:lnTo>
                    <a:pt x="2297991" y="1362966"/>
                  </a:lnTo>
                  <a:lnTo>
                    <a:pt x="2298651" y="1343822"/>
                  </a:lnTo>
                  <a:lnTo>
                    <a:pt x="2299312" y="1325999"/>
                  </a:lnTo>
                  <a:lnTo>
                    <a:pt x="2299972" y="1309327"/>
                  </a:lnTo>
                  <a:lnTo>
                    <a:pt x="2300633" y="1309327"/>
                  </a:lnTo>
                  <a:lnTo>
                    <a:pt x="2301293" y="1309327"/>
                  </a:lnTo>
                  <a:lnTo>
                    <a:pt x="2301954" y="1278901"/>
                  </a:lnTo>
                  <a:lnTo>
                    <a:pt x="2302614" y="1278901"/>
                  </a:lnTo>
                  <a:lnTo>
                    <a:pt x="2303275" y="1278901"/>
                  </a:lnTo>
                  <a:lnTo>
                    <a:pt x="2303935" y="1278901"/>
                  </a:lnTo>
                  <a:lnTo>
                    <a:pt x="2304596" y="1278901"/>
                  </a:lnTo>
                  <a:lnTo>
                    <a:pt x="2305257" y="1278901"/>
                  </a:lnTo>
                  <a:lnTo>
                    <a:pt x="2305917" y="1264933"/>
                  </a:lnTo>
                  <a:lnTo>
                    <a:pt x="2306578" y="1264933"/>
                  </a:lnTo>
                  <a:lnTo>
                    <a:pt x="2307238" y="1264933"/>
                  </a:lnTo>
                  <a:lnTo>
                    <a:pt x="2307899" y="1264933"/>
                  </a:lnTo>
                  <a:lnTo>
                    <a:pt x="2308559" y="1278901"/>
                  </a:lnTo>
                  <a:lnTo>
                    <a:pt x="2309220" y="1278901"/>
                  </a:lnTo>
                  <a:lnTo>
                    <a:pt x="2309880" y="1264933"/>
                  </a:lnTo>
                  <a:lnTo>
                    <a:pt x="2310541" y="1225306"/>
                  </a:lnTo>
                  <a:lnTo>
                    <a:pt x="2311201" y="1194556"/>
                  </a:lnTo>
                  <a:lnTo>
                    <a:pt x="2311862" y="1174636"/>
                  </a:lnTo>
                  <a:lnTo>
                    <a:pt x="2312522" y="1174636"/>
                  </a:lnTo>
                  <a:lnTo>
                    <a:pt x="2313183" y="1184404"/>
                  </a:lnTo>
                  <a:lnTo>
                    <a:pt x="2313843" y="1188923"/>
                  </a:lnTo>
                  <a:lnTo>
                    <a:pt x="2314504" y="1158384"/>
                  </a:lnTo>
                  <a:lnTo>
                    <a:pt x="2315165" y="1120369"/>
                  </a:lnTo>
                  <a:lnTo>
                    <a:pt x="2315825" y="1091024"/>
                  </a:lnTo>
                  <a:lnTo>
                    <a:pt x="2316486" y="1084180"/>
                  </a:lnTo>
                  <a:lnTo>
                    <a:pt x="2317146" y="1107119"/>
                  </a:lnTo>
                  <a:lnTo>
                    <a:pt x="2317807" y="1168480"/>
                  </a:lnTo>
                  <a:lnTo>
                    <a:pt x="2318467" y="1238465"/>
                  </a:lnTo>
                  <a:lnTo>
                    <a:pt x="2319128" y="1292907"/>
                  </a:lnTo>
                  <a:lnTo>
                    <a:pt x="2319788" y="1308521"/>
                  </a:lnTo>
                  <a:lnTo>
                    <a:pt x="2320449" y="1315867"/>
                  </a:lnTo>
                  <a:lnTo>
                    <a:pt x="2321109" y="1325999"/>
                  </a:lnTo>
                  <a:lnTo>
                    <a:pt x="2321770" y="1362966"/>
                  </a:lnTo>
                  <a:lnTo>
                    <a:pt x="2322430" y="1406121"/>
                  </a:lnTo>
                  <a:lnTo>
                    <a:pt x="2323091" y="1430742"/>
                  </a:lnTo>
                  <a:lnTo>
                    <a:pt x="2323751" y="1430742"/>
                  </a:lnTo>
                  <a:lnTo>
                    <a:pt x="2324412" y="1430742"/>
                  </a:lnTo>
                  <a:lnTo>
                    <a:pt x="2325073" y="1430742"/>
                  </a:lnTo>
                  <a:lnTo>
                    <a:pt x="2325733" y="1430742"/>
                  </a:lnTo>
                  <a:lnTo>
                    <a:pt x="2326394" y="1430742"/>
                  </a:lnTo>
                  <a:lnTo>
                    <a:pt x="2327054" y="1430742"/>
                  </a:lnTo>
                  <a:lnTo>
                    <a:pt x="2327715" y="1430742"/>
                  </a:lnTo>
                  <a:lnTo>
                    <a:pt x="2328375" y="1425627"/>
                  </a:lnTo>
                  <a:lnTo>
                    <a:pt x="2329036" y="1401466"/>
                  </a:lnTo>
                  <a:lnTo>
                    <a:pt x="2329696" y="1359022"/>
                  </a:lnTo>
                  <a:lnTo>
                    <a:pt x="2330357" y="1340158"/>
                  </a:lnTo>
                  <a:lnTo>
                    <a:pt x="2331017" y="1276046"/>
                  </a:lnTo>
                  <a:lnTo>
                    <a:pt x="2331678" y="1215579"/>
                  </a:lnTo>
                  <a:lnTo>
                    <a:pt x="2332338" y="1183907"/>
                  </a:lnTo>
                  <a:lnTo>
                    <a:pt x="2332999" y="1183907"/>
                  </a:lnTo>
                  <a:lnTo>
                    <a:pt x="2333659" y="1164763"/>
                  </a:lnTo>
                  <a:lnTo>
                    <a:pt x="2334320" y="1194039"/>
                  </a:lnTo>
                  <a:lnTo>
                    <a:pt x="2334980" y="1251683"/>
                  </a:lnTo>
                  <a:lnTo>
                    <a:pt x="2335641" y="1295956"/>
                  </a:lnTo>
                  <a:lnTo>
                    <a:pt x="2336302" y="1295956"/>
                  </a:lnTo>
                  <a:lnTo>
                    <a:pt x="2336962" y="1295956"/>
                  </a:lnTo>
                  <a:lnTo>
                    <a:pt x="2337623" y="1281062"/>
                  </a:lnTo>
                  <a:lnTo>
                    <a:pt x="2338283" y="1266981"/>
                  </a:lnTo>
                  <a:lnTo>
                    <a:pt x="2338944" y="1278901"/>
                  </a:lnTo>
                  <a:lnTo>
                    <a:pt x="2339604" y="1309327"/>
                  </a:lnTo>
                  <a:lnTo>
                    <a:pt x="2340265" y="1362966"/>
                  </a:lnTo>
                  <a:lnTo>
                    <a:pt x="2340925" y="1406121"/>
                  </a:lnTo>
                  <a:lnTo>
                    <a:pt x="2341586" y="1430742"/>
                  </a:lnTo>
                  <a:lnTo>
                    <a:pt x="2342246" y="1430742"/>
                  </a:lnTo>
                  <a:lnTo>
                    <a:pt x="2342907" y="1430742"/>
                  </a:lnTo>
                  <a:lnTo>
                    <a:pt x="2343567" y="1430742"/>
                  </a:lnTo>
                  <a:lnTo>
                    <a:pt x="2344228" y="1430742"/>
                  </a:lnTo>
                  <a:lnTo>
                    <a:pt x="2344888" y="1430742"/>
                  </a:lnTo>
                  <a:lnTo>
                    <a:pt x="2345549" y="1430742"/>
                  </a:lnTo>
                  <a:lnTo>
                    <a:pt x="2346210" y="1430742"/>
                  </a:lnTo>
                  <a:lnTo>
                    <a:pt x="2346870" y="1430742"/>
                  </a:lnTo>
                  <a:lnTo>
                    <a:pt x="2347531" y="1430742"/>
                  </a:lnTo>
                  <a:lnTo>
                    <a:pt x="2348191" y="1430742"/>
                  </a:lnTo>
                  <a:lnTo>
                    <a:pt x="2348852" y="1430742"/>
                  </a:lnTo>
                  <a:lnTo>
                    <a:pt x="2349512" y="1430742"/>
                  </a:lnTo>
                  <a:lnTo>
                    <a:pt x="2350173" y="1430742"/>
                  </a:lnTo>
                  <a:lnTo>
                    <a:pt x="2350833" y="1430742"/>
                  </a:lnTo>
                  <a:lnTo>
                    <a:pt x="2351494" y="1406121"/>
                  </a:lnTo>
                  <a:lnTo>
                    <a:pt x="2352154" y="1362966"/>
                  </a:lnTo>
                  <a:lnTo>
                    <a:pt x="2352815" y="1307718"/>
                  </a:lnTo>
                  <a:lnTo>
                    <a:pt x="2353475" y="1244047"/>
                  </a:lnTo>
                  <a:lnTo>
                    <a:pt x="2354136" y="1206204"/>
                  </a:lnTo>
                  <a:lnTo>
                    <a:pt x="2354796" y="1206204"/>
                  </a:lnTo>
                  <a:lnTo>
                    <a:pt x="2355457" y="1228829"/>
                  </a:lnTo>
                  <a:lnTo>
                    <a:pt x="2356118" y="1268355"/>
                  </a:lnTo>
                  <a:lnTo>
                    <a:pt x="2356778" y="1339250"/>
                  </a:lnTo>
                  <a:lnTo>
                    <a:pt x="2357439" y="1384722"/>
                  </a:lnTo>
                  <a:lnTo>
                    <a:pt x="2358099" y="1384722"/>
                  </a:lnTo>
                  <a:lnTo>
                    <a:pt x="2358760" y="1344746"/>
                  </a:lnTo>
                  <a:lnTo>
                    <a:pt x="2359420" y="1326862"/>
                  </a:lnTo>
                  <a:lnTo>
                    <a:pt x="2360081" y="1310136"/>
                  </a:lnTo>
                  <a:lnTo>
                    <a:pt x="2360741" y="1298266"/>
                  </a:lnTo>
                  <a:lnTo>
                    <a:pt x="2361402" y="1298266"/>
                  </a:lnTo>
                  <a:lnTo>
                    <a:pt x="2362062" y="1283242"/>
                  </a:lnTo>
                  <a:lnTo>
                    <a:pt x="2362723" y="1242796"/>
                  </a:lnTo>
                  <a:lnTo>
                    <a:pt x="2363383" y="1178499"/>
                  </a:lnTo>
                  <a:lnTo>
                    <a:pt x="2364044" y="1139723"/>
                  </a:lnTo>
                  <a:lnTo>
                    <a:pt x="2364704" y="1095571"/>
                  </a:lnTo>
                  <a:lnTo>
                    <a:pt x="2365365" y="1095571"/>
                  </a:lnTo>
                  <a:lnTo>
                    <a:pt x="2366026" y="1117664"/>
                  </a:lnTo>
                  <a:lnTo>
                    <a:pt x="2366686" y="1176561"/>
                  </a:lnTo>
                  <a:lnTo>
                    <a:pt x="2367347" y="1219540"/>
                  </a:lnTo>
                  <a:lnTo>
                    <a:pt x="2368007" y="1266297"/>
                  </a:lnTo>
                  <a:lnTo>
                    <a:pt x="2368668" y="1266297"/>
                  </a:lnTo>
                  <a:lnTo>
                    <a:pt x="2369328" y="1237852"/>
                  </a:lnTo>
                  <a:lnTo>
                    <a:pt x="2369989" y="1164763"/>
                  </a:lnTo>
                  <a:lnTo>
                    <a:pt x="2370649" y="1111210"/>
                  </a:lnTo>
                  <a:lnTo>
                    <a:pt x="2371310" y="1039627"/>
                  </a:lnTo>
                  <a:lnTo>
                    <a:pt x="2371970" y="974642"/>
                  </a:lnTo>
                  <a:lnTo>
                    <a:pt x="2372631" y="934978"/>
                  </a:lnTo>
                  <a:lnTo>
                    <a:pt x="2373291" y="930842"/>
                  </a:lnTo>
                  <a:lnTo>
                    <a:pt x="2373952" y="941893"/>
                  </a:lnTo>
                  <a:lnTo>
                    <a:pt x="2374612" y="979550"/>
                  </a:lnTo>
                  <a:lnTo>
                    <a:pt x="2375273" y="1023915"/>
                  </a:lnTo>
                  <a:lnTo>
                    <a:pt x="2375933" y="1010117"/>
                  </a:lnTo>
                  <a:lnTo>
                    <a:pt x="2376594" y="959827"/>
                  </a:lnTo>
                  <a:lnTo>
                    <a:pt x="2377255" y="892919"/>
                  </a:lnTo>
                  <a:lnTo>
                    <a:pt x="2377915" y="865444"/>
                  </a:lnTo>
                  <a:lnTo>
                    <a:pt x="2378576" y="856060"/>
                  </a:lnTo>
                  <a:lnTo>
                    <a:pt x="2379236" y="893726"/>
                  </a:lnTo>
                  <a:lnTo>
                    <a:pt x="2379897" y="955277"/>
                  </a:lnTo>
                  <a:lnTo>
                    <a:pt x="2380557" y="1052444"/>
                  </a:lnTo>
                  <a:lnTo>
                    <a:pt x="2381218" y="1086555"/>
                  </a:lnTo>
                  <a:lnTo>
                    <a:pt x="2381878" y="1081493"/>
                  </a:lnTo>
                  <a:lnTo>
                    <a:pt x="2382539" y="1039627"/>
                  </a:lnTo>
                  <a:lnTo>
                    <a:pt x="2383199" y="1018622"/>
                  </a:lnTo>
                  <a:lnTo>
                    <a:pt x="2383860" y="1018622"/>
                  </a:lnTo>
                  <a:lnTo>
                    <a:pt x="2384520" y="1056053"/>
                  </a:lnTo>
                  <a:lnTo>
                    <a:pt x="2385181" y="1117280"/>
                  </a:lnTo>
                  <a:lnTo>
                    <a:pt x="2385841" y="1195593"/>
                  </a:lnTo>
                  <a:lnTo>
                    <a:pt x="2386502" y="1260886"/>
                  </a:lnTo>
                  <a:lnTo>
                    <a:pt x="2387163" y="1289147"/>
                  </a:lnTo>
                  <a:lnTo>
                    <a:pt x="2387823" y="1274631"/>
                  </a:lnTo>
                  <a:lnTo>
                    <a:pt x="2388484" y="1274631"/>
                  </a:lnTo>
                  <a:lnTo>
                    <a:pt x="2389144" y="1260886"/>
                  </a:lnTo>
                  <a:lnTo>
                    <a:pt x="2389805" y="1251683"/>
                  </a:lnTo>
                  <a:lnTo>
                    <a:pt x="2390465" y="1264933"/>
                  </a:lnTo>
                  <a:lnTo>
                    <a:pt x="2391126" y="1239079"/>
                  </a:lnTo>
                  <a:lnTo>
                    <a:pt x="2391786" y="1215579"/>
                  </a:lnTo>
                  <a:lnTo>
                    <a:pt x="2392447" y="1194039"/>
                  </a:lnTo>
                  <a:lnTo>
                    <a:pt x="2393107" y="1164763"/>
                  </a:lnTo>
                  <a:lnTo>
                    <a:pt x="2393768" y="1107119"/>
                  </a:lnTo>
                  <a:lnTo>
                    <a:pt x="2394428" y="1066245"/>
                  </a:lnTo>
                  <a:lnTo>
                    <a:pt x="2395089" y="1016274"/>
                  </a:lnTo>
                  <a:lnTo>
                    <a:pt x="2395749" y="977754"/>
                  </a:lnTo>
                  <a:lnTo>
                    <a:pt x="2396410" y="935928"/>
                  </a:lnTo>
                  <a:lnTo>
                    <a:pt x="2397071" y="897141"/>
                  </a:lnTo>
                  <a:lnTo>
                    <a:pt x="2397731" y="872788"/>
                  </a:lnTo>
                  <a:lnTo>
                    <a:pt x="2398392" y="875032"/>
                  </a:lnTo>
                  <a:lnTo>
                    <a:pt x="2399052" y="889877"/>
                  </a:lnTo>
                  <a:lnTo>
                    <a:pt x="2399713" y="927691"/>
                  </a:lnTo>
                  <a:lnTo>
                    <a:pt x="2400373" y="1004351"/>
                  </a:lnTo>
                  <a:lnTo>
                    <a:pt x="2401034" y="1117664"/>
                  </a:lnTo>
                  <a:lnTo>
                    <a:pt x="2401694" y="1231802"/>
                  </a:lnTo>
                  <a:lnTo>
                    <a:pt x="2402355" y="1336545"/>
                  </a:lnTo>
                  <a:lnTo>
                    <a:pt x="2403015" y="1357073"/>
                  </a:lnTo>
                  <a:lnTo>
                    <a:pt x="2403676" y="1320884"/>
                  </a:lnTo>
                  <a:lnTo>
                    <a:pt x="2404336" y="1264933"/>
                  </a:lnTo>
                  <a:lnTo>
                    <a:pt x="2404997" y="1227062"/>
                  </a:lnTo>
                  <a:lnTo>
                    <a:pt x="2405657" y="1146940"/>
                  </a:lnTo>
                  <a:lnTo>
                    <a:pt x="2406318" y="1072624"/>
                  </a:lnTo>
                  <a:lnTo>
                    <a:pt x="2406978" y="997743"/>
                  </a:lnTo>
                  <a:lnTo>
                    <a:pt x="2407639" y="970260"/>
                  </a:lnTo>
                  <a:lnTo>
                    <a:pt x="2408300" y="965951"/>
                  </a:lnTo>
                  <a:lnTo>
                    <a:pt x="2408960" y="992717"/>
                  </a:lnTo>
                  <a:lnTo>
                    <a:pt x="2409621" y="1039343"/>
                  </a:lnTo>
                  <a:lnTo>
                    <a:pt x="2410281" y="1129865"/>
                  </a:lnTo>
                  <a:lnTo>
                    <a:pt x="2410942" y="1212231"/>
                  </a:lnTo>
                  <a:lnTo>
                    <a:pt x="2411602" y="1235415"/>
                  </a:lnTo>
                  <a:lnTo>
                    <a:pt x="2412263" y="1236022"/>
                  </a:lnTo>
                  <a:lnTo>
                    <a:pt x="2412923" y="1254279"/>
                  </a:lnTo>
                  <a:lnTo>
                    <a:pt x="2413584" y="1281787"/>
                  </a:lnTo>
                  <a:lnTo>
                    <a:pt x="2414244" y="1285441"/>
                  </a:lnTo>
                  <a:lnTo>
                    <a:pt x="2414905" y="1300596"/>
                  </a:lnTo>
                  <a:lnTo>
                    <a:pt x="2415565" y="1285441"/>
                  </a:lnTo>
                  <a:lnTo>
                    <a:pt x="2416226" y="1251683"/>
                  </a:lnTo>
                  <a:lnTo>
                    <a:pt x="2416886" y="1239079"/>
                  </a:lnTo>
                  <a:lnTo>
                    <a:pt x="2417547" y="1235415"/>
                  </a:lnTo>
                  <a:lnTo>
                    <a:pt x="2418208" y="1223563"/>
                  </a:lnTo>
                  <a:lnTo>
                    <a:pt x="2418868" y="1247837"/>
                  </a:lnTo>
                  <a:lnTo>
                    <a:pt x="2419529" y="1304528"/>
                  </a:lnTo>
                  <a:lnTo>
                    <a:pt x="2420189" y="1338345"/>
                  </a:lnTo>
                  <a:lnTo>
                    <a:pt x="2420850" y="1325999"/>
                  </a:lnTo>
                  <a:lnTo>
                    <a:pt x="2421510" y="1293666"/>
                  </a:lnTo>
                  <a:lnTo>
                    <a:pt x="2422171" y="1251683"/>
                  </a:lnTo>
                  <a:lnTo>
                    <a:pt x="2422831" y="1215579"/>
                  </a:lnTo>
                  <a:lnTo>
                    <a:pt x="2423492" y="1177528"/>
                  </a:lnTo>
                  <a:lnTo>
                    <a:pt x="2424152" y="1118434"/>
                  </a:lnTo>
                  <a:lnTo>
                    <a:pt x="2424813" y="1067825"/>
                  </a:lnTo>
                  <a:lnTo>
                    <a:pt x="2425473" y="1016274"/>
                  </a:lnTo>
                  <a:lnTo>
                    <a:pt x="2426134" y="974863"/>
                  </a:lnTo>
                  <a:lnTo>
                    <a:pt x="2426794" y="968959"/>
                  </a:lnTo>
                  <a:lnTo>
                    <a:pt x="2427455" y="1000415"/>
                  </a:lnTo>
                  <a:lnTo>
                    <a:pt x="2428116" y="1062182"/>
                  </a:lnTo>
                  <a:lnTo>
                    <a:pt x="2428776" y="1149972"/>
                  </a:lnTo>
                  <a:lnTo>
                    <a:pt x="2429437" y="1260886"/>
                  </a:lnTo>
                  <a:lnTo>
                    <a:pt x="2430097" y="1289147"/>
                  </a:lnTo>
                  <a:lnTo>
                    <a:pt x="2430758" y="1274631"/>
                  </a:lnTo>
                  <a:lnTo>
                    <a:pt x="2431418" y="1247837"/>
                  </a:lnTo>
                  <a:lnTo>
                    <a:pt x="2432079" y="1228829"/>
                  </a:lnTo>
                  <a:lnTo>
                    <a:pt x="2432739" y="1153922"/>
                  </a:lnTo>
                  <a:lnTo>
                    <a:pt x="2433400" y="1098410"/>
                  </a:lnTo>
                  <a:lnTo>
                    <a:pt x="2434060" y="1046539"/>
                  </a:lnTo>
                  <a:lnTo>
                    <a:pt x="2434721" y="1018884"/>
                  </a:lnTo>
                  <a:lnTo>
                    <a:pt x="2435381" y="1014206"/>
                  </a:lnTo>
                  <a:lnTo>
                    <a:pt x="2436042" y="1045083"/>
                  </a:lnTo>
                  <a:lnTo>
                    <a:pt x="2436702" y="1089296"/>
                  </a:lnTo>
                  <a:lnTo>
                    <a:pt x="2437363" y="1151282"/>
                  </a:lnTo>
                  <a:lnTo>
                    <a:pt x="2438024" y="1188923"/>
                  </a:lnTo>
                  <a:lnTo>
                    <a:pt x="2438684" y="1186905"/>
                  </a:lnTo>
                  <a:lnTo>
                    <a:pt x="2439345" y="1186905"/>
                  </a:lnTo>
                  <a:lnTo>
                    <a:pt x="2440005" y="1186905"/>
                  </a:lnTo>
                  <a:lnTo>
                    <a:pt x="2440666" y="1177528"/>
                  </a:lnTo>
                  <a:lnTo>
                    <a:pt x="2441326" y="1168012"/>
                  </a:lnTo>
                  <a:lnTo>
                    <a:pt x="2441987" y="1174158"/>
                  </a:lnTo>
                  <a:lnTo>
                    <a:pt x="2442647" y="1194039"/>
                  </a:lnTo>
                  <a:lnTo>
                    <a:pt x="2443308" y="1215579"/>
                  </a:lnTo>
                  <a:lnTo>
                    <a:pt x="2443968" y="1227062"/>
                  </a:lnTo>
                  <a:lnTo>
                    <a:pt x="2444629" y="1227062"/>
                  </a:lnTo>
                  <a:lnTo>
                    <a:pt x="2445289" y="1239079"/>
                  </a:lnTo>
                  <a:lnTo>
                    <a:pt x="2445950" y="1215579"/>
                  </a:lnTo>
                  <a:lnTo>
                    <a:pt x="2446610" y="1194039"/>
                  </a:lnTo>
                  <a:lnTo>
                    <a:pt x="2447271" y="1186403"/>
                  </a:lnTo>
                  <a:lnTo>
                    <a:pt x="2447931" y="1176561"/>
                  </a:lnTo>
                  <a:lnTo>
                    <a:pt x="2448592" y="1151282"/>
                  </a:lnTo>
                  <a:lnTo>
                    <a:pt x="2449253" y="1160191"/>
                  </a:lnTo>
                  <a:lnTo>
                    <a:pt x="2449913" y="1169417"/>
                  </a:lnTo>
                  <a:lnTo>
                    <a:pt x="2450574" y="1140561"/>
                  </a:lnTo>
                  <a:lnTo>
                    <a:pt x="2451234" y="1080825"/>
                  </a:lnTo>
                  <a:lnTo>
                    <a:pt x="2451895" y="990358"/>
                  </a:lnTo>
                  <a:lnTo>
                    <a:pt x="2452555" y="930842"/>
                  </a:lnTo>
                  <a:lnTo>
                    <a:pt x="2453216" y="905967"/>
                  </a:lnTo>
                  <a:lnTo>
                    <a:pt x="2453876" y="897797"/>
                  </a:lnTo>
                  <a:lnTo>
                    <a:pt x="2454537" y="921861"/>
                  </a:lnTo>
                  <a:lnTo>
                    <a:pt x="2455197" y="977978"/>
                  </a:lnTo>
                  <a:lnTo>
                    <a:pt x="2455858" y="1013178"/>
                  </a:lnTo>
                  <a:lnTo>
                    <a:pt x="2456518" y="1000171"/>
                  </a:lnTo>
                  <a:lnTo>
                    <a:pt x="2457179" y="948000"/>
                  </a:lnTo>
                  <a:lnTo>
                    <a:pt x="2457839" y="819167"/>
                  </a:lnTo>
                  <a:lnTo>
                    <a:pt x="2458500" y="714102"/>
                  </a:lnTo>
                  <a:lnTo>
                    <a:pt x="2459161" y="617409"/>
                  </a:lnTo>
                  <a:lnTo>
                    <a:pt x="2459821" y="554584"/>
                  </a:lnTo>
                  <a:lnTo>
                    <a:pt x="2460482" y="504267"/>
                  </a:lnTo>
                  <a:lnTo>
                    <a:pt x="2461142" y="474147"/>
                  </a:lnTo>
                  <a:lnTo>
                    <a:pt x="2461803" y="456876"/>
                  </a:lnTo>
                  <a:lnTo>
                    <a:pt x="2462463" y="440800"/>
                  </a:lnTo>
                  <a:lnTo>
                    <a:pt x="2463124" y="384098"/>
                  </a:lnTo>
                  <a:lnTo>
                    <a:pt x="2463784" y="318167"/>
                  </a:lnTo>
                  <a:lnTo>
                    <a:pt x="2464445" y="278130"/>
                  </a:lnTo>
                  <a:lnTo>
                    <a:pt x="2465105" y="253209"/>
                  </a:lnTo>
                  <a:lnTo>
                    <a:pt x="2465766" y="234430"/>
                  </a:lnTo>
                  <a:lnTo>
                    <a:pt x="2466426" y="232861"/>
                  </a:lnTo>
                  <a:lnTo>
                    <a:pt x="2467087" y="237609"/>
                  </a:lnTo>
                  <a:lnTo>
                    <a:pt x="2467747" y="226399"/>
                  </a:lnTo>
                  <a:lnTo>
                    <a:pt x="2468408" y="202624"/>
                  </a:lnTo>
                  <a:lnTo>
                    <a:pt x="2469069" y="174178"/>
                  </a:lnTo>
                  <a:lnTo>
                    <a:pt x="2469729" y="154344"/>
                  </a:lnTo>
                  <a:lnTo>
                    <a:pt x="2470390" y="147134"/>
                  </a:lnTo>
                  <a:lnTo>
                    <a:pt x="2471050" y="149787"/>
                  </a:lnTo>
                  <a:lnTo>
                    <a:pt x="2471711" y="142278"/>
                  </a:lnTo>
                  <a:lnTo>
                    <a:pt x="2472371" y="136192"/>
                  </a:lnTo>
                  <a:lnTo>
                    <a:pt x="2473032" y="128010"/>
                  </a:lnTo>
                  <a:lnTo>
                    <a:pt x="2473692" y="117801"/>
                  </a:lnTo>
                  <a:lnTo>
                    <a:pt x="2474353" y="107765"/>
                  </a:lnTo>
                  <a:lnTo>
                    <a:pt x="2475013" y="109761"/>
                  </a:lnTo>
                  <a:lnTo>
                    <a:pt x="2475674" y="113904"/>
                  </a:lnTo>
                  <a:lnTo>
                    <a:pt x="2476334" y="107433"/>
                  </a:lnTo>
                  <a:lnTo>
                    <a:pt x="2476995" y="95429"/>
                  </a:lnTo>
                  <a:lnTo>
                    <a:pt x="2477655" y="85644"/>
                  </a:lnTo>
                  <a:lnTo>
                    <a:pt x="2478316" y="82262"/>
                  </a:lnTo>
                  <a:lnTo>
                    <a:pt x="2478976" y="83088"/>
                  </a:lnTo>
                  <a:lnTo>
                    <a:pt x="2479637" y="97643"/>
                  </a:lnTo>
                  <a:lnTo>
                    <a:pt x="2480298" y="109171"/>
                  </a:lnTo>
                  <a:lnTo>
                    <a:pt x="2480958" y="107857"/>
                  </a:lnTo>
                  <a:lnTo>
                    <a:pt x="2481619" y="88268"/>
                  </a:lnTo>
                  <a:lnTo>
                    <a:pt x="2482279" y="64511"/>
                  </a:lnTo>
                  <a:lnTo>
                    <a:pt x="2482940" y="41203"/>
                  </a:lnTo>
                  <a:lnTo>
                    <a:pt x="2483600" y="28174"/>
                  </a:lnTo>
                  <a:lnTo>
                    <a:pt x="2484261" y="26053"/>
                  </a:lnTo>
                  <a:lnTo>
                    <a:pt x="2484921" y="35709"/>
                  </a:lnTo>
                  <a:lnTo>
                    <a:pt x="2485582" y="48312"/>
                  </a:lnTo>
                  <a:lnTo>
                    <a:pt x="2486242" y="63698"/>
                  </a:lnTo>
                  <a:lnTo>
                    <a:pt x="2486903" y="91520"/>
                  </a:lnTo>
                  <a:lnTo>
                    <a:pt x="2487563" y="124647"/>
                  </a:lnTo>
                  <a:lnTo>
                    <a:pt x="2488224" y="158373"/>
                  </a:lnTo>
                  <a:lnTo>
                    <a:pt x="2488884" y="197194"/>
                  </a:lnTo>
                  <a:lnTo>
                    <a:pt x="2489545" y="228347"/>
                  </a:lnTo>
                  <a:lnTo>
                    <a:pt x="2490206" y="218599"/>
                  </a:lnTo>
                  <a:lnTo>
                    <a:pt x="2490866" y="181847"/>
                  </a:lnTo>
                  <a:lnTo>
                    <a:pt x="2491527" y="132908"/>
                  </a:lnTo>
                  <a:lnTo>
                    <a:pt x="2492187" y="88361"/>
                  </a:lnTo>
                  <a:lnTo>
                    <a:pt x="2492848" y="56677"/>
                  </a:lnTo>
                  <a:lnTo>
                    <a:pt x="2493508" y="39741"/>
                  </a:lnTo>
                  <a:lnTo>
                    <a:pt x="2494169" y="28764"/>
                  </a:lnTo>
                  <a:lnTo>
                    <a:pt x="2494829" y="33589"/>
                  </a:lnTo>
                  <a:lnTo>
                    <a:pt x="2495490" y="42421"/>
                  </a:lnTo>
                  <a:lnTo>
                    <a:pt x="2496150" y="56607"/>
                  </a:lnTo>
                  <a:lnTo>
                    <a:pt x="2496811" y="65066"/>
                  </a:lnTo>
                  <a:lnTo>
                    <a:pt x="2497471" y="78821"/>
                  </a:lnTo>
                  <a:lnTo>
                    <a:pt x="2498132" y="76680"/>
                  </a:lnTo>
                  <a:lnTo>
                    <a:pt x="2498792" y="72746"/>
                  </a:lnTo>
                  <a:lnTo>
                    <a:pt x="2499453" y="64811"/>
                  </a:lnTo>
                  <a:lnTo>
                    <a:pt x="2500114" y="60976"/>
                  </a:lnTo>
                  <a:lnTo>
                    <a:pt x="2500774" y="58811"/>
                  </a:lnTo>
                  <a:lnTo>
                    <a:pt x="2501435" y="64192"/>
                  </a:lnTo>
                  <a:lnTo>
                    <a:pt x="2502095" y="73096"/>
                  </a:lnTo>
                  <a:lnTo>
                    <a:pt x="2502756" y="81649"/>
                  </a:lnTo>
                  <a:lnTo>
                    <a:pt x="2503416" y="100663"/>
                  </a:lnTo>
                  <a:lnTo>
                    <a:pt x="2504077" y="111898"/>
                  </a:lnTo>
                  <a:lnTo>
                    <a:pt x="2504737" y="120905"/>
                  </a:lnTo>
                  <a:lnTo>
                    <a:pt x="2505398" y="115273"/>
                  </a:lnTo>
                  <a:lnTo>
                    <a:pt x="2506058" y="110095"/>
                  </a:lnTo>
                  <a:lnTo>
                    <a:pt x="2506719" y="93103"/>
                  </a:lnTo>
                  <a:lnTo>
                    <a:pt x="2507379" y="78966"/>
                  </a:lnTo>
                  <a:lnTo>
                    <a:pt x="2508040" y="58556"/>
                  </a:lnTo>
                  <a:lnTo>
                    <a:pt x="2508700" y="44151"/>
                  </a:lnTo>
                  <a:lnTo>
                    <a:pt x="2509361" y="26193"/>
                  </a:lnTo>
                  <a:lnTo>
                    <a:pt x="2510022" y="14392"/>
                  </a:lnTo>
                  <a:lnTo>
                    <a:pt x="2510682" y="14634"/>
                  </a:lnTo>
                  <a:lnTo>
                    <a:pt x="2511343" y="32112"/>
                  </a:lnTo>
                  <a:lnTo>
                    <a:pt x="2512003" y="50835"/>
                  </a:lnTo>
                  <a:lnTo>
                    <a:pt x="2512664" y="61188"/>
                  </a:lnTo>
                  <a:lnTo>
                    <a:pt x="2513324" y="63055"/>
                  </a:lnTo>
                  <a:lnTo>
                    <a:pt x="2513985" y="46208"/>
                  </a:lnTo>
                  <a:lnTo>
                    <a:pt x="2514645" y="20066"/>
                  </a:lnTo>
                  <a:lnTo>
                    <a:pt x="2515306" y="5435"/>
                  </a:lnTo>
                  <a:lnTo>
                    <a:pt x="2515966" y="752"/>
                  </a:lnTo>
                  <a:lnTo>
                    <a:pt x="2516627" y="0"/>
                  </a:lnTo>
                  <a:lnTo>
                    <a:pt x="2517287" y="13572"/>
                  </a:lnTo>
                  <a:lnTo>
                    <a:pt x="2517948" y="41769"/>
                  </a:lnTo>
                  <a:lnTo>
                    <a:pt x="2518608" y="76468"/>
                  </a:lnTo>
                  <a:lnTo>
                    <a:pt x="2519269" y="122345"/>
                  </a:lnTo>
                  <a:lnTo>
                    <a:pt x="2519929" y="176411"/>
                  </a:lnTo>
                  <a:lnTo>
                    <a:pt x="2520590" y="221301"/>
                  </a:lnTo>
                  <a:lnTo>
                    <a:pt x="2521251" y="230309"/>
                  </a:lnTo>
                  <a:lnTo>
                    <a:pt x="2521911" y="210041"/>
                  </a:lnTo>
                  <a:lnTo>
                    <a:pt x="2522572" y="167876"/>
                  </a:lnTo>
                  <a:lnTo>
                    <a:pt x="2523232" y="126787"/>
                  </a:lnTo>
                  <a:lnTo>
                    <a:pt x="2523893" y="90278"/>
                  </a:lnTo>
                  <a:lnTo>
                    <a:pt x="2524553" y="67984"/>
                  </a:lnTo>
                  <a:lnTo>
                    <a:pt x="2525214" y="52460"/>
                  </a:lnTo>
                  <a:lnTo>
                    <a:pt x="2525874" y="47078"/>
                  </a:lnTo>
                  <a:lnTo>
                    <a:pt x="2526535" y="44857"/>
                  </a:lnTo>
                  <a:lnTo>
                    <a:pt x="2527195" y="52753"/>
                  </a:lnTo>
                  <a:lnTo>
                    <a:pt x="2527856" y="64857"/>
                  </a:lnTo>
                  <a:lnTo>
                    <a:pt x="2528516" y="75480"/>
                  </a:lnTo>
                  <a:lnTo>
                    <a:pt x="2529177" y="86800"/>
                  </a:lnTo>
                  <a:lnTo>
                    <a:pt x="2529837" y="109699"/>
                  </a:lnTo>
                  <a:lnTo>
                    <a:pt x="2530498" y="141645"/>
                  </a:lnTo>
                  <a:lnTo>
                    <a:pt x="2531159" y="173611"/>
                  </a:lnTo>
                  <a:lnTo>
                    <a:pt x="2531819" y="222188"/>
                  </a:lnTo>
                  <a:lnTo>
                    <a:pt x="2532480" y="275874"/>
                  </a:lnTo>
                  <a:lnTo>
                    <a:pt x="2533140" y="327399"/>
                  </a:lnTo>
                  <a:lnTo>
                    <a:pt x="2533801" y="366407"/>
                  </a:lnTo>
                  <a:lnTo>
                    <a:pt x="2534461" y="400827"/>
                  </a:lnTo>
                  <a:lnTo>
                    <a:pt x="2535122" y="409653"/>
                  </a:lnTo>
                  <a:lnTo>
                    <a:pt x="2535782" y="434935"/>
                  </a:lnTo>
                  <a:lnTo>
                    <a:pt x="2536443" y="457891"/>
                  </a:lnTo>
                  <a:lnTo>
                    <a:pt x="2537103" y="473225"/>
                  </a:lnTo>
                  <a:lnTo>
                    <a:pt x="2537764" y="511891"/>
                  </a:lnTo>
                  <a:lnTo>
                    <a:pt x="2538424" y="593242"/>
                  </a:lnTo>
                  <a:lnTo>
                    <a:pt x="2539085" y="683577"/>
                  </a:lnTo>
                  <a:lnTo>
                    <a:pt x="2539745" y="762251"/>
                  </a:lnTo>
                  <a:lnTo>
                    <a:pt x="2540406" y="811769"/>
                  </a:lnTo>
                  <a:lnTo>
                    <a:pt x="2541067" y="846062"/>
                  </a:lnTo>
                  <a:lnTo>
                    <a:pt x="2541727" y="893081"/>
                  </a:lnTo>
                  <a:lnTo>
                    <a:pt x="2542388" y="940341"/>
                  </a:lnTo>
                  <a:lnTo>
                    <a:pt x="2543048" y="1017837"/>
                  </a:lnTo>
                  <a:lnTo>
                    <a:pt x="2543709" y="1109342"/>
                  </a:lnTo>
                  <a:lnTo>
                    <a:pt x="2544369" y="1134747"/>
                  </a:lnTo>
                  <a:lnTo>
                    <a:pt x="2545030" y="1127059"/>
                  </a:lnTo>
                  <a:lnTo>
                    <a:pt x="2545690" y="1132701"/>
                  </a:lnTo>
                  <a:lnTo>
                    <a:pt x="2546351" y="1158384"/>
                  </a:lnTo>
                  <a:lnTo>
                    <a:pt x="2547011" y="1197157"/>
                  </a:lnTo>
                  <a:lnTo>
                    <a:pt x="2547672" y="1252330"/>
                  </a:lnTo>
                  <a:lnTo>
                    <a:pt x="2548332" y="1293666"/>
                  </a:lnTo>
                  <a:lnTo>
                    <a:pt x="2548993" y="1278901"/>
                  </a:lnTo>
                  <a:lnTo>
                    <a:pt x="2549653" y="1243421"/>
                  </a:lnTo>
                  <a:lnTo>
                    <a:pt x="2550314" y="1208379"/>
                  </a:lnTo>
                  <a:lnTo>
                    <a:pt x="2550974" y="1177528"/>
                  </a:lnTo>
                  <a:lnTo>
                    <a:pt x="2551635" y="1119981"/>
                  </a:lnTo>
                  <a:lnTo>
                    <a:pt x="2552296" y="1038492"/>
                  </a:lnTo>
                  <a:lnTo>
                    <a:pt x="2552956" y="947204"/>
                  </a:lnTo>
                  <a:lnTo>
                    <a:pt x="2553617" y="828535"/>
                  </a:lnTo>
                  <a:lnTo>
                    <a:pt x="2554277" y="730232"/>
                  </a:lnTo>
                  <a:lnTo>
                    <a:pt x="2554938" y="675955"/>
                  </a:lnTo>
                  <a:lnTo>
                    <a:pt x="2555598" y="643766"/>
                  </a:lnTo>
                  <a:lnTo>
                    <a:pt x="2556259" y="624775"/>
                  </a:lnTo>
                  <a:lnTo>
                    <a:pt x="2556919" y="603962"/>
                  </a:lnTo>
                  <a:lnTo>
                    <a:pt x="2557580" y="578381"/>
                  </a:lnTo>
                  <a:lnTo>
                    <a:pt x="2558240" y="529422"/>
                  </a:lnTo>
                  <a:lnTo>
                    <a:pt x="2558901" y="480137"/>
                  </a:lnTo>
                  <a:lnTo>
                    <a:pt x="2559561" y="434771"/>
                  </a:lnTo>
                  <a:lnTo>
                    <a:pt x="2560222" y="396454"/>
                  </a:lnTo>
                  <a:lnTo>
                    <a:pt x="2560882" y="349713"/>
                  </a:lnTo>
                  <a:lnTo>
                    <a:pt x="2561543" y="316658"/>
                  </a:lnTo>
                  <a:lnTo>
                    <a:pt x="2562204" y="294277"/>
                  </a:lnTo>
                  <a:lnTo>
                    <a:pt x="2562864" y="289435"/>
                  </a:lnTo>
                  <a:lnTo>
                    <a:pt x="2563525" y="289871"/>
                  </a:lnTo>
                  <a:lnTo>
                    <a:pt x="2564185" y="296684"/>
                  </a:lnTo>
                  <a:lnTo>
                    <a:pt x="2564846" y="308952"/>
                  </a:lnTo>
                  <a:lnTo>
                    <a:pt x="2565506" y="327417"/>
                  </a:lnTo>
                  <a:lnTo>
                    <a:pt x="2566167" y="351390"/>
                  </a:lnTo>
                  <a:lnTo>
                    <a:pt x="2566827" y="395020"/>
                  </a:lnTo>
                  <a:lnTo>
                    <a:pt x="2567488" y="469071"/>
                  </a:lnTo>
                  <a:lnTo>
                    <a:pt x="2568148" y="561455"/>
                  </a:lnTo>
                  <a:lnTo>
                    <a:pt x="2568809" y="658156"/>
                  </a:lnTo>
                  <a:lnTo>
                    <a:pt x="2569469" y="703366"/>
                  </a:lnTo>
                  <a:lnTo>
                    <a:pt x="2570130" y="695973"/>
                  </a:lnTo>
                  <a:lnTo>
                    <a:pt x="2570790" y="684869"/>
                  </a:lnTo>
                  <a:lnTo>
                    <a:pt x="2571451" y="677910"/>
                  </a:lnTo>
                  <a:lnTo>
                    <a:pt x="2572112" y="671270"/>
                  </a:lnTo>
                  <a:lnTo>
                    <a:pt x="2572772" y="662938"/>
                  </a:lnTo>
                  <a:lnTo>
                    <a:pt x="2573433" y="653907"/>
                  </a:lnTo>
                  <a:lnTo>
                    <a:pt x="2574093" y="652888"/>
                  </a:lnTo>
                  <a:lnTo>
                    <a:pt x="2574754" y="655123"/>
                  </a:lnTo>
                  <a:lnTo>
                    <a:pt x="2575414" y="675539"/>
                  </a:lnTo>
                  <a:lnTo>
                    <a:pt x="2576075" y="714990"/>
                  </a:lnTo>
                  <a:lnTo>
                    <a:pt x="2576735" y="786145"/>
                  </a:lnTo>
                  <a:lnTo>
                    <a:pt x="2577396" y="867042"/>
                  </a:lnTo>
                  <a:lnTo>
                    <a:pt x="2578056" y="962554"/>
                  </a:lnTo>
                  <a:lnTo>
                    <a:pt x="2578717" y="1053641"/>
                  </a:lnTo>
                  <a:lnTo>
                    <a:pt x="2579377" y="1140982"/>
                  </a:lnTo>
                  <a:lnTo>
                    <a:pt x="2580038" y="1186905"/>
                  </a:lnTo>
                  <a:lnTo>
                    <a:pt x="2580698" y="1174636"/>
                  </a:lnTo>
                  <a:lnTo>
                    <a:pt x="2581359" y="1147371"/>
                  </a:lnTo>
                  <a:lnTo>
                    <a:pt x="2582020" y="1125866"/>
                  </a:lnTo>
                  <a:lnTo>
                    <a:pt x="2582680" y="1123103"/>
                  </a:lnTo>
                  <a:lnTo>
                    <a:pt x="2583341" y="1139304"/>
                  </a:lnTo>
                  <a:lnTo>
                    <a:pt x="2584001" y="1184902"/>
                  </a:lnTo>
                  <a:lnTo>
                    <a:pt x="2584662" y="1252978"/>
                  </a:lnTo>
                  <a:lnTo>
                    <a:pt x="2585322" y="1343822"/>
                  </a:lnTo>
                  <a:lnTo>
                    <a:pt x="2585983" y="1406121"/>
                  </a:lnTo>
                  <a:lnTo>
                    <a:pt x="2586643" y="1383643"/>
                  </a:lnTo>
                  <a:lnTo>
                    <a:pt x="2587304" y="1309327"/>
                  </a:lnTo>
                  <a:lnTo>
                    <a:pt x="2587964" y="1239079"/>
                  </a:lnTo>
                  <a:lnTo>
                    <a:pt x="2588625" y="1204584"/>
                  </a:lnTo>
                  <a:lnTo>
                    <a:pt x="2589285" y="1146940"/>
                  </a:lnTo>
                  <a:lnTo>
                    <a:pt x="2589946" y="1094866"/>
                  </a:lnTo>
                  <a:lnTo>
                    <a:pt x="2590606" y="1055750"/>
                  </a:lnTo>
                  <a:lnTo>
                    <a:pt x="2591267" y="1043925"/>
                  </a:lnTo>
                  <a:lnTo>
                    <a:pt x="2591927" y="1027145"/>
                  </a:lnTo>
                  <a:lnTo>
                    <a:pt x="2592588" y="1043925"/>
                  </a:lnTo>
                  <a:lnTo>
                    <a:pt x="2593249" y="1073919"/>
                  </a:lnTo>
                  <a:lnTo>
                    <a:pt x="2593909" y="1116131"/>
                  </a:lnTo>
                  <a:lnTo>
                    <a:pt x="2594570" y="1131888"/>
                  </a:lnTo>
                  <a:lnTo>
                    <a:pt x="2595230" y="1166615"/>
                  </a:lnTo>
                  <a:lnTo>
                    <a:pt x="2595891" y="1176078"/>
                  </a:lnTo>
                  <a:lnTo>
                    <a:pt x="2596551" y="1158834"/>
                  </a:lnTo>
                  <a:lnTo>
                    <a:pt x="2597212" y="1117280"/>
                  </a:lnTo>
                  <a:lnTo>
                    <a:pt x="2597872" y="1109715"/>
                  </a:lnTo>
                  <a:lnTo>
                    <a:pt x="2598533" y="1088265"/>
                  </a:lnTo>
                  <a:lnTo>
                    <a:pt x="2599193" y="1084180"/>
                  </a:lnTo>
                  <a:lnTo>
                    <a:pt x="2599854" y="1117664"/>
                  </a:lnTo>
                  <a:lnTo>
                    <a:pt x="2600514" y="1178013"/>
                  </a:lnTo>
                  <a:lnTo>
                    <a:pt x="2601175" y="1208926"/>
                  </a:lnTo>
                  <a:lnTo>
                    <a:pt x="2601835" y="1197681"/>
                  </a:lnTo>
                  <a:lnTo>
                    <a:pt x="2602496" y="1138053"/>
                  </a:lnTo>
                  <a:lnTo>
                    <a:pt x="2603157" y="1030689"/>
                  </a:lnTo>
                  <a:lnTo>
                    <a:pt x="2603817" y="963399"/>
                  </a:lnTo>
                  <a:lnTo>
                    <a:pt x="2604478" y="932902"/>
                  </a:lnTo>
                  <a:lnTo>
                    <a:pt x="2605138" y="898454"/>
                  </a:lnTo>
                  <a:lnTo>
                    <a:pt x="2605799" y="861707"/>
                  </a:lnTo>
                  <a:lnTo>
                    <a:pt x="2606459" y="865300"/>
                  </a:lnTo>
                  <a:lnTo>
                    <a:pt x="2607120" y="883277"/>
                  </a:lnTo>
                  <a:lnTo>
                    <a:pt x="2607780" y="902768"/>
                  </a:lnTo>
                  <a:lnTo>
                    <a:pt x="2608441" y="947402"/>
                  </a:lnTo>
                  <a:lnTo>
                    <a:pt x="2609101" y="990593"/>
                  </a:lnTo>
                  <a:lnTo>
                    <a:pt x="2609762" y="994143"/>
                  </a:lnTo>
                  <a:lnTo>
                    <a:pt x="2610422" y="989421"/>
                  </a:lnTo>
                  <a:lnTo>
                    <a:pt x="2611083" y="994859"/>
                  </a:lnTo>
                  <a:lnTo>
                    <a:pt x="2611743" y="995817"/>
                  </a:lnTo>
                  <a:lnTo>
                    <a:pt x="2612404" y="1026334"/>
                  </a:lnTo>
                  <a:lnTo>
                    <a:pt x="2613065" y="1060944"/>
                  </a:lnTo>
                  <a:lnTo>
                    <a:pt x="2613725" y="1080160"/>
                  </a:lnTo>
                  <a:lnTo>
                    <a:pt x="2614386" y="1071335"/>
                  </a:lnTo>
                  <a:lnTo>
                    <a:pt x="2615046" y="1087237"/>
                  </a:lnTo>
                  <a:lnTo>
                    <a:pt x="2615707" y="1116131"/>
                  </a:lnTo>
                  <a:lnTo>
                    <a:pt x="2616367" y="1196114"/>
                  </a:lnTo>
                  <a:lnTo>
                    <a:pt x="2617028" y="1296723"/>
                  </a:lnTo>
                  <a:lnTo>
                    <a:pt x="2617688" y="1343822"/>
                  </a:lnTo>
                  <a:lnTo>
                    <a:pt x="2618349" y="1278901"/>
                  </a:lnTo>
                  <a:lnTo>
                    <a:pt x="2619009" y="1215579"/>
                  </a:lnTo>
                  <a:lnTo>
                    <a:pt x="2619670" y="1177044"/>
                  </a:lnTo>
                  <a:lnTo>
                    <a:pt x="2620330" y="1154365"/>
                  </a:lnTo>
                  <a:lnTo>
                    <a:pt x="2620991" y="1098767"/>
                  </a:lnTo>
                  <a:lnTo>
                    <a:pt x="2621651" y="1056356"/>
                  </a:lnTo>
                  <a:lnTo>
                    <a:pt x="2622312" y="1018622"/>
                  </a:lnTo>
                  <a:lnTo>
                    <a:pt x="2622972" y="1001884"/>
                  </a:lnTo>
                  <a:lnTo>
                    <a:pt x="2623633" y="999197"/>
                  </a:lnTo>
                  <a:lnTo>
                    <a:pt x="2624294" y="1035678"/>
                  </a:lnTo>
                  <a:lnTo>
                    <a:pt x="2624954" y="1081159"/>
                  </a:lnTo>
                  <a:lnTo>
                    <a:pt x="2625615" y="1120758"/>
                  </a:lnTo>
                  <a:lnTo>
                    <a:pt x="2626275" y="1058793"/>
                  </a:lnTo>
                  <a:lnTo>
                    <a:pt x="2626936" y="989421"/>
                  </a:lnTo>
                  <a:lnTo>
                    <a:pt x="2627596" y="954050"/>
                  </a:lnTo>
                  <a:lnTo>
                    <a:pt x="2628257" y="946014"/>
                  </a:lnTo>
                  <a:lnTo>
                    <a:pt x="2628917" y="963188"/>
                  </a:lnTo>
                  <a:lnTo>
                    <a:pt x="2629578" y="1034283"/>
                  </a:lnTo>
                  <a:lnTo>
                    <a:pt x="2630238" y="1137638"/>
                  </a:lnTo>
                  <a:lnTo>
                    <a:pt x="2630899" y="1227062"/>
                  </a:lnTo>
                  <a:lnTo>
                    <a:pt x="2631559" y="1278901"/>
                  </a:lnTo>
                  <a:lnTo>
                    <a:pt x="2632220" y="1309327"/>
                  </a:lnTo>
                  <a:lnTo>
                    <a:pt x="2632880" y="1331218"/>
                  </a:lnTo>
                  <a:lnTo>
                    <a:pt x="2633541" y="1343822"/>
                  </a:lnTo>
                  <a:lnTo>
                    <a:pt x="2634202" y="1362966"/>
                  </a:lnTo>
                  <a:lnTo>
                    <a:pt x="2634862" y="1406121"/>
                  </a:lnTo>
                  <a:lnTo>
                    <a:pt x="2635523" y="1430742"/>
                  </a:lnTo>
                  <a:lnTo>
                    <a:pt x="2636183" y="1406121"/>
                  </a:lnTo>
                  <a:lnTo>
                    <a:pt x="2636844" y="1362966"/>
                  </a:lnTo>
                  <a:lnTo>
                    <a:pt x="2637504" y="1343822"/>
                  </a:lnTo>
                  <a:lnTo>
                    <a:pt x="2638165" y="1343822"/>
                  </a:lnTo>
                  <a:lnTo>
                    <a:pt x="2638825" y="1343822"/>
                  </a:lnTo>
                  <a:lnTo>
                    <a:pt x="2639486" y="1362966"/>
                  </a:lnTo>
                  <a:lnTo>
                    <a:pt x="2640146" y="1362966"/>
                  </a:lnTo>
                  <a:lnTo>
                    <a:pt x="2640807" y="1305322"/>
                  </a:lnTo>
                  <a:lnTo>
                    <a:pt x="2641467" y="1224143"/>
                  </a:lnTo>
                  <a:lnTo>
                    <a:pt x="2642128" y="1181435"/>
                  </a:lnTo>
                  <a:lnTo>
                    <a:pt x="2642788" y="1162467"/>
                  </a:lnTo>
                  <a:lnTo>
                    <a:pt x="2643449" y="1171777"/>
                  </a:lnTo>
                  <a:lnTo>
                    <a:pt x="2644110" y="1215579"/>
                  </a:lnTo>
                  <a:lnTo>
                    <a:pt x="2644770" y="1293666"/>
                  </a:lnTo>
                  <a:lnTo>
                    <a:pt x="2645431" y="1362966"/>
                  </a:lnTo>
                  <a:lnTo>
                    <a:pt x="2646091" y="1406121"/>
                  </a:lnTo>
                  <a:lnTo>
                    <a:pt x="2646752" y="1430742"/>
                  </a:lnTo>
                  <a:lnTo>
                    <a:pt x="2647412" y="1430742"/>
                  </a:lnTo>
                  <a:lnTo>
                    <a:pt x="2648073" y="1430742"/>
                  </a:lnTo>
                  <a:lnTo>
                    <a:pt x="2648733" y="1430742"/>
                  </a:lnTo>
                  <a:lnTo>
                    <a:pt x="2649394" y="1430742"/>
                  </a:lnTo>
                  <a:lnTo>
                    <a:pt x="2650054" y="1430742"/>
                  </a:lnTo>
                  <a:lnTo>
                    <a:pt x="2650715" y="1430742"/>
                  </a:lnTo>
                  <a:lnTo>
                    <a:pt x="2651375" y="1430742"/>
                  </a:lnTo>
                  <a:lnTo>
                    <a:pt x="2652036" y="1430742"/>
                  </a:lnTo>
                  <a:lnTo>
                    <a:pt x="2652696" y="1406121"/>
                  </a:lnTo>
                  <a:lnTo>
                    <a:pt x="2653357" y="1362966"/>
                  </a:lnTo>
                  <a:lnTo>
                    <a:pt x="2654018" y="1343822"/>
                  </a:lnTo>
                  <a:lnTo>
                    <a:pt x="2654678" y="1343822"/>
                  </a:lnTo>
                  <a:lnTo>
                    <a:pt x="2655339" y="1343822"/>
                  </a:lnTo>
                  <a:lnTo>
                    <a:pt x="2655999" y="1362966"/>
                  </a:lnTo>
                  <a:lnTo>
                    <a:pt x="2656660" y="1406121"/>
                  </a:lnTo>
                  <a:lnTo>
                    <a:pt x="2657320" y="1406121"/>
                  </a:lnTo>
                  <a:lnTo>
                    <a:pt x="2657981" y="1371040"/>
                  </a:lnTo>
                  <a:lnTo>
                    <a:pt x="2658641" y="1299817"/>
                  </a:lnTo>
                  <a:lnTo>
                    <a:pt x="2659302" y="1256902"/>
                  </a:lnTo>
                  <a:lnTo>
                    <a:pt x="2659962" y="1231802"/>
                  </a:lnTo>
                  <a:lnTo>
                    <a:pt x="2660623" y="1208926"/>
                  </a:lnTo>
                  <a:lnTo>
                    <a:pt x="2661283" y="1183907"/>
                  </a:lnTo>
                  <a:lnTo>
                    <a:pt x="2661944" y="1204584"/>
                  </a:lnTo>
                  <a:lnTo>
                    <a:pt x="2662604" y="1227062"/>
                  </a:lnTo>
                  <a:lnTo>
                    <a:pt x="2663265" y="1227062"/>
                  </a:lnTo>
                  <a:lnTo>
                    <a:pt x="2663925" y="1229421"/>
                  </a:lnTo>
                  <a:lnTo>
                    <a:pt x="2664586" y="1241551"/>
                  </a:lnTo>
                  <a:lnTo>
                    <a:pt x="2665247" y="1196114"/>
                  </a:lnTo>
                  <a:lnTo>
                    <a:pt x="2665907" y="1157485"/>
                  </a:lnTo>
                  <a:lnTo>
                    <a:pt x="2666568" y="1148668"/>
                  </a:lnTo>
                  <a:lnTo>
                    <a:pt x="2667228" y="1146940"/>
                  </a:lnTo>
                  <a:lnTo>
                    <a:pt x="2667889" y="1164763"/>
                  </a:lnTo>
                  <a:lnTo>
                    <a:pt x="2668549" y="1215579"/>
                  </a:lnTo>
                  <a:lnTo>
                    <a:pt x="2669210" y="1251683"/>
                  </a:lnTo>
                  <a:lnTo>
                    <a:pt x="2669870" y="1264933"/>
                  </a:lnTo>
                  <a:lnTo>
                    <a:pt x="2670531" y="1291397"/>
                  </a:lnTo>
                  <a:lnTo>
                    <a:pt x="2671191" y="1249753"/>
                  </a:lnTo>
                  <a:lnTo>
                    <a:pt x="2671852" y="1192493"/>
                  </a:lnTo>
                  <a:lnTo>
                    <a:pt x="2672512" y="1171303"/>
                  </a:lnTo>
                  <a:lnTo>
                    <a:pt x="2673173" y="1153039"/>
                  </a:lnTo>
                  <a:lnTo>
                    <a:pt x="2673833" y="1145652"/>
                  </a:lnTo>
                  <a:lnTo>
                    <a:pt x="2674494" y="1157037"/>
                  </a:lnTo>
                  <a:lnTo>
                    <a:pt x="2675155" y="1175597"/>
                  </a:lnTo>
                  <a:lnTo>
                    <a:pt x="2675815" y="1158384"/>
                  </a:lnTo>
                  <a:lnTo>
                    <a:pt x="2676476" y="1167546"/>
                  </a:lnTo>
                  <a:lnTo>
                    <a:pt x="2677136" y="1177044"/>
                  </a:lnTo>
                  <a:lnTo>
                    <a:pt x="2677797" y="1175116"/>
                  </a:lnTo>
                  <a:lnTo>
                    <a:pt x="2678457" y="1156590"/>
                  </a:lnTo>
                  <a:lnTo>
                    <a:pt x="2679118" y="1107858"/>
                  </a:lnTo>
                  <a:lnTo>
                    <a:pt x="2679778" y="1029320"/>
                  </a:lnTo>
                  <a:lnTo>
                    <a:pt x="2680439" y="856899"/>
                  </a:lnTo>
                  <a:lnTo>
                    <a:pt x="2681099" y="728011"/>
                  </a:lnTo>
                  <a:lnTo>
                    <a:pt x="2681760" y="647662"/>
                  </a:lnTo>
                  <a:lnTo>
                    <a:pt x="2682420" y="608795"/>
                  </a:lnTo>
                  <a:lnTo>
                    <a:pt x="2683081" y="594761"/>
                  </a:lnTo>
                  <a:lnTo>
                    <a:pt x="2683741" y="621769"/>
                  </a:lnTo>
                  <a:lnTo>
                    <a:pt x="2684402" y="689078"/>
                  </a:lnTo>
                  <a:lnTo>
                    <a:pt x="2685063" y="786358"/>
                  </a:lnTo>
                  <a:lnTo>
                    <a:pt x="2685723" y="903942"/>
                  </a:lnTo>
                  <a:lnTo>
                    <a:pt x="2686384" y="1014980"/>
                  </a:lnTo>
                  <a:lnTo>
                    <a:pt x="2687044" y="1135569"/>
                  </a:lnTo>
                  <a:lnTo>
                    <a:pt x="2687705" y="1211677"/>
                  </a:lnTo>
                  <a:lnTo>
                    <a:pt x="2688365" y="1273926"/>
                  </a:lnTo>
                  <a:lnTo>
                    <a:pt x="2689026" y="1234205"/>
                  </a:lnTo>
                  <a:lnTo>
                    <a:pt x="2689686" y="1200314"/>
                  </a:lnTo>
                  <a:lnTo>
                    <a:pt x="2690347" y="1189938"/>
                  </a:lnTo>
                  <a:lnTo>
                    <a:pt x="2691007" y="1161099"/>
                  </a:lnTo>
                  <a:lnTo>
                    <a:pt x="2691668" y="1127059"/>
                  </a:lnTo>
                  <a:lnTo>
                    <a:pt x="2692328" y="1114607"/>
                  </a:lnTo>
                  <a:lnTo>
                    <a:pt x="2692989" y="1119593"/>
                  </a:lnTo>
                  <a:lnTo>
                    <a:pt x="2693649" y="1083506"/>
                  </a:lnTo>
                  <a:lnTo>
                    <a:pt x="2694310" y="1075220"/>
                  </a:lnTo>
                  <a:lnTo>
                    <a:pt x="2694970" y="1078172"/>
                  </a:lnTo>
                  <a:lnTo>
                    <a:pt x="2695631" y="1103091"/>
                  </a:lnTo>
                  <a:lnTo>
                    <a:pt x="2696292" y="1098410"/>
                  </a:lnTo>
                  <a:lnTo>
                    <a:pt x="2696952" y="1111585"/>
                  </a:lnTo>
                  <a:lnTo>
                    <a:pt x="2697613" y="1121147"/>
                  </a:lnTo>
                  <a:lnTo>
                    <a:pt x="2698273" y="1133517"/>
                  </a:lnTo>
                  <a:lnTo>
                    <a:pt x="2698934" y="1133926"/>
                  </a:lnTo>
                  <a:lnTo>
                    <a:pt x="2699594" y="1150844"/>
                  </a:lnTo>
                  <a:lnTo>
                    <a:pt x="2700255" y="1182421"/>
                  </a:lnTo>
                  <a:lnTo>
                    <a:pt x="2700915" y="1225306"/>
                  </a:lnTo>
                  <a:lnTo>
                    <a:pt x="2701576" y="1237240"/>
                  </a:lnTo>
                  <a:lnTo>
                    <a:pt x="2702236" y="1241551"/>
                  </a:lnTo>
                  <a:lnTo>
                    <a:pt x="2702897" y="1262228"/>
                  </a:lnTo>
                  <a:lnTo>
                    <a:pt x="2703557" y="1287658"/>
                  </a:lnTo>
                  <a:lnTo>
                    <a:pt x="2704218" y="1287658"/>
                  </a:lnTo>
                  <a:lnTo>
                    <a:pt x="2704878" y="1302948"/>
                  </a:lnTo>
                  <a:lnTo>
                    <a:pt x="2705539" y="1319201"/>
                  </a:lnTo>
                  <a:lnTo>
                    <a:pt x="2706200" y="1325999"/>
                  </a:lnTo>
                  <a:lnTo>
                    <a:pt x="2706860" y="1343822"/>
                  </a:lnTo>
                  <a:lnTo>
                    <a:pt x="2707521" y="1362966"/>
                  </a:lnTo>
                  <a:lnTo>
                    <a:pt x="2708181" y="1383643"/>
                  </a:lnTo>
                  <a:lnTo>
                    <a:pt x="2708842" y="1406121"/>
                  </a:lnTo>
                  <a:lnTo>
                    <a:pt x="2709502" y="1430742"/>
                  </a:lnTo>
                  <a:lnTo>
                    <a:pt x="2710163" y="1430742"/>
                  </a:lnTo>
                  <a:lnTo>
                    <a:pt x="2710823" y="1406121"/>
                  </a:lnTo>
                  <a:lnTo>
                    <a:pt x="2711484" y="1362966"/>
                  </a:lnTo>
                  <a:lnTo>
                    <a:pt x="2712144" y="1343822"/>
                  </a:lnTo>
                  <a:lnTo>
                    <a:pt x="2712805" y="1325999"/>
                  </a:lnTo>
                  <a:lnTo>
                    <a:pt x="2713465" y="1293666"/>
                  </a:lnTo>
                  <a:lnTo>
                    <a:pt x="2714126" y="1278901"/>
                  </a:lnTo>
                  <a:lnTo>
                    <a:pt x="2714786" y="1293666"/>
                  </a:lnTo>
                  <a:lnTo>
                    <a:pt x="2715447" y="1309327"/>
                  </a:lnTo>
                  <a:lnTo>
                    <a:pt x="2716108" y="1309327"/>
                  </a:lnTo>
                  <a:lnTo>
                    <a:pt x="2716768" y="1309327"/>
                  </a:lnTo>
                  <a:lnTo>
                    <a:pt x="2717429" y="1278901"/>
                  </a:lnTo>
                  <a:lnTo>
                    <a:pt x="2718089" y="1215579"/>
                  </a:lnTo>
                  <a:lnTo>
                    <a:pt x="2718750" y="1146940"/>
                  </a:lnTo>
                  <a:lnTo>
                    <a:pt x="2719410" y="1121147"/>
                  </a:lnTo>
                  <a:lnTo>
                    <a:pt x="2720071" y="1121147"/>
                  </a:lnTo>
                  <a:lnTo>
                    <a:pt x="2720731" y="1145652"/>
                  </a:lnTo>
                  <a:lnTo>
                    <a:pt x="2721392" y="1202975"/>
                  </a:lnTo>
                  <a:lnTo>
                    <a:pt x="2722052" y="1291397"/>
                  </a:lnTo>
                  <a:lnTo>
                    <a:pt x="2722713" y="1362966"/>
                  </a:lnTo>
                  <a:lnTo>
                    <a:pt x="2723373" y="1406121"/>
                  </a:lnTo>
                  <a:lnTo>
                    <a:pt x="2724034" y="1430742"/>
                  </a:lnTo>
                  <a:lnTo>
                    <a:pt x="2724694" y="1430742"/>
                  </a:lnTo>
                  <a:lnTo>
                    <a:pt x="2725355" y="1362966"/>
                  </a:lnTo>
                  <a:lnTo>
                    <a:pt x="2726016" y="1288402"/>
                  </a:lnTo>
                  <a:lnTo>
                    <a:pt x="2726676" y="1207289"/>
                  </a:lnTo>
                  <a:lnTo>
                    <a:pt x="2727337" y="1122319"/>
                  </a:lnTo>
                  <a:lnTo>
                    <a:pt x="2727997" y="1060020"/>
                  </a:lnTo>
                  <a:lnTo>
                    <a:pt x="2728658" y="1014980"/>
                  </a:lnTo>
                  <a:lnTo>
                    <a:pt x="2729318" y="978202"/>
                  </a:lnTo>
                  <a:lnTo>
                    <a:pt x="2729979" y="964459"/>
                  </a:lnTo>
                  <a:lnTo>
                    <a:pt x="2730639" y="986396"/>
                  </a:lnTo>
                  <a:lnTo>
                    <a:pt x="2731300" y="1010625"/>
                  </a:lnTo>
                  <a:lnTo>
                    <a:pt x="2731960" y="1048885"/>
                  </a:lnTo>
                  <a:lnTo>
                    <a:pt x="2732621" y="1115749"/>
                  </a:lnTo>
                  <a:lnTo>
                    <a:pt x="2733281" y="1190957"/>
                  </a:lnTo>
                  <a:lnTo>
                    <a:pt x="2733942" y="1227062"/>
                  </a:lnTo>
                  <a:lnTo>
                    <a:pt x="2734602" y="1251683"/>
                  </a:lnTo>
                  <a:lnTo>
                    <a:pt x="2735263" y="1278901"/>
                  </a:lnTo>
                  <a:lnTo>
                    <a:pt x="2735923" y="1293666"/>
                  </a:lnTo>
                  <a:lnTo>
                    <a:pt x="2736584" y="1293666"/>
                  </a:lnTo>
                  <a:lnTo>
                    <a:pt x="2737245" y="1293666"/>
                  </a:lnTo>
                  <a:lnTo>
                    <a:pt x="2737905" y="1325999"/>
                  </a:lnTo>
                  <a:lnTo>
                    <a:pt x="2738566" y="1362966"/>
                  </a:lnTo>
                  <a:lnTo>
                    <a:pt x="2739226" y="1362966"/>
                  </a:lnTo>
                  <a:lnTo>
                    <a:pt x="2739887" y="1343822"/>
                  </a:lnTo>
                  <a:lnTo>
                    <a:pt x="2740547" y="1343822"/>
                  </a:lnTo>
                  <a:lnTo>
                    <a:pt x="2741208" y="1343822"/>
                  </a:lnTo>
                  <a:lnTo>
                    <a:pt x="2741868" y="1343822"/>
                  </a:lnTo>
                  <a:lnTo>
                    <a:pt x="2742529" y="1362966"/>
                  </a:lnTo>
                  <a:lnTo>
                    <a:pt x="2743189" y="1406121"/>
                  </a:lnTo>
                  <a:lnTo>
                    <a:pt x="2743850" y="1430742"/>
                  </a:lnTo>
                  <a:lnTo>
                    <a:pt x="2744510" y="1430742"/>
                  </a:lnTo>
                  <a:lnTo>
                    <a:pt x="2745171" y="1430742"/>
                  </a:lnTo>
                  <a:lnTo>
                    <a:pt x="2745831" y="1362966"/>
                  </a:lnTo>
                  <a:lnTo>
                    <a:pt x="2746492" y="1258887"/>
                  </a:lnTo>
                  <a:lnTo>
                    <a:pt x="2747153" y="1180453"/>
                  </a:lnTo>
                  <a:lnTo>
                    <a:pt x="2747813" y="1158384"/>
                  </a:lnTo>
                  <a:lnTo>
                    <a:pt x="2748474" y="1158384"/>
                  </a:lnTo>
                  <a:lnTo>
                    <a:pt x="2749134" y="1186905"/>
                  </a:lnTo>
                  <a:lnTo>
                    <a:pt x="2749795" y="1248474"/>
                  </a:lnTo>
                  <a:lnTo>
                    <a:pt x="2750455" y="1303737"/>
                  </a:lnTo>
                  <a:lnTo>
                    <a:pt x="2751116" y="1278901"/>
                  </a:lnTo>
                  <a:lnTo>
                    <a:pt x="2751776" y="1227062"/>
                  </a:lnTo>
                  <a:lnTo>
                    <a:pt x="2752437" y="1193523"/>
                  </a:lnTo>
                  <a:lnTo>
                    <a:pt x="2753097" y="1173680"/>
                  </a:lnTo>
                  <a:lnTo>
                    <a:pt x="2753758" y="1146510"/>
                  </a:lnTo>
                  <a:lnTo>
                    <a:pt x="2754418" y="1138053"/>
                  </a:lnTo>
                  <a:lnTo>
                    <a:pt x="2755079" y="1161099"/>
                  </a:lnTo>
                  <a:lnTo>
                    <a:pt x="2755739" y="1180453"/>
                  </a:lnTo>
                  <a:lnTo>
                    <a:pt x="2756400" y="1205663"/>
                  </a:lnTo>
                  <a:lnTo>
                    <a:pt x="2757061" y="1280340"/>
                  </a:lnTo>
                  <a:lnTo>
                    <a:pt x="2757721" y="1364961"/>
                  </a:lnTo>
                  <a:lnTo>
                    <a:pt x="2758382" y="1393517"/>
                  </a:lnTo>
                  <a:lnTo>
                    <a:pt x="2759042" y="1416911"/>
                  </a:lnTo>
                  <a:lnTo>
                    <a:pt x="2759703" y="1430742"/>
                  </a:lnTo>
                  <a:lnTo>
                    <a:pt x="2760363" y="1430742"/>
                  </a:lnTo>
                  <a:lnTo>
                    <a:pt x="2761024" y="1430742"/>
                  </a:lnTo>
                  <a:lnTo>
                    <a:pt x="2761684" y="1430742"/>
                  </a:lnTo>
                  <a:lnTo>
                    <a:pt x="2762345" y="1430742"/>
                  </a:lnTo>
                  <a:lnTo>
                    <a:pt x="2763005" y="1406121"/>
                  </a:lnTo>
                  <a:lnTo>
                    <a:pt x="2763666" y="1325999"/>
                  </a:lnTo>
                  <a:lnTo>
                    <a:pt x="2764326" y="1194039"/>
                  </a:lnTo>
                  <a:lnTo>
                    <a:pt x="2764987" y="1099841"/>
                  </a:lnTo>
                  <a:lnTo>
                    <a:pt x="2765647" y="1072624"/>
                  </a:lnTo>
                  <a:lnTo>
                    <a:pt x="2766308" y="1079164"/>
                  </a:lnTo>
                  <a:lnTo>
                    <a:pt x="2766968" y="1107119"/>
                  </a:lnTo>
                  <a:lnTo>
                    <a:pt x="2767629" y="1194039"/>
                  </a:lnTo>
                  <a:lnTo>
                    <a:pt x="2768290" y="1343822"/>
                  </a:lnTo>
                  <a:lnTo>
                    <a:pt x="2768950" y="1430742"/>
                  </a:lnTo>
                  <a:lnTo>
                    <a:pt x="2769611" y="1430742"/>
                  </a:lnTo>
                  <a:lnTo>
                    <a:pt x="2770271" y="1430742"/>
                  </a:lnTo>
                  <a:lnTo>
                    <a:pt x="2770932" y="1430742"/>
                  </a:lnTo>
                  <a:lnTo>
                    <a:pt x="2771592" y="1430742"/>
                  </a:lnTo>
                  <a:lnTo>
                    <a:pt x="2772253" y="1406121"/>
                  </a:lnTo>
                  <a:lnTo>
                    <a:pt x="2772913" y="1383643"/>
                  </a:lnTo>
                  <a:lnTo>
                    <a:pt x="2773574" y="1353217"/>
                  </a:lnTo>
                  <a:lnTo>
                    <a:pt x="2774234" y="1317529"/>
                  </a:lnTo>
                  <a:lnTo>
                    <a:pt x="2774895" y="1276757"/>
                  </a:lnTo>
                  <a:lnTo>
                    <a:pt x="2775555" y="1262902"/>
                  </a:lnTo>
                  <a:lnTo>
                    <a:pt x="2776216" y="1262902"/>
                  </a:lnTo>
                  <a:lnTo>
                    <a:pt x="2776876" y="1283973"/>
                  </a:lnTo>
                  <a:lnTo>
                    <a:pt x="2777537" y="1315041"/>
                  </a:lnTo>
                  <a:lnTo>
                    <a:pt x="2778198" y="1362966"/>
                  </a:lnTo>
                  <a:lnTo>
                    <a:pt x="2778858" y="1406121"/>
                  </a:lnTo>
                  <a:lnTo>
                    <a:pt x="2779519" y="1430742"/>
                  </a:lnTo>
                  <a:lnTo>
                    <a:pt x="2780179" y="1430742"/>
                  </a:lnTo>
                  <a:lnTo>
                    <a:pt x="2780840" y="1430742"/>
                  </a:lnTo>
                  <a:lnTo>
                    <a:pt x="2781500" y="1430742"/>
                  </a:lnTo>
                  <a:lnTo>
                    <a:pt x="2782161" y="1430742"/>
                  </a:lnTo>
                  <a:lnTo>
                    <a:pt x="2782821" y="1430742"/>
                  </a:lnTo>
                  <a:lnTo>
                    <a:pt x="2783482" y="1430742"/>
                  </a:lnTo>
                  <a:lnTo>
                    <a:pt x="2784142" y="1430742"/>
                  </a:lnTo>
                  <a:lnTo>
                    <a:pt x="2784803" y="1430742"/>
                  </a:lnTo>
                  <a:lnTo>
                    <a:pt x="2785463" y="1383643"/>
                  </a:lnTo>
                  <a:lnTo>
                    <a:pt x="2786124" y="1325999"/>
                  </a:lnTo>
                  <a:lnTo>
                    <a:pt x="2786784" y="1239079"/>
                  </a:lnTo>
                  <a:lnTo>
                    <a:pt x="2787445" y="1174158"/>
                  </a:lnTo>
                  <a:lnTo>
                    <a:pt x="2788106" y="1138469"/>
                  </a:lnTo>
                  <a:lnTo>
                    <a:pt x="2788766" y="1138469"/>
                  </a:lnTo>
                  <a:lnTo>
                    <a:pt x="2789427" y="1146940"/>
                  </a:lnTo>
                  <a:lnTo>
                    <a:pt x="2790087" y="1204584"/>
                  </a:lnTo>
                  <a:lnTo>
                    <a:pt x="2790748" y="1278901"/>
                  </a:lnTo>
                  <a:lnTo>
                    <a:pt x="2791408" y="1343822"/>
                  </a:lnTo>
                  <a:lnTo>
                    <a:pt x="2792069" y="1383643"/>
                  </a:lnTo>
                  <a:lnTo>
                    <a:pt x="2792729" y="1430742"/>
                  </a:lnTo>
                  <a:lnTo>
                    <a:pt x="2793390" y="1430742"/>
                  </a:lnTo>
                  <a:lnTo>
                    <a:pt x="2794050" y="1430742"/>
                  </a:lnTo>
                  <a:lnTo>
                    <a:pt x="2794711" y="1430742"/>
                  </a:lnTo>
                  <a:lnTo>
                    <a:pt x="2795371" y="1430742"/>
                  </a:lnTo>
                  <a:lnTo>
                    <a:pt x="2796032" y="1430742"/>
                  </a:lnTo>
                  <a:lnTo>
                    <a:pt x="2796692" y="1430742"/>
                  </a:lnTo>
                  <a:lnTo>
                    <a:pt x="2797353" y="1406121"/>
                  </a:lnTo>
                  <a:lnTo>
                    <a:pt x="2798014" y="1362966"/>
                  </a:lnTo>
                  <a:lnTo>
                    <a:pt x="2798674" y="1343822"/>
                  </a:lnTo>
                  <a:lnTo>
                    <a:pt x="2799335" y="1309327"/>
                  </a:lnTo>
                  <a:lnTo>
                    <a:pt x="2799995" y="1251683"/>
                  </a:lnTo>
                  <a:lnTo>
                    <a:pt x="2800656" y="1164763"/>
                  </a:lnTo>
                  <a:lnTo>
                    <a:pt x="2801316" y="1107119"/>
                  </a:lnTo>
                  <a:lnTo>
                    <a:pt x="2801977" y="1072624"/>
                  </a:lnTo>
                  <a:lnTo>
                    <a:pt x="2802637" y="1072624"/>
                  </a:lnTo>
                  <a:lnTo>
                    <a:pt x="2803298" y="1099841"/>
                  </a:lnTo>
                  <a:lnTo>
                    <a:pt x="2803958" y="1174158"/>
                  </a:lnTo>
                  <a:lnTo>
                    <a:pt x="2804619" y="1278901"/>
                  </a:lnTo>
                  <a:lnTo>
                    <a:pt x="2805279" y="1383643"/>
                  </a:lnTo>
                  <a:lnTo>
                    <a:pt x="2805940" y="1406121"/>
                  </a:lnTo>
                  <a:lnTo>
                    <a:pt x="2806600" y="1362966"/>
                  </a:lnTo>
                  <a:lnTo>
                    <a:pt x="2807261" y="1343822"/>
                  </a:lnTo>
                  <a:lnTo>
                    <a:pt x="2807921" y="1301378"/>
                  </a:lnTo>
                  <a:lnTo>
                    <a:pt x="2808582" y="1233001"/>
                  </a:lnTo>
                  <a:lnTo>
                    <a:pt x="2809243" y="1188923"/>
                  </a:lnTo>
                  <a:lnTo>
                    <a:pt x="2809903" y="1169417"/>
                  </a:lnTo>
                  <a:lnTo>
                    <a:pt x="2810564" y="1142670"/>
                  </a:lnTo>
                  <a:lnTo>
                    <a:pt x="2811224" y="1114607"/>
                  </a:lnTo>
                  <a:lnTo>
                    <a:pt x="2811885" y="1114607"/>
                  </a:lnTo>
                  <a:lnTo>
                    <a:pt x="2812545" y="1138469"/>
                  </a:lnTo>
                  <a:lnTo>
                    <a:pt x="2813206" y="1173203"/>
                  </a:lnTo>
                  <a:lnTo>
                    <a:pt x="2813866" y="1214458"/>
                  </a:lnTo>
                  <a:lnTo>
                    <a:pt x="2814527" y="1250395"/>
                  </a:lnTo>
                  <a:lnTo>
                    <a:pt x="2815187" y="1277469"/>
                  </a:lnTo>
                  <a:lnTo>
                    <a:pt x="2815848" y="1252978"/>
                  </a:lnTo>
                  <a:lnTo>
                    <a:pt x="2816508" y="1229421"/>
                  </a:lnTo>
                  <a:lnTo>
                    <a:pt x="2817169" y="1196114"/>
                  </a:lnTo>
                  <a:lnTo>
                    <a:pt x="2817829" y="1206746"/>
                  </a:lnTo>
                  <a:lnTo>
                    <a:pt x="2818490" y="1206746"/>
                  </a:lnTo>
                  <a:lnTo>
                    <a:pt x="2819151" y="1227062"/>
                  </a:lnTo>
                  <a:lnTo>
                    <a:pt x="2819811" y="1216141"/>
                  </a:lnTo>
                  <a:lnTo>
                    <a:pt x="2820472" y="1239695"/>
                  </a:lnTo>
                  <a:lnTo>
                    <a:pt x="2821132" y="1254279"/>
                  </a:lnTo>
                  <a:lnTo>
                    <a:pt x="2821793" y="1217835"/>
                  </a:lnTo>
                  <a:lnTo>
                    <a:pt x="2822453" y="1116131"/>
                  </a:lnTo>
                  <a:lnTo>
                    <a:pt x="2823114" y="1048885"/>
                  </a:lnTo>
                  <a:lnTo>
                    <a:pt x="2823774" y="979550"/>
                  </a:lnTo>
                  <a:lnTo>
                    <a:pt x="2824435" y="937454"/>
                  </a:lnTo>
                  <a:lnTo>
                    <a:pt x="2825095" y="926221"/>
                  </a:lnTo>
                  <a:lnTo>
                    <a:pt x="2825756" y="951613"/>
                  </a:lnTo>
                  <a:lnTo>
                    <a:pt x="2826416" y="995577"/>
                  </a:lnTo>
                  <a:lnTo>
                    <a:pt x="2827077" y="1045665"/>
                  </a:lnTo>
                  <a:lnTo>
                    <a:pt x="2827737" y="1078172"/>
                  </a:lnTo>
                  <a:lnTo>
                    <a:pt x="2828398" y="1105647"/>
                  </a:lnTo>
                  <a:lnTo>
                    <a:pt x="2829059" y="1123889"/>
                  </a:lnTo>
                  <a:lnTo>
                    <a:pt x="2829719" y="1123889"/>
                  </a:lnTo>
                  <a:lnTo>
                    <a:pt x="2830380" y="1148668"/>
                  </a:lnTo>
                  <a:lnTo>
                    <a:pt x="2831040" y="1193523"/>
                  </a:lnTo>
                  <a:lnTo>
                    <a:pt x="2831701" y="1239079"/>
                  </a:lnTo>
                  <a:lnTo>
                    <a:pt x="2832361" y="1233602"/>
                  </a:lnTo>
                  <a:lnTo>
                    <a:pt x="2833022" y="1201907"/>
                  </a:lnTo>
                  <a:lnTo>
                    <a:pt x="2833682" y="1181435"/>
                  </a:lnTo>
                  <a:lnTo>
                    <a:pt x="2834343" y="1171777"/>
                  </a:lnTo>
                  <a:lnTo>
                    <a:pt x="2835003" y="1153480"/>
                  </a:lnTo>
                  <a:lnTo>
                    <a:pt x="2835664" y="1123889"/>
                  </a:lnTo>
                  <a:lnTo>
                    <a:pt x="2836324" y="1099841"/>
                  </a:lnTo>
                  <a:lnTo>
                    <a:pt x="2836985" y="1099841"/>
                  </a:lnTo>
                  <a:lnTo>
                    <a:pt x="2837645" y="1085874"/>
                  </a:lnTo>
                  <a:lnTo>
                    <a:pt x="2838306" y="1079164"/>
                  </a:lnTo>
                  <a:lnTo>
                    <a:pt x="2838966" y="1130268"/>
                  </a:lnTo>
                  <a:lnTo>
                    <a:pt x="2839627" y="1194039"/>
                  </a:lnTo>
                  <a:lnTo>
                    <a:pt x="2840288" y="1183907"/>
                  </a:lnTo>
                  <a:lnTo>
                    <a:pt x="2840948" y="1143094"/>
                  </a:lnTo>
                  <a:lnTo>
                    <a:pt x="2841609" y="1109342"/>
                  </a:lnTo>
                  <a:lnTo>
                    <a:pt x="2842269" y="1061872"/>
                  </a:lnTo>
                  <a:lnTo>
                    <a:pt x="2842930" y="1038210"/>
                  </a:lnTo>
                  <a:lnTo>
                    <a:pt x="2843590" y="1032618"/>
                  </a:lnTo>
                  <a:lnTo>
                    <a:pt x="2844251" y="1058487"/>
                  </a:lnTo>
                  <a:lnTo>
                    <a:pt x="2844911" y="1101641"/>
                  </a:lnTo>
                  <a:lnTo>
                    <a:pt x="2845572" y="1140561"/>
                  </a:lnTo>
                  <a:lnTo>
                    <a:pt x="2846232" y="1167080"/>
                  </a:lnTo>
                  <a:lnTo>
                    <a:pt x="2846893" y="1207289"/>
                  </a:lnTo>
                  <a:lnTo>
                    <a:pt x="2847553" y="1207289"/>
                  </a:lnTo>
                  <a:lnTo>
                    <a:pt x="2848214" y="1173203"/>
                  </a:lnTo>
                  <a:lnTo>
                    <a:pt x="2848874" y="1160191"/>
                  </a:lnTo>
                  <a:lnTo>
                    <a:pt x="2849535" y="1134336"/>
                  </a:lnTo>
                  <a:lnTo>
                    <a:pt x="2850196" y="1089296"/>
                  </a:lnTo>
                  <a:lnTo>
                    <a:pt x="2850856" y="1050955"/>
                  </a:lnTo>
                  <a:lnTo>
                    <a:pt x="2851517" y="1017315"/>
                  </a:lnTo>
                  <a:lnTo>
                    <a:pt x="2852177" y="989655"/>
                  </a:lnTo>
                  <a:lnTo>
                    <a:pt x="2852838" y="987788"/>
                  </a:lnTo>
                  <a:lnTo>
                    <a:pt x="2853498" y="1004351"/>
                  </a:lnTo>
                  <a:lnTo>
                    <a:pt x="2854159" y="1024987"/>
                  </a:lnTo>
                  <a:lnTo>
                    <a:pt x="2854819" y="1037363"/>
                  </a:lnTo>
                  <a:lnTo>
                    <a:pt x="2855480" y="1067192"/>
                  </a:lnTo>
                  <a:lnTo>
                    <a:pt x="2856140" y="1103818"/>
                  </a:lnTo>
                  <a:lnTo>
                    <a:pt x="2856801" y="1131076"/>
                  </a:lnTo>
                  <a:lnTo>
                    <a:pt x="2857461" y="1165687"/>
                  </a:lnTo>
                  <a:lnTo>
                    <a:pt x="2858122" y="1239079"/>
                  </a:lnTo>
                  <a:lnTo>
                    <a:pt x="2858782" y="1293666"/>
                  </a:lnTo>
                  <a:lnTo>
                    <a:pt x="2859443" y="1309327"/>
                  </a:lnTo>
                  <a:lnTo>
                    <a:pt x="2860104" y="1309327"/>
                  </a:lnTo>
                  <a:lnTo>
                    <a:pt x="2860764" y="1325999"/>
                  </a:lnTo>
                  <a:lnTo>
                    <a:pt x="2861425" y="1362966"/>
                  </a:lnTo>
                  <a:lnTo>
                    <a:pt x="2862085" y="1383643"/>
                  </a:lnTo>
                  <a:lnTo>
                    <a:pt x="2862746" y="1383643"/>
                  </a:lnTo>
                  <a:lnTo>
                    <a:pt x="2863406" y="1406121"/>
                  </a:lnTo>
                  <a:lnTo>
                    <a:pt x="2864067" y="1430742"/>
                  </a:lnTo>
                  <a:lnTo>
                    <a:pt x="2864727" y="1430742"/>
                  </a:lnTo>
                  <a:lnTo>
                    <a:pt x="2865388" y="1430742"/>
                  </a:lnTo>
                  <a:lnTo>
                    <a:pt x="2866048" y="1430742"/>
                  </a:lnTo>
                  <a:lnTo>
                    <a:pt x="2866709" y="1430742"/>
                  </a:lnTo>
                  <a:lnTo>
                    <a:pt x="2867369" y="1430742"/>
                  </a:lnTo>
                  <a:lnTo>
                    <a:pt x="2868030" y="1430742"/>
                  </a:lnTo>
                  <a:lnTo>
                    <a:pt x="2868690" y="1430742"/>
                  </a:lnTo>
                  <a:lnTo>
                    <a:pt x="2869351" y="1430742"/>
                  </a:lnTo>
                  <a:lnTo>
                    <a:pt x="2870012" y="1430742"/>
                  </a:lnTo>
                  <a:lnTo>
                    <a:pt x="2870672" y="1430742"/>
                  </a:lnTo>
                  <a:lnTo>
                    <a:pt x="2871333" y="1406121"/>
                  </a:lnTo>
                  <a:lnTo>
                    <a:pt x="2871993" y="1383643"/>
                  </a:lnTo>
                  <a:lnTo>
                    <a:pt x="2872654" y="1343822"/>
                  </a:lnTo>
                  <a:lnTo>
                    <a:pt x="2873314" y="1325999"/>
                  </a:lnTo>
                  <a:lnTo>
                    <a:pt x="2873975" y="1320884"/>
                  </a:lnTo>
                  <a:lnTo>
                    <a:pt x="2874635" y="1304528"/>
                  </a:lnTo>
                  <a:lnTo>
                    <a:pt x="2875296" y="1289147"/>
                  </a:lnTo>
                  <a:lnTo>
                    <a:pt x="2875956" y="1304528"/>
                  </a:lnTo>
                  <a:lnTo>
                    <a:pt x="2876617" y="1320884"/>
                  </a:lnTo>
                  <a:lnTo>
                    <a:pt x="2877277" y="1325999"/>
                  </a:lnTo>
                  <a:lnTo>
                    <a:pt x="2877938" y="1362966"/>
                  </a:lnTo>
                  <a:lnTo>
                    <a:pt x="2878598" y="1406121"/>
                  </a:lnTo>
                  <a:lnTo>
                    <a:pt x="2879259" y="1430742"/>
                  </a:lnTo>
                  <a:lnTo>
                    <a:pt x="2879919" y="1430742"/>
                  </a:lnTo>
                  <a:lnTo>
                    <a:pt x="2880580" y="1430742"/>
                  </a:lnTo>
                  <a:lnTo>
                    <a:pt x="2881241" y="1430742"/>
                  </a:lnTo>
                  <a:lnTo>
                    <a:pt x="2881901" y="1430742"/>
                  </a:lnTo>
                  <a:lnTo>
                    <a:pt x="2882562" y="1430742"/>
                  </a:lnTo>
                  <a:lnTo>
                    <a:pt x="2883222" y="1406121"/>
                  </a:lnTo>
                  <a:lnTo>
                    <a:pt x="2883883" y="1362966"/>
                  </a:lnTo>
                  <a:lnTo>
                    <a:pt x="2884543" y="1343822"/>
                  </a:lnTo>
                  <a:lnTo>
                    <a:pt x="2885204" y="1343822"/>
                  </a:lnTo>
                  <a:lnTo>
                    <a:pt x="2885864" y="1343822"/>
                  </a:lnTo>
                  <a:lnTo>
                    <a:pt x="2886525" y="1362966"/>
                  </a:lnTo>
                  <a:lnTo>
                    <a:pt x="2887185" y="1406121"/>
                  </a:lnTo>
                  <a:lnTo>
                    <a:pt x="2887846" y="1430742"/>
                  </a:lnTo>
                  <a:lnTo>
                    <a:pt x="2888506" y="1362966"/>
                  </a:lnTo>
                  <a:lnTo>
                    <a:pt x="2889167" y="1278901"/>
                  </a:lnTo>
                  <a:lnTo>
                    <a:pt x="2889827" y="1194039"/>
                  </a:lnTo>
                  <a:lnTo>
                    <a:pt x="2890488" y="1146940"/>
                  </a:lnTo>
                  <a:lnTo>
                    <a:pt x="2891149" y="1104548"/>
                  </a:lnTo>
                  <a:lnTo>
                    <a:pt x="2891809" y="1097342"/>
                  </a:lnTo>
                  <a:lnTo>
                    <a:pt x="2892470" y="1111961"/>
                  </a:lnTo>
                  <a:lnTo>
                    <a:pt x="2893130" y="1161554"/>
                  </a:lnTo>
                  <a:lnTo>
                    <a:pt x="2893791" y="1211677"/>
                  </a:lnTo>
                  <a:lnTo>
                    <a:pt x="2894451" y="1278901"/>
                  </a:lnTo>
                  <a:lnTo>
                    <a:pt x="2895112" y="1343822"/>
                  </a:lnTo>
                  <a:lnTo>
                    <a:pt x="2895772" y="1406121"/>
                  </a:lnTo>
                  <a:lnTo>
                    <a:pt x="2896433" y="1430742"/>
                  </a:lnTo>
                  <a:lnTo>
                    <a:pt x="2897093" y="1430742"/>
                  </a:lnTo>
                  <a:lnTo>
                    <a:pt x="2897754" y="1430742"/>
                  </a:lnTo>
                  <a:lnTo>
                    <a:pt x="2898414" y="1430742"/>
                  </a:lnTo>
                  <a:lnTo>
                    <a:pt x="2899075" y="1430742"/>
                  </a:lnTo>
                  <a:lnTo>
                    <a:pt x="2899735" y="1430742"/>
                  </a:lnTo>
                  <a:lnTo>
                    <a:pt x="2900396" y="1430742"/>
                  </a:lnTo>
                  <a:lnTo>
                    <a:pt x="2901057" y="1430742"/>
                  </a:lnTo>
                  <a:lnTo>
                    <a:pt x="2901717" y="1430742"/>
                  </a:lnTo>
                  <a:lnTo>
                    <a:pt x="2902378" y="1430742"/>
                  </a:lnTo>
                  <a:lnTo>
                    <a:pt x="2903038" y="1430742"/>
                  </a:lnTo>
                  <a:lnTo>
                    <a:pt x="2903699" y="1430742"/>
                  </a:lnTo>
                  <a:lnTo>
                    <a:pt x="2904359" y="1406121"/>
                  </a:lnTo>
                  <a:lnTo>
                    <a:pt x="2905020" y="1383643"/>
                  </a:lnTo>
                  <a:lnTo>
                    <a:pt x="2905680" y="1343822"/>
                  </a:lnTo>
                  <a:lnTo>
                    <a:pt x="2906341" y="1325999"/>
                  </a:lnTo>
                  <a:lnTo>
                    <a:pt x="2907001" y="1309327"/>
                  </a:lnTo>
                  <a:lnTo>
                    <a:pt x="2907662" y="1325999"/>
                  </a:lnTo>
                  <a:lnTo>
                    <a:pt x="2908322" y="1343822"/>
                  </a:lnTo>
                  <a:lnTo>
                    <a:pt x="2908983" y="1383643"/>
                  </a:lnTo>
                  <a:lnTo>
                    <a:pt x="2909643" y="1406121"/>
                  </a:lnTo>
                  <a:lnTo>
                    <a:pt x="2910304" y="1430742"/>
                  </a:lnTo>
                  <a:lnTo>
                    <a:pt x="2910964" y="1430742"/>
                  </a:lnTo>
                  <a:lnTo>
                    <a:pt x="2911625" y="1430742"/>
                  </a:lnTo>
                  <a:lnTo>
                    <a:pt x="2912286" y="1430742"/>
                  </a:lnTo>
                  <a:lnTo>
                    <a:pt x="2912946" y="1430742"/>
                  </a:lnTo>
                  <a:lnTo>
                    <a:pt x="2913607" y="1430742"/>
                  </a:lnTo>
                  <a:lnTo>
                    <a:pt x="2914267" y="1430742"/>
                  </a:lnTo>
                  <a:lnTo>
                    <a:pt x="2914928" y="1430742"/>
                  </a:lnTo>
                  <a:lnTo>
                    <a:pt x="2915588" y="1430742"/>
                  </a:lnTo>
                  <a:lnTo>
                    <a:pt x="2916249" y="1406121"/>
                  </a:lnTo>
                  <a:lnTo>
                    <a:pt x="2916909" y="1383643"/>
                  </a:lnTo>
                  <a:lnTo>
                    <a:pt x="2917570" y="1343822"/>
                  </a:lnTo>
                  <a:lnTo>
                    <a:pt x="2918230" y="1325999"/>
                  </a:lnTo>
                  <a:lnTo>
                    <a:pt x="2918891" y="1325999"/>
                  </a:lnTo>
                  <a:lnTo>
                    <a:pt x="2919551" y="1343822"/>
                  </a:lnTo>
                  <a:lnTo>
                    <a:pt x="2920212" y="1362966"/>
                  </a:lnTo>
                  <a:lnTo>
                    <a:pt x="2920872" y="1406121"/>
                  </a:lnTo>
                  <a:lnTo>
                    <a:pt x="2921533" y="1425627"/>
                  </a:lnTo>
                  <a:lnTo>
                    <a:pt x="2922194" y="1379374"/>
                  </a:lnTo>
                  <a:lnTo>
                    <a:pt x="2922854" y="1340158"/>
                  </a:lnTo>
                  <a:lnTo>
                    <a:pt x="2923515" y="1340158"/>
                  </a:lnTo>
                  <a:lnTo>
                    <a:pt x="2924175" y="1340158"/>
                  </a:lnTo>
                  <a:lnTo>
                    <a:pt x="2924836" y="1343822"/>
                  </a:lnTo>
                  <a:lnTo>
                    <a:pt x="2925496" y="1383643"/>
                  </a:lnTo>
                  <a:lnTo>
                    <a:pt x="2926157" y="1430742"/>
                  </a:lnTo>
                  <a:lnTo>
                    <a:pt x="2926817" y="1430742"/>
                  </a:lnTo>
                  <a:lnTo>
                    <a:pt x="2927478" y="1430742"/>
                  </a:lnTo>
                  <a:lnTo>
                    <a:pt x="2928138" y="1430742"/>
                  </a:lnTo>
                  <a:lnTo>
                    <a:pt x="2928799" y="1430742"/>
                  </a:lnTo>
                  <a:lnTo>
                    <a:pt x="2929459" y="1430742"/>
                  </a:lnTo>
                  <a:lnTo>
                    <a:pt x="2930120" y="1421855"/>
                  </a:lnTo>
                  <a:lnTo>
                    <a:pt x="2930780" y="1398029"/>
                  </a:lnTo>
                  <a:lnTo>
                    <a:pt x="2931441" y="1356103"/>
                  </a:lnTo>
                  <a:lnTo>
                    <a:pt x="2932102" y="1337443"/>
                  </a:lnTo>
                  <a:lnTo>
                    <a:pt x="2932762" y="1320041"/>
                  </a:lnTo>
                  <a:lnTo>
                    <a:pt x="2933423" y="1325999"/>
                  </a:lnTo>
                  <a:lnTo>
                    <a:pt x="2934083" y="1343822"/>
                  </a:lnTo>
                  <a:lnTo>
                    <a:pt x="2934744" y="1383643"/>
                  </a:lnTo>
                  <a:lnTo>
                    <a:pt x="2935404" y="1406121"/>
                  </a:lnTo>
                  <a:lnTo>
                    <a:pt x="2936065" y="1430742"/>
                  </a:lnTo>
                  <a:lnTo>
                    <a:pt x="2936725" y="1430742"/>
                  </a:lnTo>
                  <a:lnTo>
                    <a:pt x="2937386" y="1430742"/>
                  </a:lnTo>
                  <a:lnTo>
                    <a:pt x="2938046" y="1430742"/>
                  </a:lnTo>
                  <a:lnTo>
                    <a:pt x="2938707" y="1430742"/>
                  </a:lnTo>
                  <a:lnTo>
                    <a:pt x="2939367" y="1430742"/>
                  </a:lnTo>
                  <a:lnTo>
                    <a:pt x="2940028" y="1430742"/>
                  </a:lnTo>
                  <a:lnTo>
                    <a:pt x="2940688" y="1430742"/>
                  </a:lnTo>
                  <a:lnTo>
                    <a:pt x="2941349" y="1406121"/>
                  </a:lnTo>
                  <a:lnTo>
                    <a:pt x="2942010" y="1362966"/>
                  </a:lnTo>
                  <a:lnTo>
                    <a:pt x="2942670" y="1343822"/>
                  </a:lnTo>
                  <a:lnTo>
                    <a:pt x="2943331" y="1343822"/>
                  </a:lnTo>
                  <a:lnTo>
                    <a:pt x="2943991" y="1343822"/>
                  </a:lnTo>
                  <a:lnTo>
                    <a:pt x="2944652" y="1362966"/>
                  </a:lnTo>
                  <a:lnTo>
                    <a:pt x="2945312" y="1406121"/>
                  </a:lnTo>
                  <a:lnTo>
                    <a:pt x="2945973" y="1406121"/>
                  </a:lnTo>
                  <a:lnTo>
                    <a:pt x="2946633" y="1362966"/>
                  </a:lnTo>
                  <a:lnTo>
                    <a:pt x="2947294" y="1296723"/>
                  </a:lnTo>
                  <a:lnTo>
                    <a:pt x="2947954" y="1267667"/>
                  </a:lnTo>
                  <a:lnTo>
                    <a:pt x="2948615" y="1267667"/>
                  </a:lnTo>
                  <a:lnTo>
                    <a:pt x="2949275" y="1267667"/>
                  </a:lnTo>
                  <a:lnTo>
                    <a:pt x="2949936" y="1281787"/>
                  </a:lnTo>
                  <a:lnTo>
                    <a:pt x="2950596" y="1325999"/>
                  </a:lnTo>
                  <a:lnTo>
                    <a:pt x="2951257" y="1343822"/>
                  </a:lnTo>
                  <a:lnTo>
                    <a:pt x="2951917" y="1343822"/>
                  </a:lnTo>
                  <a:lnTo>
                    <a:pt x="2952578" y="1362966"/>
                  </a:lnTo>
                  <a:lnTo>
                    <a:pt x="2953239" y="1383643"/>
                  </a:lnTo>
                  <a:lnTo>
                    <a:pt x="2953899" y="1383643"/>
                  </a:lnTo>
                  <a:lnTo>
                    <a:pt x="2954560" y="1383643"/>
                  </a:lnTo>
                  <a:lnTo>
                    <a:pt x="2955220" y="1362966"/>
                  </a:lnTo>
                  <a:lnTo>
                    <a:pt x="2955881" y="1343822"/>
                  </a:lnTo>
                  <a:lnTo>
                    <a:pt x="2956541" y="1343822"/>
                  </a:lnTo>
                  <a:lnTo>
                    <a:pt x="2957202" y="1362966"/>
                  </a:lnTo>
                  <a:lnTo>
                    <a:pt x="2957862" y="1383643"/>
                  </a:lnTo>
                  <a:lnTo>
                    <a:pt x="2958523" y="1406121"/>
                  </a:lnTo>
                  <a:lnTo>
                    <a:pt x="2959183" y="1406121"/>
                  </a:lnTo>
                  <a:lnTo>
                    <a:pt x="2959844" y="1383643"/>
                  </a:lnTo>
                  <a:lnTo>
                    <a:pt x="2960504" y="1343822"/>
                  </a:lnTo>
                  <a:lnTo>
                    <a:pt x="2961165" y="1309327"/>
                  </a:lnTo>
                  <a:lnTo>
                    <a:pt x="2961825" y="1278901"/>
                  </a:lnTo>
                  <a:lnTo>
                    <a:pt x="2962486" y="1264933"/>
                  </a:lnTo>
                  <a:lnTo>
                    <a:pt x="2963147" y="1264933"/>
                  </a:lnTo>
                  <a:lnTo>
                    <a:pt x="2963807" y="1293666"/>
                  </a:lnTo>
                  <a:lnTo>
                    <a:pt x="2964468" y="1325999"/>
                  </a:lnTo>
                  <a:lnTo>
                    <a:pt x="2965128" y="1362966"/>
                  </a:lnTo>
                  <a:lnTo>
                    <a:pt x="2965789" y="1406121"/>
                  </a:lnTo>
                  <a:lnTo>
                    <a:pt x="2966449" y="1430742"/>
                  </a:lnTo>
                  <a:lnTo>
                    <a:pt x="2967110" y="1430742"/>
                  </a:lnTo>
                  <a:lnTo>
                    <a:pt x="2967770" y="1430742"/>
                  </a:lnTo>
                  <a:lnTo>
                    <a:pt x="2968431" y="1430742"/>
                  </a:lnTo>
                  <a:lnTo>
                    <a:pt x="2969091" y="1430742"/>
                  </a:lnTo>
                  <a:lnTo>
                    <a:pt x="2969752" y="1430742"/>
                  </a:lnTo>
                  <a:lnTo>
                    <a:pt x="2970412" y="1430742"/>
                  </a:lnTo>
                  <a:lnTo>
                    <a:pt x="2971073" y="1430742"/>
                  </a:lnTo>
                  <a:lnTo>
                    <a:pt x="2971733" y="1430742"/>
                  </a:lnTo>
                  <a:lnTo>
                    <a:pt x="2972394" y="1430742"/>
                  </a:lnTo>
                  <a:lnTo>
                    <a:pt x="2973055" y="1430742"/>
                  </a:lnTo>
                  <a:lnTo>
                    <a:pt x="2973715" y="1430742"/>
                  </a:lnTo>
                  <a:lnTo>
                    <a:pt x="2974376" y="1430742"/>
                  </a:lnTo>
                  <a:lnTo>
                    <a:pt x="2975036" y="1430742"/>
                  </a:lnTo>
                  <a:lnTo>
                    <a:pt x="2975697" y="1430742"/>
                  </a:lnTo>
                  <a:lnTo>
                    <a:pt x="2976357" y="1430742"/>
                  </a:lnTo>
                  <a:lnTo>
                    <a:pt x="2977018" y="1430742"/>
                  </a:lnTo>
                  <a:lnTo>
                    <a:pt x="2977678" y="1430742"/>
                  </a:lnTo>
                  <a:lnTo>
                    <a:pt x="2978339" y="1430742"/>
                  </a:lnTo>
                  <a:lnTo>
                    <a:pt x="2978999" y="1430742"/>
                  </a:lnTo>
                  <a:lnTo>
                    <a:pt x="2979660" y="1430742"/>
                  </a:lnTo>
                  <a:lnTo>
                    <a:pt x="2980320" y="1430742"/>
                  </a:lnTo>
                  <a:lnTo>
                    <a:pt x="2980981" y="1430742"/>
                  </a:lnTo>
                  <a:lnTo>
                    <a:pt x="2981641" y="1430742"/>
                  </a:lnTo>
                  <a:lnTo>
                    <a:pt x="2982302" y="1430742"/>
                  </a:lnTo>
                  <a:lnTo>
                    <a:pt x="2982962" y="1430742"/>
                  </a:lnTo>
                  <a:lnTo>
                    <a:pt x="2983623" y="1430742"/>
                  </a:lnTo>
                  <a:lnTo>
                    <a:pt x="2984284" y="1416911"/>
                  </a:lnTo>
                  <a:lnTo>
                    <a:pt x="2984944" y="1372067"/>
                  </a:lnTo>
                  <a:lnTo>
                    <a:pt x="2985605" y="1333868"/>
                  </a:lnTo>
                  <a:lnTo>
                    <a:pt x="2986265" y="1330341"/>
                  </a:lnTo>
                  <a:lnTo>
                    <a:pt x="2986926" y="1282514"/>
                  </a:lnTo>
                  <a:lnTo>
                    <a:pt x="2987586" y="1213342"/>
                  </a:lnTo>
                  <a:lnTo>
                    <a:pt x="2988247" y="1128658"/>
                  </a:lnTo>
                  <a:lnTo>
                    <a:pt x="2988907" y="1077843"/>
                  </a:lnTo>
                  <a:lnTo>
                    <a:pt x="2989568" y="1026874"/>
                  </a:lnTo>
                  <a:lnTo>
                    <a:pt x="2990228" y="1032341"/>
                  </a:lnTo>
                  <a:lnTo>
                    <a:pt x="2990889" y="1067825"/>
                  </a:lnTo>
                  <a:lnTo>
                    <a:pt x="2991549" y="1149102"/>
                  </a:lnTo>
                  <a:lnTo>
                    <a:pt x="2992210" y="1242173"/>
                  </a:lnTo>
                  <a:lnTo>
                    <a:pt x="2992870" y="1383643"/>
                  </a:lnTo>
                  <a:lnTo>
                    <a:pt x="2993531" y="1430742"/>
                  </a:lnTo>
                  <a:lnTo>
                    <a:pt x="2994192" y="1406121"/>
                  </a:lnTo>
                  <a:lnTo>
                    <a:pt x="2994852" y="1343822"/>
                  </a:lnTo>
                  <a:lnTo>
                    <a:pt x="2995513" y="1278901"/>
                  </a:lnTo>
                  <a:lnTo>
                    <a:pt x="2996173" y="1264933"/>
                  </a:lnTo>
                  <a:lnTo>
                    <a:pt x="2996834" y="1251683"/>
                  </a:lnTo>
                  <a:lnTo>
                    <a:pt x="2997494" y="1264933"/>
                  </a:lnTo>
                  <a:lnTo>
                    <a:pt x="2998155" y="1309327"/>
                  </a:lnTo>
                  <a:lnTo>
                    <a:pt x="2998815" y="1364961"/>
                  </a:lnTo>
                  <a:lnTo>
                    <a:pt x="2999476" y="1364961"/>
                  </a:lnTo>
                  <a:lnTo>
                    <a:pt x="3000136" y="1345674"/>
                  </a:lnTo>
                  <a:lnTo>
                    <a:pt x="3000797" y="1310947"/>
                  </a:lnTo>
                  <a:lnTo>
                    <a:pt x="3001457" y="1266297"/>
                  </a:lnTo>
                  <a:lnTo>
                    <a:pt x="3002118" y="1251683"/>
                  </a:lnTo>
                  <a:lnTo>
                    <a:pt x="3002778" y="1251683"/>
                  </a:lnTo>
                  <a:lnTo>
                    <a:pt x="3003439" y="1278901"/>
                  </a:lnTo>
                  <a:lnTo>
                    <a:pt x="3004100" y="1309327"/>
                  </a:lnTo>
                  <a:lnTo>
                    <a:pt x="3004760" y="1362966"/>
                  </a:lnTo>
                  <a:lnTo>
                    <a:pt x="3005421" y="1406121"/>
                  </a:lnTo>
                  <a:lnTo>
                    <a:pt x="3006081" y="1430742"/>
                  </a:lnTo>
                  <a:lnTo>
                    <a:pt x="3006742" y="1430742"/>
                  </a:lnTo>
                  <a:lnTo>
                    <a:pt x="3007402" y="1430742"/>
                  </a:lnTo>
                  <a:lnTo>
                    <a:pt x="3008063" y="1430742"/>
                  </a:lnTo>
                  <a:lnTo>
                    <a:pt x="3008723" y="1430742"/>
                  </a:lnTo>
                  <a:lnTo>
                    <a:pt x="3009384" y="1430742"/>
                  </a:lnTo>
                  <a:lnTo>
                    <a:pt x="3010044" y="1383643"/>
                  </a:lnTo>
                  <a:lnTo>
                    <a:pt x="3010705" y="1308521"/>
                  </a:lnTo>
                  <a:lnTo>
                    <a:pt x="3011365" y="1242173"/>
                  </a:lnTo>
                  <a:lnTo>
                    <a:pt x="3012026" y="1207289"/>
                  </a:lnTo>
                  <a:lnTo>
                    <a:pt x="3012686" y="1202975"/>
                  </a:lnTo>
                  <a:lnTo>
                    <a:pt x="3013347" y="1225306"/>
                  </a:lnTo>
                  <a:lnTo>
                    <a:pt x="3014008" y="1277469"/>
                  </a:lnTo>
                  <a:lnTo>
                    <a:pt x="3014668" y="1355138"/>
                  </a:lnTo>
                  <a:lnTo>
                    <a:pt x="3015329" y="1420610"/>
                  </a:lnTo>
                  <a:lnTo>
                    <a:pt x="3015989" y="1430742"/>
                  </a:lnTo>
                  <a:lnTo>
                    <a:pt x="3016650" y="1430742"/>
                  </a:lnTo>
                  <a:lnTo>
                    <a:pt x="3017310" y="1430742"/>
                  </a:lnTo>
                  <a:lnTo>
                    <a:pt x="3017971" y="1430742"/>
                  </a:lnTo>
                  <a:lnTo>
                    <a:pt x="3018631" y="1430742"/>
                  </a:lnTo>
                  <a:lnTo>
                    <a:pt x="3019292" y="1430742"/>
                  </a:lnTo>
                  <a:lnTo>
                    <a:pt x="3019952" y="1430742"/>
                  </a:lnTo>
                  <a:lnTo>
                    <a:pt x="3020613" y="1430742"/>
                  </a:lnTo>
                  <a:lnTo>
                    <a:pt x="3021273" y="1430742"/>
                  </a:lnTo>
                  <a:lnTo>
                    <a:pt x="3021934" y="1430742"/>
                  </a:lnTo>
                  <a:lnTo>
                    <a:pt x="3022594" y="1430742"/>
                  </a:lnTo>
                  <a:lnTo>
                    <a:pt x="3023255" y="1430742"/>
                  </a:lnTo>
                  <a:lnTo>
                    <a:pt x="3023915" y="1430742"/>
                  </a:lnTo>
                  <a:lnTo>
                    <a:pt x="3024576" y="1430742"/>
                  </a:lnTo>
                  <a:lnTo>
                    <a:pt x="3025237" y="1406121"/>
                  </a:lnTo>
                  <a:lnTo>
                    <a:pt x="3025897" y="1362966"/>
                  </a:lnTo>
                  <a:lnTo>
                    <a:pt x="3026558" y="1343822"/>
                  </a:lnTo>
                  <a:lnTo>
                    <a:pt x="3027218" y="1325999"/>
                  </a:lnTo>
                  <a:lnTo>
                    <a:pt x="3027879" y="1325999"/>
                  </a:lnTo>
                  <a:lnTo>
                    <a:pt x="3028539" y="1343822"/>
                  </a:lnTo>
                  <a:lnTo>
                    <a:pt x="3029200" y="1383643"/>
                  </a:lnTo>
                  <a:lnTo>
                    <a:pt x="3029860" y="1406121"/>
                  </a:lnTo>
                  <a:lnTo>
                    <a:pt x="3030521" y="1430742"/>
                  </a:lnTo>
                  <a:lnTo>
                    <a:pt x="3031181" y="1430742"/>
                  </a:lnTo>
                  <a:lnTo>
                    <a:pt x="3031842" y="1430742"/>
                  </a:lnTo>
                  <a:lnTo>
                    <a:pt x="3032502" y="1430742"/>
                  </a:lnTo>
                  <a:lnTo>
                    <a:pt x="3033163" y="1430742"/>
                  </a:lnTo>
                  <a:lnTo>
                    <a:pt x="3033823" y="1430742"/>
                  </a:lnTo>
                  <a:lnTo>
                    <a:pt x="3034484" y="1430742"/>
                  </a:lnTo>
                  <a:lnTo>
                    <a:pt x="3035145" y="1430742"/>
                  </a:lnTo>
                  <a:lnTo>
                    <a:pt x="3035805" y="1430742"/>
                  </a:lnTo>
                  <a:lnTo>
                    <a:pt x="3036466" y="1430742"/>
                  </a:lnTo>
                  <a:lnTo>
                    <a:pt x="3037126" y="1430742"/>
                  </a:lnTo>
                  <a:lnTo>
                    <a:pt x="3037787" y="1430742"/>
                  </a:lnTo>
                  <a:lnTo>
                    <a:pt x="3038447" y="1406121"/>
                  </a:lnTo>
                  <a:lnTo>
                    <a:pt x="3039108" y="1383643"/>
                  </a:lnTo>
                  <a:lnTo>
                    <a:pt x="3039768" y="1362966"/>
                  </a:lnTo>
                  <a:lnTo>
                    <a:pt x="3040429" y="1343822"/>
                  </a:lnTo>
                  <a:lnTo>
                    <a:pt x="3041089" y="1343822"/>
                  </a:lnTo>
                  <a:lnTo>
                    <a:pt x="3041750" y="1362966"/>
                  </a:lnTo>
                  <a:lnTo>
                    <a:pt x="3042410" y="1383643"/>
                  </a:lnTo>
                  <a:lnTo>
                    <a:pt x="3043071" y="1406121"/>
                  </a:lnTo>
                  <a:lnTo>
                    <a:pt x="3043731" y="1430742"/>
                  </a:lnTo>
                  <a:lnTo>
                    <a:pt x="3044392" y="1430742"/>
                  </a:lnTo>
                  <a:lnTo>
                    <a:pt x="3045053" y="1430742"/>
                  </a:lnTo>
                  <a:lnTo>
                    <a:pt x="3045713" y="1406121"/>
                  </a:lnTo>
                  <a:lnTo>
                    <a:pt x="3046374" y="1362966"/>
                  </a:lnTo>
                  <a:lnTo>
                    <a:pt x="3047034" y="1343822"/>
                  </a:lnTo>
                  <a:lnTo>
                    <a:pt x="3047695" y="1325999"/>
                  </a:lnTo>
                  <a:lnTo>
                    <a:pt x="3048355" y="1325999"/>
                  </a:lnTo>
                  <a:lnTo>
                    <a:pt x="3049016" y="1343822"/>
                  </a:lnTo>
                  <a:lnTo>
                    <a:pt x="3049676" y="1383643"/>
                  </a:lnTo>
                  <a:lnTo>
                    <a:pt x="3050337" y="1406121"/>
                  </a:lnTo>
                  <a:lnTo>
                    <a:pt x="3050997" y="1430742"/>
                  </a:lnTo>
                  <a:lnTo>
                    <a:pt x="3051658" y="1430742"/>
                  </a:lnTo>
                  <a:lnTo>
                    <a:pt x="3052318" y="1430742"/>
                  </a:lnTo>
                  <a:lnTo>
                    <a:pt x="3052979" y="1430742"/>
                  </a:lnTo>
                  <a:lnTo>
                    <a:pt x="3053639" y="1430742"/>
                  </a:lnTo>
                  <a:lnTo>
                    <a:pt x="3054300" y="1430742"/>
                  </a:lnTo>
                  <a:lnTo>
                    <a:pt x="3054960" y="1430742"/>
                  </a:lnTo>
                  <a:lnTo>
                    <a:pt x="3055621" y="1430742"/>
                  </a:lnTo>
                  <a:lnTo>
                    <a:pt x="3056282" y="1430742"/>
                  </a:lnTo>
                  <a:lnTo>
                    <a:pt x="3056942" y="1430742"/>
                  </a:lnTo>
                  <a:lnTo>
                    <a:pt x="3057603" y="1430742"/>
                  </a:lnTo>
                  <a:lnTo>
                    <a:pt x="3058263" y="1430742"/>
                  </a:lnTo>
                  <a:lnTo>
                    <a:pt x="3058924" y="1430742"/>
                  </a:lnTo>
                  <a:lnTo>
                    <a:pt x="3059584" y="1430742"/>
                  </a:lnTo>
                  <a:lnTo>
                    <a:pt x="3060245" y="1430742"/>
                  </a:lnTo>
                  <a:lnTo>
                    <a:pt x="3060905" y="1430742"/>
                  </a:lnTo>
                  <a:lnTo>
                    <a:pt x="3061566" y="1430742"/>
                  </a:lnTo>
                  <a:lnTo>
                    <a:pt x="3062226" y="1430742"/>
                  </a:lnTo>
                  <a:lnTo>
                    <a:pt x="3062887" y="1430742"/>
                  </a:lnTo>
                  <a:lnTo>
                    <a:pt x="3063547" y="1430742"/>
                  </a:lnTo>
                  <a:lnTo>
                    <a:pt x="3064208" y="1430742"/>
                  </a:lnTo>
                  <a:lnTo>
                    <a:pt x="3064868" y="1430742"/>
                  </a:lnTo>
                  <a:lnTo>
                    <a:pt x="3065529" y="1430742"/>
                  </a:lnTo>
                  <a:lnTo>
                    <a:pt x="3066190" y="1430742"/>
                  </a:lnTo>
                  <a:lnTo>
                    <a:pt x="3066850" y="1430742"/>
                  </a:lnTo>
                  <a:lnTo>
                    <a:pt x="3067511" y="1406121"/>
                  </a:lnTo>
                  <a:lnTo>
                    <a:pt x="3068171" y="1383643"/>
                  </a:lnTo>
                  <a:lnTo>
                    <a:pt x="3068832" y="1362966"/>
                  </a:lnTo>
                  <a:lnTo>
                    <a:pt x="3069492" y="1309327"/>
                  </a:lnTo>
                  <a:lnTo>
                    <a:pt x="3070153" y="1264933"/>
                  </a:lnTo>
                  <a:lnTo>
                    <a:pt x="3070813" y="1227062"/>
                  </a:lnTo>
                  <a:lnTo>
                    <a:pt x="3071474" y="1227062"/>
                  </a:lnTo>
                  <a:lnTo>
                    <a:pt x="3072134" y="1239079"/>
                  </a:lnTo>
                  <a:lnTo>
                    <a:pt x="3072795" y="1278901"/>
                  </a:lnTo>
                  <a:lnTo>
                    <a:pt x="3073455" y="1325999"/>
                  </a:lnTo>
                  <a:lnTo>
                    <a:pt x="3074116" y="1406121"/>
                  </a:lnTo>
                  <a:lnTo>
                    <a:pt x="3074776" y="1430742"/>
                  </a:lnTo>
                  <a:lnTo>
                    <a:pt x="3075437" y="1430742"/>
                  </a:lnTo>
                  <a:lnTo>
                    <a:pt x="3076098" y="1430742"/>
                  </a:lnTo>
                  <a:lnTo>
                    <a:pt x="3076758" y="1430742"/>
                  </a:lnTo>
                  <a:lnTo>
                    <a:pt x="3077419" y="1430742"/>
                  </a:lnTo>
                  <a:lnTo>
                    <a:pt x="3078079" y="1430742"/>
                  </a:lnTo>
                  <a:lnTo>
                    <a:pt x="3078740" y="1430742"/>
                  </a:lnTo>
                  <a:lnTo>
                    <a:pt x="3079400" y="1430742"/>
                  </a:lnTo>
                  <a:lnTo>
                    <a:pt x="3080061" y="1413264"/>
                  </a:lnTo>
                  <a:lnTo>
                    <a:pt x="3080721" y="1390184"/>
                  </a:lnTo>
                  <a:lnTo>
                    <a:pt x="3081382" y="1349418"/>
                  </a:lnTo>
                  <a:lnTo>
                    <a:pt x="3082042" y="1314217"/>
                  </a:lnTo>
                  <a:lnTo>
                    <a:pt x="3082703" y="1281787"/>
                  </a:lnTo>
                  <a:lnTo>
                    <a:pt x="3083363" y="1277469"/>
                  </a:lnTo>
                  <a:lnTo>
                    <a:pt x="3084024" y="1277469"/>
                  </a:lnTo>
                  <a:lnTo>
                    <a:pt x="3084684" y="1307718"/>
                  </a:lnTo>
                  <a:lnTo>
                    <a:pt x="3085345" y="1341983"/>
                  </a:lnTo>
                  <a:lnTo>
                    <a:pt x="3086006" y="1383643"/>
                  </a:lnTo>
                  <a:lnTo>
                    <a:pt x="3086666" y="1406121"/>
                  </a:lnTo>
                  <a:lnTo>
                    <a:pt x="3087327" y="1430742"/>
                  </a:lnTo>
                  <a:lnTo>
                    <a:pt x="3087987" y="1430742"/>
                  </a:lnTo>
                  <a:lnTo>
                    <a:pt x="3088648" y="1424363"/>
                  </a:lnTo>
                  <a:lnTo>
                    <a:pt x="3089308" y="1378317"/>
                  </a:lnTo>
                  <a:lnTo>
                    <a:pt x="3089969" y="1339250"/>
                  </a:lnTo>
                  <a:lnTo>
                    <a:pt x="3090629" y="1321729"/>
                  </a:lnTo>
                  <a:lnTo>
                    <a:pt x="3091290" y="1321729"/>
                  </a:lnTo>
                  <a:lnTo>
                    <a:pt x="3091950" y="1325999"/>
                  </a:lnTo>
                  <a:lnTo>
                    <a:pt x="3092611" y="1356103"/>
                  </a:lnTo>
                  <a:lnTo>
                    <a:pt x="3093271" y="1337443"/>
                  </a:lnTo>
                  <a:lnTo>
                    <a:pt x="3093932" y="1273926"/>
                  </a:lnTo>
                  <a:lnTo>
                    <a:pt x="3094592" y="1211677"/>
                  </a:lnTo>
                  <a:lnTo>
                    <a:pt x="3095253" y="1200844"/>
                  </a:lnTo>
                  <a:lnTo>
                    <a:pt x="3095913" y="1194039"/>
                  </a:lnTo>
                  <a:lnTo>
                    <a:pt x="3096574" y="1227062"/>
                  </a:lnTo>
                  <a:lnTo>
                    <a:pt x="3097235" y="1278901"/>
                  </a:lnTo>
                  <a:lnTo>
                    <a:pt x="3097895" y="1325999"/>
                  </a:lnTo>
                  <a:lnTo>
                    <a:pt x="3098556" y="1325999"/>
                  </a:lnTo>
                  <a:lnTo>
                    <a:pt x="3099216" y="1325999"/>
                  </a:lnTo>
                  <a:lnTo>
                    <a:pt x="3099877" y="1325999"/>
                  </a:lnTo>
                  <a:lnTo>
                    <a:pt x="3100537" y="1325999"/>
                  </a:lnTo>
                  <a:lnTo>
                    <a:pt x="3101198" y="1325999"/>
                  </a:lnTo>
                  <a:lnTo>
                    <a:pt x="3101858" y="1309327"/>
                  </a:lnTo>
                  <a:lnTo>
                    <a:pt x="3102519" y="1309327"/>
                  </a:lnTo>
                  <a:lnTo>
                    <a:pt x="3103179" y="1286917"/>
                  </a:lnTo>
                  <a:lnTo>
                    <a:pt x="3103840" y="1286917"/>
                  </a:lnTo>
                  <a:lnTo>
                    <a:pt x="3104500" y="1318363"/>
                  </a:lnTo>
                  <a:lnTo>
                    <a:pt x="3105161" y="1354175"/>
                  </a:lnTo>
                  <a:lnTo>
                    <a:pt x="3105821" y="1374133"/>
                  </a:lnTo>
                  <a:lnTo>
                    <a:pt x="3106482" y="1406121"/>
                  </a:lnTo>
                  <a:lnTo>
                    <a:pt x="3107143" y="1430742"/>
                  </a:lnTo>
                  <a:lnTo>
                    <a:pt x="3107803" y="1430742"/>
                  </a:lnTo>
                  <a:lnTo>
                    <a:pt x="3108464" y="1383643"/>
                  </a:lnTo>
                  <a:lnTo>
                    <a:pt x="3109124" y="1325999"/>
                  </a:lnTo>
                  <a:lnTo>
                    <a:pt x="3109785" y="1272522"/>
                  </a:lnTo>
                  <a:lnTo>
                    <a:pt x="3110445" y="1245935"/>
                  </a:lnTo>
                  <a:lnTo>
                    <a:pt x="3111106" y="1233602"/>
                  </a:lnTo>
                  <a:lnTo>
                    <a:pt x="3111766" y="1258887"/>
                  </a:lnTo>
                  <a:lnTo>
                    <a:pt x="3112427" y="1302162"/>
                  </a:lnTo>
                  <a:lnTo>
                    <a:pt x="3113087" y="1362966"/>
                  </a:lnTo>
                  <a:lnTo>
                    <a:pt x="3113748" y="1406121"/>
                  </a:lnTo>
                  <a:lnTo>
                    <a:pt x="3114408" y="1430742"/>
                  </a:lnTo>
                  <a:lnTo>
                    <a:pt x="3115069" y="1430742"/>
                  </a:lnTo>
                  <a:lnTo>
                    <a:pt x="3115729" y="1430742"/>
                  </a:lnTo>
                  <a:lnTo>
                    <a:pt x="3116390" y="1406121"/>
                  </a:lnTo>
                  <a:lnTo>
                    <a:pt x="3117051" y="1343822"/>
                  </a:lnTo>
                  <a:lnTo>
                    <a:pt x="3117711" y="1309327"/>
                  </a:lnTo>
                  <a:lnTo>
                    <a:pt x="3118372" y="1278901"/>
                  </a:lnTo>
                  <a:lnTo>
                    <a:pt x="3119032" y="1264933"/>
                  </a:lnTo>
                  <a:lnTo>
                    <a:pt x="3119693" y="1278901"/>
                  </a:lnTo>
                  <a:lnTo>
                    <a:pt x="3120353" y="1325999"/>
                  </a:lnTo>
                  <a:lnTo>
                    <a:pt x="3121014" y="1362966"/>
                  </a:lnTo>
                  <a:lnTo>
                    <a:pt x="3121674" y="1383643"/>
                  </a:lnTo>
                  <a:lnTo>
                    <a:pt x="3122335" y="1343822"/>
                  </a:lnTo>
                  <a:lnTo>
                    <a:pt x="3122995" y="1278901"/>
                  </a:lnTo>
                  <a:lnTo>
                    <a:pt x="3123656" y="1251683"/>
                  </a:lnTo>
                  <a:lnTo>
                    <a:pt x="3124316" y="1239079"/>
                  </a:lnTo>
                  <a:lnTo>
                    <a:pt x="3124977" y="1251683"/>
                  </a:lnTo>
                  <a:lnTo>
                    <a:pt x="3125637" y="1293666"/>
                  </a:lnTo>
                  <a:lnTo>
                    <a:pt x="3126298" y="1362966"/>
                  </a:lnTo>
                  <a:lnTo>
                    <a:pt x="3126958" y="1406121"/>
                  </a:lnTo>
                  <a:lnTo>
                    <a:pt x="3127619" y="1406121"/>
                  </a:lnTo>
                  <a:lnTo>
                    <a:pt x="3128280" y="1362966"/>
                  </a:lnTo>
                  <a:lnTo>
                    <a:pt x="3128940" y="1309327"/>
                  </a:lnTo>
                  <a:lnTo>
                    <a:pt x="3129601" y="1278901"/>
                  </a:lnTo>
                  <a:lnTo>
                    <a:pt x="3130261" y="1264933"/>
                  </a:lnTo>
                  <a:lnTo>
                    <a:pt x="3130922" y="1278901"/>
                  </a:lnTo>
                  <a:lnTo>
                    <a:pt x="3131582" y="1309327"/>
                  </a:lnTo>
                  <a:lnTo>
                    <a:pt x="3132243" y="1362966"/>
                  </a:lnTo>
                  <a:lnTo>
                    <a:pt x="3132903" y="1406121"/>
                  </a:lnTo>
                  <a:lnTo>
                    <a:pt x="3133564" y="1430742"/>
                  </a:lnTo>
                  <a:lnTo>
                    <a:pt x="3134224" y="1430742"/>
                  </a:lnTo>
                  <a:lnTo>
                    <a:pt x="3134885" y="1430742"/>
                  </a:lnTo>
                  <a:lnTo>
                    <a:pt x="3135545" y="1430742"/>
                  </a:lnTo>
                  <a:lnTo>
                    <a:pt x="3136206" y="1430742"/>
                  </a:lnTo>
                  <a:lnTo>
                    <a:pt x="3136866" y="1406121"/>
                  </a:lnTo>
                  <a:lnTo>
                    <a:pt x="3137527" y="1362966"/>
                  </a:lnTo>
                  <a:lnTo>
                    <a:pt x="3138188" y="1343822"/>
                  </a:lnTo>
                  <a:lnTo>
                    <a:pt x="3138848" y="1343822"/>
                  </a:lnTo>
                  <a:lnTo>
                    <a:pt x="3139509" y="1343822"/>
                  </a:lnTo>
                  <a:lnTo>
                    <a:pt x="3140169" y="1362966"/>
                  </a:lnTo>
                  <a:lnTo>
                    <a:pt x="3140830" y="1406121"/>
                  </a:lnTo>
                  <a:lnTo>
                    <a:pt x="3141490" y="1430742"/>
                  </a:lnTo>
                  <a:lnTo>
                    <a:pt x="3142151" y="1406121"/>
                  </a:lnTo>
                  <a:lnTo>
                    <a:pt x="3142811" y="1343822"/>
                  </a:lnTo>
                  <a:lnTo>
                    <a:pt x="3143472" y="1293666"/>
                  </a:lnTo>
                  <a:lnTo>
                    <a:pt x="3144132" y="1278901"/>
                  </a:lnTo>
                  <a:lnTo>
                    <a:pt x="3144793" y="1264933"/>
                  </a:lnTo>
                  <a:lnTo>
                    <a:pt x="3145453" y="1278901"/>
                  </a:lnTo>
                  <a:lnTo>
                    <a:pt x="3146114" y="1325999"/>
                  </a:lnTo>
                  <a:lnTo>
                    <a:pt x="3146774" y="1383643"/>
                  </a:lnTo>
                  <a:lnTo>
                    <a:pt x="3147435" y="1406121"/>
                  </a:lnTo>
                  <a:lnTo>
                    <a:pt x="3148096" y="1430742"/>
                  </a:lnTo>
                  <a:lnTo>
                    <a:pt x="3148756" y="1430742"/>
                  </a:lnTo>
                  <a:lnTo>
                    <a:pt x="3149417" y="1430742"/>
                  </a:lnTo>
                  <a:lnTo>
                    <a:pt x="3150077" y="1430742"/>
                  </a:lnTo>
                  <a:lnTo>
                    <a:pt x="3150738" y="1430742"/>
                  </a:lnTo>
                  <a:lnTo>
                    <a:pt x="3151398" y="1430742"/>
                  </a:lnTo>
                  <a:lnTo>
                    <a:pt x="3152059" y="1430742"/>
                  </a:lnTo>
                  <a:lnTo>
                    <a:pt x="3152719" y="1430742"/>
                  </a:lnTo>
                  <a:lnTo>
                    <a:pt x="3153380" y="1430742"/>
                  </a:lnTo>
                  <a:lnTo>
                    <a:pt x="3154040" y="1383643"/>
                  </a:lnTo>
                  <a:lnTo>
                    <a:pt x="3154701" y="1293666"/>
                  </a:lnTo>
                  <a:lnTo>
                    <a:pt x="3155361" y="1239079"/>
                  </a:lnTo>
                  <a:lnTo>
                    <a:pt x="3156022" y="1194039"/>
                  </a:lnTo>
                  <a:lnTo>
                    <a:pt x="3156682" y="1155698"/>
                  </a:lnTo>
                  <a:lnTo>
                    <a:pt x="3157343" y="1122319"/>
                  </a:lnTo>
                  <a:lnTo>
                    <a:pt x="3158004" y="1123103"/>
                  </a:lnTo>
                  <a:lnTo>
                    <a:pt x="3158664" y="1115368"/>
                  </a:lnTo>
                  <a:lnTo>
                    <a:pt x="3159325" y="1107858"/>
                  </a:lnTo>
                  <a:lnTo>
                    <a:pt x="3159985" y="1115368"/>
                  </a:lnTo>
                  <a:lnTo>
                    <a:pt x="3160646" y="1160644"/>
                  </a:lnTo>
                  <a:lnTo>
                    <a:pt x="3161306" y="1209474"/>
                  </a:lnTo>
                  <a:lnTo>
                    <a:pt x="3161967" y="1271125"/>
                  </a:lnTo>
                  <a:lnTo>
                    <a:pt x="3162627" y="1352262"/>
                  </a:lnTo>
                  <a:lnTo>
                    <a:pt x="3163288" y="1416911"/>
                  </a:lnTo>
                  <a:lnTo>
                    <a:pt x="3163948" y="1430742"/>
                  </a:lnTo>
                  <a:lnTo>
                    <a:pt x="3164609" y="1406121"/>
                  </a:lnTo>
                  <a:lnTo>
                    <a:pt x="3165269" y="1362966"/>
                  </a:lnTo>
                  <a:lnTo>
                    <a:pt x="3165930" y="1313395"/>
                  </a:lnTo>
                  <a:lnTo>
                    <a:pt x="3166590" y="1282514"/>
                  </a:lnTo>
                  <a:lnTo>
                    <a:pt x="3167251" y="1268355"/>
                  </a:lnTo>
                  <a:lnTo>
                    <a:pt x="3167911" y="1282514"/>
                  </a:lnTo>
                  <a:lnTo>
                    <a:pt x="3168572" y="1313395"/>
                  </a:lnTo>
                  <a:lnTo>
                    <a:pt x="3169233" y="1362966"/>
                  </a:lnTo>
                  <a:lnTo>
                    <a:pt x="3169893" y="1406121"/>
                  </a:lnTo>
                  <a:lnTo>
                    <a:pt x="3170554" y="1430742"/>
                  </a:lnTo>
                  <a:lnTo>
                    <a:pt x="3171214" y="1430742"/>
                  </a:lnTo>
                  <a:lnTo>
                    <a:pt x="3171875" y="1430742"/>
                  </a:lnTo>
                  <a:lnTo>
                    <a:pt x="3172535" y="1430742"/>
                  </a:lnTo>
                  <a:lnTo>
                    <a:pt x="3173196" y="1430742"/>
                  </a:lnTo>
                  <a:lnTo>
                    <a:pt x="3173856" y="1430742"/>
                  </a:lnTo>
                  <a:lnTo>
                    <a:pt x="3174517" y="1430742"/>
                  </a:lnTo>
                  <a:lnTo>
                    <a:pt x="3175177" y="1430742"/>
                  </a:lnTo>
                  <a:lnTo>
                    <a:pt x="3175838" y="1430742"/>
                  </a:lnTo>
                  <a:lnTo>
                    <a:pt x="3176498" y="1430742"/>
                  </a:lnTo>
                  <a:lnTo>
                    <a:pt x="3177159" y="1430742"/>
                  </a:lnTo>
                  <a:lnTo>
                    <a:pt x="3177819" y="1430742"/>
                  </a:lnTo>
                  <a:lnTo>
                    <a:pt x="3178480" y="1430742"/>
                  </a:lnTo>
                  <a:lnTo>
                    <a:pt x="3179141" y="1430742"/>
                  </a:lnTo>
                  <a:lnTo>
                    <a:pt x="3179801" y="1430742"/>
                  </a:lnTo>
                  <a:lnTo>
                    <a:pt x="3180462" y="1430742"/>
                  </a:lnTo>
                  <a:lnTo>
                    <a:pt x="3181122" y="1430742"/>
                  </a:lnTo>
                  <a:lnTo>
                    <a:pt x="3181783" y="1430742"/>
                  </a:lnTo>
                  <a:lnTo>
                    <a:pt x="3182443" y="1430742"/>
                  </a:lnTo>
                  <a:lnTo>
                    <a:pt x="3183104" y="1430742"/>
                  </a:lnTo>
                  <a:lnTo>
                    <a:pt x="3183764" y="1430742"/>
                  </a:lnTo>
                  <a:lnTo>
                    <a:pt x="3184425" y="1430742"/>
                  </a:lnTo>
                  <a:lnTo>
                    <a:pt x="3185085" y="1430742"/>
                  </a:lnTo>
                  <a:lnTo>
                    <a:pt x="3185746" y="1430742"/>
                  </a:lnTo>
                  <a:lnTo>
                    <a:pt x="3186406" y="1430742"/>
                  </a:lnTo>
                  <a:lnTo>
                    <a:pt x="3187067" y="1430742"/>
                  </a:lnTo>
                  <a:lnTo>
                    <a:pt x="3187727" y="1430742"/>
                  </a:lnTo>
                  <a:lnTo>
                    <a:pt x="3188388" y="1430742"/>
                  </a:lnTo>
                  <a:lnTo>
                    <a:pt x="3189049" y="1430742"/>
                  </a:lnTo>
                  <a:lnTo>
                    <a:pt x="3189709" y="1430742"/>
                  </a:lnTo>
                  <a:lnTo>
                    <a:pt x="3190370" y="1430742"/>
                  </a:lnTo>
                  <a:lnTo>
                    <a:pt x="3191030" y="1430742"/>
                  </a:lnTo>
                  <a:lnTo>
                    <a:pt x="3191691" y="1430742"/>
                  </a:lnTo>
                  <a:lnTo>
                    <a:pt x="3192351" y="1430742"/>
                  </a:lnTo>
                  <a:lnTo>
                    <a:pt x="3193012" y="1430742"/>
                  </a:lnTo>
                  <a:lnTo>
                    <a:pt x="3193672" y="1430742"/>
                  </a:lnTo>
                  <a:lnTo>
                    <a:pt x="3194333" y="1430742"/>
                  </a:lnTo>
                  <a:lnTo>
                    <a:pt x="3194993" y="1430742"/>
                  </a:lnTo>
                  <a:lnTo>
                    <a:pt x="3195654" y="1430742"/>
                  </a:lnTo>
                  <a:lnTo>
                    <a:pt x="3196314" y="1430742"/>
                  </a:lnTo>
                  <a:lnTo>
                    <a:pt x="3196975" y="1430742"/>
                  </a:lnTo>
                  <a:lnTo>
                    <a:pt x="3197635" y="1430742"/>
                  </a:lnTo>
                  <a:lnTo>
                    <a:pt x="3198296" y="1430742"/>
                  </a:lnTo>
                  <a:lnTo>
                    <a:pt x="3198956" y="1430742"/>
                  </a:lnTo>
                  <a:lnTo>
                    <a:pt x="3199617" y="1430742"/>
                  </a:lnTo>
                  <a:lnTo>
                    <a:pt x="3200278" y="1430742"/>
                  </a:lnTo>
                  <a:lnTo>
                    <a:pt x="3200938" y="1430742"/>
                  </a:lnTo>
                  <a:lnTo>
                    <a:pt x="3201599" y="1430742"/>
                  </a:lnTo>
                  <a:lnTo>
                    <a:pt x="3202259" y="1430742"/>
                  </a:lnTo>
                  <a:lnTo>
                    <a:pt x="3202920" y="1430742"/>
                  </a:lnTo>
                  <a:lnTo>
                    <a:pt x="3203580" y="1430742"/>
                  </a:lnTo>
                  <a:lnTo>
                    <a:pt x="3204241" y="1430742"/>
                  </a:lnTo>
                  <a:lnTo>
                    <a:pt x="3204901" y="1406121"/>
                  </a:lnTo>
                  <a:lnTo>
                    <a:pt x="3205562" y="1383643"/>
                  </a:lnTo>
                  <a:lnTo>
                    <a:pt x="3206222" y="1343822"/>
                  </a:lnTo>
                  <a:lnTo>
                    <a:pt x="3206883" y="1325999"/>
                  </a:lnTo>
                  <a:lnTo>
                    <a:pt x="3207543" y="1309327"/>
                  </a:lnTo>
                  <a:lnTo>
                    <a:pt x="3208204" y="1325999"/>
                  </a:lnTo>
                  <a:lnTo>
                    <a:pt x="3208864" y="1343822"/>
                  </a:lnTo>
                  <a:lnTo>
                    <a:pt x="3209525" y="1383643"/>
                  </a:lnTo>
                  <a:lnTo>
                    <a:pt x="3210186" y="1406121"/>
                  </a:lnTo>
                  <a:lnTo>
                    <a:pt x="3210846" y="1430742"/>
                  </a:lnTo>
                  <a:lnTo>
                    <a:pt x="3211507" y="1430742"/>
                  </a:lnTo>
                  <a:lnTo>
                    <a:pt x="3212167" y="1430742"/>
                  </a:lnTo>
                  <a:lnTo>
                    <a:pt x="3212828" y="1430742"/>
                  </a:lnTo>
                  <a:lnTo>
                    <a:pt x="3213488" y="1430742"/>
                  </a:lnTo>
                  <a:lnTo>
                    <a:pt x="3214149" y="1430742"/>
                  </a:lnTo>
                  <a:lnTo>
                    <a:pt x="3214809" y="1430742"/>
                  </a:lnTo>
                  <a:lnTo>
                    <a:pt x="3215470" y="1430742"/>
                  </a:lnTo>
                  <a:lnTo>
                    <a:pt x="3216130" y="1430742"/>
                  </a:lnTo>
                  <a:lnTo>
                    <a:pt x="3216791" y="1430742"/>
                  </a:lnTo>
                  <a:lnTo>
                    <a:pt x="3217451" y="1430742"/>
                  </a:lnTo>
                  <a:lnTo>
                    <a:pt x="3218112" y="1430742"/>
                  </a:lnTo>
                  <a:lnTo>
                    <a:pt x="3218772" y="1430742"/>
                  </a:lnTo>
                  <a:lnTo>
                    <a:pt x="3219433" y="1430742"/>
                  </a:lnTo>
                  <a:lnTo>
                    <a:pt x="3220094" y="1430742"/>
                  </a:lnTo>
                  <a:lnTo>
                    <a:pt x="3220754" y="1430742"/>
                  </a:lnTo>
                  <a:lnTo>
                    <a:pt x="3221415" y="1430742"/>
                  </a:lnTo>
                  <a:lnTo>
                    <a:pt x="3222075" y="1430742"/>
                  </a:lnTo>
                  <a:lnTo>
                    <a:pt x="3222736" y="1430742"/>
                  </a:lnTo>
                  <a:lnTo>
                    <a:pt x="3223396" y="1430742"/>
                  </a:lnTo>
                  <a:lnTo>
                    <a:pt x="3224057" y="1430742"/>
                  </a:lnTo>
                  <a:lnTo>
                    <a:pt x="3224717" y="1430742"/>
                  </a:lnTo>
                  <a:lnTo>
                    <a:pt x="3225378" y="1406121"/>
                  </a:lnTo>
                  <a:lnTo>
                    <a:pt x="3226038" y="1362966"/>
                  </a:lnTo>
                  <a:lnTo>
                    <a:pt x="3226699" y="1343822"/>
                  </a:lnTo>
                  <a:lnTo>
                    <a:pt x="3227359" y="1343822"/>
                  </a:lnTo>
                  <a:lnTo>
                    <a:pt x="3228020" y="1343822"/>
                  </a:lnTo>
                  <a:lnTo>
                    <a:pt x="3228680" y="1362966"/>
                  </a:lnTo>
                  <a:lnTo>
                    <a:pt x="3229341" y="1406121"/>
                  </a:lnTo>
                  <a:lnTo>
                    <a:pt x="3230002" y="1430742"/>
                  </a:lnTo>
                  <a:lnTo>
                    <a:pt x="3230662" y="1430742"/>
                  </a:lnTo>
                  <a:lnTo>
                    <a:pt x="3231323" y="1430742"/>
                  </a:lnTo>
                  <a:lnTo>
                    <a:pt x="3231983" y="1430742"/>
                  </a:lnTo>
                  <a:lnTo>
                    <a:pt x="3232644" y="1430742"/>
                  </a:lnTo>
                  <a:lnTo>
                    <a:pt x="3233304" y="1430742"/>
                  </a:lnTo>
                  <a:lnTo>
                    <a:pt x="3233965" y="1430742"/>
                  </a:lnTo>
                  <a:lnTo>
                    <a:pt x="3234625" y="1430742"/>
                  </a:lnTo>
                  <a:lnTo>
                    <a:pt x="3235286" y="1430742"/>
                  </a:lnTo>
                  <a:lnTo>
                    <a:pt x="3235946" y="1430742"/>
                  </a:lnTo>
                  <a:lnTo>
                    <a:pt x="3236607" y="1430742"/>
                  </a:lnTo>
                  <a:lnTo>
                    <a:pt x="3237267" y="1430742"/>
                  </a:lnTo>
                  <a:lnTo>
                    <a:pt x="3237928" y="1430742"/>
                  </a:lnTo>
                  <a:lnTo>
                    <a:pt x="3238588" y="1430742"/>
                  </a:lnTo>
                  <a:lnTo>
                    <a:pt x="3239249" y="1430742"/>
                  </a:lnTo>
                  <a:lnTo>
                    <a:pt x="3239909" y="1430742"/>
                  </a:lnTo>
                  <a:lnTo>
                    <a:pt x="3240570" y="1430742"/>
                  </a:lnTo>
                  <a:lnTo>
                    <a:pt x="3241231" y="1430742"/>
                  </a:lnTo>
                  <a:lnTo>
                    <a:pt x="3241891" y="1430742"/>
                  </a:lnTo>
                  <a:lnTo>
                    <a:pt x="3242552" y="1430742"/>
                  </a:lnTo>
                  <a:lnTo>
                    <a:pt x="3243212" y="1430742"/>
                  </a:lnTo>
                  <a:lnTo>
                    <a:pt x="3243873" y="1430742"/>
                  </a:lnTo>
                  <a:lnTo>
                    <a:pt x="3244533" y="1430742"/>
                  </a:lnTo>
                  <a:lnTo>
                    <a:pt x="3245194" y="1430742"/>
                  </a:lnTo>
                  <a:lnTo>
                    <a:pt x="3245854" y="1430742"/>
                  </a:lnTo>
                  <a:lnTo>
                    <a:pt x="3246515" y="1430742"/>
                  </a:lnTo>
                  <a:lnTo>
                    <a:pt x="3247175" y="1430742"/>
                  </a:lnTo>
                  <a:lnTo>
                    <a:pt x="3247836" y="1430742"/>
                  </a:lnTo>
                  <a:lnTo>
                    <a:pt x="3248496" y="1383643"/>
                  </a:lnTo>
                  <a:lnTo>
                    <a:pt x="3249157" y="1343822"/>
                  </a:lnTo>
                  <a:lnTo>
                    <a:pt x="3249817" y="1325999"/>
                  </a:lnTo>
                  <a:lnTo>
                    <a:pt x="3250478" y="1325999"/>
                  </a:lnTo>
                  <a:lnTo>
                    <a:pt x="3251139" y="1325999"/>
                  </a:lnTo>
                  <a:lnTo>
                    <a:pt x="3251799" y="1362966"/>
                  </a:lnTo>
                  <a:lnTo>
                    <a:pt x="3252460" y="1406121"/>
                  </a:lnTo>
                  <a:lnTo>
                    <a:pt x="3253120" y="1383643"/>
                  </a:lnTo>
                  <a:lnTo>
                    <a:pt x="3253781" y="1325999"/>
                  </a:lnTo>
                  <a:lnTo>
                    <a:pt x="3254441" y="1278901"/>
                  </a:lnTo>
                  <a:lnTo>
                    <a:pt x="3255102" y="1227062"/>
                  </a:lnTo>
                  <a:lnTo>
                    <a:pt x="3255762" y="1204584"/>
                  </a:lnTo>
                  <a:lnTo>
                    <a:pt x="3256423" y="1227062"/>
                  </a:lnTo>
                  <a:lnTo>
                    <a:pt x="3257083" y="1264933"/>
                  </a:lnTo>
                  <a:lnTo>
                    <a:pt x="3257744" y="1309327"/>
                  </a:lnTo>
                  <a:lnTo>
                    <a:pt x="3258404" y="1362966"/>
                  </a:lnTo>
                  <a:lnTo>
                    <a:pt x="3259065" y="1362966"/>
                  </a:lnTo>
                  <a:lnTo>
                    <a:pt x="3259725" y="1332098"/>
                  </a:lnTo>
                  <a:lnTo>
                    <a:pt x="3260386" y="1315041"/>
                  </a:lnTo>
                  <a:lnTo>
                    <a:pt x="3261047" y="1303737"/>
                  </a:lnTo>
                  <a:lnTo>
                    <a:pt x="3261707" y="1273926"/>
                  </a:lnTo>
                  <a:lnTo>
                    <a:pt x="3262368" y="1247201"/>
                  </a:lnTo>
                  <a:lnTo>
                    <a:pt x="3263028" y="1230609"/>
                  </a:lnTo>
                  <a:lnTo>
                    <a:pt x="3263689" y="1230609"/>
                  </a:lnTo>
                  <a:lnTo>
                    <a:pt x="3264349" y="1239079"/>
                  </a:lnTo>
                  <a:lnTo>
                    <a:pt x="3265010" y="1278901"/>
                  </a:lnTo>
                  <a:lnTo>
                    <a:pt x="3265670" y="1343822"/>
                  </a:lnTo>
                  <a:lnTo>
                    <a:pt x="3266331" y="1406121"/>
                  </a:lnTo>
                  <a:lnTo>
                    <a:pt x="3266991" y="1430742"/>
                  </a:lnTo>
                  <a:lnTo>
                    <a:pt x="3267652" y="1406121"/>
                  </a:lnTo>
                  <a:lnTo>
                    <a:pt x="3268312" y="1362966"/>
                  </a:lnTo>
                  <a:lnTo>
                    <a:pt x="3268973" y="1325140"/>
                  </a:lnTo>
                  <a:lnTo>
                    <a:pt x="3269633" y="1278184"/>
                  </a:lnTo>
                  <a:lnTo>
                    <a:pt x="3270294" y="1264255"/>
                  </a:lnTo>
                  <a:lnTo>
                    <a:pt x="3270954" y="1277469"/>
                  </a:lnTo>
                  <a:lnTo>
                    <a:pt x="3271615" y="1307718"/>
                  </a:lnTo>
                  <a:lnTo>
                    <a:pt x="3272276" y="1342901"/>
                  </a:lnTo>
                  <a:lnTo>
                    <a:pt x="3272936" y="1404949"/>
                  </a:lnTo>
                  <a:lnTo>
                    <a:pt x="3273597" y="1429454"/>
                  </a:lnTo>
                  <a:lnTo>
                    <a:pt x="3274257" y="1430742"/>
                  </a:lnTo>
                  <a:lnTo>
                    <a:pt x="3274918" y="1430742"/>
                  </a:lnTo>
                  <a:lnTo>
                    <a:pt x="3275578" y="1430742"/>
                  </a:lnTo>
                  <a:lnTo>
                    <a:pt x="3276239" y="1430742"/>
                  </a:lnTo>
                  <a:lnTo>
                    <a:pt x="3276899" y="1430742"/>
                  </a:lnTo>
                  <a:lnTo>
                    <a:pt x="3277560" y="1430742"/>
                  </a:lnTo>
                  <a:lnTo>
                    <a:pt x="3278220" y="1430742"/>
                  </a:lnTo>
                  <a:lnTo>
                    <a:pt x="3278881" y="1430742"/>
                  </a:lnTo>
                  <a:lnTo>
                    <a:pt x="3279541" y="1430742"/>
                  </a:lnTo>
                  <a:lnTo>
                    <a:pt x="3280202" y="1430742"/>
                  </a:lnTo>
                  <a:lnTo>
                    <a:pt x="3280862" y="1430742"/>
                  </a:lnTo>
                  <a:lnTo>
                    <a:pt x="3281523" y="1430742"/>
                  </a:lnTo>
                  <a:lnTo>
                    <a:pt x="3282184" y="1430742"/>
                  </a:lnTo>
                  <a:lnTo>
                    <a:pt x="3282844" y="1430742"/>
                  </a:lnTo>
                  <a:lnTo>
                    <a:pt x="3283505" y="1430742"/>
                  </a:lnTo>
                  <a:lnTo>
                    <a:pt x="3284165" y="1430742"/>
                  </a:lnTo>
                  <a:lnTo>
                    <a:pt x="3284826" y="1430742"/>
                  </a:lnTo>
                  <a:lnTo>
                    <a:pt x="3285486" y="1430742"/>
                  </a:lnTo>
                  <a:lnTo>
                    <a:pt x="3286147" y="1430742"/>
                  </a:lnTo>
                  <a:lnTo>
                    <a:pt x="3286807" y="1430742"/>
                  </a:lnTo>
                  <a:lnTo>
                    <a:pt x="3287468" y="1430742"/>
                  </a:lnTo>
                  <a:lnTo>
                    <a:pt x="3288128" y="1430742"/>
                  </a:lnTo>
                  <a:lnTo>
                    <a:pt x="3288789" y="1430742"/>
                  </a:lnTo>
                  <a:lnTo>
                    <a:pt x="3289449" y="1430742"/>
                  </a:lnTo>
                  <a:lnTo>
                    <a:pt x="3290110" y="1430742"/>
                  </a:lnTo>
                  <a:lnTo>
                    <a:pt x="3290770" y="1430742"/>
                  </a:lnTo>
                  <a:lnTo>
                    <a:pt x="3291431" y="1430742"/>
                  </a:lnTo>
                  <a:lnTo>
                    <a:pt x="3292092" y="1430742"/>
                  </a:lnTo>
                  <a:lnTo>
                    <a:pt x="3292752" y="1430742"/>
                  </a:lnTo>
                  <a:lnTo>
                    <a:pt x="3293413" y="1430742"/>
                  </a:lnTo>
                  <a:lnTo>
                    <a:pt x="3294073" y="1430742"/>
                  </a:lnTo>
                  <a:lnTo>
                    <a:pt x="3294734" y="1430742"/>
                  </a:lnTo>
                  <a:lnTo>
                    <a:pt x="3295394" y="1430742"/>
                  </a:lnTo>
                  <a:lnTo>
                    <a:pt x="3296055" y="1430742"/>
                  </a:lnTo>
                  <a:lnTo>
                    <a:pt x="3296715" y="1430742"/>
                  </a:lnTo>
                  <a:lnTo>
                    <a:pt x="3297376" y="1430742"/>
                  </a:lnTo>
                  <a:lnTo>
                    <a:pt x="3298036" y="1430742"/>
                  </a:lnTo>
                  <a:lnTo>
                    <a:pt x="3298697" y="1430742"/>
                  </a:lnTo>
                  <a:lnTo>
                    <a:pt x="3299357" y="1430742"/>
                  </a:lnTo>
                  <a:lnTo>
                    <a:pt x="3300018" y="1430742"/>
                  </a:lnTo>
                  <a:lnTo>
                    <a:pt x="3300678" y="1430742"/>
                  </a:lnTo>
                  <a:lnTo>
                    <a:pt x="3301339" y="1430742"/>
                  </a:lnTo>
                  <a:lnTo>
                    <a:pt x="3302000" y="1406121"/>
                  </a:lnTo>
                  <a:lnTo>
                    <a:pt x="3302660" y="1362966"/>
                  </a:lnTo>
                  <a:lnTo>
                    <a:pt x="3303321" y="1343822"/>
                  </a:lnTo>
                  <a:lnTo>
                    <a:pt x="3303981" y="1343822"/>
                  </a:lnTo>
                  <a:lnTo>
                    <a:pt x="3304642" y="1343822"/>
                  </a:lnTo>
                  <a:lnTo>
                    <a:pt x="3305302" y="1362966"/>
                  </a:lnTo>
                  <a:lnTo>
                    <a:pt x="3305963" y="1406121"/>
                  </a:lnTo>
                  <a:lnTo>
                    <a:pt x="3306623" y="1430742"/>
                  </a:lnTo>
                  <a:lnTo>
                    <a:pt x="3307284" y="1430742"/>
                  </a:lnTo>
                  <a:lnTo>
                    <a:pt x="3307944" y="1430742"/>
                  </a:lnTo>
                  <a:lnTo>
                    <a:pt x="3308605" y="1430742"/>
                  </a:lnTo>
                  <a:lnTo>
                    <a:pt x="3309265" y="1430742"/>
                  </a:lnTo>
                  <a:lnTo>
                    <a:pt x="3309926" y="1430742"/>
                  </a:lnTo>
                  <a:lnTo>
                    <a:pt x="3310586" y="1430742"/>
                  </a:lnTo>
                  <a:lnTo>
                    <a:pt x="3311247" y="1430742"/>
                  </a:lnTo>
                  <a:lnTo>
                    <a:pt x="3311907" y="1430742"/>
                  </a:lnTo>
                  <a:lnTo>
                    <a:pt x="3312568" y="1430742"/>
                  </a:lnTo>
                  <a:lnTo>
                    <a:pt x="3313229" y="1430742"/>
                  </a:lnTo>
                  <a:lnTo>
                    <a:pt x="3313889" y="1430742"/>
                  </a:lnTo>
                  <a:lnTo>
                    <a:pt x="3314550" y="1430742"/>
                  </a:lnTo>
                  <a:lnTo>
                    <a:pt x="3315210" y="1430742"/>
                  </a:lnTo>
                  <a:lnTo>
                    <a:pt x="3315871" y="1406121"/>
                  </a:lnTo>
                  <a:lnTo>
                    <a:pt x="3316531" y="1362966"/>
                  </a:lnTo>
                  <a:lnTo>
                    <a:pt x="3317192" y="1325999"/>
                  </a:lnTo>
                  <a:lnTo>
                    <a:pt x="3317852" y="1325999"/>
                  </a:lnTo>
                  <a:lnTo>
                    <a:pt x="3318513" y="1325999"/>
                  </a:lnTo>
                  <a:lnTo>
                    <a:pt x="3319173" y="1343822"/>
                  </a:lnTo>
                  <a:lnTo>
                    <a:pt x="3319834" y="1383643"/>
                  </a:lnTo>
                  <a:lnTo>
                    <a:pt x="3320494" y="1430742"/>
                  </a:lnTo>
                  <a:lnTo>
                    <a:pt x="3321155" y="1430742"/>
                  </a:lnTo>
                  <a:lnTo>
                    <a:pt x="3321815" y="1430742"/>
                  </a:lnTo>
                  <a:lnTo>
                    <a:pt x="3322476" y="1430742"/>
                  </a:lnTo>
                  <a:lnTo>
                    <a:pt x="3323137" y="1430742"/>
                  </a:lnTo>
                  <a:lnTo>
                    <a:pt x="3323797" y="1430742"/>
                  </a:lnTo>
                  <a:lnTo>
                    <a:pt x="3324458" y="1430742"/>
                  </a:lnTo>
                  <a:lnTo>
                    <a:pt x="3325118" y="1430742"/>
                  </a:lnTo>
                  <a:lnTo>
                    <a:pt x="3325779" y="1430742"/>
                  </a:lnTo>
                  <a:lnTo>
                    <a:pt x="3326439" y="1383643"/>
                  </a:lnTo>
                  <a:lnTo>
                    <a:pt x="3327100" y="1343822"/>
                  </a:lnTo>
                  <a:lnTo>
                    <a:pt x="3327760" y="1293666"/>
                  </a:lnTo>
                  <a:lnTo>
                    <a:pt x="3328421" y="1264933"/>
                  </a:lnTo>
                  <a:lnTo>
                    <a:pt x="3329081" y="1227062"/>
                  </a:lnTo>
                  <a:lnTo>
                    <a:pt x="3329742" y="1227062"/>
                  </a:lnTo>
                  <a:lnTo>
                    <a:pt x="3330402" y="1239079"/>
                  </a:lnTo>
                  <a:lnTo>
                    <a:pt x="3331063" y="1278901"/>
                  </a:lnTo>
                  <a:lnTo>
                    <a:pt x="3331723" y="1309327"/>
                  </a:lnTo>
                  <a:lnTo>
                    <a:pt x="3332384" y="1362966"/>
                  </a:lnTo>
                  <a:lnTo>
                    <a:pt x="3333045" y="1406121"/>
                  </a:lnTo>
                  <a:lnTo>
                    <a:pt x="3333705" y="1430742"/>
                  </a:lnTo>
                  <a:lnTo>
                    <a:pt x="3334366" y="1430742"/>
                  </a:lnTo>
                  <a:lnTo>
                    <a:pt x="3335026" y="1430742"/>
                  </a:lnTo>
                  <a:lnTo>
                    <a:pt x="3335687" y="1430742"/>
                  </a:lnTo>
                  <a:lnTo>
                    <a:pt x="3336347" y="1430742"/>
                  </a:lnTo>
                  <a:lnTo>
                    <a:pt x="3337008" y="1430742"/>
                  </a:lnTo>
                  <a:lnTo>
                    <a:pt x="3337668" y="1430742"/>
                  </a:lnTo>
                  <a:lnTo>
                    <a:pt x="3338329" y="1430742"/>
                  </a:lnTo>
                  <a:lnTo>
                    <a:pt x="3338989" y="1430742"/>
                  </a:lnTo>
                  <a:lnTo>
                    <a:pt x="3339650" y="1430742"/>
                  </a:lnTo>
                  <a:lnTo>
                    <a:pt x="3340310" y="1430742"/>
                  </a:lnTo>
                  <a:lnTo>
                    <a:pt x="3340971" y="1430742"/>
                  </a:lnTo>
                  <a:lnTo>
                    <a:pt x="3341631" y="1430742"/>
                  </a:lnTo>
                  <a:lnTo>
                    <a:pt x="3342292" y="1406121"/>
                  </a:lnTo>
                  <a:lnTo>
                    <a:pt x="3342952" y="1362966"/>
                  </a:lnTo>
                  <a:lnTo>
                    <a:pt x="3343613" y="1310136"/>
                  </a:lnTo>
                  <a:lnTo>
                    <a:pt x="3344274" y="1279619"/>
                  </a:lnTo>
                  <a:lnTo>
                    <a:pt x="3344934" y="1252330"/>
                  </a:lnTo>
                  <a:lnTo>
                    <a:pt x="3345595" y="1265614"/>
                  </a:lnTo>
                  <a:lnTo>
                    <a:pt x="3346255" y="1279619"/>
                  </a:lnTo>
                  <a:lnTo>
                    <a:pt x="3346916" y="1272522"/>
                  </a:lnTo>
                  <a:lnTo>
                    <a:pt x="3347576" y="1221831"/>
                  </a:lnTo>
                  <a:lnTo>
                    <a:pt x="3348237" y="1199785"/>
                  </a:lnTo>
                  <a:lnTo>
                    <a:pt x="3348897" y="1169888"/>
                  </a:lnTo>
                  <a:lnTo>
                    <a:pt x="3349558" y="1160644"/>
                  </a:lnTo>
                  <a:lnTo>
                    <a:pt x="3350218" y="1173680"/>
                  </a:lnTo>
                  <a:lnTo>
                    <a:pt x="3350879" y="1204047"/>
                  </a:lnTo>
                  <a:lnTo>
                    <a:pt x="3351539" y="1226475"/>
                  </a:lnTo>
                  <a:lnTo>
                    <a:pt x="3352200" y="1264255"/>
                  </a:lnTo>
                  <a:lnTo>
                    <a:pt x="3352860" y="1292907"/>
                  </a:lnTo>
                  <a:lnTo>
                    <a:pt x="3353521" y="1325999"/>
                  </a:lnTo>
                  <a:lnTo>
                    <a:pt x="3354182" y="1383643"/>
                  </a:lnTo>
                  <a:lnTo>
                    <a:pt x="3354842" y="1430742"/>
                  </a:lnTo>
                  <a:lnTo>
                    <a:pt x="3355503" y="1430742"/>
                  </a:lnTo>
                  <a:lnTo>
                    <a:pt x="3356163" y="1430742"/>
                  </a:lnTo>
                  <a:lnTo>
                    <a:pt x="3356824" y="1430742"/>
                  </a:lnTo>
                  <a:lnTo>
                    <a:pt x="3357484" y="1430742"/>
                  </a:lnTo>
                  <a:lnTo>
                    <a:pt x="3358145" y="1430742"/>
                  </a:lnTo>
                  <a:lnTo>
                    <a:pt x="3358805" y="1430742"/>
                  </a:lnTo>
                  <a:lnTo>
                    <a:pt x="3359466" y="1430742"/>
                  </a:lnTo>
                  <a:lnTo>
                    <a:pt x="3360126" y="1430742"/>
                  </a:lnTo>
                  <a:lnTo>
                    <a:pt x="3360787" y="1430742"/>
                  </a:lnTo>
                  <a:lnTo>
                    <a:pt x="3361447" y="1430742"/>
                  </a:lnTo>
                  <a:lnTo>
                    <a:pt x="3362108" y="1430742"/>
                  </a:lnTo>
                  <a:lnTo>
                    <a:pt x="3362768" y="1430742"/>
                  </a:lnTo>
                  <a:lnTo>
                    <a:pt x="3363429" y="1430742"/>
                  </a:lnTo>
                  <a:lnTo>
                    <a:pt x="3364090" y="1406121"/>
                  </a:lnTo>
                  <a:lnTo>
                    <a:pt x="3364750" y="1362966"/>
                  </a:lnTo>
                  <a:lnTo>
                    <a:pt x="3365411" y="1325999"/>
                  </a:lnTo>
                  <a:lnTo>
                    <a:pt x="3366071" y="1309327"/>
                  </a:lnTo>
                  <a:lnTo>
                    <a:pt x="3366732" y="1309327"/>
                  </a:lnTo>
                  <a:lnTo>
                    <a:pt x="3367392" y="1325999"/>
                  </a:lnTo>
                  <a:lnTo>
                    <a:pt x="3368053" y="1362966"/>
                  </a:lnTo>
                  <a:lnTo>
                    <a:pt x="3368713" y="1406121"/>
                  </a:lnTo>
                  <a:lnTo>
                    <a:pt x="3369374" y="1430742"/>
                  </a:lnTo>
                  <a:lnTo>
                    <a:pt x="3370034" y="1430742"/>
                  </a:lnTo>
                  <a:lnTo>
                    <a:pt x="3370695" y="1430742"/>
                  </a:lnTo>
                  <a:lnTo>
                    <a:pt x="3371355" y="1430742"/>
                  </a:lnTo>
                  <a:lnTo>
                    <a:pt x="3372016" y="1430742"/>
                  </a:lnTo>
                  <a:lnTo>
                    <a:pt x="3372676" y="1430742"/>
                  </a:lnTo>
                  <a:lnTo>
                    <a:pt x="3373337" y="1430742"/>
                  </a:lnTo>
                  <a:lnTo>
                    <a:pt x="3373997" y="1430742"/>
                  </a:lnTo>
                  <a:lnTo>
                    <a:pt x="3374658" y="1414474"/>
                  </a:lnTo>
                  <a:lnTo>
                    <a:pt x="3375319" y="1391290"/>
                  </a:lnTo>
                  <a:lnTo>
                    <a:pt x="3375979" y="1350362"/>
                  </a:lnTo>
                  <a:lnTo>
                    <a:pt x="3376640" y="1332098"/>
                  </a:lnTo>
                  <a:lnTo>
                    <a:pt x="3377300" y="1332098"/>
                  </a:lnTo>
                  <a:lnTo>
                    <a:pt x="3377961" y="1343822"/>
                  </a:lnTo>
                  <a:lnTo>
                    <a:pt x="3378621" y="1362966"/>
                  </a:lnTo>
                  <a:lnTo>
                    <a:pt x="3379282" y="1406121"/>
                  </a:lnTo>
                  <a:lnTo>
                    <a:pt x="3379942" y="1430742"/>
                  </a:lnTo>
                  <a:lnTo>
                    <a:pt x="3380603" y="1430742"/>
                  </a:lnTo>
                  <a:lnTo>
                    <a:pt x="3381263" y="1430742"/>
                  </a:lnTo>
                  <a:lnTo>
                    <a:pt x="3381924" y="1430742"/>
                  </a:lnTo>
                  <a:lnTo>
                    <a:pt x="3382584" y="1430742"/>
                  </a:lnTo>
                  <a:lnTo>
                    <a:pt x="3383245" y="1430742"/>
                  </a:lnTo>
                  <a:lnTo>
                    <a:pt x="3383905" y="1430742"/>
                  </a:lnTo>
                  <a:lnTo>
                    <a:pt x="3384566" y="1430742"/>
                  </a:lnTo>
                  <a:lnTo>
                    <a:pt x="3385227" y="1430742"/>
                  </a:lnTo>
                  <a:lnTo>
                    <a:pt x="3385887" y="1430742"/>
                  </a:lnTo>
                  <a:lnTo>
                    <a:pt x="3386548" y="1430742"/>
                  </a:lnTo>
                  <a:lnTo>
                    <a:pt x="3387208" y="1430742"/>
                  </a:lnTo>
                  <a:lnTo>
                    <a:pt x="3387869" y="1430742"/>
                  </a:lnTo>
                  <a:lnTo>
                    <a:pt x="3388529" y="1406121"/>
                  </a:lnTo>
                  <a:lnTo>
                    <a:pt x="3389190" y="1362966"/>
                  </a:lnTo>
                  <a:lnTo>
                    <a:pt x="3389850" y="1325999"/>
                  </a:lnTo>
                  <a:lnTo>
                    <a:pt x="3390511" y="1325999"/>
                  </a:lnTo>
                  <a:lnTo>
                    <a:pt x="3391171" y="1325999"/>
                  </a:lnTo>
                  <a:lnTo>
                    <a:pt x="3391832" y="1325999"/>
                  </a:lnTo>
                  <a:lnTo>
                    <a:pt x="3392492" y="1343822"/>
                  </a:lnTo>
                  <a:lnTo>
                    <a:pt x="3393153" y="1343822"/>
                  </a:lnTo>
                  <a:lnTo>
                    <a:pt x="3393813" y="1325999"/>
                  </a:lnTo>
                  <a:lnTo>
                    <a:pt x="3394474" y="1320884"/>
                  </a:lnTo>
                  <a:lnTo>
                    <a:pt x="3395135" y="1338345"/>
                  </a:lnTo>
                  <a:lnTo>
                    <a:pt x="3395795" y="1357073"/>
                  </a:lnTo>
                  <a:lnTo>
                    <a:pt x="3396456" y="1399170"/>
                  </a:lnTo>
                  <a:lnTo>
                    <a:pt x="3397116" y="1423106"/>
                  </a:lnTo>
                  <a:lnTo>
                    <a:pt x="3397777" y="1430742"/>
                  </a:lnTo>
                  <a:lnTo>
                    <a:pt x="3398437" y="1430742"/>
                  </a:lnTo>
                  <a:lnTo>
                    <a:pt x="3399098" y="1430742"/>
                  </a:lnTo>
                  <a:lnTo>
                    <a:pt x="3399758" y="1430742"/>
                  </a:lnTo>
                  <a:lnTo>
                    <a:pt x="3400419" y="1430742"/>
                  </a:lnTo>
                  <a:lnTo>
                    <a:pt x="3401079" y="1430742"/>
                  </a:lnTo>
                  <a:lnTo>
                    <a:pt x="3401740" y="1430742"/>
                  </a:lnTo>
                  <a:lnTo>
                    <a:pt x="3402400" y="1430742"/>
                  </a:lnTo>
                  <a:lnTo>
                    <a:pt x="3403061" y="1430742"/>
                  </a:lnTo>
                  <a:lnTo>
                    <a:pt x="3403721" y="1430742"/>
                  </a:lnTo>
                  <a:lnTo>
                    <a:pt x="3404382" y="1430742"/>
                  </a:lnTo>
                  <a:lnTo>
                    <a:pt x="3405043" y="1430742"/>
                  </a:lnTo>
                  <a:lnTo>
                    <a:pt x="3405703" y="1430742"/>
                  </a:lnTo>
                  <a:lnTo>
                    <a:pt x="3406364" y="1430742"/>
                  </a:lnTo>
                  <a:lnTo>
                    <a:pt x="3407024" y="1406121"/>
                  </a:lnTo>
                  <a:lnTo>
                    <a:pt x="3407685" y="1362966"/>
                  </a:lnTo>
                  <a:lnTo>
                    <a:pt x="3408345" y="1343822"/>
                  </a:lnTo>
                  <a:lnTo>
                    <a:pt x="3409006" y="1325999"/>
                  </a:lnTo>
                  <a:lnTo>
                    <a:pt x="3409666" y="1293666"/>
                  </a:lnTo>
                  <a:lnTo>
                    <a:pt x="3410327" y="1278901"/>
                  </a:lnTo>
                  <a:lnTo>
                    <a:pt x="3410987" y="1264933"/>
                  </a:lnTo>
                  <a:lnTo>
                    <a:pt x="3411648" y="1264933"/>
                  </a:lnTo>
                  <a:lnTo>
                    <a:pt x="3412308" y="1278901"/>
                  </a:lnTo>
                  <a:lnTo>
                    <a:pt x="3412969" y="1309327"/>
                  </a:lnTo>
                  <a:lnTo>
                    <a:pt x="3413629" y="1343822"/>
                  </a:lnTo>
                  <a:lnTo>
                    <a:pt x="3414290" y="1406121"/>
                  </a:lnTo>
                  <a:lnTo>
                    <a:pt x="3414950" y="1428172"/>
                  </a:lnTo>
                  <a:lnTo>
                    <a:pt x="3415611" y="1360987"/>
                  </a:lnTo>
                  <a:lnTo>
                    <a:pt x="3416272" y="1292151"/>
                  </a:lnTo>
                  <a:lnTo>
                    <a:pt x="3416932" y="1263577"/>
                  </a:lnTo>
                  <a:lnTo>
                    <a:pt x="3417593" y="1263577"/>
                  </a:lnTo>
                  <a:lnTo>
                    <a:pt x="3418253" y="1264933"/>
                  </a:lnTo>
                  <a:lnTo>
                    <a:pt x="3418914" y="1309327"/>
                  </a:lnTo>
                  <a:lnTo>
                    <a:pt x="3419574" y="1383643"/>
                  </a:lnTo>
                  <a:lnTo>
                    <a:pt x="3420235" y="1430742"/>
                  </a:lnTo>
                  <a:lnTo>
                    <a:pt x="3420895" y="1430742"/>
                  </a:lnTo>
                  <a:lnTo>
                    <a:pt x="3421556" y="1430742"/>
                  </a:lnTo>
                  <a:lnTo>
                    <a:pt x="3422216" y="1430742"/>
                  </a:lnTo>
                  <a:lnTo>
                    <a:pt x="3422877" y="1430742"/>
                  </a:lnTo>
                  <a:lnTo>
                    <a:pt x="3423537" y="1430742"/>
                  </a:lnTo>
                  <a:lnTo>
                    <a:pt x="3424198" y="1430742"/>
                  </a:lnTo>
                  <a:lnTo>
                    <a:pt x="3424858" y="1430742"/>
                  </a:lnTo>
                  <a:lnTo>
                    <a:pt x="3425519" y="1430742"/>
                  </a:lnTo>
                  <a:lnTo>
                    <a:pt x="3426180" y="1430742"/>
                  </a:lnTo>
                  <a:lnTo>
                    <a:pt x="3426840" y="1430742"/>
                  </a:lnTo>
                  <a:lnTo>
                    <a:pt x="3427501" y="1430742"/>
                  </a:lnTo>
                  <a:lnTo>
                    <a:pt x="3428161" y="1406121"/>
                  </a:lnTo>
                  <a:lnTo>
                    <a:pt x="3428822" y="1348477"/>
                  </a:lnTo>
                  <a:lnTo>
                    <a:pt x="3429482" y="1284706"/>
                  </a:lnTo>
                  <a:lnTo>
                    <a:pt x="3430143" y="1254932"/>
                  </a:lnTo>
                  <a:lnTo>
                    <a:pt x="3430803" y="1254932"/>
                  </a:lnTo>
                  <a:lnTo>
                    <a:pt x="3431464" y="1254932"/>
                  </a:lnTo>
                  <a:lnTo>
                    <a:pt x="3432124" y="1251683"/>
                  </a:lnTo>
                  <a:lnTo>
                    <a:pt x="3432785" y="1262902"/>
                  </a:lnTo>
                  <a:lnTo>
                    <a:pt x="3433445" y="1264933"/>
                  </a:lnTo>
                  <a:lnTo>
                    <a:pt x="3434106" y="1264933"/>
                  </a:lnTo>
                  <a:lnTo>
                    <a:pt x="3434766" y="1278901"/>
                  </a:lnTo>
                  <a:lnTo>
                    <a:pt x="3435427" y="1325999"/>
                  </a:lnTo>
                  <a:lnTo>
                    <a:pt x="3436088" y="1383643"/>
                  </a:lnTo>
                  <a:lnTo>
                    <a:pt x="3436748" y="1430742"/>
                  </a:lnTo>
                  <a:lnTo>
                    <a:pt x="3437409" y="1406121"/>
                  </a:lnTo>
                  <a:lnTo>
                    <a:pt x="3438069" y="1343822"/>
                  </a:lnTo>
                  <a:lnTo>
                    <a:pt x="3438730" y="1293666"/>
                  </a:lnTo>
                  <a:lnTo>
                    <a:pt x="3439390" y="1215579"/>
                  </a:lnTo>
                  <a:lnTo>
                    <a:pt x="3440051" y="1183907"/>
                  </a:lnTo>
                  <a:lnTo>
                    <a:pt x="3440711" y="1174158"/>
                  </a:lnTo>
                  <a:lnTo>
                    <a:pt x="3441372" y="1204584"/>
                  </a:lnTo>
                  <a:lnTo>
                    <a:pt x="3442032" y="1239079"/>
                  </a:lnTo>
                  <a:lnTo>
                    <a:pt x="3442693" y="1325999"/>
                  </a:lnTo>
                  <a:lnTo>
                    <a:pt x="3443353" y="1383643"/>
                  </a:lnTo>
                  <a:lnTo>
                    <a:pt x="3444014" y="1430742"/>
                  </a:lnTo>
                  <a:lnTo>
                    <a:pt x="3444674" y="1430742"/>
                  </a:lnTo>
                  <a:lnTo>
                    <a:pt x="3445335" y="1430742"/>
                  </a:lnTo>
                  <a:lnTo>
                    <a:pt x="3445995" y="1430742"/>
                  </a:lnTo>
                  <a:lnTo>
                    <a:pt x="3446656" y="1430742"/>
                  </a:lnTo>
                  <a:lnTo>
                    <a:pt x="3447317" y="1430742"/>
                  </a:lnTo>
                  <a:lnTo>
                    <a:pt x="3447977" y="1430742"/>
                  </a:lnTo>
                  <a:lnTo>
                    <a:pt x="3448638" y="1429454"/>
                  </a:lnTo>
                  <a:lnTo>
                    <a:pt x="3449298" y="1404949"/>
                  </a:lnTo>
                  <a:lnTo>
                    <a:pt x="3449959" y="1361975"/>
                  </a:lnTo>
                  <a:lnTo>
                    <a:pt x="3450619" y="1342901"/>
                  </a:lnTo>
                  <a:lnTo>
                    <a:pt x="3451280" y="1342901"/>
                  </a:lnTo>
                  <a:lnTo>
                    <a:pt x="3451940" y="1325999"/>
                  </a:lnTo>
                  <a:lnTo>
                    <a:pt x="3452601" y="1309327"/>
                  </a:lnTo>
                  <a:lnTo>
                    <a:pt x="3453261" y="1309327"/>
                  </a:lnTo>
                  <a:lnTo>
                    <a:pt x="3453922" y="1325999"/>
                  </a:lnTo>
                  <a:lnTo>
                    <a:pt x="3454582" y="1325999"/>
                  </a:lnTo>
                  <a:lnTo>
                    <a:pt x="3455243" y="1343822"/>
                  </a:lnTo>
                  <a:lnTo>
                    <a:pt x="3455903" y="1383643"/>
                  </a:lnTo>
                  <a:lnTo>
                    <a:pt x="3456564" y="1406121"/>
                  </a:lnTo>
                  <a:lnTo>
                    <a:pt x="3457225" y="1375173"/>
                  </a:lnTo>
                  <a:lnTo>
                    <a:pt x="3457885" y="1355138"/>
                  </a:lnTo>
                  <a:lnTo>
                    <a:pt x="3458546" y="1336545"/>
                  </a:lnTo>
                  <a:lnTo>
                    <a:pt x="3459206" y="1336545"/>
                  </a:lnTo>
                  <a:lnTo>
                    <a:pt x="3459867" y="1355138"/>
                  </a:lnTo>
                  <a:lnTo>
                    <a:pt x="3460527" y="1383643"/>
                  </a:lnTo>
                  <a:lnTo>
                    <a:pt x="3461188" y="1406121"/>
                  </a:lnTo>
                  <a:lnTo>
                    <a:pt x="3461848" y="1406121"/>
                  </a:lnTo>
                  <a:lnTo>
                    <a:pt x="3462509" y="1383643"/>
                  </a:lnTo>
                  <a:lnTo>
                    <a:pt x="3463169" y="1330341"/>
                  </a:lnTo>
                  <a:lnTo>
                    <a:pt x="3463830" y="1297493"/>
                  </a:lnTo>
                  <a:lnTo>
                    <a:pt x="3464490" y="1268355"/>
                  </a:lnTo>
                  <a:lnTo>
                    <a:pt x="3465151" y="1254932"/>
                  </a:lnTo>
                  <a:lnTo>
                    <a:pt x="3465811" y="1242173"/>
                  </a:lnTo>
                  <a:lnTo>
                    <a:pt x="3466472" y="1264933"/>
                  </a:lnTo>
                  <a:lnTo>
                    <a:pt x="3467133" y="1293666"/>
                  </a:lnTo>
                  <a:lnTo>
                    <a:pt x="3467793" y="1325999"/>
                  </a:lnTo>
                  <a:lnTo>
                    <a:pt x="3468454" y="1343822"/>
                  </a:lnTo>
                  <a:lnTo>
                    <a:pt x="3469114" y="1343822"/>
                  </a:lnTo>
                  <a:lnTo>
                    <a:pt x="3469775" y="1278901"/>
                  </a:lnTo>
                  <a:lnTo>
                    <a:pt x="3470435" y="1204584"/>
                  </a:lnTo>
                  <a:lnTo>
                    <a:pt x="3471096" y="1174158"/>
                  </a:lnTo>
                  <a:lnTo>
                    <a:pt x="3471756" y="1174158"/>
                  </a:lnTo>
                  <a:lnTo>
                    <a:pt x="3472417" y="1194039"/>
                  </a:lnTo>
                  <a:lnTo>
                    <a:pt x="3473077" y="1251683"/>
                  </a:lnTo>
                  <a:lnTo>
                    <a:pt x="3473738" y="1343822"/>
                  </a:lnTo>
                  <a:lnTo>
                    <a:pt x="3474398" y="1406121"/>
                  </a:lnTo>
                  <a:lnTo>
                    <a:pt x="3475059" y="1430742"/>
                  </a:lnTo>
                  <a:lnTo>
                    <a:pt x="3475719" y="1430742"/>
                  </a:lnTo>
                  <a:lnTo>
                    <a:pt x="3476380" y="1430742"/>
                  </a:lnTo>
                  <a:lnTo>
                    <a:pt x="3477041" y="1406121"/>
                  </a:lnTo>
                  <a:lnTo>
                    <a:pt x="3477701" y="1362966"/>
                  </a:lnTo>
                  <a:lnTo>
                    <a:pt x="3478362" y="1309327"/>
                  </a:lnTo>
                  <a:lnTo>
                    <a:pt x="3479022" y="1251683"/>
                  </a:lnTo>
                  <a:lnTo>
                    <a:pt x="3479683" y="1215579"/>
                  </a:lnTo>
                  <a:lnTo>
                    <a:pt x="3480343" y="1201375"/>
                  </a:lnTo>
                  <a:lnTo>
                    <a:pt x="3481004" y="1190957"/>
                  </a:lnTo>
                  <a:lnTo>
                    <a:pt x="3481664" y="1212231"/>
                  </a:lnTo>
                  <a:lnTo>
                    <a:pt x="3482325" y="1247837"/>
                  </a:lnTo>
                  <a:lnTo>
                    <a:pt x="3482985" y="1274631"/>
                  </a:lnTo>
                  <a:lnTo>
                    <a:pt x="3483646" y="1265614"/>
                  </a:lnTo>
                  <a:lnTo>
                    <a:pt x="3484306" y="1279619"/>
                  </a:lnTo>
                  <a:lnTo>
                    <a:pt x="3484967" y="1252330"/>
                  </a:lnTo>
                  <a:lnTo>
                    <a:pt x="3485627" y="1227649"/>
                  </a:lnTo>
                  <a:lnTo>
                    <a:pt x="3486288" y="1216141"/>
                  </a:lnTo>
                  <a:lnTo>
                    <a:pt x="3486948" y="1239079"/>
                  </a:lnTo>
                  <a:lnTo>
                    <a:pt x="3487609" y="1264933"/>
                  </a:lnTo>
                  <a:lnTo>
                    <a:pt x="3488270" y="1309327"/>
                  </a:lnTo>
                  <a:lnTo>
                    <a:pt x="3488930" y="1362966"/>
                  </a:lnTo>
                  <a:lnTo>
                    <a:pt x="3489591" y="1406121"/>
                  </a:lnTo>
                  <a:lnTo>
                    <a:pt x="3490251" y="1430742"/>
                  </a:lnTo>
                  <a:lnTo>
                    <a:pt x="3490912" y="1430742"/>
                  </a:lnTo>
                  <a:lnTo>
                    <a:pt x="3491572" y="1430742"/>
                  </a:lnTo>
                  <a:lnTo>
                    <a:pt x="3492233" y="1406121"/>
                  </a:lnTo>
                  <a:lnTo>
                    <a:pt x="3492893" y="1343822"/>
                  </a:lnTo>
                  <a:lnTo>
                    <a:pt x="3493554" y="1302162"/>
                  </a:lnTo>
                  <a:lnTo>
                    <a:pt x="3494214" y="1258887"/>
                  </a:lnTo>
                  <a:lnTo>
                    <a:pt x="3494875" y="1221831"/>
                  </a:lnTo>
                  <a:lnTo>
                    <a:pt x="3495535" y="1210573"/>
                  </a:lnTo>
                  <a:lnTo>
                    <a:pt x="3496196" y="1233602"/>
                  </a:lnTo>
                  <a:lnTo>
                    <a:pt x="3496856" y="1239079"/>
                  </a:lnTo>
                  <a:lnTo>
                    <a:pt x="3497517" y="1264933"/>
                  </a:lnTo>
                  <a:lnTo>
                    <a:pt x="3498178" y="1309327"/>
                  </a:lnTo>
                  <a:lnTo>
                    <a:pt x="3498838" y="1343822"/>
                  </a:lnTo>
                  <a:lnTo>
                    <a:pt x="3499499" y="1362966"/>
                  </a:lnTo>
                  <a:lnTo>
                    <a:pt x="3500159" y="1370017"/>
                  </a:lnTo>
                  <a:lnTo>
                    <a:pt x="3500820" y="1315041"/>
                  </a:lnTo>
                  <a:lnTo>
                    <a:pt x="3501480" y="1221256"/>
                  </a:lnTo>
                  <a:lnTo>
                    <a:pt x="3502141" y="1170830"/>
                  </a:lnTo>
                  <a:lnTo>
                    <a:pt x="3502801" y="1127458"/>
                  </a:lnTo>
                  <a:lnTo>
                    <a:pt x="3503462" y="1124678"/>
                  </a:lnTo>
                  <a:lnTo>
                    <a:pt x="3504122" y="1149536"/>
                  </a:lnTo>
                  <a:lnTo>
                    <a:pt x="3504783" y="1217269"/>
                  </a:lnTo>
                  <a:lnTo>
                    <a:pt x="3505443" y="1278901"/>
                  </a:lnTo>
                  <a:lnTo>
                    <a:pt x="3506104" y="1362966"/>
                  </a:lnTo>
                  <a:lnTo>
                    <a:pt x="3506764" y="1406121"/>
                  </a:lnTo>
                  <a:lnTo>
                    <a:pt x="3507425" y="1430742"/>
                  </a:lnTo>
                  <a:lnTo>
                    <a:pt x="3508086" y="1430742"/>
                  </a:lnTo>
                  <a:lnTo>
                    <a:pt x="3508746" y="1430742"/>
                  </a:lnTo>
                  <a:lnTo>
                    <a:pt x="3509407" y="1430742"/>
                  </a:lnTo>
                  <a:lnTo>
                    <a:pt x="3510067" y="1430742"/>
                  </a:lnTo>
                  <a:lnTo>
                    <a:pt x="3510728" y="1430742"/>
                  </a:lnTo>
                  <a:lnTo>
                    <a:pt x="3511388" y="1430742"/>
                  </a:lnTo>
                  <a:lnTo>
                    <a:pt x="3512049" y="1430742"/>
                  </a:lnTo>
                  <a:lnTo>
                    <a:pt x="3512709" y="1430742"/>
                  </a:lnTo>
                  <a:lnTo>
                    <a:pt x="3513370" y="1406121"/>
                  </a:lnTo>
                  <a:lnTo>
                    <a:pt x="3514030" y="1383643"/>
                  </a:lnTo>
                  <a:lnTo>
                    <a:pt x="3514691" y="1351310"/>
                  </a:lnTo>
                  <a:lnTo>
                    <a:pt x="3515351" y="1332982"/>
                  </a:lnTo>
                  <a:lnTo>
                    <a:pt x="3516012" y="1332982"/>
                  </a:lnTo>
                  <a:lnTo>
                    <a:pt x="3516672" y="1351310"/>
                  </a:lnTo>
                  <a:lnTo>
                    <a:pt x="3517333" y="1371040"/>
                  </a:lnTo>
                  <a:lnTo>
                    <a:pt x="3517993" y="1406121"/>
                  </a:lnTo>
                  <a:lnTo>
                    <a:pt x="3518654" y="1430742"/>
                  </a:lnTo>
                  <a:lnTo>
                    <a:pt x="3519315" y="1430742"/>
                  </a:lnTo>
                  <a:lnTo>
                    <a:pt x="3519975" y="1430742"/>
                  </a:lnTo>
                  <a:lnTo>
                    <a:pt x="3520636" y="1430742"/>
                  </a:lnTo>
                  <a:lnTo>
                    <a:pt x="3521296" y="1430742"/>
                  </a:lnTo>
                  <a:lnTo>
                    <a:pt x="3521957" y="1430742"/>
                  </a:lnTo>
                  <a:lnTo>
                    <a:pt x="3522617" y="1430742"/>
                  </a:lnTo>
                  <a:lnTo>
                    <a:pt x="3523278" y="1430742"/>
                  </a:lnTo>
                  <a:lnTo>
                    <a:pt x="3523938" y="1430742"/>
                  </a:lnTo>
                  <a:lnTo>
                    <a:pt x="3524599" y="1430742"/>
                  </a:lnTo>
                  <a:lnTo>
                    <a:pt x="3525259" y="1430742"/>
                  </a:lnTo>
                  <a:lnTo>
                    <a:pt x="3525920" y="1430742"/>
                  </a:lnTo>
                  <a:lnTo>
                    <a:pt x="3526580" y="1430742"/>
                  </a:lnTo>
                  <a:lnTo>
                    <a:pt x="3527241" y="1430742"/>
                  </a:lnTo>
                  <a:lnTo>
                    <a:pt x="3527901" y="1430742"/>
                  </a:lnTo>
                  <a:lnTo>
                    <a:pt x="3528562" y="1430742"/>
                  </a:lnTo>
                  <a:lnTo>
                    <a:pt x="3529223" y="1430742"/>
                  </a:lnTo>
                  <a:lnTo>
                    <a:pt x="3529883" y="1430742"/>
                  </a:lnTo>
                  <a:lnTo>
                    <a:pt x="3530544" y="1430742"/>
                  </a:lnTo>
                  <a:lnTo>
                    <a:pt x="3531204" y="1430742"/>
                  </a:lnTo>
                  <a:lnTo>
                    <a:pt x="3531865" y="1430742"/>
                  </a:lnTo>
                  <a:lnTo>
                    <a:pt x="3532525" y="1430742"/>
                  </a:lnTo>
                  <a:lnTo>
                    <a:pt x="3533186" y="1430742"/>
                  </a:lnTo>
                  <a:lnTo>
                    <a:pt x="3533846" y="1430742"/>
                  </a:lnTo>
                  <a:lnTo>
                    <a:pt x="3534507" y="1430742"/>
                  </a:lnTo>
                  <a:lnTo>
                    <a:pt x="3535167" y="1430742"/>
                  </a:lnTo>
                  <a:lnTo>
                    <a:pt x="3535828" y="1430742"/>
                  </a:lnTo>
                  <a:lnTo>
                    <a:pt x="3536488" y="1430742"/>
                  </a:lnTo>
                  <a:lnTo>
                    <a:pt x="3537149" y="1430742"/>
                  </a:lnTo>
                  <a:lnTo>
                    <a:pt x="3537809" y="1430742"/>
                  </a:lnTo>
                  <a:lnTo>
                    <a:pt x="3538470" y="1430742"/>
                  </a:lnTo>
                  <a:lnTo>
                    <a:pt x="3539131" y="1430742"/>
                  </a:lnTo>
                  <a:lnTo>
                    <a:pt x="3539791" y="1430742"/>
                  </a:lnTo>
                  <a:lnTo>
                    <a:pt x="3540452" y="1430742"/>
                  </a:lnTo>
                  <a:lnTo>
                    <a:pt x="3541112" y="1430742"/>
                  </a:lnTo>
                  <a:lnTo>
                    <a:pt x="3541773" y="1430742"/>
                  </a:lnTo>
                  <a:lnTo>
                    <a:pt x="3542433" y="1430742"/>
                  </a:lnTo>
                  <a:lnTo>
                    <a:pt x="3543094" y="1430742"/>
                  </a:lnTo>
                  <a:lnTo>
                    <a:pt x="3543754" y="1430742"/>
                  </a:lnTo>
                  <a:lnTo>
                    <a:pt x="3544415" y="1430742"/>
                  </a:lnTo>
                  <a:lnTo>
                    <a:pt x="3545075" y="1430742"/>
                  </a:lnTo>
                  <a:lnTo>
                    <a:pt x="3545736" y="1430742"/>
                  </a:lnTo>
                  <a:lnTo>
                    <a:pt x="3546396" y="1430742"/>
                  </a:lnTo>
                  <a:lnTo>
                    <a:pt x="3547057" y="1430742"/>
                  </a:lnTo>
                  <a:lnTo>
                    <a:pt x="3547717" y="1430742"/>
                  </a:lnTo>
                  <a:lnTo>
                    <a:pt x="3548378" y="1430742"/>
                  </a:lnTo>
                  <a:lnTo>
                    <a:pt x="3549039" y="1430742"/>
                  </a:lnTo>
                  <a:lnTo>
                    <a:pt x="3549699" y="1430742"/>
                  </a:lnTo>
                  <a:lnTo>
                    <a:pt x="3550360" y="1430742"/>
                  </a:lnTo>
                  <a:lnTo>
                    <a:pt x="3551020" y="1430742"/>
                  </a:lnTo>
                  <a:lnTo>
                    <a:pt x="3551681" y="1430742"/>
                  </a:lnTo>
                  <a:lnTo>
                    <a:pt x="3552341" y="1430742"/>
                  </a:lnTo>
                  <a:lnTo>
                    <a:pt x="3553002" y="1430742"/>
                  </a:lnTo>
                  <a:lnTo>
                    <a:pt x="3553662" y="1430742"/>
                  </a:lnTo>
                  <a:lnTo>
                    <a:pt x="3554323" y="1430742"/>
                  </a:lnTo>
                  <a:lnTo>
                    <a:pt x="3554983" y="1430742"/>
                  </a:lnTo>
                  <a:lnTo>
                    <a:pt x="3555644" y="1430742"/>
                  </a:lnTo>
                  <a:lnTo>
                    <a:pt x="3556304" y="1430742"/>
                  </a:lnTo>
                  <a:lnTo>
                    <a:pt x="3556965" y="1430742"/>
                  </a:lnTo>
                  <a:lnTo>
                    <a:pt x="3557625" y="1430742"/>
                  </a:lnTo>
                  <a:lnTo>
                    <a:pt x="3558286" y="1430742"/>
                  </a:lnTo>
                  <a:lnTo>
                    <a:pt x="3558946" y="1430742"/>
                  </a:lnTo>
                  <a:lnTo>
                    <a:pt x="3559607" y="1430742"/>
                  </a:lnTo>
                  <a:lnTo>
                    <a:pt x="3560268" y="1430742"/>
                  </a:lnTo>
                  <a:lnTo>
                    <a:pt x="3560928" y="1430742"/>
                  </a:lnTo>
                  <a:lnTo>
                    <a:pt x="3561589" y="1430742"/>
                  </a:lnTo>
                  <a:lnTo>
                    <a:pt x="3562249" y="1430742"/>
                  </a:lnTo>
                  <a:lnTo>
                    <a:pt x="3562910" y="1406121"/>
                  </a:lnTo>
                  <a:lnTo>
                    <a:pt x="3563570" y="1362966"/>
                  </a:lnTo>
                  <a:lnTo>
                    <a:pt x="3564231" y="1343822"/>
                  </a:lnTo>
                  <a:lnTo>
                    <a:pt x="3564891" y="1325999"/>
                  </a:lnTo>
                  <a:lnTo>
                    <a:pt x="3565552" y="1325999"/>
                  </a:lnTo>
                  <a:lnTo>
                    <a:pt x="3566212" y="1343822"/>
                  </a:lnTo>
                  <a:lnTo>
                    <a:pt x="3566873" y="1362966"/>
                  </a:lnTo>
                  <a:lnTo>
                    <a:pt x="3567533" y="1352262"/>
                  </a:lnTo>
                  <a:lnTo>
                    <a:pt x="3568194" y="1333868"/>
                  </a:lnTo>
                  <a:lnTo>
                    <a:pt x="3568854" y="1316697"/>
                  </a:lnTo>
                  <a:lnTo>
                    <a:pt x="3569515" y="1316697"/>
                  </a:lnTo>
                  <a:lnTo>
                    <a:pt x="3570176" y="1333868"/>
                  </a:lnTo>
                  <a:lnTo>
                    <a:pt x="3570836" y="1362966"/>
                  </a:lnTo>
                  <a:lnTo>
                    <a:pt x="3571497" y="1406121"/>
                  </a:lnTo>
                  <a:lnTo>
                    <a:pt x="3572157" y="1406121"/>
                  </a:lnTo>
                  <a:lnTo>
                    <a:pt x="3572818" y="1362966"/>
                  </a:lnTo>
                  <a:lnTo>
                    <a:pt x="3573478" y="1343822"/>
                  </a:lnTo>
                  <a:lnTo>
                    <a:pt x="3574139" y="1325999"/>
                  </a:lnTo>
                  <a:lnTo>
                    <a:pt x="3574799" y="1325999"/>
                  </a:lnTo>
                  <a:lnTo>
                    <a:pt x="3575460" y="1343822"/>
                  </a:lnTo>
                  <a:lnTo>
                    <a:pt x="3576120" y="1383643"/>
                  </a:lnTo>
                  <a:lnTo>
                    <a:pt x="3576781" y="1406121"/>
                  </a:lnTo>
                  <a:lnTo>
                    <a:pt x="3577441" y="1430742"/>
                  </a:lnTo>
                  <a:lnTo>
                    <a:pt x="3578102" y="1430742"/>
                  </a:lnTo>
                  <a:lnTo>
                    <a:pt x="3578762" y="1430742"/>
                  </a:lnTo>
                  <a:lnTo>
                    <a:pt x="3579423" y="1430742"/>
                  </a:lnTo>
                  <a:lnTo>
                    <a:pt x="3580084" y="1430742"/>
                  </a:lnTo>
                  <a:lnTo>
                    <a:pt x="3580744" y="1430742"/>
                  </a:lnTo>
                  <a:lnTo>
                    <a:pt x="3581405" y="1430742"/>
                  </a:lnTo>
                  <a:lnTo>
                    <a:pt x="3582065" y="1430742"/>
                  </a:lnTo>
                  <a:lnTo>
                    <a:pt x="3582726" y="1430742"/>
                  </a:lnTo>
                  <a:lnTo>
                    <a:pt x="3583386" y="1430742"/>
                  </a:lnTo>
                  <a:lnTo>
                    <a:pt x="3584047" y="1430742"/>
                  </a:lnTo>
                  <a:lnTo>
                    <a:pt x="3584707" y="1430742"/>
                  </a:lnTo>
                  <a:lnTo>
                    <a:pt x="3585368" y="1430742"/>
                  </a:lnTo>
                  <a:lnTo>
                    <a:pt x="3586028" y="1406121"/>
                  </a:lnTo>
                  <a:lnTo>
                    <a:pt x="3586689" y="1383643"/>
                  </a:lnTo>
                  <a:lnTo>
                    <a:pt x="3587349" y="1362966"/>
                  </a:lnTo>
                  <a:lnTo>
                    <a:pt x="3588010" y="1309327"/>
                  </a:lnTo>
                  <a:lnTo>
                    <a:pt x="3588670" y="1264933"/>
                  </a:lnTo>
                  <a:lnTo>
                    <a:pt x="3589331" y="1266297"/>
                  </a:lnTo>
                  <a:lnTo>
                    <a:pt x="3589991" y="1280340"/>
                  </a:lnTo>
                  <a:lnTo>
                    <a:pt x="3590652" y="1295190"/>
                  </a:lnTo>
                  <a:lnTo>
                    <a:pt x="3591313" y="1345674"/>
                  </a:lnTo>
                  <a:lnTo>
                    <a:pt x="3591973" y="1408480"/>
                  </a:lnTo>
                  <a:lnTo>
                    <a:pt x="3592634" y="1430742"/>
                  </a:lnTo>
                  <a:lnTo>
                    <a:pt x="3593294" y="1430742"/>
                  </a:lnTo>
                  <a:lnTo>
                    <a:pt x="3593955" y="1430742"/>
                  </a:lnTo>
                  <a:lnTo>
                    <a:pt x="3594615" y="1430742"/>
                  </a:lnTo>
                  <a:lnTo>
                    <a:pt x="3595276" y="1406121"/>
                  </a:lnTo>
                  <a:lnTo>
                    <a:pt x="3595936" y="1362966"/>
                  </a:lnTo>
                  <a:lnTo>
                    <a:pt x="3596597" y="1343822"/>
                  </a:lnTo>
                  <a:lnTo>
                    <a:pt x="3597257" y="1325999"/>
                  </a:lnTo>
                  <a:lnTo>
                    <a:pt x="3597918" y="1309327"/>
                  </a:lnTo>
                  <a:lnTo>
                    <a:pt x="3598578" y="1293666"/>
                  </a:lnTo>
                  <a:lnTo>
                    <a:pt x="3599239" y="1309327"/>
                  </a:lnTo>
                  <a:lnTo>
                    <a:pt x="3599899" y="1325999"/>
                  </a:lnTo>
                  <a:lnTo>
                    <a:pt x="3600560" y="1343822"/>
                  </a:lnTo>
                  <a:lnTo>
                    <a:pt x="3601221" y="1362966"/>
                  </a:lnTo>
                  <a:lnTo>
                    <a:pt x="3601881" y="1383643"/>
                  </a:lnTo>
                  <a:lnTo>
                    <a:pt x="3602542" y="1362966"/>
                  </a:lnTo>
                  <a:lnTo>
                    <a:pt x="3603202" y="1343822"/>
                  </a:lnTo>
                  <a:lnTo>
                    <a:pt x="3603863" y="1335649"/>
                  </a:lnTo>
                  <a:lnTo>
                    <a:pt x="3604523" y="1335649"/>
                  </a:lnTo>
                  <a:lnTo>
                    <a:pt x="3605184" y="1354175"/>
                  </a:lnTo>
                  <a:lnTo>
                    <a:pt x="3605844" y="1395763"/>
                  </a:lnTo>
                  <a:lnTo>
                    <a:pt x="3606505" y="1419371"/>
                  </a:lnTo>
                  <a:lnTo>
                    <a:pt x="3607165" y="1406121"/>
                  </a:lnTo>
                  <a:lnTo>
                    <a:pt x="3607826" y="1362966"/>
                  </a:lnTo>
                  <a:lnTo>
                    <a:pt x="3608486" y="1343822"/>
                  </a:lnTo>
                  <a:lnTo>
                    <a:pt x="3609147" y="1343822"/>
                  </a:lnTo>
                  <a:lnTo>
                    <a:pt x="3609807" y="1343822"/>
                  </a:lnTo>
                  <a:lnTo>
                    <a:pt x="3610468" y="1362966"/>
                  </a:lnTo>
                  <a:lnTo>
                    <a:pt x="3611129" y="1406121"/>
                  </a:lnTo>
                  <a:lnTo>
                    <a:pt x="3611789" y="1430742"/>
                  </a:lnTo>
                  <a:lnTo>
                    <a:pt x="3612450" y="1430742"/>
                  </a:lnTo>
                  <a:lnTo>
                    <a:pt x="3613110" y="1430742"/>
                  </a:lnTo>
                  <a:lnTo>
                    <a:pt x="3613771" y="1430742"/>
                  </a:lnTo>
                  <a:lnTo>
                    <a:pt x="3614431" y="1430742"/>
                  </a:lnTo>
                  <a:lnTo>
                    <a:pt x="3615092" y="1430742"/>
                  </a:lnTo>
                  <a:lnTo>
                    <a:pt x="3615752" y="1430742"/>
                  </a:lnTo>
                  <a:lnTo>
                    <a:pt x="3616413" y="1430742"/>
                  </a:lnTo>
                  <a:lnTo>
                    <a:pt x="3617073" y="1430742"/>
                  </a:lnTo>
                  <a:lnTo>
                    <a:pt x="3617734" y="1430742"/>
                  </a:lnTo>
                  <a:lnTo>
                    <a:pt x="3618394" y="1383643"/>
                  </a:lnTo>
                  <a:lnTo>
                    <a:pt x="3619055" y="1293666"/>
                  </a:lnTo>
                  <a:lnTo>
                    <a:pt x="3619715" y="1227062"/>
                  </a:lnTo>
                  <a:lnTo>
                    <a:pt x="3620376" y="1194039"/>
                  </a:lnTo>
                  <a:lnTo>
                    <a:pt x="3621037" y="1194039"/>
                  </a:lnTo>
                  <a:lnTo>
                    <a:pt x="3621697" y="1215579"/>
                  </a:lnTo>
                  <a:lnTo>
                    <a:pt x="3622358" y="1278901"/>
                  </a:lnTo>
                  <a:lnTo>
                    <a:pt x="3623018" y="1362966"/>
                  </a:lnTo>
                  <a:lnTo>
                    <a:pt x="3623679" y="1430742"/>
                  </a:lnTo>
                  <a:lnTo>
                    <a:pt x="3624339" y="1430742"/>
                  </a:lnTo>
                  <a:lnTo>
                    <a:pt x="3625000" y="1430742"/>
                  </a:lnTo>
                  <a:lnTo>
                    <a:pt x="3625660" y="1406121"/>
                  </a:lnTo>
                  <a:lnTo>
                    <a:pt x="3626321" y="1362966"/>
                  </a:lnTo>
                  <a:lnTo>
                    <a:pt x="3626981" y="1325999"/>
                  </a:lnTo>
                  <a:lnTo>
                    <a:pt x="3627642" y="1309327"/>
                  </a:lnTo>
                  <a:lnTo>
                    <a:pt x="3628302" y="1284706"/>
                  </a:lnTo>
                  <a:lnTo>
                    <a:pt x="3628963" y="1284706"/>
                  </a:lnTo>
                  <a:lnTo>
                    <a:pt x="3629623" y="1299817"/>
                  </a:lnTo>
                  <a:lnTo>
                    <a:pt x="3630284" y="1315867"/>
                  </a:lnTo>
                  <a:lnTo>
                    <a:pt x="3630944" y="1315867"/>
                  </a:lnTo>
                  <a:lnTo>
                    <a:pt x="3631605" y="1298266"/>
                  </a:lnTo>
                  <a:lnTo>
                    <a:pt x="3632266" y="1269045"/>
                  </a:lnTo>
                  <a:lnTo>
                    <a:pt x="3632926" y="1255587"/>
                  </a:lnTo>
                  <a:lnTo>
                    <a:pt x="3633587" y="1255587"/>
                  </a:lnTo>
                  <a:lnTo>
                    <a:pt x="3634247" y="1269045"/>
                  </a:lnTo>
                  <a:lnTo>
                    <a:pt x="3634908" y="1309327"/>
                  </a:lnTo>
                  <a:lnTo>
                    <a:pt x="3635568" y="1343822"/>
                  </a:lnTo>
                  <a:lnTo>
                    <a:pt x="3636229" y="1343822"/>
                  </a:lnTo>
                  <a:lnTo>
                    <a:pt x="3636889" y="1343822"/>
                  </a:lnTo>
                  <a:lnTo>
                    <a:pt x="3637550" y="1343822"/>
                  </a:lnTo>
                  <a:lnTo>
                    <a:pt x="3638210" y="1343822"/>
                  </a:lnTo>
                  <a:lnTo>
                    <a:pt x="3638871" y="1362966"/>
                  </a:lnTo>
                  <a:lnTo>
                    <a:pt x="3639531" y="1406121"/>
                  </a:lnTo>
                  <a:lnTo>
                    <a:pt x="3640192" y="1430742"/>
                  </a:lnTo>
                  <a:lnTo>
                    <a:pt x="3640852" y="1430742"/>
                  </a:lnTo>
                  <a:lnTo>
                    <a:pt x="3641513" y="1406121"/>
                  </a:lnTo>
                  <a:lnTo>
                    <a:pt x="3642174" y="1383643"/>
                  </a:lnTo>
                  <a:lnTo>
                    <a:pt x="3642834" y="1348477"/>
                  </a:lnTo>
                  <a:lnTo>
                    <a:pt x="3643495" y="1330341"/>
                  </a:lnTo>
                  <a:lnTo>
                    <a:pt x="3644155" y="1330341"/>
                  </a:lnTo>
                  <a:lnTo>
                    <a:pt x="3644816" y="1348477"/>
                  </a:lnTo>
                  <a:lnTo>
                    <a:pt x="3645476" y="1367982"/>
                  </a:lnTo>
                  <a:lnTo>
                    <a:pt x="3646137" y="1406121"/>
                  </a:lnTo>
                  <a:lnTo>
                    <a:pt x="3646797" y="1430742"/>
                  </a:lnTo>
                  <a:lnTo>
                    <a:pt x="3647458" y="1430742"/>
                  </a:lnTo>
                  <a:lnTo>
                    <a:pt x="3648118" y="1430742"/>
                  </a:lnTo>
                  <a:lnTo>
                    <a:pt x="3648779" y="1430742"/>
                  </a:lnTo>
                  <a:lnTo>
                    <a:pt x="3649439" y="1430742"/>
                  </a:lnTo>
                  <a:lnTo>
                    <a:pt x="3650100" y="1430742"/>
                  </a:lnTo>
                  <a:lnTo>
                    <a:pt x="3650760" y="1430742"/>
                  </a:lnTo>
                  <a:lnTo>
                    <a:pt x="3651421" y="1430742"/>
                  </a:lnTo>
                  <a:lnTo>
                    <a:pt x="3652082" y="1430742"/>
                  </a:lnTo>
                  <a:lnTo>
                    <a:pt x="3652742" y="1430742"/>
                  </a:lnTo>
                  <a:lnTo>
                    <a:pt x="3653403" y="1430742"/>
                  </a:lnTo>
                  <a:lnTo>
                    <a:pt x="3654063" y="1430742"/>
                  </a:lnTo>
                  <a:lnTo>
                    <a:pt x="3654724" y="1430742"/>
                  </a:lnTo>
                  <a:lnTo>
                    <a:pt x="3655384" y="1430742"/>
                  </a:lnTo>
                  <a:lnTo>
                    <a:pt x="3656045" y="1430742"/>
                  </a:lnTo>
                  <a:lnTo>
                    <a:pt x="3656705" y="1430742"/>
                  </a:lnTo>
                  <a:lnTo>
                    <a:pt x="3657366" y="1430742"/>
                  </a:lnTo>
                  <a:lnTo>
                    <a:pt x="3658026" y="1430742"/>
                  </a:lnTo>
                  <a:lnTo>
                    <a:pt x="3658687" y="1406121"/>
                  </a:lnTo>
                  <a:lnTo>
                    <a:pt x="3659347" y="1371040"/>
                  </a:lnTo>
                  <a:lnTo>
                    <a:pt x="3660008" y="1351310"/>
                  </a:lnTo>
                  <a:lnTo>
                    <a:pt x="3660668" y="1332982"/>
                  </a:lnTo>
                  <a:lnTo>
                    <a:pt x="3661329" y="1332982"/>
                  </a:lnTo>
                  <a:lnTo>
                    <a:pt x="3661989" y="1332982"/>
                  </a:lnTo>
                  <a:lnTo>
                    <a:pt x="3662650" y="1325999"/>
                  </a:lnTo>
                  <a:lnTo>
                    <a:pt x="3663311" y="1302948"/>
                  </a:lnTo>
                  <a:lnTo>
                    <a:pt x="3663971" y="1287658"/>
                  </a:lnTo>
                  <a:lnTo>
                    <a:pt x="3664632" y="1259551"/>
                  </a:lnTo>
                  <a:lnTo>
                    <a:pt x="3665292" y="1259551"/>
                  </a:lnTo>
                  <a:lnTo>
                    <a:pt x="3665953" y="1273223"/>
                  </a:lnTo>
                  <a:lnTo>
                    <a:pt x="3666613" y="1264933"/>
                  </a:lnTo>
                  <a:lnTo>
                    <a:pt x="3667274" y="1239079"/>
                  </a:lnTo>
                  <a:lnTo>
                    <a:pt x="3667934" y="1217269"/>
                  </a:lnTo>
                  <a:lnTo>
                    <a:pt x="3668595" y="1217269"/>
                  </a:lnTo>
                  <a:lnTo>
                    <a:pt x="3669255" y="1217269"/>
                  </a:lnTo>
                  <a:lnTo>
                    <a:pt x="3669916" y="1240931"/>
                  </a:lnTo>
                  <a:lnTo>
                    <a:pt x="3670576" y="1266981"/>
                  </a:lnTo>
                  <a:lnTo>
                    <a:pt x="3671237" y="1309327"/>
                  </a:lnTo>
                  <a:lnTo>
                    <a:pt x="3671897" y="1325999"/>
                  </a:lnTo>
                  <a:lnTo>
                    <a:pt x="3672558" y="1343822"/>
                  </a:lnTo>
                  <a:lnTo>
                    <a:pt x="3673219" y="1362966"/>
                  </a:lnTo>
                  <a:lnTo>
                    <a:pt x="3673879" y="1406121"/>
                  </a:lnTo>
                  <a:lnTo>
                    <a:pt x="3674540" y="1430742"/>
                  </a:lnTo>
                  <a:lnTo>
                    <a:pt x="3675200" y="1430742"/>
                  </a:lnTo>
                  <a:lnTo>
                    <a:pt x="3675861" y="1430742"/>
                  </a:lnTo>
                  <a:lnTo>
                    <a:pt x="3676521" y="1430742"/>
                  </a:lnTo>
                  <a:lnTo>
                    <a:pt x="3677182" y="1430742"/>
                  </a:lnTo>
                  <a:lnTo>
                    <a:pt x="3677842" y="1430742"/>
                  </a:lnTo>
                  <a:lnTo>
                    <a:pt x="3678503" y="1430742"/>
                  </a:lnTo>
                  <a:lnTo>
                    <a:pt x="3679163" y="1430742"/>
                  </a:lnTo>
                  <a:lnTo>
                    <a:pt x="3679824" y="1430742"/>
                  </a:lnTo>
                  <a:lnTo>
                    <a:pt x="3680484" y="1430742"/>
                  </a:lnTo>
                  <a:lnTo>
                    <a:pt x="3681145" y="1430742"/>
                  </a:lnTo>
                  <a:lnTo>
                    <a:pt x="3681805" y="1425627"/>
                  </a:lnTo>
                  <a:lnTo>
                    <a:pt x="3682466" y="1380434"/>
                  </a:lnTo>
                  <a:lnTo>
                    <a:pt x="3683127" y="1341069"/>
                  </a:lnTo>
                  <a:lnTo>
                    <a:pt x="3683787" y="1323429"/>
                  </a:lnTo>
                  <a:lnTo>
                    <a:pt x="3684448" y="1323429"/>
                  </a:lnTo>
                  <a:lnTo>
                    <a:pt x="3685108" y="1326862"/>
                  </a:lnTo>
                  <a:lnTo>
                    <a:pt x="3685769" y="1362966"/>
                  </a:lnTo>
                  <a:lnTo>
                    <a:pt x="3686429" y="1383643"/>
                  </a:lnTo>
                  <a:lnTo>
                    <a:pt x="3687090" y="1362966"/>
                  </a:lnTo>
                  <a:lnTo>
                    <a:pt x="3687750" y="1293666"/>
                  </a:lnTo>
                  <a:lnTo>
                    <a:pt x="3688411" y="1264933"/>
                  </a:lnTo>
                  <a:lnTo>
                    <a:pt x="3689071" y="1264933"/>
                  </a:lnTo>
                  <a:lnTo>
                    <a:pt x="3689732" y="1278901"/>
                  </a:lnTo>
                  <a:lnTo>
                    <a:pt x="3690392" y="1309327"/>
                  </a:lnTo>
                  <a:lnTo>
                    <a:pt x="3691053" y="1383643"/>
                  </a:lnTo>
                  <a:lnTo>
                    <a:pt x="3691713" y="1430742"/>
                  </a:lnTo>
                  <a:lnTo>
                    <a:pt x="3692374" y="1430742"/>
                  </a:lnTo>
                  <a:lnTo>
                    <a:pt x="3693035" y="1430742"/>
                  </a:lnTo>
                  <a:lnTo>
                    <a:pt x="3693695" y="1430742"/>
                  </a:lnTo>
                  <a:lnTo>
                    <a:pt x="3694356" y="1430742"/>
                  </a:lnTo>
                  <a:lnTo>
                    <a:pt x="3695016" y="1430742"/>
                  </a:lnTo>
                  <a:lnTo>
                    <a:pt x="3695677" y="1430742"/>
                  </a:lnTo>
                  <a:lnTo>
                    <a:pt x="3696337" y="1430742"/>
                  </a:lnTo>
                  <a:lnTo>
                    <a:pt x="3696998" y="1430742"/>
                  </a:lnTo>
                  <a:lnTo>
                    <a:pt x="3697658" y="1430742"/>
                  </a:lnTo>
                  <a:lnTo>
                    <a:pt x="3698319" y="1430742"/>
                  </a:lnTo>
                  <a:lnTo>
                    <a:pt x="3698979" y="1430742"/>
                  </a:lnTo>
                  <a:lnTo>
                    <a:pt x="3699640" y="1430742"/>
                  </a:lnTo>
                  <a:lnTo>
                    <a:pt x="3700300" y="1430742"/>
                  </a:lnTo>
                  <a:lnTo>
                    <a:pt x="3700961" y="1430742"/>
                  </a:lnTo>
                  <a:lnTo>
                    <a:pt x="3701621" y="1430742"/>
                  </a:lnTo>
                  <a:lnTo>
                    <a:pt x="3702282" y="1430742"/>
                  </a:lnTo>
                  <a:lnTo>
                    <a:pt x="3702942" y="1430742"/>
                  </a:lnTo>
                  <a:lnTo>
                    <a:pt x="3703603" y="1430742"/>
                  </a:lnTo>
                  <a:lnTo>
                    <a:pt x="3704264" y="1430742"/>
                  </a:lnTo>
                  <a:lnTo>
                    <a:pt x="3704924" y="1430742"/>
                  </a:lnTo>
                  <a:lnTo>
                    <a:pt x="3705585" y="1430742"/>
                  </a:lnTo>
                  <a:lnTo>
                    <a:pt x="3706245" y="1430742"/>
                  </a:lnTo>
                  <a:lnTo>
                    <a:pt x="3706906" y="1430742"/>
                  </a:lnTo>
                  <a:lnTo>
                    <a:pt x="3707566" y="1430742"/>
                  </a:lnTo>
                  <a:lnTo>
                    <a:pt x="3708227" y="1430742"/>
                  </a:lnTo>
                  <a:lnTo>
                    <a:pt x="3708887" y="1343822"/>
                  </a:lnTo>
                  <a:lnTo>
                    <a:pt x="3709548" y="1264933"/>
                  </a:lnTo>
                  <a:lnTo>
                    <a:pt x="3710208" y="1215579"/>
                  </a:lnTo>
                  <a:lnTo>
                    <a:pt x="3710869" y="1204584"/>
                  </a:lnTo>
                  <a:lnTo>
                    <a:pt x="3711529" y="1194039"/>
                  </a:lnTo>
                  <a:lnTo>
                    <a:pt x="3712190" y="1239079"/>
                  </a:lnTo>
                  <a:lnTo>
                    <a:pt x="3712850" y="1309327"/>
                  </a:lnTo>
                  <a:lnTo>
                    <a:pt x="3713511" y="1383643"/>
                  </a:lnTo>
                  <a:lnTo>
                    <a:pt x="3714172" y="1406121"/>
                  </a:lnTo>
                  <a:lnTo>
                    <a:pt x="3714832" y="1430742"/>
                  </a:lnTo>
                  <a:lnTo>
                    <a:pt x="3715493" y="1430742"/>
                  </a:lnTo>
                  <a:lnTo>
                    <a:pt x="3716153" y="1430742"/>
                  </a:lnTo>
                  <a:lnTo>
                    <a:pt x="3716814" y="1406121"/>
                  </a:lnTo>
                  <a:lnTo>
                    <a:pt x="3717474" y="1383643"/>
                  </a:lnTo>
                  <a:lnTo>
                    <a:pt x="3718135" y="1355138"/>
                  </a:lnTo>
                  <a:lnTo>
                    <a:pt x="3718795" y="1319201"/>
                  </a:lnTo>
                  <a:lnTo>
                    <a:pt x="3719456" y="1287658"/>
                  </a:lnTo>
                  <a:lnTo>
                    <a:pt x="3720116" y="1287658"/>
                  </a:lnTo>
                  <a:lnTo>
                    <a:pt x="3720777" y="1302948"/>
                  </a:lnTo>
                  <a:lnTo>
                    <a:pt x="3721437" y="1325999"/>
                  </a:lnTo>
                  <a:lnTo>
                    <a:pt x="3722098" y="1362966"/>
                  </a:lnTo>
                  <a:lnTo>
                    <a:pt x="3722758" y="1343822"/>
                  </a:lnTo>
                  <a:lnTo>
                    <a:pt x="3723419" y="1304528"/>
                  </a:lnTo>
                  <a:lnTo>
                    <a:pt x="3724080" y="1274631"/>
                  </a:lnTo>
                  <a:lnTo>
                    <a:pt x="3724740" y="1260886"/>
                  </a:lnTo>
                  <a:lnTo>
                    <a:pt x="3725401" y="1260886"/>
                  </a:lnTo>
                  <a:lnTo>
                    <a:pt x="3726061" y="1304528"/>
                  </a:lnTo>
                  <a:lnTo>
                    <a:pt x="3726722" y="1362966"/>
                  </a:lnTo>
                  <a:lnTo>
                    <a:pt x="3727382" y="1406121"/>
                  </a:lnTo>
                  <a:lnTo>
                    <a:pt x="3728043" y="1406121"/>
                  </a:lnTo>
                  <a:lnTo>
                    <a:pt x="3728703" y="1383643"/>
                  </a:lnTo>
                  <a:lnTo>
                    <a:pt x="3729364" y="1343822"/>
                  </a:lnTo>
                  <a:lnTo>
                    <a:pt x="3730024" y="1309327"/>
                  </a:lnTo>
                  <a:lnTo>
                    <a:pt x="3730685" y="1278901"/>
                  </a:lnTo>
                  <a:lnTo>
                    <a:pt x="3731345" y="1278901"/>
                  </a:lnTo>
                  <a:lnTo>
                    <a:pt x="3732006" y="1278901"/>
                  </a:lnTo>
                  <a:lnTo>
                    <a:pt x="3732666" y="1293666"/>
                  </a:lnTo>
                  <a:lnTo>
                    <a:pt x="3733327" y="1325999"/>
                  </a:lnTo>
                  <a:lnTo>
                    <a:pt x="3733987" y="1362966"/>
                  </a:lnTo>
                  <a:lnTo>
                    <a:pt x="3734648" y="1383643"/>
                  </a:lnTo>
                  <a:lnTo>
                    <a:pt x="3735309" y="1406121"/>
                  </a:lnTo>
                  <a:lnTo>
                    <a:pt x="3735969" y="1430742"/>
                  </a:lnTo>
                  <a:lnTo>
                    <a:pt x="3736630" y="1430742"/>
                  </a:lnTo>
                  <a:lnTo>
                    <a:pt x="3737290" y="1430742"/>
                  </a:lnTo>
                  <a:lnTo>
                    <a:pt x="3737951" y="1430742"/>
                  </a:lnTo>
                  <a:lnTo>
                    <a:pt x="3738611" y="1430742"/>
                  </a:lnTo>
                  <a:lnTo>
                    <a:pt x="3739272" y="1430742"/>
                  </a:lnTo>
                  <a:lnTo>
                    <a:pt x="3739932" y="1430742"/>
                  </a:lnTo>
                  <a:lnTo>
                    <a:pt x="3740593" y="1430742"/>
                  </a:lnTo>
                  <a:lnTo>
                    <a:pt x="3741253" y="1430742"/>
                  </a:lnTo>
                  <a:lnTo>
                    <a:pt x="3741914" y="1430742"/>
                  </a:lnTo>
                  <a:lnTo>
                    <a:pt x="3742574" y="1430742"/>
                  </a:lnTo>
                  <a:lnTo>
                    <a:pt x="3743235" y="1430742"/>
                  </a:lnTo>
                  <a:lnTo>
                    <a:pt x="3743895" y="1430742"/>
                  </a:lnTo>
                  <a:lnTo>
                    <a:pt x="3744556" y="1430742"/>
                  </a:lnTo>
                  <a:lnTo>
                    <a:pt x="3745217" y="1430742"/>
                  </a:lnTo>
                  <a:lnTo>
                    <a:pt x="3745877" y="1430742"/>
                  </a:lnTo>
                  <a:lnTo>
                    <a:pt x="3746538" y="1430742"/>
                  </a:lnTo>
                  <a:lnTo>
                    <a:pt x="3747198" y="1406121"/>
                  </a:lnTo>
                  <a:lnTo>
                    <a:pt x="3747859" y="1362966"/>
                  </a:lnTo>
                  <a:lnTo>
                    <a:pt x="3748519" y="1343822"/>
                  </a:lnTo>
                  <a:lnTo>
                    <a:pt x="3749180" y="1343822"/>
                  </a:lnTo>
                  <a:lnTo>
                    <a:pt x="3749840" y="1343822"/>
                  </a:lnTo>
                  <a:lnTo>
                    <a:pt x="3750501" y="1362966"/>
                  </a:lnTo>
                  <a:lnTo>
                    <a:pt x="3751161" y="1406121"/>
                  </a:lnTo>
                  <a:lnTo>
                    <a:pt x="3751822" y="1430742"/>
                  </a:lnTo>
                  <a:lnTo>
                    <a:pt x="3752482" y="1406121"/>
                  </a:lnTo>
                  <a:lnTo>
                    <a:pt x="3753143" y="1362966"/>
                  </a:lnTo>
                  <a:lnTo>
                    <a:pt x="3753803" y="1343822"/>
                  </a:lnTo>
                  <a:lnTo>
                    <a:pt x="3754464" y="1343822"/>
                  </a:lnTo>
                  <a:lnTo>
                    <a:pt x="3755125" y="1343822"/>
                  </a:lnTo>
                  <a:lnTo>
                    <a:pt x="3755785" y="1362966"/>
                  </a:lnTo>
                  <a:lnTo>
                    <a:pt x="3756446" y="1406121"/>
                  </a:lnTo>
                  <a:lnTo>
                    <a:pt x="3757106" y="1430742"/>
                  </a:lnTo>
                  <a:lnTo>
                    <a:pt x="3757767" y="1430742"/>
                  </a:lnTo>
                  <a:lnTo>
                    <a:pt x="3758427" y="1430742"/>
                  </a:lnTo>
                  <a:lnTo>
                    <a:pt x="3759088" y="1430742"/>
                  </a:lnTo>
                  <a:lnTo>
                    <a:pt x="3759748" y="1430742"/>
                  </a:lnTo>
                  <a:lnTo>
                    <a:pt x="3760409" y="1430742"/>
                  </a:lnTo>
                  <a:lnTo>
                    <a:pt x="3761069" y="1430742"/>
                  </a:lnTo>
                  <a:lnTo>
                    <a:pt x="3761730" y="1430742"/>
                  </a:lnTo>
                  <a:lnTo>
                    <a:pt x="3762390" y="1406121"/>
                  </a:lnTo>
                  <a:lnTo>
                    <a:pt x="3763051" y="1362966"/>
                  </a:lnTo>
                  <a:lnTo>
                    <a:pt x="3763711" y="1325999"/>
                  </a:lnTo>
                  <a:lnTo>
                    <a:pt x="3764372" y="1309327"/>
                  </a:lnTo>
                  <a:lnTo>
                    <a:pt x="3765033" y="1309327"/>
                  </a:lnTo>
                  <a:lnTo>
                    <a:pt x="3765693" y="1325999"/>
                  </a:lnTo>
                  <a:lnTo>
                    <a:pt x="3766354" y="1362966"/>
                  </a:lnTo>
                  <a:lnTo>
                    <a:pt x="3767014" y="1406121"/>
                  </a:lnTo>
                  <a:lnTo>
                    <a:pt x="3767675" y="1430742"/>
                  </a:lnTo>
                  <a:lnTo>
                    <a:pt x="3768335" y="1430742"/>
                  </a:lnTo>
                  <a:lnTo>
                    <a:pt x="3768996" y="1430742"/>
                  </a:lnTo>
                  <a:lnTo>
                    <a:pt x="3769656" y="1430742"/>
                  </a:lnTo>
                  <a:lnTo>
                    <a:pt x="3770317" y="1379374"/>
                  </a:lnTo>
                  <a:lnTo>
                    <a:pt x="3770977" y="1322578"/>
                  </a:lnTo>
                  <a:lnTo>
                    <a:pt x="3771638" y="1290645"/>
                  </a:lnTo>
                  <a:lnTo>
                    <a:pt x="3772298" y="1276046"/>
                  </a:lnTo>
                  <a:lnTo>
                    <a:pt x="3772959" y="1262228"/>
                  </a:lnTo>
                  <a:lnTo>
                    <a:pt x="3773619" y="1293666"/>
                  </a:lnTo>
                  <a:lnTo>
                    <a:pt x="3774280" y="1325999"/>
                  </a:lnTo>
                  <a:lnTo>
                    <a:pt x="3774940" y="1325999"/>
                  </a:lnTo>
                  <a:lnTo>
                    <a:pt x="3775601" y="1309327"/>
                  </a:lnTo>
                  <a:lnTo>
                    <a:pt x="3776262" y="1325999"/>
                  </a:lnTo>
                  <a:lnTo>
                    <a:pt x="3776922" y="1325999"/>
                  </a:lnTo>
                  <a:lnTo>
                    <a:pt x="3777583" y="1343822"/>
                  </a:lnTo>
                  <a:lnTo>
                    <a:pt x="3778243" y="1383643"/>
                  </a:lnTo>
                  <a:lnTo>
                    <a:pt x="3778904" y="1430742"/>
                  </a:lnTo>
                  <a:lnTo>
                    <a:pt x="3779564" y="1430742"/>
                  </a:lnTo>
                  <a:lnTo>
                    <a:pt x="3780225" y="1430742"/>
                  </a:lnTo>
                  <a:lnTo>
                    <a:pt x="3780885" y="1430742"/>
                  </a:lnTo>
                  <a:lnTo>
                    <a:pt x="3781546" y="1430742"/>
                  </a:lnTo>
                  <a:lnTo>
                    <a:pt x="3782206" y="1430742"/>
                  </a:lnTo>
                  <a:lnTo>
                    <a:pt x="3782867" y="1430742"/>
                  </a:lnTo>
                  <a:lnTo>
                    <a:pt x="3783527" y="1430742"/>
                  </a:lnTo>
                  <a:lnTo>
                    <a:pt x="3784188" y="1430742"/>
                  </a:lnTo>
                  <a:lnTo>
                    <a:pt x="3784848" y="1430742"/>
                  </a:lnTo>
                  <a:lnTo>
                    <a:pt x="3785509" y="1430742"/>
                  </a:lnTo>
                  <a:lnTo>
                    <a:pt x="3786170" y="1430742"/>
                  </a:lnTo>
                  <a:lnTo>
                    <a:pt x="3786830" y="1430742"/>
                  </a:lnTo>
                  <a:lnTo>
                    <a:pt x="3787491" y="1430742"/>
                  </a:lnTo>
                  <a:lnTo>
                    <a:pt x="3788151" y="1430742"/>
                  </a:lnTo>
                  <a:lnTo>
                    <a:pt x="3788812" y="1430742"/>
                  </a:lnTo>
                  <a:lnTo>
                    <a:pt x="3789472" y="1430742"/>
                  </a:lnTo>
                  <a:lnTo>
                    <a:pt x="3790133" y="1430742"/>
                  </a:lnTo>
                  <a:lnTo>
                    <a:pt x="3790793" y="1430742"/>
                  </a:lnTo>
                  <a:lnTo>
                    <a:pt x="3791454" y="1430742"/>
                  </a:lnTo>
                  <a:lnTo>
                    <a:pt x="3792114" y="1430742"/>
                  </a:lnTo>
                  <a:lnTo>
                    <a:pt x="3792775" y="1430742"/>
                  </a:lnTo>
                  <a:lnTo>
                    <a:pt x="3793435" y="1430742"/>
                  </a:lnTo>
                  <a:lnTo>
                    <a:pt x="3794096" y="1430742"/>
                  </a:lnTo>
                  <a:lnTo>
                    <a:pt x="3794756" y="1430742"/>
                  </a:lnTo>
                  <a:lnTo>
                    <a:pt x="3795417" y="1406121"/>
                  </a:lnTo>
                  <a:lnTo>
                    <a:pt x="3796078" y="1343822"/>
                  </a:lnTo>
                  <a:lnTo>
                    <a:pt x="3796738" y="1309327"/>
                  </a:lnTo>
                  <a:lnTo>
                    <a:pt x="3797399" y="1303737"/>
                  </a:lnTo>
                  <a:lnTo>
                    <a:pt x="3798059" y="1288402"/>
                  </a:lnTo>
                  <a:lnTo>
                    <a:pt x="3798720" y="1288402"/>
                  </a:lnTo>
                  <a:lnTo>
                    <a:pt x="3799380" y="1320041"/>
                  </a:lnTo>
                  <a:lnTo>
                    <a:pt x="3800041" y="1320041"/>
                  </a:lnTo>
                  <a:lnTo>
                    <a:pt x="3800701" y="1264933"/>
                  </a:lnTo>
                  <a:lnTo>
                    <a:pt x="3801362" y="1204584"/>
                  </a:lnTo>
                  <a:lnTo>
                    <a:pt x="3802022" y="1164763"/>
                  </a:lnTo>
                  <a:lnTo>
                    <a:pt x="3802683" y="1155698"/>
                  </a:lnTo>
                  <a:lnTo>
                    <a:pt x="3803343" y="1174158"/>
                  </a:lnTo>
                  <a:lnTo>
                    <a:pt x="3804004" y="1215579"/>
                  </a:lnTo>
                  <a:lnTo>
                    <a:pt x="3804664" y="1293666"/>
                  </a:lnTo>
                  <a:lnTo>
                    <a:pt x="3805325" y="1383643"/>
                  </a:lnTo>
                  <a:lnTo>
                    <a:pt x="3805985" y="1428172"/>
                  </a:lnTo>
                  <a:lnTo>
                    <a:pt x="3806646" y="1381500"/>
                  </a:lnTo>
                  <a:lnTo>
                    <a:pt x="3807307" y="1341983"/>
                  </a:lnTo>
                  <a:lnTo>
                    <a:pt x="3807967" y="1341983"/>
                  </a:lnTo>
                  <a:lnTo>
                    <a:pt x="3808628" y="1341983"/>
                  </a:lnTo>
                  <a:lnTo>
                    <a:pt x="3809288" y="1343822"/>
                  </a:lnTo>
                  <a:lnTo>
                    <a:pt x="3809949" y="1383643"/>
                  </a:lnTo>
                  <a:lnTo>
                    <a:pt x="3810609" y="1430742"/>
                  </a:lnTo>
                  <a:lnTo>
                    <a:pt x="3811270" y="1430742"/>
                  </a:lnTo>
                  <a:lnTo>
                    <a:pt x="3811930" y="1430742"/>
                  </a:lnTo>
                  <a:lnTo>
                    <a:pt x="3812591" y="1430742"/>
                  </a:lnTo>
                  <a:lnTo>
                    <a:pt x="3813251" y="1430742"/>
                  </a:lnTo>
                  <a:lnTo>
                    <a:pt x="3813912" y="1430742"/>
                  </a:lnTo>
                  <a:lnTo>
                    <a:pt x="3814572" y="1406121"/>
                  </a:lnTo>
                  <a:lnTo>
                    <a:pt x="3815233" y="1362966"/>
                  </a:lnTo>
                  <a:lnTo>
                    <a:pt x="3815893" y="1325999"/>
                  </a:lnTo>
                  <a:lnTo>
                    <a:pt x="3816554" y="1309327"/>
                  </a:lnTo>
                  <a:lnTo>
                    <a:pt x="3817215" y="1309327"/>
                  </a:lnTo>
                  <a:lnTo>
                    <a:pt x="3817875" y="1325999"/>
                  </a:lnTo>
                  <a:lnTo>
                    <a:pt x="3818536" y="1362966"/>
                  </a:lnTo>
                  <a:lnTo>
                    <a:pt x="3819196" y="1406121"/>
                  </a:lnTo>
                  <a:lnTo>
                    <a:pt x="3819857" y="1430742"/>
                  </a:lnTo>
                  <a:lnTo>
                    <a:pt x="3820517" y="1430742"/>
                  </a:lnTo>
                  <a:lnTo>
                    <a:pt x="3821178" y="1430742"/>
                  </a:lnTo>
                  <a:lnTo>
                    <a:pt x="3821838" y="1430742"/>
                  </a:lnTo>
                  <a:lnTo>
                    <a:pt x="3822499" y="1430742"/>
                  </a:lnTo>
                  <a:lnTo>
                    <a:pt x="3823159" y="1430742"/>
                  </a:lnTo>
                  <a:lnTo>
                    <a:pt x="3823820" y="1406121"/>
                  </a:lnTo>
                  <a:lnTo>
                    <a:pt x="3824480" y="1362966"/>
                  </a:lnTo>
                  <a:lnTo>
                    <a:pt x="3825141" y="1312577"/>
                  </a:lnTo>
                  <a:lnTo>
                    <a:pt x="3825801" y="1281787"/>
                  </a:lnTo>
                  <a:lnTo>
                    <a:pt x="3826462" y="1281787"/>
                  </a:lnTo>
                  <a:lnTo>
                    <a:pt x="3827123" y="1281787"/>
                  </a:lnTo>
                  <a:lnTo>
                    <a:pt x="3827783" y="1296723"/>
                  </a:lnTo>
                  <a:lnTo>
                    <a:pt x="3828444" y="1343822"/>
                  </a:lnTo>
                  <a:lnTo>
                    <a:pt x="3829104" y="1383643"/>
                  </a:lnTo>
                  <a:lnTo>
                    <a:pt x="3829765" y="1383643"/>
                  </a:lnTo>
                  <a:lnTo>
                    <a:pt x="3830425" y="1406121"/>
                  </a:lnTo>
                  <a:lnTo>
                    <a:pt x="3831086" y="1430742"/>
                  </a:lnTo>
                  <a:lnTo>
                    <a:pt x="3831746" y="1430742"/>
                  </a:lnTo>
                  <a:lnTo>
                    <a:pt x="3832407" y="1430742"/>
                  </a:lnTo>
                  <a:lnTo>
                    <a:pt x="3833067" y="1430742"/>
                  </a:lnTo>
                  <a:lnTo>
                    <a:pt x="3833728" y="1430742"/>
                  </a:lnTo>
                  <a:lnTo>
                    <a:pt x="3834388" y="1430742"/>
                  </a:lnTo>
                  <a:lnTo>
                    <a:pt x="3835049" y="1430742"/>
                  </a:lnTo>
                  <a:lnTo>
                    <a:pt x="3835709" y="1406121"/>
                  </a:lnTo>
                  <a:lnTo>
                    <a:pt x="3836370" y="1362966"/>
                  </a:lnTo>
                  <a:lnTo>
                    <a:pt x="3837031" y="1343822"/>
                  </a:lnTo>
                  <a:lnTo>
                    <a:pt x="3837691" y="1343822"/>
                  </a:lnTo>
                  <a:lnTo>
                    <a:pt x="3838352" y="1343822"/>
                  </a:lnTo>
                  <a:lnTo>
                    <a:pt x="3839012" y="1343822"/>
                  </a:lnTo>
                  <a:lnTo>
                    <a:pt x="3839673" y="1362966"/>
                  </a:lnTo>
                  <a:lnTo>
                    <a:pt x="3840333" y="1343822"/>
                  </a:lnTo>
                  <a:lnTo>
                    <a:pt x="3840994" y="1310136"/>
                  </a:lnTo>
                  <a:lnTo>
                    <a:pt x="3841654" y="1265614"/>
                  </a:lnTo>
                  <a:lnTo>
                    <a:pt x="3842315" y="1252330"/>
                  </a:lnTo>
                  <a:lnTo>
                    <a:pt x="3842975" y="1252330"/>
                  </a:lnTo>
                  <a:lnTo>
                    <a:pt x="3843636" y="1279619"/>
                  </a:lnTo>
                  <a:lnTo>
                    <a:pt x="3844296" y="1309327"/>
                  </a:lnTo>
                  <a:lnTo>
                    <a:pt x="3844957" y="1341983"/>
                  </a:lnTo>
                  <a:lnTo>
                    <a:pt x="3845617" y="1341983"/>
                  </a:lnTo>
                  <a:lnTo>
                    <a:pt x="3846278" y="1307718"/>
                  </a:lnTo>
                  <a:lnTo>
                    <a:pt x="3846938" y="1250395"/>
                  </a:lnTo>
                  <a:lnTo>
                    <a:pt x="3847599" y="1214458"/>
                  </a:lnTo>
                  <a:lnTo>
                    <a:pt x="3848260" y="1215579"/>
                  </a:lnTo>
                  <a:lnTo>
                    <a:pt x="3848920" y="1239079"/>
                  </a:lnTo>
                  <a:lnTo>
                    <a:pt x="3849581" y="1278901"/>
                  </a:lnTo>
                  <a:lnTo>
                    <a:pt x="3850241" y="1343822"/>
                  </a:lnTo>
                  <a:lnTo>
                    <a:pt x="3850902" y="1406121"/>
                  </a:lnTo>
                  <a:lnTo>
                    <a:pt x="3851562" y="1406121"/>
                  </a:lnTo>
                  <a:lnTo>
                    <a:pt x="3852223" y="1343822"/>
                  </a:lnTo>
                  <a:lnTo>
                    <a:pt x="3852883" y="1264933"/>
                  </a:lnTo>
                  <a:lnTo>
                    <a:pt x="3853544" y="1204584"/>
                  </a:lnTo>
                  <a:lnTo>
                    <a:pt x="3854204" y="1175116"/>
                  </a:lnTo>
                  <a:lnTo>
                    <a:pt x="3854865" y="1184902"/>
                  </a:lnTo>
                  <a:lnTo>
                    <a:pt x="3855525" y="1216704"/>
                  </a:lnTo>
                  <a:lnTo>
                    <a:pt x="3856186" y="1280340"/>
                  </a:lnTo>
                  <a:lnTo>
                    <a:pt x="3856846" y="1364961"/>
                  </a:lnTo>
                  <a:lnTo>
                    <a:pt x="3857507" y="1430742"/>
                  </a:lnTo>
                  <a:lnTo>
                    <a:pt x="3858168" y="1430742"/>
                  </a:lnTo>
                  <a:lnTo>
                    <a:pt x="3858828" y="1383643"/>
                  </a:lnTo>
                  <a:lnTo>
                    <a:pt x="3859489" y="1309327"/>
                  </a:lnTo>
                  <a:lnTo>
                    <a:pt x="3860149" y="1265614"/>
                  </a:lnTo>
                  <a:lnTo>
                    <a:pt x="3860810" y="1252330"/>
                  </a:lnTo>
                  <a:lnTo>
                    <a:pt x="3861470" y="1252330"/>
                  </a:lnTo>
                  <a:lnTo>
                    <a:pt x="3862131" y="1279619"/>
                  </a:lnTo>
                  <a:lnTo>
                    <a:pt x="3862791" y="1344746"/>
                  </a:lnTo>
                  <a:lnTo>
                    <a:pt x="3863452" y="1406121"/>
                  </a:lnTo>
                  <a:lnTo>
                    <a:pt x="3864112" y="1406121"/>
                  </a:lnTo>
                  <a:lnTo>
                    <a:pt x="3864773" y="1383643"/>
                  </a:lnTo>
                  <a:lnTo>
                    <a:pt x="3865433" y="1350362"/>
                  </a:lnTo>
                  <a:lnTo>
                    <a:pt x="3866094" y="1292151"/>
                  </a:lnTo>
                  <a:lnTo>
                    <a:pt x="3866754" y="1250395"/>
                  </a:lnTo>
                  <a:lnTo>
                    <a:pt x="3867415" y="1203510"/>
                  </a:lnTo>
                  <a:lnTo>
                    <a:pt x="3868076" y="1182915"/>
                  </a:lnTo>
                  <a:lnTo>
                    <a:pt x="3868736" y="1189430"/>
                  </a:lnTo>
                  <a:lnTo>
                    <a:pt x="3869397" y="1227062"/>
                  </a:lnTo>
                  <a:lnTo>
                    <a:pt x="3870057" y="1264933"/>
                  </a:lnTo>
                  <a:lnTo>
                    <a:pt x="3870718" y="1343822"/>
                  </a:lnTo>
                  <a:lnTo>
                    <a:pt x="3871378" y="1406121"/>
                  </a:lnTo>
                  <a:lnTo>
                    <a:pt x="3872039" y="1430742"/>
                  </a:lnTo>
                  <a:lnTo>
                    <a:pt x="3872699" y="1430742"/>
                  </a:lnTo>
                  <a:lnTo>
                    <a:pt x="3873360" y="1385805"/>
                  </a:lnTo>
                  <a:lnTo>
                    <a:pt x="3874020" y="1345674"/>
                  </a:lnTo>
                  <a:lnTo>
                    <a:pt x="3874681" y="1327727"/>
                  </a:lnTo>
                  <a:lnTo>
                    <a:pt x="3875341" y="1327727"/>
                  </a:lnTo>
                  <a:lnTo>
                    <a:pt x="3876002" y="1327727"/>
                  </a:lnTo>
                  <a:lnTo>
                    <a:pt x="3876662" y="1343822"/>
                  </a:lnTo>
                  <a:lnTo>
                    <a:pt x="3877323" y="1343822"/>
                  </a:lnTo>
                  <a:lnTo>
                    <a:pt x="3877983" y="1338345"/>
                  </a:lnTo>
                  <a:lnTo>
                    <a:pt x="3878644" y="1338345"/>
                  </a:lnTo>
                  <a:lnTo>
                    <a:pt x="3879305" y="1338345"/>
                  </a:lnTo>
                  <a:lnTo>
                    <a:pt x="3879965" y="1357073"/>
                  </a:lnTo>
                  <a:lnTo>
                    <a:pt x="3880626" y="1399170"/>
                  </a:lnTo>
                  <a:lnTo>
                    <a:pt x="3881286" y="1430742"/>
                  </a:lnTo>
                  <a:lnTo>
                    <a:pt x="3881947" y="1430742"/>
                  </a:lnTo>
                  <a:lnTo>
                    <a:pt x="3882607" y="1430742"/>
                  </a:lnTo>
                  <a:lnTo>
                    <a:pt x="3883268" y="1430742"/>
                  </a:lnTo>
                  <a:lnTo>
                    <a:pt x="3883928" y="1430742"/>
                  </a:lnTo>
                  <a:lnTo>
                    <a:pt x="3884589" y="1430742"/>
                  </a:lnTo>
                  <a:lnTo>
                    <a:pt x="3885249" y="1430742"/>
                  </a:lnTo>
                  <a:lnTo>
                    <a:pt x="3885910" y="1430742"/>
                  </a:lnTo>
                  <a:lnTo>
                    <a:pt x="3886570" y="1430742"/>
                  </a:lnTo>
                  <a:lnTo>
                    <a:pt x="3887231" y="1430742"/>
                  </a:lnTo>
                  <a:lnTo>
                    <a:pt x="3887891" y="1430742"/>
                  </a:lnTo>
                  <a:lnTo>
                    <a:pt x="3888552" y="1430742"/>
                  </a:lnTo>
                  <a:lnTo>
                    <a:pt x="3889213" y="1430742"/>
                  </a:lnTo>
                  <a:lnTo>
                    <a:pt x="3889873" y="1430742"/>
                  </a:lnTo>
                  <a:lnTo>
                    <a:pt x="3890534" y="1430742"/>
                  </a:lnTo>
                  <a:lnTo>
                    <a:pt x="3891194" y="1430742"/>
                  </a:lnTo>
                  <a:lnTo>
                    <a:pt x="3891855" y="1430742"/>
                  </a:lnTo>
                  <a:lnTo>
                    <a:pt x="3892515" y="1430742"/>
                  </a:lnTo>
                  <a:lnTo>
                    <a:pt x="3893176" y="1430742"/>
                  </a:lnTo>
                  <a:lnTo>
                    <a:pt x="3893836" y="1430742"/>
                  </a:lnTo>
                  <a:lnTo>
                    <a:pt x="3894497" y="1430742"/>
                  </a:lnTo>
                  <a:lnTo>
                    <a:pt x="3895157" y="1430742"/>
                  </a:lnTo>
                  <a:lnTo>
                    <a:pt x="3895818" y="1430742"/>
                  </a:lnTo>
                  <a:lnTo>
                    <a:pt x="3896478" y="1430742"/>
                  </a:lnTo>
                  <a:lnTo>
                    <a:pt x="3897139" y="1406121"/>
                  </a:lnTo>
                  <a:lnTo>
                    <a:pt x="3897799" y="1383643"/>
                  </a:lnTo>
                  <a:lnTo>
                    <a:pt x="3898460" y="1362966"/>
                  </a:lnTo>
                  <a:lnTo>
                    <a:pt x="3899121" y="1343822"/>
                  </a:lnTo>
                  <a:lnTo>
                    <a:pt x="3899781" y="1343822"/>
                  </a:lnTo>
                  <a:lnTo>
                    <a:pt x="3900442" y="1362966"/>
                  </a:lnTo>
                  <a:lnTo>
                    <a:pt x="3901102" y="1383643"/>
                  </a:lnTo>
                  <a:lnTo>
                    <a:pt x="3901763" y="1406121"/>
                  </a:lnTo>
                  <a:lnTo>
                    <a:pt x="3902423" y="1430742"/>
                  </a:lnTo>
                  <a:lnTo>
                    <a:pt x="3903084" y="1430742"/>
                  </a:lnTo>
                  <a:lnTo>
                    <a:pt x="3903744" y="1406121"/>
                  </a:lnTo>
                  <a:lnTo>
                    <a:pt x="3904405" y="1383643"/>
                  </a:lnTo>
                  <a:lnTo>
                    <a:pt x="3905065" y="1343822"/>
                  </a:lnTo>
                  <a:lnTo>
                    <a:pt x="3905726" y="1325999"/>
                  </a:lnTo>
                  <a:lnTo>
                    <a:pt x="3906386" y="1325999"/>
                  </a:lnTo>
                  <a:lnTo>
                    <a:pt x="3907047" y="1343822"/>
                  </a:lnTo>
                  <a:lnTo>
                    <a:pt x="3907707" y="1362966"/>
                  </a:lnTo>
                  <a:lnTo>
                    <a:pt x="3908368" y="1406121"/>
                  </a:lnTo>
                  <a:lnTo>
                    <a:pt x="3909029" y="1430742"/>
                  </a:lnTo>
                  <a:lnTo>
                    <a:pt x="3909689" y="1430742"/>
                  </a:lnTo>
                  <a:lnTo>
                    <a:pt x="3910350" y="1430742"/>
                  </a:lnTo>
                  <a:lnTo>
                    <a:pt x="3911010" y="1430742"/>
                  </a:lnTo>
                  <a:lnTo>
                    <a:pt x="3911671" y="1430742"/>
                  </a:lnTo>
                  <a:lnTo>
                    <a:pt x="3912331" y="1430742"/>
                  </a:lnTo>
                  <a:lnTo>
                    <a:pt x="3912992" y="1430742"/>
                  </a:lnTo>
                  <a:lnTo>
                    <a:pt x="3913652" y="1430742"/>
                  </a:lnTo>
                  <a:lnTo>
                    <a:pt x="3914313" y="1430742"/>
                  </a:lnTo>
                  <a:lnTo>
                    <a:pt x="3914973" y="1430742"/>
                  </a:lnTo>
                  <a:lnTo>
                    <a:pt x="3915634" y="1430742"/>
                  </a:lnTo>
                  <a:lnTo>
                    <a:pt x="3916294" y="1430742"/>
                  </a:lnTo>
                  <a:lnTo>
                    <a:pt x="3916955" y="1430742"/>
                  </a:lnTo>
                  <a:lnTo>
                    <a:pt x="3917615" y="1406121"/>
                  </a:lnTo>
                  <a:lnTo>
                    <a:pt x="3918276" y="1362966"/>
                  </a:lnTo>
                  <a:lnTo>
                    <a:pt x="3918936" y="1325999"/>
                  </a:lnTo>
                  <a:lnTo>
                    <a:pt x="3919597" y="1309327"/>
                  </a:lnTo>
                  <a:lnTo>
                    <a:pt x="3920258" y="1309327"/>
                  </a:lnTo>
                  <a:lnTo>
                    <a:pt x="3920918" y="1325999"/>
                  </a:lnTo>
                  <a:lnTo>
                    <a:pt x="3921579" y="1362966"/>
                  </a:lnTo>
                  <a:lnTo>
                    <a:pt x="3922239" y="1406121"/>
                  </a:lnTo>
                  <a:lnTo>
                    <a:pt x="3922900" y="1406121"/>
                  </a:lnTo>
                  <a:lnTo>
                    <a:pt x="3923560" y="1362966"/>
                  </a:lnTo>
                  <a:lnTo>
                    <a:pt x="3924221" y="1343822"/>
                  </a:lnTo>
                  <a:lnTo>
                    <a:pt x="3924881" y="1327727"/>
                  </a:lnTo>
                  <a:lnTo>
                    <a:pt x="3925542" y="1321729"/>
                  </a:lnTo>
                  <a:lnTo>
                    <a:pt x="3926202" y="1321729"/>
                  </a:lnTo>
                  <a:lnTo>
                    <a:pt x="3926863" y="1321729"/>
                  </a:lnTo>
                  <a:lnTo>
                    <a:pt x="3927523" y="1321729"/>
                  </a:lnTo>
                  <a:lnTo>
                    <a:pt x="3928184" y="1337443"/>
                  </a:lnTo>
                  <a:lnTo>
                    <a:pt x="3928844" y="1306917"/>
                  </a:lnTo>
                  <a:lnTo>
                    <a:pt x="3929505" y="1262902"/>
                  </a:lnTo>
                  <a:lnTo>
                    <a:pt x="3930166" y="1262902"/>
                  </a:lnTo>
                  <a:lnTo>
                    <a:pt x="3930826" y="1262902"/>
                  </a:lnTo>
                  <a:lnTo>
                    <a:pt x="3931487" y="1262902"/>
                  </a:lnTo>
                  <a:lnTo>
                    <a:pt x="3932147" y="1293666"/>
                  </a:lnTo>
                  <a:lnTo>
                    <a:pt x="3932808" y="1362966"/>
                  </a:lnTo>
                  <a:lnTo>
                    <a:pt x="3933468" y="1406121"/>
                  </a:lnTo>
                  <a:lnTo>
                    <a:pt x="3934129" y="1430742"/>
                  </a:lnTo>
                  <a:lnTo>
                    <a:pt x="3934789" y="1430742"/>
                  </a:lnTo>
                  <a:lnTo>
                    <a:pt x="3935450" y="1430742"/>
                  </a:lnTo>
                  <a:lnTo>
                    <a:pt x="3936110" y="1430742"/>
                  </a:lnTo>
                  <a:lnTo>
                    <a:pt x="3936771" y="1430742"/>
                  </a:lnTo>
                  <a:lnTo>
                    <a:pt x="3937431" y="1430742"/>
                  </a:lnTo>
                  <a:lnTo>
                    <a:pt x="3938092" y="1430742"/>
                  </a:lnTo>
                  <a:lnTo>
                    <a:pt x="3938752" y="1430742"/>
                  </a:lnTo>
                  <a:lnTo>
                    <a:pt x="3939413" y="1430742"/>
                  </a:lnTo>
                  <a:lnTo>
                    <a:pt x="3940074" y="1430742"/>
                  </a:lnTo>
                  <a:lnTo>
                    <a:pt x="3940734" y="1430742"/>
                  </a:lnTo>
                  <a:lnTo>
                    <a:pt x="3941395" y="1430742"/>
                  </a:lnTo>
                  <a:lnTo>
                    <a:pt x="3942055" y="1430742"/>
                  </a:lnTo>
                  <a:lnTo>
                    <a:pt x="3942716" y="1430742"/>
                  </a:lnTo>
                  <a:lnTo>
                    <a:pt x="3943376" y="1430742"/>
                  </a:lnTo>
                  <a:lnTo>
                    <a:pt x="3944037" y="1406121"/>
                  </a:lnTo>
                  <a:lnTo>
                    <a:pt x="3944697" y="1370017"/>
                  </a:lnTo>
                  <a:lnTo>
                    <a:pt x="3945358" y="1350362"/>
                  </a:lnTo>
                  <a:lnTo>
                    <a:pt x="3946018" y="1332098"/>
                  </a:lnTo>
                  <a:lnTo>
                    <a:pt x="3946679" y="1332098"/>
                  </a:lnTo>
                  <a:lnTo>
                    <a:pt x="3947339" y="1350362"/>
                  </a:lnTo>
                  <a:lnTo>
                    <a:pt x="3948000" y="1383643"/>
                  </a:lnTo>
                  <a:lnTo>
                    <a:pt x="3948660" y="1406121"/>
                  </a:lnTo>
                  <a:lnTo>
                    <a:pt x="3949321" y="1430742"/>
                  </a:lnTo>
                  <a:lnTo>
                    <a:pt x="3949981" y="1404949"/>
                  </a:lnTo>
                  <a:lnTo>
                    <a:pt x="3950642" y="1361975"/>
                  </a:lnTo>
                  <a:lnTo>
                    <a:pt x="3951303" y="1342901"/>
                  </a:lnTo>
                  <a:lnTo>
                    <a:pt x="3951963" y="1342901"/>
                  </a:lnTo>
                  <a:lnTo>
                    <a:pt x="3952624" y="1342901"/>
                  </a:lnTo>
                  <a:lnTo>
                    <a:pt x="3953284" y="1362966"/>
                  </a:lnTo>
                  <a:lnTo>
                    <a:pt x="3953945" y="1406121"/>
                  </a:lnTo>
                  <a:lnTo>
                    <a:pt x="3954605" y="1430742"/>
                  </a:lnTo>
                  <a:lnTo>
                    <a:pt x="3955266" y="1430742"/>
                  </a:lnTo>
                  <a:lnTo>
                    <a:pt x="3955926" y="1430742"/>
                  </a:lnTo>
                  <a:lnTo>
                    <a:pt x="3956587" y="1406121"/>
                  </a:lnTo>
                  <a:lnTo>
                    <a:pt x="3957247" y="1362966"/>
                  </a:lnTo>
                  <a:lnTo>
                    <a:pt x="3957908" y="1325999"/>
                  </a:lnTo>
                  <a:lnTo>
                    <a:pt x="3958568" y="1309327"/>
                  </a:lnTo>
                  <a:lnTo>
                    <a:pt x="3959229" y="1293666"/>
                  </a:lnTo>
                  <a:lnTo>
                    <a:pt x="3959889" y="1278901"/>
                  </a:lnTo>
                  <a:lnTo>
                    <a:pt x="3960550" y="1264933"/>
                  </a:lnTo>
                  <a:lnTo>
                    <a:pt x="3961211" y="1278901"/>
                  </a:lnTo>
                  <a:lnTo>
                    <a:pt x="3961871" y="1269045"/>
                  </a:lnTo>
                  <a:lnTo>
                    <a:pt x="3962532" y="1255587"/>
                  </a:lnTo>
                  <a:lnTo>
                    <a:pt x="3963192" y="1269045"/>
                  </a:lnTo>
                  <a:lnTo>
                    <a:pt x="3963853" y="1314217"/>
                  </a:lnTo>
                  <a:lnTo>
                    <a:pt x="3964513" y="1331218"/>
                  </a:lnTo>
                  <a:lnTo>
                    <a:pt x="3965174" y="1362966"/>
                  </a:lnTo>
                  <a:lnTo>
                    <a:pt x="3965834" y="1406121"/>
                  </a:lnTo>
                  <a:lnTo>
                    <a:pt x="3966495" y="1430742"/>
                  </a:lnTo>
                  <a:lnTo>
                    <a:pt x="3967155" y="1430742"/>
                  </a:lnTo>
                  <a:lnTo>
                    <a:pt x="3967816" y="1430742"/>
                  </a:lnTo>
                  <a:lnTo>
                    <a:pt x="3968476" y="1430742"/>
                  </a:lnTo>
                  <a:lnTo>
                    <a:pt x="3969137" y="1430742"/>
                  </a:lnTo>
                  <a:lnTo>
                    <a:pt x="3969797" y="1430742"/>
                  </a:lnTo>
                  <a:lnTo>
                    <a:pt x="3970458" y="1430742"/>
                  </a:lnTo>
                  <a:lnTo>
                    <a:pt x="3971119" y="1430742"/>
                  </a:lnTo>
                  <a:lnTo>
                    <a:pt x="3971779" y="1430742"/>
                  </a:lnTo>
                  <a:lnTo>
                    <a:pt x="3972440" y="1430742"/>
                  </a:lnTo>
                  <a:lnTo>
                    <a:pt x="3973100" y="1430742"/>
                  </a:lnTo>
                  <a:lnTo>
                    <a:pt x="3973761" y="1430742"/>
                  </a:lnTo>
                  <a:lnTo>
                    <a:pt x="3974421" y="1430742"/>
                  </a:lnTo>
                  <a:lnTo>
                    <a:pt x="3975082" y="1430742"/>
                  </a:lnTo>
                  <a:lnTo>
                    <a:pt x="3975742" y="1430742"/>
                  </a:lnTo>
                  <a:lnTo>
                    <a:pt x="3976403" y="1430742"/>
                  </a:lnTo>
                  <a:lnTo>
                    <a:pt x="3977063" y="1430742"/>
                  </a:lnTo>
                  <a:lnTo>
                    <a:pt x="3977724" y="1430742"/>
                  </a:lnTo>
                  <a:lnTo>
                    <a:pt x="3978384" y="1430742"/>
                  </a:lnTo>
                  <a:lnTo>
                    <a:pt x="3979045" y="1430742"/>
                  </a:lnTo>
                  <a:lnTo>
                    <a:pt x="3979705" y="1430742"/>
                  </a:lnTo>
                  <a:lnTo>
                    <a:pt x="3980366" y="1430742"/>
                  </a:lnTo>
                  <a:lnTo>
                    <a:pt x="3981027" y="1430742"/>
                  </a:lnTo>
                  <a:lnTo>
                    <a:pt x="3981687" y="1430742"/>
                  </a:lnTo>
                  <a:lnTo>
                    <a:pt x="3982348" y="1430742"/>
                  </a:lnTo>
                  <a:lnTo>
                    <a:pt x="3983008" y="1430742"/>
                  </a:lnTo>
                  <a:lnTo>
                    <a:pt x="3983669" y="1430742"/>
                  </a:lnTo>
                  <a:lnTo>
                    <a:pt x="3984329" y="1430742"/>
                  </a:lnTo>
                  <a:lnTo>
                    <a:pt x="3984990" y="1406121"/>
                  </a:lnTo>
                  <a:lnTo>
                    <a:pt x="3985650" y="1383643"/>
                  </a:lnTo>
                  <a:lnTo>
                    <a:pt x="3986311" y="1343822"/>
                  </a:lnTo>
                  <a:lnTo>
                    <a:pt x="3986971" y="1309327"/>
                  </a:lnTo>
                  <a:lnTo>
                    <a:pt x="3987632" y="1278901"/>
                  </a:lnTo>
                  <a:lnTo>
                    <a:pt x="3988292" y="1278901"/>
                  </a:lnTo>
                  <a:lnTo>
                    <a:pt x="3988953" y="1293666"/>
                  </a:lnTo>
                  <a:lnTo>
                    <a:pt x="3989613" y="1293666"/>
                  </a:lnTo>
                  <a:lnTo>
                    <a:pt x="3990274" y="1293666"/>
                  </a:lnTo>
                  <a:lnTo>
                    <a:pt x="3990934" y="1325999"/>
                  </a:lnTo>
                  <a:lnTo>
                    <a:pt x="3991595" y="1343822"/>
                  </a:lnTo>
                  <a:lnTo>
                    <a:pt x="3992256" y="1343822"/>
                  </a:lnTo>
                  <a:lnTo>
                    <a:pt x="3992916" y="1362966"/>
                  </a:lnTo>
                  <a:lnTo>
                    <a:pt x="3993577" y="1362966"/>
                  </a:lnTo>
                  <a:lnTo>
                    <a:pt x="3994237" y="1343822"/>
                  </a:lnTo>
                  <a:lnTo>
                    <a:pt x="3994898" y="1343822"/>
                  </a:lnTo>
                  <a:lnTo>
                    <a:pt x="3995558" y="1343822"/>
                  </a:lnTo>
                  <a:lnTo>
                    <a:pt x="3996219" y="1362966"/>
                  </a:lnTo>
                  <a:lnTo>
                    <a:pt x="3996879" y="1362966"/>
                  </a:lnTo>
                  <a:lnTo>
                    <a:pt x="3997540" y="1309327"/>
                  </a:lnTo>
                  <a:lnTo>
                    <a:pt x="3998200" y="1251683"/>
                  </a:lnTo>
                  <a:lnTo>
                    <a:pt x="3998861" y="1227062"/>
                  </a:lnTo>
                  <a:lnTo>
                    <a:pt x="3999521" y="1215579"/>
                  </a:lnTo>
                  <a:lnTo>
                    <a:pt x="4000182" y="1239079"/>
                  </a:lnTo>
                  <a:lnTo>
                    <a:pt x="4000842" y="1293666"/>
                  </a:lnTo>
                  <a:lnTo>
                    <a:pt x="4001503" y="1343822"/>
                  </a:lnTo>
                  <a:lnTo>
                    <a:pt x="4002164" y="1343822"/>
                  </a:lnTo>
                  <a:lnTo>
                    <a:pt x="4002824" y="1325999"/>
                  </a:lnTo>
                  <a:lnTo>
                    <a:pt x="4003485" y="1325999"/>
                  </a:lnTo>
                  <a:lnTo>
                    <a:pt x="4004145" y="1325999"/>
                  </a:lnTo>
                  <a:lnTo>
                    <a:pt x="4004806" y="1325999"/>
                  </a:lnTo>
                  <a:lnTo>
                    <a:pt x="4005466" y="1325999"/>
                  </a:lnTo>
                  <a:lnTo>
                    <a:pt x="4006127" y="1343822"/>
                  </a:lnTo>
                  <a:lnTo>
                    <a:pt x="4006787" y="1325999"/>
                  </a:lnTo>
                  <a:lnTo>
                    <a:pt x="4007448" y="1325999"/>
                  </a:lnTo>
                  <a:lnTo>
                    <a:pt x="4008108" y="1343822"/>
                  </a:lnTo>
                  <a:lnTo>
                    <a:pt x="4008769" y="1383643"/>
                  </a:lnTo>
                  <a:lnTo>
                    <a:pt x="4009429" y="1406121"/>
                  </a:lnTo>
                  <a:lnTo>
                    <a:pt x="4010090" y="1430742"/>
                  </a:lnTo>
                  <a:lnTo>
                    <a:pt x="4010750" y="1430742"/>
                  </a:lnTo>
                  <a:lnTo>
                    <a:pt x="4011411" y="1430742"/>
                  </a:lnTo>
                  <a:lnTo>
                    <a:pt x="4012072" y="1430742"/>
                  </a:lnTo>
                  <a:lnTo>
                    <a:pt x="4012732" y="1430742"/>
                  </a:lnTo>
                  <a:lnTo>
                    <a:pt x="4013393" y="1430742"/>
                  </a:lnTo>
                  <a:lnTo>
                    <a:pt x="4014053" y="1430742"/>
                  </a:lnTo>
                  <a:lnTo>
                    <a:pt x="4014714" y="1430742"/>
                  </a:lnTo>
                  <a:lnTo>
                    <a:pt x="4015374" y="1430742"/>
                  </a:lnTo>
                  <a:lnTo>
                    <a:pt x="4016035" y="1430742"/>
                  </a:lnTo>
                  <a:lnTo>
                    <a:pt x="4016695" y="1430742"/>
                  </a:lnTo>
                  <a:lnTo>
                    <a:pt x="4017356" y="1430742"/>
                  </a:lnTo>
                  <a:lnTo>
                    <a:pt x="4018016" y="1430742"/>
                  </a:lnTo>
                  <a:lnTo>
                    <a:pt x="4018677" y="1406121"/>
                  </a:lnTo>
                  <a:lnTo>
                    <a:pt x="4019337" y="1383643"/>
                  </a:lnTo>
                  <a:lnTo>
                    <a:pt x="4019998" y="1343822"/>
                  </a:lnTo>
                  <a:lnTo>
                    <a:pt x="4020658" y="1325999"/>
                  </a:lnTo>
                  <a:lnTo>
                    <a:pt x="4021319" y="1325999"/>
                  </a:lnTo>
                  <a:lnTo>
                    <a:pt x="4021979" y="1343822"/>
                  </a:lnTo>
                  <a:lnTo>
                    <a:pt x="4022640" y="1362966"/>
                  </a:lnTo>
                  <a:lnTo>
                    <a:pt x="4023301" y="1406121"/>
                  </a:lnTo>
                  <a:lnTo>
                    <a:pt x="4023961" y="1430742"/>
                  </a:lnTo>
                  <a:lnTo>
                    <a:pt x="4024622" y="1406121"/>
                  </a:lnTo>
                  <a:lnTo>
                    <a:pt x="4025282" y="1362966"/>
                  </a:lnTo>
                  <a:lnTo>
                    <a:pt x="4025943" y="1343822"/>
                  </a:lnTo>
                  <a:lnTo>
                    <a:pt x="4026603" y="1343822"/>
                  </a:lnTo>
                  <a:lnTo>
                    <a:pt x="4027264" y="1343822"/>
                  </a:lnTo>
                  <a:lnTo>
                    <a:pt x="4027924" y="1362966"/>
                  </a:lnTo>
                  <a:lnTo>
                    <a:pt x="4028585" y="1406121"/>
                  </a:lnTo>
                  <a:lnTo>
                    <a:pt x="4029245" y="1430742"/>
                  </a:lnTo>
                  <a:lnTo>
                    <a:pt x="4029906" y="1430742"/>
                  </a:lnTo>
                  <a:lnTo>
                    <a:pt x="4030566" y="1430742"/>
                  </a:lnTo>
                  <a:lnTo>
                    <a:pt x="4031227" y="1430742"/>
                  </a:lnTo>
                  <a:lnTo>
                    <a:pt x="4031887" y="1430742"/>
                  </a:lnTo>
                  <a:lnTo>
                    <a:pt x="4032548" y="1430742"/>
                  </a:lnTo>
                  <a:lnTo>
                    <a:pt x="4033209" y="1430742"/>
                  </a:lnTo>
                  <a:lnTo>
                    <a:pt x="4033869" y="1430742"/>
                  </a:lnTo>
                  <a:lnTo>
                    <a:pt x="4034530" y="1430742"/>
                  </a:lnTo>
                  <a:lnTo>
                    <a:pt x="4035190" y="1430742"/>
                  </a:lnTo>
                  <a:lnTo>
                    <a:pt x="4035851" y="1430742"/>
                  </a:lnTo>
                  <a:lnTo>
                    <a:pt x="4036511" y="1430742"/>
                  </a:lnTo>
                  <a:lnTo>
                    <a:pt x="4037172" y="1430742"/>
                  </a:lnTo>
                  <a:lnTo>
                    <a:pt x="4037832" y="1430742"/>
                  </a:lnTo>
                  <a:lnTo>
                    <a:pt x="4038493" y="1430742"/>
                  </a:lnTo>
                  <a:lnTo>
                    <a:pt x="4039153" y="1430742"/>
                  </a:lnTo>
                  <a:lnTo>
                    <a:pt x="4039814" y="1430742"/>
                  </a:lnTo>
                  <a:lnTo>
                    <a:pt x="4040474" y="1430742"/>
                  </a:lnTo>
                  <a:lnTo>
                    <a:pt x="4041135" y="1430742"/>
                  </a:lnTo>
                  <a:lnTo>
                    <a:pt x="4041795" y="1430742"/>
                  </a:lnTo>
                  <a:lnTo>
                    <a:pt x="4042456" y="1430742"/>
                  </a:lnTo>
                  <a:lnTo>
                    <a:pt x="4043117" y="1430742"/>
                  </a:lnTo>
                  <a:lnTo>
                    <a:pt x="4043777" y="1406121"/>
                  </a:lnTo>
                  <a:lnTo>
                    <a:pt x="4044438" y="1383643"/>
                  </a:lnTo>
                  <a:lnTo>
                    <a:pt x="4045098" y="1362966"/>
                  </a:lnTo>
                  <a:lnTo>
                    <a:pt x="4045759" y="1343822"/>
                  </a:lnTo>
                  <a:lnTo>
                    <a:pt x="4046419" y="1343822"/>
                  </a:lnTo>
                  <a:lnTo>
                    <a:pt x="4047080" y="1362966"/>
                  </a:lnTo>
                  <a:lnTo>
                    <a:pt x="4047740" y="1383643"/>
                  </a:lnTo>
                  <a:lnTo>
                    <a:pt x="4048401" y="1406121"/>
                  </a:lnTo>
                  <a:lnTo>
                    <a:pt x="4049061" y="1430742"/>
                  </a:lnTo>
                  <a:lnTo>
                    <a:pt x="4049722" y="1406121"/>
                  </a:lnTo>
                  <a:lnTo>
                    <a:pt x="4050382" y="1362966"/>
                  </a:lnTo>
                  <a:lnTo>
                    <a:pt x="4051043" y="1343822"/>
                  </a:lnTo>
                  <a:lnTo>
                    <a:pt x="4051703" y="1343822"/>
                  </a:lnTo>
                  <a:lnTo>
                    <a:pt x="4052364" y="1343822"/>
                  </a:lnTo>
                  <a:lnTo>
                    <a:pt x="4053025" y="1317529"/>
                  </a:lnTo>
                  <a:lnTo>
                    <a:pt x="4053685" y="1301378"/>
                  </a:lnTo>
                  <a:lnTo>
                    <a:pt x="4054346" y="1301378"/>
                  </a:lnTo>
                  <a:lnTo>
                    <a:pt x="4055006" y="1286178"/>
                  </a:lnTo>
                  <a:lnTo>
                    <a:pt x="4055667" y="1271823"/>
                  </a:lnTo>
                  <a:lnTo>
                    <a:pt x="4056327" y="1293666"/>
                  </a:lnTo>
                  <a:lnTo>
                    <a:pt x="4056988" y="1343822"/>
                  </a:lnTo>
                  <a:lnTo>
                    <a:pt x="4057648" y="1362966"/>
                  </a:lnTo>
                  <a:lnTo>
                    <a:pt x="4058309" y="1383643"/>
                  </a:lnTo>
                  <a:lnTo>
                    <a:pt x="4058969" y="1406121"/>
                  </a:lnTo>
                  <a:lnTo>
                    <a:pt x="4059630" y="1430742"/>
                  </a:lnTo>
                  <a:lnTo>
                    <a:pt x="4060290" y="1430742"/>
                  </a:lnTo>
                  <a:lnTo>
                    <a:pt x="4060951" y="1430742"/>
                  </a:lnTo>
                  <a:lnTo>
                    <a:pt x="4061611" y="1430742"/>
                  </a:lnTo>
                  <a:lnTo>
                    <a:pt x="4062272" y="1430742"/>
                  </a:lnTo>
                  <a:lnTo>
                    <a:pt x="4062932" y="1383643"/>
                  </a:lnTo>
                  <a:lnTo>
                    <a:pt x="4063593" y="1343822"/>
                  </a:lnTo>
                  <a:lnTo>
                    <a:pt x="4064254" y="1325999"/>
                  </a:lnTo>
                  <a:lnTo>
                    <a:pt x="4064914" y="1325999"/>
                  </a:lnTo>
                  <a:lnTo>
                    <a:pt x="4065575" y="1325999"/>
                  </a:lnTo>
                  <a:lnTo>
                    <a:pt x="4066235" y="1343822"/>
                  </a:lnTo>
                  <a:lnTo>
                    <a:pt x="4066896" y="1343822"/>
                  </a:lnTo>
                  <a:lnTo>
                    <a:pt x="4067556" y="1342901"/>
                  </a:lnTo>
                  <a:lnTo>
                    <a:pt x="4068217" y="1311760"/>
                  </a:lnTo>
                  <a:lnTo>
                    <a:pt x="4068877" y="1281062"/>
                  </a:lnTo>
                  <a:lnTo>
                    <a:pt x="4069538" y="1280340"/>
                  </a:lnTo>
                  <a:lnTo>
                    <a:pt x="4070198" y="1295190"/>
                  </a:lnTo>
                  <a:lnTo>
                    <a:pt x="4070859" y="1295956"/>
                  </a:lnTo>
                  <a:lnTo>
                    <a:pt x="4071519" y="1292907"/>
                  </a:lnTo>
                  <a:lnTo>
                    <a:pt x="4072180" y="1292907"/>
                  </a:lnTo>
                  <a:lnTo>
                    <a:pt x="4072840" y="1289895"/>
                  </a:lnTo>
                  <a:lnTo>
                    <a:pt x="4073501" y="1289895"/>
                  </a:lnTo>
                  <a:lnTo>
                    <a:pt x="4074162" y="1289895"/>
                  </a:lnTo>
                  <a:lnTo>
                    <a:pt x="4074822" y="1321729"/>
                  </a:lnTo>
                  <a:lnTo>
                    <a:pt x="4075483" y="1358046"/>
                  </a:lnTo>
                  <a:lnTo>
                    <a:pt x="4076143" y="1383643"/>
                  </a:lnTo>
                  <a:lnTo>
                    <a:pt x="4076804" y="1406121"/>
                  </a:lnTo>
                  <a:lnTo>
                    <a:pt x="4077464" y="1406121"/>
                  </a:lnTo>
                  <a:lnTo>
                    <a:pt x="4078125" y="1362966"/>
                  </a:lnTo>
                  <a:lnTo>
                    <a:pt x="4078785" y="1325999"/>
                  </a:lnTo>
                  <a:lnTo>
                    <a:pt x="4079446" y="1309327"/>
                  </a:lnTo>
                  <a:lnTo>
                    <a:pt x="4080106" y="1278901"/>
                  </a:lnTo>
                  <a:lnTo>
                    <a:pt x="4080767" y="1227062"/>
                  </a:lnTo>
                  <a:lnTo>
                    <a:pt x="4081427" y="1175116"/>
                  </a:lnTo>
                  <a:lnTo>
                    <a:pt x="4082088" y="1131076"/>
                  </a:lnTo>
                  <a:lnTo>
                    <a:pt x="4082748" y="1079827"/>
                  </a:lnTo>
                  <a:lnTo>
                    <a:pt x="4083409" y="1079827"/>
                  </a:lnTo>
                  <a:lnTo>
                    <a:pt x="4084070" y="1107858"/>
                  </a:lnTo>
                  <a:lnTo>
                    <a:pt x="4084730" y="1146940"/>
                  </a:lnTo>
                  <a:lnTo>
                    <a:pt x="4085391" y="1194039"/>
                  </a:lnTo>
                  <a:lnTo>
                    <a:pt x="4086051" y="1278901"/>
                  </a:lnTo>
                  <a:lnTo>
                    <a:pt x="4086712" y="1309327"/>
                  </a:lnTo>
                  <a:lnTo>
                    <a:pt x="4087372" y="1325999"/>
                  </a:lnTo>
                  <a:lnTo>
                    <a:pt x="4088033" y="1362966"/>
                  </a:lnTo>
                  <a:lnTo>
                    <a:pt x="4088693" y="1406121"/>
                  </a:lnTo>
                  <a:lnTo>
                    <a:pt x="4089354" y="1430742"/>
                  </a:lnTo>
                  <a:lnTo>
                    <a:pt x="4090014" y="1430742"/>
                  </a:lnTo>
                  <a:lnTo>
                    <a:pt x="4090675" y="1430742"/>
                  </a:lnTo>
                  <a:lnTo>
                    <a:pt x="4091335" y="1430742"/>
                  </a:lnTo>
                  <a:lnTo>
                    <a:pt x="4091996" y="1430742"/>
                  </a:lnTo>
                  <a:lnTo>
                    <a:pt x="4092656" y="1430742"/>
                  </a:lnTo>
                  <a:lnTo>
                    <a:pt x="4093317" y="1430742"/>
                  </a:lnTo>
                  <a:lnTo>
                    <a:pt x="4093977" y="1430742"/>
                  </a:lnTo>
                  <a:lnTo>
                    <a:pt x="4094638" y="1430742"/>
                  </a:lnTo>
                  <a:lnTo>
                    <a:pt x="4095299" y="1430742"/>
                  </a:lnTo>
                  <a:lnTo>
                    <a:pt x="4095959" y="1406121"/>
                  </a:lnTo>
                  <a:lnTo>
                    <a:pt x="4096620" y="1383643"/>
                  </a:lnTo>
                  <a:lnTo>
                    <a:pt x="4097280" y="1349418"/>
                  </a:lnTo>
                  <a:lnTo>
                    <a:pt x="4097941" y="1331218"/>
                  </a:lnTo>
                  <a:lnTo>
                    <a:pt x="4098601" y="1314217"/>
                  </a:lnTo>
                  <a:lnTo>
                    <a:pt x="4099262" y="1331218"/>
                  </a:lnTo>
                  <a:lnTo>
                    <a:pt x="4099922" y="1349418"/>
                  </a:lnTo>
                  <a:lnTo>
                    <a:pt x="4100583" y="1383643"/>
                  </a:lnTo>
                  <a:lnTo>
                    <a:pt x="4101243" y="1383643"/>
                  </a:lnTo>
                  <a:lnTo>
                    <a:pt x="4101904" y="1362966"/>
                  </a:lnTo>
                  <a:lnTo>
                    <a:pt x="4102564" y="1325999"/>
                  </a:lnTo>
                  <a:lnTo>
                    <a:pt x="4103225" y="1309327"/>
                  </a:lnTo>
                  <a:lnTo>
                    <a:pt x="4103885" y="1309327"/>
                  </a:lnTo>
                  <a:lnTo>
                    <a:pt x="4104546" y="1325999"/>
                  </a:lnTo>
                  <a:lnTo>
                    <a:pt x="4105207" y="1362966"/>
                  </a:lnTo>
                  <a:lnTo>
                    <a:pt x="4105867" y="1406121"/>
                  </a:lnTo>
                  <a:lnTo>
                    <a:pt x="4106528" y="1430742"/>
                  </a:lnTo>
                  <a:lnTo>
                    <a:pt x="4107188" y="1430742"/>
                  </a:lnTo>
                  <a:lnTo>
                    <a:pt x="4107849" y="1430742"/>
                  </a:lnTo>
                  <a:lnTo>
                    <a:pt x="4108509" y="1430742"/>
                  </a:lnTo>
                  <a:lnTo>
                    <a:pt x="4109170" y="1430742"/>
                  </a:lnTo>
                  <a:lnTo>
                    <a:pt x="4109830" y="1430742"/>
                  </a:lnTo>
                  <a:lnTo>
                    <a:pt x="4110491" y="1430742"/>
                  </a:lnTo>
                  <a:lnTo>
                    <a:pt x="4111151" y="1430742"/>
                  </a:lnTo>
                  <a:lnTo>
                    <a:pt x="4111812" y="1430742"/>
                  </a:lnTo>
                  <a:lnTo>
                    <a:pt x="4112472" y="1430742"/>
                  </a:lnTo>
                  <a:lnTo>
                    <a:pt x="4113133" y="1430742"/>
                  </a:lnTo>
                  <a:lnTo>
                    <a:pt x="4113793" y="1430742"/>
                  </a:lnTo>
                  <a:lnTo>
                    <a:pt x="4114454" y="1430742"/>
                  </a:lnTo>
                  <a:lnTo>
                    <a:pt x="4115115" y="1430742"/>
                  </a:lnTo>
                  <a:lnTo>
                    <a:pt x="4115775" y="1430742"/>
                  </a:lnTo>
                  <a:lnTo>
                    <a:pt x="4116436" y="1430742"/>
                  </a:lnTo>
                  <a:lnTo>
                    <a:pt x="4117096" y="1430742"/>
                  </a:lnTo>
                  <a:lnTo>
                    <a:pt x="4117757" y="1430742"/>
                  </a:lnTo>
                  <a:lnTo>
                    <a:pt x="4118417" y="1430742"/>
                  </a:lnTo>
                  <a:lnTo>
                    <a:pt x="4119078" y="1430742"/>
                  </a:lnTo>
                  <a:lnTo>
                    <a:pt x="4119738" y="1430742"/>
                  </a:lnTo>
                  <a:lnTo>
                    <a:pt x="4120399" y="1430742"/>
                  </a:lnTo>
                  <a:lnTo>
                    <a:pt x="4121059" y="1430742"/>
                  </a:lnTo>
                  <a:lnTo>
                    <a:pt x="4121720" y="1430742"/>
                  </a:lnTo>
                  <a:lnTo>
                    <a:pt x="4122380" y="1430742"/>
                  </a:lnTo>
                  <a:lnTo>
                    <a:pt x="4123041" y="1430742"/>
                  </a:lnTo>
                  <a:lnTo>
                    <a:pt x="4123701" y="1406121"/>
                  </a:lnTo>
                  <a:lnTo>
                    <a:pt x="4124362" y="1362966"/>
                  </a:lnTo>
                  <a:lnTo>
                    <a:pt x="4125023" y="1333868"/>
                  </a:lnTo>
                  <a:lnTo>
                    <a:pt x="4125683" y="1276046"/>
                  </a:lnTo>
                  <a:lnTo>
                    <a:pt x="4126344" y="1213899"/>
                  </a:lnTo>
                  <a:lnTo>
                    <a:pt x="4127004" y="1172726"/>
                  </a:lnTo>
                  <a:lnTo>
                    <a:pt x="4127665" y="1172726"/>
                  </a:lnTo>
                  <a:lnTo>
                    <a:pt x="4128325" y="1187912"/>
                  </a:lnTo>
                  <a:lnTo>
                    <a:pt x="4128986" y="1216141"/>
                  </a:lnTo>
                  <a:lnTo>
                    <a:pt x="4129646" y="1251683"/>
                  </a:lnTo>
                  <a:lnTo>
                    <a:pt x="4130307" y="1309327"/>
                  </a:lnTo>
                  <a:lnTo>
                    <a:pt x="4130967" y="1325999"/>
                  </a:lnTo>
                  <a:lnTo>
                    <a:pt x="4131628" y="1309327"/>
                  </a:lnTo>
                  <a:lnTo>
                    <a:pt x="4132288" y="1309327"/>
                  </a:lnTo>
                  <a:lnTo>
                    <a:pt x="4132949" y="1325999"/>
                  </a:lnTo>
                  <a:lnTo>
                    <a:pt x="4133609" y="1325999"/>
                  </a:lnTo>
                  <a:lnTo>
                    <a:pt x="4134270" y="1325999"/>
                  </a:lnTo>
                  <a:lnTo>
                    <a:pt x="4134930" y="1325999"/>
                  </a:lnTo>
                  <a:lnTo>
                    <a:pt x="4135591" y="1309327"/>
                  </a:lnTo>
                  <a:lnTo>
                    <a:pt x="4136252" y="1239079"/>
                  </a:lnTo>
                  <a:lnTo>
                    <a:pt x="4136912" y="1185402"/>
                  </a:lnTo>
                  <a:lnTo>
                    <a:pt x="4137573" y="1131482"/>
                  </a:lnTo>
                  <a:lnTo>
                    <a:pt x="4138233" y="1093813"/>
                  </a:lnTo>
                  <a:lnTo>
                    <a:pt x="4138894" y="1080159"/>
                  </a:lnTo>
                  <a:lnTo>
                    <a:pt x="4139554" y="1077184"/>
                  </a:lnTo>
                  <a:lnTo>
                    <a:pt x="4140215" y="1071014"/>
                  </a:lnTo>
                  <a:lnTo>
                    <a:pt x="4140875" y="1102003"/>
                  </a:lnTo>
                  <a:lnTo>
                    <a:pt x="4141536" y="1148235"/>
                  </a:lnTo>
                  <a:lnTo>
                    <a:pt x="4142196" y="1185402"/>
                  </a:lnTo>
                  <a:lnTo>
                    <a:pt x="4142857" y="1259551"/>
                  </a:lnTo>
                  <a:lnTo>
                    <a:pt x="4143517" y="1371040"/>
                  </a:lnTo>
                  <a:lnTo>
                    <a:pt x="4144178" y="1402622"/>
                  </a:lnTo>
                  <a:lnTo>
                    <a:pt x="4144838" y="1383643"/>
                  </a:lnTo>
                  <a:lnTo>
                    <a:pt x="4145499" y="1343822"/>
                  </a:lnTo>
                  <a:lnTo>
                    <a:pt x="4146160" y="1325999"/>
                  </a:lnTo>
                  <a:lnTo>
                    <a:pt x="4146820" y="1309327"/>
                  </a:lnTo>
                  <a:lnTo>
                    <a:pt x="4147481" y="1298266"/>
                  </a:lnTo>
                  <a:lnTo>
                    <a:pt x="4148141" y="1283242"/>
                  </a:lnTo>
                  <a:lnTo>
                    <a:pt x="4148802" y="1298266"/>
                  </a:lnTo>
                  <a:lnTo>
                    <a:pt x="4149462" y="1314217"/>
                  </a:lnTo>
                  <a:lnTo>
                    <a:pt x="4150123" y="1331218"/>
                  </a:lnTo>
                  <a:lnTo>
                    <a:pt x="4150783" y="1362966"/>
                  </a:lnTo>
                  <a:lnTo>
                    <a:pt x="4151444" y="1383643"/>
                  </a:lnTo>
                  <a:lnTo>
                    <a:pt x="4152104" y="1383643"/>
                  </a:lnTo>
                  <a:lnTo>
                    <a:pt x="4152765" y="1362966"/>
                  </a:lnTo>
                  <a:lnTo>
                    <a:pt x="4153425" y="1343822"/>
                  </a:lnTo>
                  <a:lnTo>
                    <a:pt x="4154086" y="1325999"/>
                  </a:lnTo>
                  <a:lnTo>
                    <a:pt x="4154746" y="1343822"/>
                  </a:lnTo>
                  <a:lnTo>
                    <a:pt x="4155407" y="1362966"/>
                  </a:lnTo>
                  <a:lnTo>
                    <a:pt x="4156068" y="1383643"/>
                  </a:lnTo>
                  <a:lnTo>
                    <a:pt x="4156728" y="1406121"/>
                  </a:lnTo>
                  <a:lnTo>
                    <a:pt x="4157389" y="1406121"/>
                  </a:lnTo>
                  <a:lnTo>
                    <a:pt x="4158049" y="1325999"/>
                  </a:lnTo>
                  <a:lnTo>
                    <a:pt x="4158710" y="1278901"/>
                  </a:lnTo>
                  <a:lnTo>
                    <a:pt x="4159370" y="1251683"/>
                  </a:lnTo>
                  <a:lnTo>
                    <a:pt x="4160031" y="1251683"/>
                  </a:lnTo>
                  <a:lnTo>
                    <a:pt x="4160691" y="1264933"/>
                  </a:lnTo>
                  <a:lnTo>
                    <a:pt x="4161352" y="1325999"/>
                  </a:lnTo>
                  <a:lnTo>
                    <a:pt x="4162012" y="1383643"/>
                  </a:lnTo>
                  <a:lnTo>
                    <a:pt x="4162673" y="1430742"/>
                  </a:lnTo>
                  <a:lnTo>
                    <a:pt x="4163333" y="1430742"/>
                  </a:lnTo>
                  <a:lnTo>
                    <a:pt x="4163994" y="1430742"/>
                  </a:lnTo>
                  <a:lnTo>
                    <a:pt x="4164654" y="1430742"/>
                  </a:lnTo>
                  <a:lnTo>
                    <a:pt x="4165315" y="1430742"/>
                  </a:lnTo>
                  <a:lnTo>
                    <a:pt x="4165975" y="1430742"/>
                  </a:lnTo>
                  <a:lnTo>
                    <a:pt x="4166636" y="1406121"/>
                  </a:lnTo>
                  <a:lnTo>
                    <a:pt x="4167297" y="1362966"/>
                  </a:lnTo>
                  <a:lnTo>
                    <a:pt x="4167957" y="1343822"/>
                  </a:lnTo>
                  <a:lnTo>
                    <a:pt x="4168618" y="1325999"/>
                  </a:lnTo>
                  <a:lnTo>
                    <a:pt x="4169278" y="1325999"/>
                  </a:lnTo>
                  <a:lnTo>
                    <a:pt x="4169939" y="1343822"/>
                  </a:lnTo>
                  <a:lnTo>
                    <a:pt x="4170599" y="1383643"/>
                  </a:lnTo>
                  <a:lnTo>
                    <a:pt x="4171260" y="1406121"/>
                  </a:lnTo>
                  <a:lnTo>
                    <a:pt x="4171920" y="1430742"/>
                  </a:lnTo>
                  <a:lnTo>
                    <a:pt x="4172581" y="1430742"/>
                  </a:lnTo>
                  <a:lnTo>
                    <a:pt x="4173241" y="1430742"/>
                  </a:lnTo>
                  <a:lnTo>
                    <a:pt x="4173902" y="1430742"/>
                  </a:lnTo>
                  <a:lnTo>
                    <a:pt x="4174562" y="1430742"/>
                  </a:lnTo>
                  <a:lnTo>
                    <a:pt x="4175223" y="1430742"/>
                  </a:lnTo>
                  <a:lnTo>
                    <a:pt x="4175883" y="1430742"/>
                  </a:lnTo>
                  <a:lnTo>
                    <a:pt x="4176544" y="1430742"/>
                  </a:lnTo>
                  <a:lnTo>
                    <a:pt x="4177205" y="1430742"/>
                  </a:lnTo>
                  <a:lnTo>
                    <a:pt x="4177865" y="1406121"/>
                  </a:lnTo>
                  <a:lnTo>
                    <a:pt x="4178526" y="1362966"/>
                  </a:lnTo>
                  <a:lnTo>
                    <a:pt x="4179186" y="1343822"/>
                  </a:lnTo>
                  <a:lnTo>
                    <a:pt x="4179847" y="1325999"/>
                  </a:lnTo>
                  <a:lnTo>
                    <a:pt x="4180507" y="1325999"/>
                  </a:lnTo>
                  <a:lnTo>
                    <a:pt x="4181168" y="1325999"/>
                  </a:lnTo>
                  <a:lnTo>
                    <a:pt x="4181828" y="1343822"/>
                  </a:lnTo>
                  <a:lnTo>
                    <a:pt x="4182489" y="1343822"/>
                  </a:lnTo>
                  <a:lnTo>
                    <a:pt x="4183149" y="1343822"/>
                  </a:lnTo>
                  <a:lnTo>
                    <a:pt x="4183810" y="1343822"/>
                  </a:lnTo>
                  <a:lnTo>
                    <a:pt x="4184470" y="1362966"/>
                  </a:lnTo>
                  <a:lnTo>
                    <a:pt x="4185131" y="1383643"/>
                  </a:lnTo>
                  <a:lnTo>
                    <a:pt x="4185791" y="1406121"/>
                  </a:lnTo>
                  <a:lnTo>
                    <a:pt x="4186452" y="1430742"/>
                  </a:lnTo>
                  <a:lnTo>
                    <a:pt x="4187113" y="1430742"/>
                  </a:lnTo>
                  <a:lnTo>
                    <a:pt x="4187773" y="1430742"/>
                  </a:lnTo>
                  <a:lnTo>
                    <a:pt x="4188434" y="1430742"/>
                  </a:lnTo>
                  <a:lnTo>
                    <a:pt x="4189094" y="1406121"/>
                  </a:lnTo>
                  <a:lnTo>
                    <a:pt x="4189755" y="1325999"/>
                  </a:lnTo>
                  <a:lnTo>
                    <a:pt x="4190415" y="1227062"/>
                  </a:lnTo>
                  <a:lnTo>
                    <a:pt x="4191076" y="1164763"/>
                  </a:lnTo>
                  <a:lnTo>
                    <a:pt x="4191736" y="1138469"/>
                  </a:lnTo>
                  <a:lnTo>
                    <a:pt x="4192397" y="1146940"/>
                  </a:lnTo>
                  <a:lnTo>
                    <a:pt x="4193057" y="1183907"/>
                  </a:lnTo>
                  <a:lnTo>
                    <a:pt x="4193718" y="1264933"/>
                  </a:lnTo>
                  <a:lnTo>
                    <a:pt x="4194378" y="1325999"/>
                  </a:lnTo>
                  <a:lnTo>
                    <a:pt x="4195039" y="1293666"/>
                  </a:lnTo>
                  <a:lnTo>
                    <a:pt x="4195699" y="1227062"/>
                  </a:lnTo>
                  <a:lnTo>
                    <a:pt x="4196360" y="1190957"/>
                  </a:lnTo>
                  <a:lnTo>
                    <a:pt x="4197021" y="1180943"/>
                  </a:lnTo>
                  <a:lnTo>
                    <a:pt x="4197681" y="1190957"/>
                  </a:lnTo>
                  <a:lnTo>
                    <a:pt x="4198342" y="1235415"/>
                  </a:lnTo>
                  <a:lnTo>
                    <a:pt x="4199002" y="1289147"/>
                  </a:lnTo>
                  <a:lnTo>
                    <a:pt x="4199663" y="1325999"/>
                  </a:lnTo>
                  <a:lnTo>
                    <a:pt x="4200323" y="1309327"/>
                  </a:lnTo>
                  <a:lnTo>
                    <a:pt x="4200984" y="1309327"/>
                  </a:lnTo>
                  <a:lnTo>
                    <a:pt x="4201644" y="1325999"/>
                  </a:lnTo>
                  <a:lnTo>
                    <a:pt x="4202305" y="1343822"/>
                  </a:lnTo>
                  <a:lnTo>
                    <a:pt x="4202965" y="1343822"/>
                  </a:lnTo>
                  <a:lnTo>
                    <a:pt x="4203626" y="1325999"/>
                  </a:lnTo>
                  <a:lnTo>
                    <a:pt x="4204286" y="1264933"/>
                  </a:lnTo>
                  <a:lnTo>
                    <a:pt x="4204947" y="1204584"/>
                  </a:lnTo>
                  <a:lnTo>
                    <a:pt x="4205607" y="1194039"/>
                  </a:lnTo>
                  <a:lnTo>
                    <a:pt x="4206268" y="1204584"/>
                  </a:lnTo>
                  <a:lnTo>
                    <a:pt x="4206928" y="1239079"/>
                  </a:lnTo>
                  <a:lnTo>
                    <a:pt x="4207589" y="1309327"/>
                  </a:lnTo>
                  <a:lnTo>
                    <a:pt x="4208250" y="1345674"/>
                  </a:lnTo>
                  <a:lnTo>
                    <a:pt x="4208910" y="1252978"/>
                  </a:lnTo>
                  <a:lnTo>
                    <a:pt x="4209571" y="1180453"/>
                  </a:lnTo>
                  <a:lnTo>
                    <a:pt x="4210231" y="1098767"/>
                  </a:lnTo>
                  <a:lnTo>
                    <a:pt x="4210892" y="1041337"/>
                  </a:lnTo>
                  <a:lnTo>
                    <a:pt x="4211552" y="1019146"/>
                  </a:lnTo>
                  <a:lnTo>
                    <a:pt x="4212213" y="1052743"/>
                  </a:lnTo>
                  <a:lnTo>
                    <a:pt x="4212873" y="1080825"/>
                  </a:lnTo>
                  <a:lnTo>
                    <a:pt x="4213534" y="1130672"/>
                  </a:lnTo>
                  <a:lnTo>
                    <a:pt x="4214194" y="1194556"/>
                  </a:lnTo>
                  <a:lnTo>
                    <a:pt x="4214855" y="1278901"/>
                  </a:lnTo>
                  <a:lnTo>
                    <a:pt x="4215515" y="1278901"/>
                  </a:lnTo>
                  <a:lnTo>
                    <a:pt x="4216176" y="1278901"/>
                  </a:lnTo>
                  <a:lnTo>
                    <a:pt x="4216836" y="1278901"/>
                  </a:lnTo>
                  <a:lnTo>
                    <a:pt x="4217497" y="1273223"/>
                  </a:lnTo>
                  <a:lnTo>
                    <a:pt x="4218158" y="1259551"/>
                  </a:lnTo>
                  <a:lnTo>
                    <a:pt x="4218818" y="1273223"/>
                  </a:lnTo>
                  <a:lnTo>
                    <a:pt x="4219479" y="1302948"/>
                  </a:lnTo>
                  <a:lnTo>
                    <a:pt x="4220139" y="1336545"/>
                  </a:lnTo>
                  <a:lnTo>
                    <a:pt x="4220800" y="1325999"/>
                  </a:lnTo>
                  <a:lnTo>
                    <a:pt x="4221460" y="1276046"/>
                  </a:lnTo>
                  <a:lnTo>
                    <a:pt x="4222121" y="1234809"/>
                  </a:lnTo>
                  <a:lnTo>
                    <a:pt x="4222781" y="1190447"/>
                  </a:lnTo>
                  <a:lnTo>
                    <a:pt x="4223442" y="1152599"/>
                  </a:lnTo>
                  <a:lnTo>
                    <a:pt x="4224102" y="1161554"/>
                  </a:lnTo>
                  <a:lnTo>
                    <a:pt x="4224763" y="1182421"/>
                  </a:lnTo>
                  <a:lnTo>
                    <a:pt x="4225423" y="1215579"/>
                  </a:lnTo>
                  <a:lnTo>
                    <a:pt x="4226084" y="1251683"/>
                  </a:lnTo>
                  <a:lnTo>
                    <a:pt x="4226744" y="1278901"/>
                  </a:lnTo>
                  <a:lnTo>
                    <a:pt x="4227405" y="1247201"/>
                  </a:lnTo>
                  <a:lnTo>
                    <a:pt x="4228066" y="1234809"/>
                  </a:lnTo>
                  <a:lnTo>
                    <a:pt x="4228726" y="1211677"/>
                  </a:lnTo>
                  <a:lnTo>
                    <a:pt x="4229387" y="1222984"/>
                  </a:lnTo>
                  <a:lnTo>
                    <a:pt x="4230047" y="1260218"/>
                  </a:lnTo>
                  <a:lnTo>
                    <a:pt x="4230708" y="1293666"/>
                  </a:lnTo>
                  <a:lnTo>
                    <a:pt x="4231368" y="1146940"/>
                  </a:lnTo>
                  <a:lnTo>
                    <a:pt x="4232029" y="990593"/>
                  </a:lnTo>
                  <a:lnTo>
                    <a:pt x="4232689" y="852042"/>
                  </a:lnTo>
                  <a:lnTo>
                    <a:pt x="4233350" y="761185"/>
                  </a:lnTo>
                  <a:lnTo>
                    <a:pt x="4234010" y="715071"/>
                  </a:lnTo>
                  <a:lnTo>
                    <a:pt x="4234671" y="719395"/>
                  </a:lnTo>
                  <a:lnTo>
                    <a:pt x="4235331" y="756393"/>
                  </a:lnTo>
                  <a:lnTo>
                    <a:pt x="4235992" y="828159"/>
                  </a:lnTo>
                  <a:lnTo>
                    <a:pt x="4236652" y="930097"/>
                  </a:lnTo>
                  <a:lnTo>
                    <a:pt x="4237313" y="1035399"/>
                  </a:lnTo>
                  <a:lnTo>
                    <a:pt x="4237973" y="1080159"/>
                  </a:lnTo>
                  <a:lnTo>
                    <a:pt x="4238634" y="1100920"/>
                  </a:lnTo>
                  <a:lnTo>
                    <a:pt x="4239295" y="1139723"/>
                  </a:lnTo>
                  <a:lnTo>
                    <a:pt x="4239955" y="1185402"/>
                  </a:lnTo>
                  <a:lnTo>
                    <a:pt x="4240616" y="1227062"/>
                  </a:lnTo>
                  <a:lnTo>
                    <a:pt x="4241276" y="1239079"/>
                  </a:lnTo>
                  <a:lnTo>
                    <a:pt x="4241937" y="1204584"/>
                  </a:lnTo>
                  <a:lnTo>
                    <a:pt x="4242597" y="1174158"/>
                  </a:lnTo>
                  <a:lnTo>
                    <a:pt x="4243258" y="1152159"/>
                  </a:lnTo>
                  <a:lnTo>
                    <a:pt x="4243918" y="1104183"/>
                  </a:lnTo>
                  <a:lnTo>
                    <a:pt x="4244579" y="1051549"/>
                  </a:lnTo>
                  <a:lnTo>
                    <a:pt x="4245239" y="988486"/>
                  </a:lnTo>
                  <a:lnTo>
                    <a:pt x="4245900" y="944043"/>
                  </a:lnTo>
                  <a:lnTo>
                    <a:pt x="4246560" y="924031"/>
                  </a:lnTo>
                  <a:lnTo>
                    <a:pt x="4247221" y="927691"/>
                  </a:lnTo>
                  <a:lnTo>
                    <a:pt x="4247881" y="950805"/>
                  </a:lnTo>
                  <a:lnTo>
                    <a:pt x="4248542" y="999440"/>
                  </a:lnTo>
                  <a:lnTo>
                    <a:pt x="4249203" y="1030964"/>
                  </a:lnTo>
                  <a:lnTo>
                    <a:pt x="4249863" y="978426"/>
                  </a:lnTo>
                  <a:lnTo>
                    <a:pt x="4250524" y="881114"/>
                  </a:lnTo>
                  <a:lnTo>
                    <a:pt x="4251184" y="770139"/>
                  </a:lnTo>
                  <a:lnTo>
                    <a:pt x="4251845" y="652760"/>
                  </a:lnTo>
                  <a:lnTo>
                    <a:pt x="4252505" y="564961"/>
                  </a:lnTo>
                  <a:lnTo>
                    <a:pt x="4253166" y="478805"/>
                  </a:lnTo>
                  <a:lnTo>
                    <a:pt x="4253826" y="406229"/>
                  </a:lnTo>
                  <a:lnTo>
                    <a:pt x="4254487" y="352223"/>
                  </a:lnTo>
                  <a:lnTo>
                    <a:pt x="4255147" y="321179"/>
                  </a:lnTo>
                  <a:lnTo>
                    <a:pt x="4255808" y="289388"/>
                  </a:lnTo>
                  <a:lnTo>
                    <a:pt x="4256468" y="270232"/>
                  </a:lnTo>
                  <a:lnTo>
                    <a:pt x="4257129" y="263834"/>
                  </a:lnTo>
                  <a:lnTo>
                    <a:pt x="4257789" y="262807"/>
                  </a:lnTo>
                  <a:lnTo>
                    <a:pt x="4258450" y="247665"/>
                  </a:lnTo>
                  <a:lnTo>
                    <a:pt x="4259111" y="241758"/>
                  </a:lnTo>
                  <a:lnTo>
                    <a:pt x="4259771" y="240995"/>
                  </a:lnTo>
                  <a:lnTo>
                    <a:pt x="4260432" y="227267"/>
                  </a:lnTo>
                  <a:lnTo>
                    <a:pt x="4261092" y="210155"/>
                  </a:lnTo>
                  <a:lnTo>
                    <a:pt x="4261753" y="207715"/>
                  </a:lnTo>
                  <a:lnTo>
                    <a:pt x="4262413" y="206786"/>
                  </a:lnTo>
                  <a:lnTo>
                    <a:pt x="4263074" y="209423"/>
                  </a:lnTo>
                  <a:lnTo>
                    <a:pt x="4263734" y="224927"/>
                  </a:lnTo>
                  <a:lnTo>
                    <a:pt x="4264395" y="253169"/>
                  </a:lnTo>
                  <a:lnTo>
                    <a:pt x="4265055" y="298097"/>
                  </a:lnTo>
                  <a:lnTo>
                    <a:pt x="4265716" y="358942"/>
                  </a:lnTo>
                  <a:lnTo>
                    <a:pt x="4266376" y="430838"/>
                  </a:lnTo>
                  <a:lnTo>
                    <a:pt x="4267037" y="524384"/>
                  </a:lnTo>
                  <a:lnTo>
                    <a:pt x="4267697" y="628973"/>
                  </a:lnTo>
                  <a:lnTo>
                    <a:pt x="4268358" y="686168"/>
                  </a:lnTo>
                  <a:lnTo>
                    <a:pt x="4269019" y="717101"/>
                  </a:lnTo>
                  <a:lnTo>
                    <a:pt x="4269679" y="747345"/>
                  </a:lnTo>
                  <a:lnTo>
                    <a:pt x="4270340" y="776936"/>
                  </a:lnTo>
                  <a:lnTo>
                    <a:pt x="4271000" y="812594"/>
                  </a:lnTo>
                  <a:lnTo>
                    <a:pt x="4271661" y="864433"/>
                  </a:lnTo>
                  <a:lnTo>
                    <a:pt x="4272321" y="895672"/>
                  </a:lnTo>
                  <a:lnTo>
                    <a:pt x="4272982" y="902434"/>
                  </a:lnTo>
                  <a:lnTo>
                    <a:pt x="4273642" y="900105"/>
                  </a:lnTo>
                  <a:lnTo>
                    <a:pt x="4274303" y="910237"/>
                  </a:lnTo>
                  <a:lnTo>
                    <a:pt x="4274963" y="917042"/>
                  </a:lnTo>
                  <a:lnTo>
                    <a:pt x="4275624" y="921141"/>
                  </a:lnTo>
                  <a:lnTo>
                    <a:pt x="4276284" y="915807"/>
                  </a:lnTo>
                  <a:lnTo>
                    <a:pt x="4276945" y="900270"/>
                  </a:lnTo>
                  <a:lnTo>
                    <a:pt x="4277605" y="893726"/>
                  </a:lnTo>
                  <a:lnTo>
                    <a:pt x="4278266" y="918460"/>
                  </a:lnTo>
                  <a:lnTo>
                    <a:pt x="4278926" y="965310"/>
                  </a:lnTo>
                  <a:lnTo>
                    <a:pt x="4279587" y="1035958"/>
                  </a:lnTo>
                  <a:lnTo>
                    <a:pt x="4280248" y="1146080"/>
                  </a:lnTo>
                  <a:lnTo>
                    <a:pt x="4280908" y="1277469"/>
                  </a:lnTo>
                  <a:lnTo>
                    <a:pt x="4281569" y="1333868"/>
                  </a:lnTo>
                  <a:lnTo>
                    <a:pt x="4282229" y="1323429"/>
                  </a:lnTo>
                  <a:lnTo>
                    <a:pt x="4282890" y="1323429"/>
                  </a:lnTo>
                  <a:lnTo>
                    <a:pt x="4283550" y="1341069"/>
                  </a:lnTo>
                  <a:lnTo>
                    <a:pt x="4284211" y="1341069"/>
                  </a:lnTo>
                  <a:lnTo>
                    <a:pt x="4284871" y="1362966"/>
                  </a:lnTo>
                  <a:lnTo>
                    <a:pt x="4285532" y="1384722"/>
                  </a:lnTo>
                  <a:lnTo>
                    <a:pt x="4286192" y="1384722"/>
                  </a:lnTo>
                  <a:lnTo>
                    <a:pt x="4286853" y="1344746"/>
                  </a:lnTo>
                  <a:lnTo>
                    <a:pt x="4287513" y="1294427"/>
                  </a:lnTo>
                  <a:lnTo>
                    <a:pt x="4288174" y="1252330"/>
                  </a:lnTo>
                  <a:lnTo>
                    <a:pt x="4288834" y="1261557"/>
                  </a:lnTo>
                  <a:lnTo>
                    <a:pt x="4289495" y="1275337"/>
                  </a:lnTo>
                  <a:lnTo>
                    <a:pt x="4290156" y="1305322"/>
                  </a:lnTo>
                  <a:lnTo>
                    <a:pt x="4290816" y="1358046"/>
                  </a:lnTo>
                  <a:lnTo>
                    <a:pt x="4291477" y="1424363"/>
                  </a:lnTo>
                  <a:lnTo>
                    <a:pt x="4292137" y="1430742"/>
                  </a:lnTo>
                  <a:lnTo>
                    <a:pt x="4292798" y="1425627"/>
                  </a:lnTo>
                  <a:lnTo>
                    <a:pt x="4293458" y="1334757"/>
                  </a:lnTo>
                  <a:lnTo>
                    <a:pt x="4294119" y="1221256"/>
                  </a:lnTo>
                  <a:lnTo>
                    <a:pt x="4294779" y="1151282"/>
                  </a:lnTo>
                  <a:lnTo>
                    <a:pt x="4295440" y="1120369"/>
                  </a:lnTo>
                  <a:lnTo>
                    <a:pt x="4296100" y="1106750"/>
                  </a:lnTo>
                  <a:lnTo>
                    <a:pt x="4296761" y="1124283"/>
                  </a:lnTo>
                  <a:lnTo>
                    <a:pt x="4297421" y="1196635"/>
                  </a:lnTo>
                  <a:lnTo>
                    <a:pt x="4298082" y="1282514"/>
                  </a:lnTo>
                  <a:lnTo>
                    <a:pt x="4298742" y="1309327"/>
                  </a:lnTo>
                  <a:lnTo>
                    <a:pt x="4299403" y="1241551"/>
                  </a:lnTo>
                  <a:lnTo>
                    <a:pt x="4300064" y="1182421"/>
                  </a:lnTo>
                  <a:lnTo>
                    <a:pt x="4300724" y="1137223"/>
                  </a:lnTo>
                  <a:lnTo>
                    <a:pt x="4301385" y="1110836"/>
                  </a:lnTo>
                  <a:lnTo>
                    <a:pt x="4302045" y="1110836"/>
                  </a:lnTo>
                  <a:lnTo>
                    <a:pt x="4302706" y="1138886"/>
                  </a:lnTo>
                  <a:lnTo>
                    <a:pt x="4303366" y="1178013"/>
                  </a:lnTo>
                  <a:lnTo>
                    <a:pt x="4304027" y="1178013"/>
                  </a:lnTo>
                  <a:lnTo>
                    <a:pt x="4304687" y="1181435"/>
                  </a:lnTo>
                  <a:lnTo>
                    <a:pt x="4305348" y="1180453"/>
                  </a:lnTo>
                  <a:lnTo>
                    <a:pt x="4306008" y="1203510"/>
                  </a:lnTo>
                  <a:lnTo>
                    <a:pt x="4306669" y="1225890"/>
                  </a:lnTo>
                  <a:lnTo>
                    <a:pt x="4307329" y="1263577"/>
                  </a:lnTo>
                  <a:lnTo>
                    <a:pt x="4307990" y="1255587"/>
                  </a:lnTo>
                  <a:lnTo>
                    <a:pt x="4308650" y="1199258"/>
                  </a:lnTo>
                  <a:lnTo>
                    <a:pt x="4309311" y="1151282"/>
                  </a:lnTo>
                  <a:lnTo>
                    <a:pt x="4309971" y="1126263"/>
                  </a:lnTo>
                  <a:lnTo>
                    <a:pt x="4310632" y="1096278"/>
                  </a:lnTo>
                  <a:lnTo>
                    <a:pt x="4311293" y="1084518"/>
                  </a:lnTo>
                  <a:lnTo>
                    <a:pt x="4311953" y="1097697"/>
                  </a:lnTo>
                  <a:lnTo>
                    <a:pt x="4312614" y="1103454"/>
                  </a:lnTo>
                  <a:lnTo>
                    <a:pt x="4313274" y="1072301"/>
                  </a:lnTo>
                  <a:lnTo>
                    <a:pt x="4313935" y="1035678"/>
                  </a:lnTo>
                  <a:lnTo>
                    <a:pt x="4314595" y="1005594"/>
                  </a:lnTo>
                  <a:lnTo>
                    <a:pt x="4315256" y="966378"/>
                  </a:lnTo>
                  <a:lnTo>
                    <a:pt x="4315916" y="924759"/>
                  </a:lnTo>
                  <a:lnTo>
                    <a:pt x="4316577" y="901933"/>
                  </a:lnTo>
                  <a:lnTo>
                    <a:pt x="4317237" y="919529"/>
                  </a:lnTo>
                  <a:lnTo>
                    <a:pt x="4317898" y="938029"/>
                  </a:lnTo>
                  <a:lnTo>
                    <a:pt x="4318558" y="955893"/>
                  </a:lnTo>
                  <a:lnTo>
                    <a:pt x="4319219" y="963611"/>
                  </a:lnTo>
                  <a:lnTo>
                    <a:pt x="4319879" y="982722"/>
                  </a:lnTo>
                  <a:lnTo>
                    <a:pt x="4320540" y="989421"/>
                  </a:lnTo>
                  <a:lnTo>
                    <a:pt x="4321201" y="993429"/>
                  </a:lnTo>
                  <a:lnTo>
                    <a:pt x="4321861" y="1010625"/>
                  </a:lnTo>
                  <a:lnTo>
                    <a:pt x="4322522" y="1056963"/>
                  </a:lnTo>
                  <a:lnTo>
                    <a:pt x="4323182" y="1090331"/>
                  </a:lnTo>
                  <a:lnTo>
                    <a:pt x="4323843" y="1102003"/>
                  </a:lnTo>
                  <a:lnTo>
                    <a:pt x="4324503" y="1124678"/>
                  </a:lnTo>
                  <a:lnTo>
                    <a:pt x="4325164" y="1145224"/>
                  </a:lnTo>
                  <a:lnTo>
                    <a:pt x="4325824" y="1158834"/>
                  </a:lnTo>
                  <a:lnTo>
                    <a:pt x="4326485" y="1187912"/>
                  </a:lnTo>
                  <a:lnTo>
                    <a:pt x="4327145" y="1218970"/>
                  </a:lnTo>
                  <a:lnTo>
                    <a:pt x="4327806" y="1244675"/>
                  </a:lnTo>
                  <a:lnTo>
                    <a:pt x="4328466" y="1285441"/>
                  </a:lnTo>
                  <a:lnTo>
                    <a:pt x="4329127" y="1352262"/>
                  </a:lnTo>
                  <a:lnTo>
                    <a:pt x="4329787" y="1406121"/>
                  </a:lnTo>
                  <a:lnTo>
                    <a:pt x="4330448" y="1430742"/>
                  </a:lnTo>
                  <a:lnTo>
                    <a:pt x="4331109" y="1430742"/>
                  </a:lnTo>
                  <a:lnTo>
                    <a:pt x="4331769" y="1430742"/>
                  </a:lnTo>
                  <a:lnTo>
                    <a:pt x="4332430" y="1406121"/>
                  </a:lnTo>
                  <a:lnTo>
                    <a:pt x="4333090" y="1317529"/>
                  </a:lnTo>
                  <a:lnTo>
                    <a:pt x="4333751" y="1245304"/>
                  </a:lnTo>
                  <a:lnTo>
                    <a:pt x="4334411" y="1188923"/>
                  </a:lnTo>
                  <a:lnTo>
                    <a:pt x="4335072" y="1169417"/>
                  </a:lnTo>
                  <a:lnTo>
                    <a:pt x="4335732" y="1176078"/>
                  </a:lnTo>
                  <a:lnTo>
                    <a:pt x="4336393" y="1223563"/>
                  </a:lnTo>
                  <a:lnTo>
                    <a:pt x="4337053" y="1289147"/>
                  </a:lnTo>
                  <a:lnTo>
                    <a:pt x="4337714" y="1377265"/>
                  </a:lnTo>
                  <a:lnTo>
                    <a:pt x="4338374" y="1423106"/>
                  </a:lnTo>
                  <a:lnTo>
                    <a:pt x="4339035" y="1430742"/>
                  </a:lnTo>
                  <a:lnTo>
                    <a:pt x="4339695" y="1430742"/>
                  </a:lnTo>
                  <a:lnTo>
                    <a:pt x="4340356" y="1406121"/>
                  </a:lnTo>
                  <a:lnTo>
                    <a:pt x="4341017" y="1383643"/>
                  </a:lnTo>
                  <a:lnTo>
                    <a:pt x="4341677" y="1362966"/>
                  </a:lnTo>
                  <a:lnTo>
                    <a:pt x="4342338" y="1343822"/>
                  </a:lnTo>
                  <a:lnTo>
                    <a:pt x="4342998" y="1278901"/>
                  </a:lnTo>
                  <a:lnTo>
                    <a:pt x="4343659" y="1239079"/>
                  </a:lnTo>
                  <a:lnTo>
                    <a:pt x="4344319" y="1215579"/>
                  </a:lnTo>
                  <a:lnTo>
                    <a:pt x="4344980" y="1227062"/>
                  </a:lnTo>
                  <a:lnTo>
                    <a:pt x="4345640" y="1183907"/>
                  </a:lnTo>
                  <a:lnTo>
                    <a:pt x="4346301" y="1164763"/>
                  </a:lnTo>
                  <a:lnTo>
                    <a:pt x="4346961" y="1183907"/>
                  </a:lnTo>
                  <a:lnTo>
                    <a:pt x="4347622" y="1204584"/>
                  </a:lnTo>
                  <a:lnTo>
                    <a:pt x="4348282" y="1204584"/>
                  </a:lnTo>
                  <a:lnTo>
                    <a:pt x="4348943" y="1251683"/>
                  </a:lnTo>
                  <a:lnTo>
                    <a:pt x="4349603" y="1325999"/>
                  </a:lnTo>
                  <a:lnTo>
                    <a:pt x="4350264" y="1325999"/>
                  </a:lnTo>
                  <a:lnTo>
                    <a:pt x="4350924" y="1325999"/>
                  </a:lnTo>
                  <a:lnTo>
                    <a:pt x="4351585" y="1309327"/>
                  </a:lnTo>
                  <a:lnTo>
                    <a:pt x="4352246" y="1309327"/>
                  </a:lnTo>
                  <a:lnTo>
                    <a:pt x="4352906" y="1309327"/>
                  </a:lnTo>
                  <a:lnTo>
                    <a:pt x="4353567" y="1325999"/>
                  </a:lnTo>
                  <a:lnTo>
                    <a:pt x="4354227" y="1325999"/>
                  </a:lnTo>
                  <a:lnTo>
                    <a:pt x="4354888" y="1325999"/>
                  </a:lnTo>
                  <a:lnTo>
                    <a:pt x="4355548" y="1325999"/>
                  </a:lnTo>
                  <a:lnTo>
                    <a:pt x="4356209" y="1293666"/>
                  </a:lnTo>
                  <a:lnTo>
                    <a:pt x="4356869" y="1239079"/>
                  </a:lnTo>
                  <a:lnTo>
                    <a:pt x="4357530" y="1227062"/>
                  </a:lnTo>
                  <a:lnTo>
                    <a:pt x="4358190" y="1239079"/>
                  </a:lnTo>
                  <a:lnTo>
                    <a:pt x="4358851" y="1251683"/>
                  </a:lnTo>
                  <a:lnTo>
                    <a:pt x="4359511" y="1293666"/>
                  </a:lnTo>
                  <a:lnTo>
                    <a:pt x="4360172" y="1383643"/>
                  </a:lnTo>
                  <a:lnTo>
                    <a:pt x="4360832" y="1430742"/>
                  </a:lnTo>
                  <a:lnTo>
                    <a:pt x="4361493" y="1430742"/>
                  </a:lnTo>
                  <a:lnTo>
                    <a:pt x="4362154" y="1430742"/>
                  </a:lnTo>
                  <a:lnTo>
                    <a:pt x="4362814" y="1430742"/>
                  </a:lnTo>
                  <a:lnTo>
                    <a:pt x="4363475" y="1383643"/>
                  </a:lnTo>
                  <a:lnTo>
                    <a:pt x="4364135" y="1343822"/>
                  </a:lnTo>
                  <a:lnTo>
                    <a:pt x="4364796" y="1325999"/>
                  </a:lnTo>
                  <a:lnTo>
                    <a:pt x="4365456" y="1325999"/>
                  </a:lnTo>
                  <a:lnTo>
                    <a:pt x="4366117" y="1325999"/>
                  </a:lnTo>
                  <a:lnTo>
                    <a:pt x="4366777" y="1362966"/>
                  </a:lnTo>
                  <a:lnTo>
                    <a:pt x="4367438" y="1406121"/>
                  </a:lnTo>
                  <a:lnTo>
                    <a:pt x="4368098" y="1430742"/>
                  </a:lnTo>
                  <a:lnTo>
                    <a:pt x="4368759" y="1430742"/>
                  </a:lnTo>
                  <a:lnTo>
                    <a:pt x="4369419" y="1430742"/>
                  </a:lnTo>
                  <a:lnTo>
                    <a:pt x="4370080" y="1430742"/>
                  </a:lnTo>
                  <a:lnTo>
                    <a:pt x="4370740" y="1430742"/>
                  </a:lnTo>
                  <a:lnTo>
                    <a:pt x="4371401" y="1430742"/>
                  </a:lnTo>
                  <a:lnTo>
                    <a:pt x="4372062" y="1430742"/>
                  </a:lnTo>
                  <a:lnTo>
                    <a:pt x="4372722" y="1430742"/>
                  </a:lnTo>
                  <a:lnTo>
                    <a:pt x="4373383" y="1430742"/>
                  </a:lnTo>
                  <a:lnTo>
                    <a:pt x="4374043" y="1430742"/>
                  </a:lnTo>
                  <a:lnTo>
                    <a:pt x="4374704" y="1406121"/>
                  </a:lnTo>
                  <a:lnTo>
                    <a:pt x="4375364" y="1343822"/>
                  </a:lnTo>
                  <a:lnTo>
                    <a:pt x="4376025" y="1293666"/>
                  </a:lnTo>
                  <a:lnTo>
                    <a:pt x="4376685" y="1278901"/>
                  </a:lnTo>
                  <a:lnTo>
                    <a:pt x="4377346" y="1278901"/>
                  </a:lnTo>
                  <a:lnTo>
                    <a:pt x="4378006" y="1293666"/>
                  </a:lnTo>
                  <a:lnTo>
                    <a:pt x="4378667" y="1343822"/>
                  </a:lnTo>
                  <a:lnTo>
                    <a:pt x="4379327" y="1406121"/>
                  </a:lnTo>
                  <a:lnTo>
                    <a:pt x="4379988" y="1430742"/>
                  </a:lnTo>
                  <a:lnTo>
                    <a:pt x="4380648" y="1430742"/>
                  </a:lnTo>
                  <a:lnTo>
                    <a:pt x="4381309" y="1430742"/>
                  </a:lnTo>
                  <a:lnTo>
                    <a:pt x="4381969" y="1406121"/>
                  </a:lnTo>
                  <a:lnTo>
                    <a:pt x="4382630" y="1343822"/>
                  </a:lnTo>
                  <a:lnTo>
                    <a:pt x="4383291" y="1293666"/>
                  </a:lnTo>
                  <a:lnTo>
                    <a:pt x="4383951" y="1264933"/>
                  </a:lnTo>
                  <a:lnTo>
                    <a:pt x="4384612" y="1239079"/>
                  </a:lnTo>
                  <a:lnTo>
                    <a:pt x="4385272" y="1239079"/>
                  </a:lnTo>
                  <a:lnTo>
                    <a:pt x="4385933" y="1264933"/>
                  </a:lnTo>
                  <a:lnTo>
                    <a:pt x="4386593" y="1309327"/>
                  </a:lnTo>
                  <a:lnTo>
                    <a:pt x="4387254" y="1343822"/>
                  </a:lnTo>
                  <a:lnTo>
                    <a:pt x="4387914" y="1362966"/>
                  </a:lnTo>
                  <a:lnTo>
                    <a:pt x="4388575" y="1362966"/>
                  </a:lnTo>
                  <a:lnTo>
                    <a:pt x="4389235" y="1343822"/>
                  </a:lnTo>
                  <a:lnTo>
                    <a:pt x="4389896" y="1325999"/>
                  </a:lnTo>
                  <a:lnTo>
                    <a:pt x="4390556" y="1325999"/>
                  </a:lnTo>
                  <a:lnTo>
                    <a:pt x="4391217" y="1343822"/>
                  </a:lnTo>
                  <a:lnTo>
                    <a:pt x="4391877" y="1362966"/>
                  </a:lnTo>
                  <a:lnTo>
                    <a:pt x="4392538" y="1406121"/>
                  </a:lnTo>
                  <a:lnTo>
                    <a:pt x="4393199" y="1430742"/>
                  </a:lnTo>
                  <a:lnTo>
                    <a:pt x="4393859" y="1406121"/>
                  </a:lnTo>
                  <a:lnTo>
                    <a:pt x="4394520" y="1362966"/>
                  </a:lnTo>
                  <a:lnTo>
                    <a:pt x="4395180" y="1325999"/>
                  </a:lnTo>
                  <a:lnTo>
                    <a:pt x="4395841" y="1325999"/>
                  </a:lnTo>
                  <a:lnTo>
                    <a:pt x="4396501" y="1325999"/>
                  </a:lnTo>
                  <a:lnTo>
                    <a:pt x="4397162" y="1343822"/>
                  </a:lnTo>
                  <a:lnTo>
                    <a:pt x="4397822" y="1383643"/>
                  </a:lnTo>
                  <a:lnTo>
                    <a:pt x="4398483" y="1430742"/>
                  </a:lnTo>
                  <a:lnTo>
                    <a:pt x="4399143" y="1430742"/>
                  </a:lnTo>
                  <a:lnTo>
                    <a:pt x="4399804" y="1430742"/>
                  </a:lnTo>
                  <a:lnTo>
                    <a:pt x="4400464" y="1430742"/>
                  </a:lnTo>
                  <a:lnTo>
                    <a:pt x="4401125" y="1414474"/>
                  </a:lnTo>
                  <a:lnTo>
                    <a:pt x="4401785" y="1350362"/>
                  </a:lnTo>
                  <a:lnTo>
                    <a:pt x="4402446" y="1256244"/>
                  </a:lnTo>
                  <a:lnTo>
                    <a:pt x="4403107" y="1212786"/>
                  </a:lnTo>
                  <a:lnTo>
                    <a:pt x="4403767" y="1208926"/>
                  </a:lnTo>
                  <a:lnTo>
                    <a:pt x="4404428" y="1216141"/>
                  </a:lnTo>
                  <a:lnTo>
                    <a:pt x="4405088" y="1239695"/>
                  </a:lnTo>
                  <a:lnTo>
                    <a:pt x="4405749" y="1279619"/>
                  </a:lnTo>
                  <a:lnTo>
                    <a:pt x="4406409" y="1303737"/>
                  </a:lnTo>
                  <a:lnTo>
                    <a:pt x="4407070" y="1278901"/>
                  </a:lnTo>
                  <a:lnTo>
                    <a:pt x="4407730" y="1264933"/>
                  </a:lnTo>
                  <a:lnTo>
                    <a:pt x="4408391" y="1278901"/>
                  </a:lnTo>
                  <a:lnTo>
                    <a:pt x="4409051" y="1309327"/>
                  </a:lnTo>
                  <a:lnTo>
                    <a:pt x="4409712" y="1325999"/>
                  </a:lnTo>
                  <a:lnTo>
                    <a:pt x="4410372" y="1309327"/>
                  </a:lnTo>
                  <a:lnTo>
                    <a:pt x="4411033" y="1293666"/>
                  </a:lnTo>
                  <a:lnTo>
                    <a:pt x="4411693" y="1278901"/>
                  </a:lnTo>
                  <a:lnTo>
                    <a:pt x="4412354" y="1278901"/>
                  </a:lnTo>
                  <a:lnTo>
                    <a:pt x="4413015" y="1293666"/>
                  </a:lnTo>
                  <a:lnTo>
                    <a:pt x="4413675" y="1296723"/>
                  </a:lnTo>
                  <a:lnTo>
                    <a:pt x="4414336" y="1241551"/>
                  </a:lnTo>
                  <a:lnTo>
                    <a:pt x="4414996" y="1182915"/>
                  </a:lnTo>
                  <a:lnTo>
                    <a:pt x="4415657" y="1154808"/>
                  </a:lnTo>
                  <a:lnTo>
                    <a:pt x="4416317" y="1146080"/>
                  </a:lnTo>
                  <a:lnTo>
                    <a:pt x="4416978" y="1171303"/>
                  </a:lnTo>
                  <a:lnTo>
                    <a:pt x="4417638" y="1235415"/>
                  </a:lnTo>
                  <a:lnTo>
                    <a:pt x="4418299" y="1325999"/>
                  </a:lnTo>
                  <a:lnTo>
                    <a:pt x="4418959" y="1406121"/>
                  </a:lnTo>
                  <a:lnTo>
                    <a:pt x="4419620" y="1406121"/>
                  </a:lnTo>
                  <a:lnTo>
                    <a:pt x="4420280" y="1343822"/>
                  </a:lnTo>
                  <a:lnTo>
                    <a:pt x="4420941" y="1278901"/>
                  </a:lnTo>
                  <a:lnTo>
                    <a:pt x="4421601" y="1239079"/>
                  </a:lnTo>
                  <a:lnTo>
                    <a:pt x="4422262" y="1234205"/>
                  </a:lnTo>
                  <a:lnTo>
                    <a:pt x="4422922" y="1246567"/>
                  </a:lnTo>
                  <a:lnTo>
                    <a:pt x="4423583" y="1287658"/>
                  </a:lnTo>
                  <a:lnTo>
                    <a:pt x="4424244" y="1355138"/>
                  </a:lnTo>
                  <a:lnTo>
                    <a:pt x="4424904" y="1420610"/>
                  </a:lnTo>
                  <a:lnTo>
                    <a:pt x="4425565" y="1430742"/>
                  </a:lnTo>
                  <a:lnTo>
                    <a:pt x="4426225" y="1430742"/>
                  </a:lnTo>
                  <a:lnTo>
                    <a:pt x="4426886" y="1406121"/>
                  </a:lnTo>
                  <a:lnTo>
                    <a:pt x="4427546" y="1383643"/>
                  </a:lnTo>
                  <a:lnTo>
                    <a:pt x="4428207" y="1362966"/>
                  </a:lnTo>
                  <a:lnTo>
                    <a:pt x="4428867" y="1343822"/>
                  </a:lnTo>
                  <a:lnTo>
                    <a:pt x="4429528" y="1328596"/>
                  </a:lnTo>
                  <a:lnTo>
                    <a:pt x="4430188" y="1346605"/>
                  </a:lnTo>
                  <a:lnTo>
                    <a:pt x="4430849" y="1365964"/>
                  </a:lnTo>
                  <a:lnTo>
                    <a:pt x="4431509" y="1371040"/>
                  </a:lnTo>
                  <a:lnTo>
                    <a:pt x="4432170" y="1371040"/>
                  </a:lnTo>
                  <a:lnTo>
                    <a:pt x="4432830" y="1367982"/>
                  </a:lnTo>
                  <a:lnTo>
                    <a:pt x="4433491" y="1348477"/>
                  </a:lnTo>
                  <a:lnTo>
                    <a:pt x="4434152" y="1330341"/>
                  </a:lnTo>
                  <a:lnTo>
                    <a:pt x="4434812" y="1325999"/>
                  </a:lnTo>
                  <a:lnTo>
                    <a:pt x="4435473" y="1343822"/>
                  </a:lnTo>
                  <a:lnTo>
                    <a:pt x="4436133" y="1362966"/>
                  </a:lnTo>
                  <a:lnTo>
                    <a:pt x="4436794" y="1343822"/>
                  </a:lnTo>
                  <a:lnTo>
                    <a:pt x="4437454" y="1325999"/>
                  </a:lnTo>
                  <a:lnTo>
                    <a:pt x="4438115" y="1325999"/>
                  </a:lnTo>
                  <a:lnTo>
                    <a:pt x="4438775" y="1325999"/>
                  </a:lnTo>
                  <a:lnTo>
                    <a:pt x="4439436" y="1325999"/>
                  </a:lnTo>
                  <a:lnTo>
                    <a:pt x="4440096" y="1362966"/>
                  </a:lnTo>
                  <a:lnTo>
                    <a:pt x="4440757" y="1406121"/>
                  </a:lnTo>
                  <a:lnTo>
                    <a:pt x="4441417" y="1430742"/>
                  </a:lnTo>
                  <a:lnTo>
                    <a:pt x="4442078" y="1430742"/>
                  </a:lnTo>
                  <a:lnTo>
                    <a:pt x="4442738" y="1430742"/>
                  </a:lnTo>
                  <a:lnTo>
                    <a:pt x="4443399" y="1430742"/>
                  </a:lnTo>
                  <a:lnTo>
                    <a:pt x="4444060" y="1430742"/>
                  </a:lnTo>
                  <a:lnTo>
                    <a:pt x="4444720" y="1430742"/>
                  </a:lnTo>
                  <a:lnTo>
                    <a:pt x="4445381" y="1430742"/>
                  </a:lnTo>
                  <a:lnTo>
                    <a:pt x="4446041" y="1430742"/>
                  </a:lnTo>
                  <a:lnTo>
                    <a:pt x="4446702" y="1430742"/>
                  </a:lnTo>
                  <a:lnTo>
                    <a:pt x="4447362" y="1430742"/>
                  </a:lnTo>
                  <a:lnTo>
                    <a:pt x="4448023" y="1430742"/>
                  </a:lnTo>
                  <a:lnTo>
                    <a:pt x="4448683" y="1430742"/>
                  </a:lnTo>
                  <a:lnTo>
                    <a:pt x="4449344" y="1430742"/>
                  </a:lnTo>
                  <a:lnTo>
                    <a:pt x="4450004" y="1406121"/>
                  </a:lnTo>
                  <a:lnTo>
                    <a:pt x="4450665" y="1383643"/>
                  </a:lnTo>
                  <a:lnTo>
                    <a:pt x="4451325" y="1343822"/>
                  </a:lnTo>
                  <a:lnTo>
                    <a:pt x="4451986" y="1325999"/>
                  </a:lnTo>
                  <a:lnTo>
                    <a:pt x="4452646" y="1325999"/>
                  </a:lnTo>
                  <a:lnTo>
                    <a:pt x="4453307" y="1343822"/>
                  </a:lnTo>
                  <a:lnTo>
                    <a:pt x="4453967" y="1362966"/>
                  </a:lnTo>
                  <a:lnTo>
                    <a:pt x="4454628" y="1406121"/>
                  </a:lnTo>
                  <a:lnTo>
                    <a:pt x="4455289" y="1430742"/>
                  </a:lnTo>
                  <a:lnTo>
                    <a:pt x="4455949" y="1430742"/>
                  </a:lnTo>
                  <a:lnTo>
                    <a:pt x="4456610" y="1406121"/>
                  </a:lnTo>
                  <a:lnTo>
                    <a:pt x="4457270" y="1373098"/>
                  </a:lnTo>
                  <a:lnTo>
                    <a:pt x="4457931" y="1334757"/>
                  </a:lnTo>
                  <a:lnTo>
                    <a:pt x="4458591" y="1317529"/>
                  </a:lnTo>
                  <a:lnTo>
                    <a:pt x="4459252" y="1317529"/>
                  </a:lnTo>
                  <a:lnTo>
                    <a:pt x="4459912" y="1325999"/>
                  </a:lnTo>
                  <a:lnTo>
                    <a:pt x="4460573" y="1288402"/>
                  </a:lnTo>
                  <a:lnTo>
                    <a:pt x="4461233" y="1260218"/>
                  </a:lnTo>
                  <a:lnTo>
                    <a:pt x="4461894" y="1247201"/>
                  </a:lnTo>
                  <a:lnTo>
                    <a:pt x="4462554" y="1247201"/>
                  </a:lnTo>
                  <a:lnTo>
                    <a:pt x="4463215" y="1253628"/>
                  </a:lnTo>
                  <a:lnTo>
                    <a:pt x="4463875" y="1309327"/>
                  </a:lnTo>
                  <a:lnTo>
                    <a:pt x="4464536" y="1383643"/>
                  </a:lnTo>
                  <a:lnTo>
                    <a:pt x="4465197" y="1430742"/>
                  </a:lnTo>
                  <a:lnTo>
                    <a:pt x="4465857" y="1430742"/>
                  </a:lnTo>
                  <a:lnTo>
                    <a:pt x="4466518" y="1430742"/>
                  </a:lnTo>
                  <a:lnTo>
                    <a:pt x="4467178" y="1430742"/>
                  </a:lnTo>
                  <a:lnTo>
                    <a:pt x="4467839" y="1430742"/>
                  </a:lnTo>
                  <a:lnTo>
                    <a:pt x="4468499" y="1406121"/>
                  </a:lnTo>
                  <a:lnTo>
                    <a:pt x="4469160" y="1362966"/>
                  </a:lnTo>
                  <a:lnTo>
                    <a:pt x="4469820" y="1309327"/>
                  </a:lnTo>
                  <a:lnTo>
                    <a:pt x="4470481" y="1276046"/>
                  </a:lnTo>
                  <a:lnTo>
                    <a:pt x="4471141" y="1249113"/>
                  </a:lnTo>
                  <a:lnTo>
                    <a:pt x="4471802" y="1249113"/>
                  </a:lnTo>
                  <a:lnTo>
                    <a:pt x="4472462" y="1249113"/>
                  </a:lnTo>
                  <a:lnTo>
                    <a:pt x="4473123" y="1276046"/>
                  </a:lnTo>
                  <a:lnTo>
                    <a:pt x="4473783" y="1309327"/>
                  </a:lnTo>
                  <a:lnTo>
                    <a:pt x="4474444" y="1343822"/>
                  </a:lnTo>
                  <a:lnTo>
                    <a:pt x="4475105" y="1343822"/>
                  </a:lnTo>
                  <a:lnTo>
                    <a:pt x="4475765" y="1343822"/>
                  </a:lnTo>
                  <a:lnTo>
                    <a:pt x="4476426" y="1325999"/>
                  </a:lnTo>
                  <a:lnTo>
                    <a:pt x="4477086" y="1313395"/>
                  </a:lnTo>
                  <a:lnTo>
                    <a:pt x="4477747" y="1313395"/>
                  </a:lnTo>
                  <a:lnTo>
                    <a:pt x="4478407" y="1330341"/>
                  </a:lnTo>
                  <a:lnTo>
                    <a:pt x="4479068" y="1367982"/>
                  </a:lnTo>
                  <a:lnTo>
                    <a:pt x="4479728" y="1412060"/>
                  </a:lnTo>
                  <a:lnTo>
                    <a:pt x="4480389" y="1430742"/>
                  </a:lnTo>
                  <a:lnTo>
                    <a:pt x="4481049" y="1430742"/>
                  </a:lnTo>
                  <a:lnTo>
                    <a:pt x="4481710" y="1430742"/>
                  </a:lnTo>
                  <a:lnTo>
                    <a:pt x="4482370" y="1406121"/>
                  </a:lnTo>
                  <a:lnTo>
                    <a:pt x="4483031" y="1383643"/>
                  </a:lnTo>
                  <a:lnTo>
                    <a:pt x="4483691" y="1343822"/>
                  </a:lnTo>
                  <a:lnTo>
                    <a:pt x="4484352" y="1325999"/>
                  </a:lnTo>
                  <a:lnTo>
                    <a:pt x="4485013" y="1325999"/>
                  </a:lnTo>
                  <a:lnTo>
                    <a:pt x="4485673" y="1336545"/>
                  </a:lnTo>
                  <a:lnTo>
                    <a:pt x="4486334" y="1288402"/>
                  </a:lnTo>
                  <a:lnTo>
                    <a:pt x="4486994" y="1247201"/>
                  </a:lnTo>
                  <a:lnTo>
                    <a:pt x="4487655" y="1222984"/>
                  </a:lnTo>
                  <a:lnTo>
                    <a:pt x="4488315" y="1170830"/>
                  </a:lnTo>
                  <a:lnTo>
                    <a:pt x="4488976" y="1114987"/>
                  </a:lnTo>
                  <a:lnTo>
                    <a:pt x="4489636" y="1085535"/>
                  </a:lnTo>
                  <a:lnTo>
                    <a:pt x="4490297" y="1081159"/>
                  </a:lnTo>
                  <a:lnTo>
                    <a:pt x="4490957" y="1091024"/>
                  </a:lnTo>
                  <a:lnTo>
                    <a:pt x="4491618" y="1123889"/>
                  </a:lnTo>
                  <a:lnTo>
                    <a:pt x="4492278" y="1185902"/>
                  </a:lnTo>
                  <a:lnTo>
                    <a:pt x="4492939" y="1282514"/>
                  </a:lnTo>
                  <a:lnTo>
                    <a:pt x="4493599" y="1381500"/>
                  </a:lnTo>
                  <a:lnTo>
                    <a:pt x="4494260" y="1416911"/>
                  </a:lnTo>
                  <a:lnTo>
                    <a:pt x="4494920" y="1424363"/>
                  </a:lnTo>
                  <a:lnTo>
                    <a:pt x="4495581" y="1378317"/>
                  </a:lnTo>
                  <a:lnTo>
                    <a:pt x="4496242" y="1306118"/>
                  </a:lnTo>
                  <a:lnTo>
                    <a:pt x="4496902" y="1276046"/>
                  </a:lnTo>
                  <a:lnTo>
                    <a:pt x="4497563" y="1261557"/>
                  </a:lnTo>
                  <a:lnTo>
                    <a:pt x="4498223" y="1264933"/>
                  </a:lnTo>
                  <a:lnTo>
                    <a:pt x="4498884" y="1278901"/>
                  </a:lnTo>
                  <a:lnTo>
                    <a:pt x="4499544" y="1325140"/>
                  </a:lnTo>
                  <a:lnTo>
                    <a:pt x="4500205" y="1308521"/>
                  </a:lnTo>
                  <a:lnTo>
                    <a:pt x="4500865" y="1251683"/>
                  </a:lnTo>
                  <a:lnTo>
                    <a:pt x="4501526" y="1215579"/>
                  </a:lnTo>
                  <a:lnTo>
                    <a:pt x="4502186" y="1215579"/>
                  </a:lnTo>
                  <a:lnTo>
                    <a:pt x="4502847" y="1227062"/>
                  </a:lnTo>
                  <a:lnTo>
                    <a:pt x="4503507" y="1264933"/>
                  </a:lnTo>
                  <a:lnTo>
                    <a:pt x="4504168" y="1343822"/>
                  </a:lnTo>
                  <a:lnTo>
                    <a:pt x="4504828" y="1406121"/>
                  </a:lnTo>
                  <a:lnTo>
                    <a:pt x="4505489" y="1430742"/>
                  </a:lnTo>
                  <a:lnTo>
                    <a:pt x="4506150" y="1430742"/>
                  </a:lnTo>
                  <a:lnTo>
                    <a:pt x="4506810" y="1430742"/>
                  </a:lnTo>
                  <a:lnTo>
                    <a:pt x="4507471" y="1430742"/>
                  </a:lnTo>
                  <a:lnTo>
                    <a:pt x="4508131" y="1406121"/>
                  </a:lnTo>
                  <a:lnTo>
                    <a:pt x="4508792" y="1362966"/>
                  </a:lnTo>
                  <a:lnTo>
                    <a:pt x="4509452" y="1325999"/>
                  </a:lnTo>
                  <a:lnTo>
                    <a:pt x="4510113" y="1309327"/>
                  </a:lnTo>
                  <a:lnTo>
                    <a:pt x="4510773" y="1293666"/>
                  </a:lnTo>
                  <a:lnTo>
                    <a:pt x="4511434" y="1293666"/>
                  </a:lnTo>
                  <a:lnTo>
                    <a:pt x="4512094" y="1309327"/>
                  </a:lnTo>
                  <a:lnTo>
                    <a:pt x="4512755" y="1325999"/>
                  </a:lnTo>
                  <a:lnTo>
                    <a:pt x="4513415" y="1343822"/>
                  </a:lnTo>
                  <a:lnTo>
                    <a:pt x="4514076" y="1362966"/>
                  </a:lnTo>
                  <a:lnTo>
                    <a:pt x="4514736" y="1383643"/>
                  </a:lnTo>
                  <a:lnTo>
                    <a:pt x="4515397" y="1406121"/>
                  </a:lnTo>
                  <a:lnTo>
                    <a:pt x="4516058" y="1430742"/>
                  </a:lnTo>
                  <a:lnTo>
                    <a:pt x="4516718" y="1430742"/>
                  </a:lnTo>
                  <a:lnTo>
                    <a:pt x="4517379" y="1430742"/>
                  </a:lnTo>
                  <a:lnTo>
                    <a:pt x="4518039" y="1430742"/>
                  </a:lnTo>
                  <a:lnTo>
                    <a:pt x="4518700" y="1430742"/>
                  </a:lnTo>
                  <a:lnTo>
                    <a:pt x="4519360" y="1430742"/>
                  </a:lnTo>
                  <a:lnTo>
                    <a:pt x="4520021" y="1430742"/>
                  </a:lnTo>
                  <a:lnTo>
                    <a:pt x="4520681" y="1430742"/>
                  </a:lnTo>
                  <a:lnTo>
                    <a:pt x="4521342" y="1430742"/>
                  </a:lnTo>
                  <a:lnTo>
                    <a:pt x="4522002" y="1430742"/>
                  </a:lnTo>
                  <a:lnTo>
                    <a:pt x="4522663" y="1430742"/>
                  </a:lnTo>
                  <a:lnTo>
                    <a:pt x="4523323" y="1430742"/>
                  </a:lnTo>
                  <a:lnTo>
                    <a:pt x="4523984" y="1406121"/>
                  </a:lnTo>
                  <a:lnTo>
                    <a:pt x="4524644" y="1362966"/>
                  </a:lnTo>
                  <a:lnTo>
                    <a:pt x="4525305" y="1343822"/>
                  </a:lnTo>
                  <a:lnTo>
                    <a:pt x="4525965" y="1309327"/>
                  </a:lnTo>
                  <a:lnTo>
                    <a:pt x="4526626" y="1278901"/>
                  </a:lnTo>
                  <a:lnTo>
                    <a:pt x="4527287" y="1278901"/>
                  </a:lnTo>
                  <a:lnTo>
                    <a:pt x="4527947" y="1309327"/>
                  </a:lnTo>
                  <a:lnTo>
                    <a:pt x="4528608" y="1309327"/>
                  </a:lnTo>
                  <a:lnTo>
                    <a:pt x="4529268" y="1309327"/>
                  </a:lnTo>
                  <a:lnTo>
                    <a:pt x="4529929" y="1325999"/>
                  </a:lnTo>
                  <a:lnTo>
                    <a:pt x="4530589" y="1343822"/>
                  </a:lnTo>
                  <a:lnTo>
                    <a:pt x="4531250" y="1343822"/>
                  </a:lnTo>
                  <a:lnTo>
                    <a:pt x="4531910" y="1362966"/>
                  </a:lnTo>
                  <a:lnTo>
                    <a:pt x="4532571" y="1406121"/>
                  </a:lnTo>
                  <a:lnTo>
                    <a:pt x="4533231" y="1430742"/>
                  </a:lnTo>
                  <a:lnTo>
                    <a:pt x="4533892" y="1430742"/>
                  </a:lnTo>
                  <a:lnTo>
                    <a:pt x="4534552" y="1430742"/>
                  </a:lnTo>
                  <a:lnTo>
                    <a:pt x="4535213" y="1430742"/>
                  </a:lnTo>
                  <a:lnTo>
                    <a:pt x="4535873" y="1430742"/>
                  </a:lnTo>
                  <a:lnTo>
                    <a:pt x="4536534" y="1430742"/>
                  </a:lnTo>
                  <a:lnTo>
                    <a:pt x="4537195" y="1430742"/>
                  </a:lnTo>
                  <a:lnTo>
                    <a:pt x="4537855" y="1430742"/>
                  </a:lnTo>
                  <a:lnTo>
                    <a:pt x="4538516" y="1406121"/>
                  </a:lnTo>
                  <a:lnTo>
                    <a:pt x="4539176" y="1343822"/>
                  </a:lnTo>
                  <a:lnTo>
                    <a:pt x="4539837" y="1293666"/>
                  </a:lnTo>
                  <a:lnTo>
                    <a:pt x="4540497" y="1278901"/>
                  </a:lnTo>
                  <a:lnTo>
                    <a:pt x="4541158" y="1278901"/>
                  </a:lnTo>
                  <a:lnTo>
                    <a:pt x="4541818" y="1293666"/>
                  </a:lnTo>
                  <a:lnTo>
                    <a:pt x="4542479" y="1343822"/>
                  </a:lnTo>
                  <a:lnTo>
                    <a:pt x="4543139" y="1406121"/>
                  </a:lnTo>
                  <a:lnTo>
                    <a:pt x="4543800" y="1430742"/>
                  </a:lnTo>
                  <a:lnTo>
                    <a:pt x="4544460" y="1430742"/>
                  </a:lnTo>
                  <a:lnTo>
                    <a:pt x="4545121" y="1430742"/>
                  </a:lnTo>
                  <a:lnTo>
                    <a:pt x="4545781" y="1430742"/>
                  </a:lnTo>
                  <a:lnTo>
                    <a:pt x="4546442" y="1430742"/>
                  </a:lnTo>
                  <a:lnTo>
                    <a:pt x="4547103" y="1430742"/>
                  </a:lnTo>
                  <a:lnTo>
                    <a:pt x="4547763" y="1430742"/>
                  </a:lnTo>
                  <a:lnTo>
                    <a:pt x="4548424" y="1430742"/>
                  </a:lnTo>
                  <a:lnTo>
                    <a:pt x="4549084" y="1430742"/>
                  </a:lnTo>
                  <a:lnTo>
                    <a:pt x="4549745" y="1430742"/>
                  </a:lnTo>
                  <a:lnTo>
                    <a:pt x="4550405" y="1430742"/>
                  </a:lnTo>
                  <a:lnTo>
                    <a:pt x="4551066" y="1430742"/>
                  </a:lnTo>
                  <a:lnTo>
                    <a:pt x="4551726" y="1430742"/>
                  </a:lnTo>
                  <a:lnTo>
                    <a:pt x="4552387" y="1430742"/>
                  </a:lnTo>
                  <a:lnTo>
                    <a:pt x="4553047" y="1430742"/>
                  </a:lnTo>
                  <a:lnTo>
                    <a:pt x="4553708" y="1430742"/>
                  </a:lnTo>
                  <a:lnTo>
                    <a:pt x="4554368" y="1430742"/>
                  </a:lnTo>
                  <a:lnTo>
                    <a:pt x="4555029" y="1430742"/>
                  </a:lnTo>
                  <a:lnTo>
                    <a:pt x="4555689" y="1430742"/>
                  </a:lnTo>
                  <a:lnTo>
                    <a:pt x="4556350" y="1430742"/>
                  </a:lnTo>
                  <a:lnTo>
                    <a:pt x="4557011" y="1430742"/>
                  </a:lnTo>
                  <a:lnTo>
                    <a:pt x="4557671" y="1430742"/>
                  </a:lnTo>
                  <a:lnTo>
                    <a:pt x="4558332" y="1430742"/>
                  </a:lnTo>
                  <a:lnTo>
                    <a:pt x="4558992" y="1430742"/>
                  </a:lnTo>
                  <a:lnTo>
                    <a:pt x="4559653" y="1430742"/>
                  </a:lnTo>
                  <a:lnTo>
                    <a:pt x="4560313" y="1430742"/>
                  </a:lnTo>
                  <a:lnTo>
                    <a:pt x="4560974" y="1430742"/>
                  </a:lnTo>
                  <a:lnTo>
                    <a:pt x="4561634" y="1406121"/>
                  </a:lnTo>
                  <a:lnTo>
                    <a:pt x="4562295" y="1362966"/>
                  </a:lnTo>
                  <a:lnTo>
                    <a:pt x="4562955" y="1343822"/>
                  </a:lnTo>
                  <a:lnTo>
                    <a:pt x="4563616" y="1343822"/>
                  </a:lnTo>
                  <a:lnTo>
                    <a:pt x="4564276" y="1343822"/>
                  </a:lnTo>
                  <a:lnTo>
                    <a:pt x="4564937" y="1362966"/>
                  </a:lnTo>
                  <a:lnTo>
                    <a:pt x="4565597" y="1406121"/>
                  </a:lnTo>
                  <a:lnTo>
                    <a:pt x="4566258" y="1430742"/>
                  </a:lnTo>
                  <a:lnTo>
                    <a:pt x="4566918" y="1430742"/>
                  </a:lnTo>
                  <a:lnTo>
                    <a:pt x="4567579" y="1430742"/>
                  </a:lnTo>
                  <a:lnTo>
                    <a:pt x="4568240" y="1406121"/>
                  </a:lnTo>
                  <a:lnTo>
                    <a:pt x="4568900" y="1362966"/>
                  </a:lnTo>
                  <a:lnTo>
                    <a:pt x="4569561" y="1343822"/>
                  </a:lnTo>
                  <a:lnTo>
                    <a:pt x="4570221" y="1343822"/>
                  </a:lnTo>
                  <a:lnTo>
                    <a:pt x="4570882" y="1325999"/>
                  </a:lnTo>
                  <a:lnTo>
                    <a:pt x="4571542" y="1309327"/>
                  </a:lnTo>
                  <a:lnTo>
                    <a:pt x="4572203" y="1264933"/>
                  </a:lnTo>
                  <a:lnTo>
                    <a:pt x="4572863" y="1215579"/>
                  </a:lnTo>
                  <a:lnTo>
                    <a:pt x="4573524" y="1196635"/>
                  </a:lnTo>
                  <a:lnTo>
                    <a:pt x="4574184" y="1196635"/>
                  </a:lnTo>
                  <a:lnTo>
                    <a:pt x="4574845" y="1218402"/>
                  </a:lnTo>
                  <a:lnTo>
                    <a:pt x="4575505" y="1282514"/>
                  </a:lnTo>
                  <a:lnTo>
                    <a:pt x="4576166" y="1367982"/>
                  </a:lnTo>
                  <a:lnTo>
                    <a:pt x="4576826" y="1406121"/>
                  </a:lnTo>
                  <a:lnTo>
                    <a:pt x="4577487" y="1430742"/>
                  </a:lnTo>
                  <a:lnTo>
                    <a:pt x="4578148" y="1430742"/>
                  </a:lnTo>
                  <a:lnTo>
                    <a:pt x="4578808" y="1430742"/>
                  </a:lnTo>
                  <a:lnTo>
                    <a:pt x="4579469" y="1430742"/>
                  </a:lnTo>
                  <a:lnTo>
                    <a:pt x="4580129" y="1430742"/>
                  </a:lnTo>
                  <a:lnTo>
                    <a:pt x="4580790" y="1430742"/>
                  </a:lnTo>
                  <a:lnTo>
                    <a:pt x="4581450" y="1406121"/>
                  </a:lnTo>
                  <a:lnTo>
                    <a:pt x="4582111" y="1383643"/>
                  </a:lnTo>
                  <a:lnTo>
                    <a:pt x="4582771" y="1343822"/>
                  </a:lnTo>
                  <a:lnTo>
                    <a:pt x="4583432" y="1293666"/>
                  </a:lnTo>
                  <a:lnTo>
                    <a:pt x="4584092" y="1239079"/>
                  </a:lnTo>
                  <a:lnTo>
                    <a:pt x="4584753" y="1204584"/>
                  </a:lnTo>
                  <a:lnTo>
                    <a:pt x="4585413" y="1195593"/>
                  </a:lnTo>
                  <a:lnTo>
                    <a:pt x="4586074" y="1206204"/>
                  </a:lnTo>
                  <a:lnTo>
                    <a:pt x="4586734" y="1228829"/>
                  </a:lnTo>
                  <a:lnTo>
                    <a:pt x="4587395" y="1272522"/>
                  </a:lnTo>
                  <a:lnTo>
                    <a:pt x="4588056" y="1318363"/>
                  </a:lnTo>
                  <a:lnTo>
                    <a:pt x="4588716" y="1332982"/>
                  </a:lnTo>
                  <a:lnTo>
                    <a:pt x="4589377" y="1346605"/>
                  </a:lnTo>
                  <a:lnTo>
                    <a:pt x="4590037" y="1365964"/>
                  </a:lnTo>
                  <a:lnTo>
                    <a:pt x="4590698" y="1378317"/>
                  </a:lnTo>
                  <a:lnTo>
                    <a:pt x="4591358" y="1400316"/>
                  </a:lnTo>
                  <a:lnTo>
                    <a:pt x="4592019" y="1424363"/>
                  </a:lnTo>
                  <a:lnTo>
                    <a:pt x="4592679" y="1430742"/>
                  </a:lnTo>
                  <a:lnTo>
                    <a:pt x="4593340" y="1430742"/>
                  </a:lnTo>
                  <a:lnTo>
                    <a:pt x="4594000" y="1430742"/>
                  </a:lnTo>
                  <a:lnTo>
                    <a:pt x="4594661" y="1430742"/>
                  </a:lnTo>
                  <a:lnTo>
                    <a:pt x="4595321" y="1430742"/>
                  </a:lnTo>
                  <a:lnTo>
                    <a:pt x="4595982" y="1430742"/>
                  </a:lnTo>
                  <a:lnTo>
                    <a:pt x="4596642" y="1430742"/>
                  </a:lnTo>
                  <a:lnTo>
                    <a:pt x="4597303" y="1430742"/>
                  </a:lnTo>
                  <a:lnTo>
                    <a:pt x="4597963" y="1430742"/>
                  </a:lnTo>
                  <a:lnTo>
                    <a:pt x="4598624" y="1430742"/>
                  </a:lnTo>
                  <a:lnTo>
                    <a:pt x="4599285" y="1430742"/>
                  </a:lnTo>
                  <a:lnTo>
                    <a:pt x="4599945" y="1430742"/>
                  </a:lnTo>
                  <a:lnTo>
                    <a:pt x="4600606" y="1430742"/>
                  </a:lnTo>
                  <a:lnTo>
                    <a:pt x="4601266" y="1430742"/>
                  </a:lnTo>
                  <a:lnTo>
                    <a:pt x="4601927" y="1430742"/>
                  </a:lnTo>
                  <a:lnTo>
                    <a:pt x="4602587" y="1430742"/>
                  </a:lnTo>
                  <a:lnTo>
                    <a:pt x="4603248" y="1406121"/>
                  </a:lnTo>
                  <a:lnTo>
                    <a:pt x="4603908" y="1362966"/>
                  </a:lnTo>
                  <a:lnTo>
                    <a:pt x="4604569" y="1325999"/>
                  </a:lnTo>
                  <a:lnTo>
                    <a:pt x="4605229" y="1293666"/>
                  </a:lnTo>
                  <a:lnTo>
                    <a:pt x="4605890" y="1251683"/>
                  </a:lnTo>
                  <a:lnTo>
                    <a:pt x="4606550" y="1239079"/>
                  </a:lnTo>
                  <a:lnTo>
                    <a:pt x="4607211" y="1241551"/>
                  </a:lnTo>
                  <a:lnTo>
                    <a:pt x="4607871" y="1262228"/>
                  </a:lnTo>
                  <a:lnTo>
                    <a:pt x="4608532" y="1276046"/>
                  </a:lnTo>
                  <a:lnTo>
                    <a:pt x="4609193" y="1262228"/>
                  </a:lnTo>
                  <a:lnTo>
                    <a:pt x="4609853" y="1249113"/>
                  </a:lnTo>
                  <a:lnTo>
                    <a:pt x="4610514" y="1269737"/>
                  </a:lnTo>
                  <a:lnTo>
                    <a:pt x="4611174" y="1275337"/>
                  </a:lnTo>
                  <a:lnTo>
                    <a:pt x="4611835" y="1289895"/>
                  </a:lnTo>
                  <a:lnTo>
                    <a:pt x="4612495" y="1358046"/>
                  </a:lnTo>
                  <a:lnTo>
                    <a:pt x="4613156" y="1424363"/>
                  </a:lnTo>
                  <a:lnTo>
                    <a:pt x="4613816" y="1430742"/>
                  </a:lnTo>
                  <a:lnTo>
                    <a:pt x="4614477" y="1430742"/>
                  </a:lnTo>
                  <a:lnTo>
                    <a:pt x="4615137" y="1430742"/>
                  </a:lnTo>
                  <a:lnTo>
                    <a:pt x="4615798" y="1430742"/>
                  </a:lnTo>
                  <a:lnTo>
                    <a:pt x="4616458" y="1430742"/>
                  </a:lnTo>
                  <a:lnTo>
                    <a:pt x="4617119" y="1430742"/>
                  </a:lnTo>
                  <a:lnTo>
                    <a:pt x="4617779" y="1430742"/>
                  </a:lnTo>
                  <a:lnTo>
                    <a:pt x="4618440" y="1430742"/>
                  </a:lnTo>
                  <a:lnTo>
                    <a:pt x="4619101" y="1430742"/>
                  </a:lnTo>
                  <a:lnTo>
                    <a:pt x="4619761" y="1406121"/>
                  </a:lnTo>
                  <a:lnTo>
                    <a:pt x="4620422" y="1383643"/>
                  </a:lnTo>
                  <a:lnTo>
                    <a:pt x="4621082" y="1362966"/>
                  </a:lnTo>
                  <a:lnTo>
                    <a:pt x="4621743" y="1343822"/>
                  </a:lnTo>
                  <a:lnTo>
                    <a:pt x="4622403" y="1343822"/>
                  </a:lnTo>
                  <a:lnTo>
                    <a:pt x="4623064" y="1362966"/>
                  </a:lnTo>
                  <a:lnTo>
                    <a:pt x="4623724" y="1383643"/>
                  </a:lnTo>
                  <a:lnTo>
                    <a:pt x="4624385" y="1383643"/>
                  </a:lnTo>
                  <a:lnTo>
                    <a:pt x="4625045" y="1362966"/>
                  </a:lnTo>
                  <a:lnTo>
                    <a:pt x="4625706" y="1343822"/>
                  </a:lnTo>
                  <a:lnTo>
                    <a:pt x="4626366" y="1343822"/>
                  </a:lnTo>
                  <a:lnTo>
                    <a:pt x="4627027" y="1343822"/>
                  </a:lnTo>
                  <a:lnTo>
                    <a:pt x="4627687" y="1362966"/>
                  </a:lnTo>
                  <a:lnTo>
                    <a:pt x="4628348" y="1406121"/>
                  </a:lnTo>
                  <a:lnTo>
                    <a:pt x="4629009" y="1430742"/>
                  </a:lnTo>
                  <a:lnTo>
                    <a:pt x="4629669" y="1430742"/>
                  </a:lnTo>
                  <a:lnTo>
                    <a:pt x="4630330" y="1430742"/>
                  </a:lnTo>
                  <a:lnTo>
                    <a:pt x="4630990" y="1430742"/>
                  </a:lnTo>
                  <a:lnTo>
                    <a:pt x="4631651" y="1430742"/>
                  </a:lnTo>
                  <a:lnTo>
                    <a:pt x="4632311" y="1430742"/>
                  </a:lnTo>
                  <a:lnTo>
                    <a:pt x="4632972" y="1430742"/>
                  </a:lnTo>
                  <a:lnTo>
                    <a:pt x="4633632" y="1430742"/>
                  </a:lnTo>
                  <a:lnTo>
                    <a:pt x="4634293" y="1430742"/>
                  </a:lnTo>
                  <a:lnTo>
                    <a:pt x="4634953" y="1430742"/>
                  </a:lnTo>
                  <a:lnTo>
                    <a:pt x="4635614" y="1430742"/>
                  </a:lnTo>
                  <a:lnTo>
                    <a:pt x="4636274" y="1430742"/>
                  </a:lnTo>
                  <a:lnTo>
                    <a:pt x="4636935" y="1430742"/>
                  </a:lnTo>
                  <a:lnTo>
                    <a:pt x="4637595" y="1430742"/>
                  </a:lnTo>
                  <a:lnTo>
                    <a:pt x="4638256" y="1430742"/>
                  </a:lnTo>
                  <a:lnTo>
                    <a:pt x="4638916" y="1430742"/>
                  </a:lnTo>
                  <a:lnTo>
                    <a:pt x="4639577" y="1430742"/>
                  </a:lnTo>
                  <a:lnTo>
                    <a:pt x="4640238" y="1430742"/>
                  </a:lnTo>
                  <a:lnTo>
                    <a:pt x="4640898" y="1430742"/>
                  </a:lnTo>
                  <a:lnTo>
                    <a:pt x="4641559" y="1430742"/>
                  </a:lnTo>
                  <a:lnTo>
                    <a:pt x="4642219" y="1430742"/>
                  </a:lnTo>
                  <a:lnTo>
                    <a:pt x="4642880" y="1430742"/>
                  </a:lnTo>
                  <a:lnTo>
                    <a:pt x="4643540" y="1430742"/>
                  </a:lnTo>
                  <a:lnTo>
                    <a:pt x="4644201" y="1430742"/>
                  </a:lnTo>
                  <a:lnTo>
                    <a:pt x="4644861" y="1430742"/>
                  </a:lnTo>
                  <a:lnTo>
                    <a:pt x="4645522" y="1430742"/>
                  </a:lnTo>
                  <a:lnTo>
                    <a:pt x="4646182" y="1430742"/>
                  </a:lnTo>
                  <a:lnTo>
                    <a:pt x="4646843" y="1430742"/>
                  </a:lnTo>
                  <a:lnTo>
                    <a:pt x="4647503" y="1430742"/>
                  </a:lnTo>
                  <a:lnTo>
                    <a:pt x="4648164" y="1430742"/>
                  </a:lnTo>
                  <a:lnTo>
                    <a:pt x="4648824" y="1406121"/>
                  </a:lnTo>
                  <a:lnTo>
                    <a:pt x="4649485" y="1362966"/>
                  </a:lnTo>
                  <a:lnTo>
                    <a:pt x="4650146" y="1343822"/>
                  </a:lnTo>
                  <a:lnTo>
                    <a:pt x="4650806" y="1343822"/>
                  </a:lnTo>
                  <a:lnTo>
                    <a:pt x="4651467" y="1343822"/>
                  </a:lnTo>
                  <a:lnTo>
                    <a:pt x="4652127" y="1362966"/>
                  </a:lnTo>
                  <a:lnTo>
                    <a:pt x="4652788" y="1406121"/>
                  </a:lnTo>
                  <a:lnTo>
                    <a:pt x="4653448" y="1430742"/>
                  </a:lnTo>
                  <a:lnTo>
                    <a:pt x="4654109" y="1430742"/>
                  </a:lnTo>
                  <a:lnTo>
                    <a:pt x="4654769" y="1430742"/>
                  </a:lnTo>
                  <a:lnTo>
                    <a:pt x="4655430" y="1430742"/>
                  </a:lnTo>
                  <a:lnTo>
                    <a:pt x="4656090" y="1430742"/>
                  </a:lnTo>
                  <a:lnTo>
                    <a:pt x="4656751" y="1383643"/>
                  </a:lnTo>
                  <a:lnTo>
                    <a:pt x="4657411" y="1343822"/>
                  </a:lnTo>
                  <a:lnTo>
                    <a:pt x="4658072" y="1325999"/>
                  </a:lnTo>
                  <a:lnTo>
                    <a:pt x="4658732" y="1325999"/>
                  </a:lnTo>
                  <a:lnTo>
                    <a:pt x="4659393" y="1325999"/>
                  </a:lnTo>
                  <a:lnTo>
                    <a:pt x="4660054" y="1362966"/>
                  </a:lnTo>
                  <a:lnTo>
                    <a:pt x="4660714" y="1406121"/>
                  </a:lnTo>
                  <a:lnTo>
                    <a:pt x="4661375" y="1430742"/>
                  </a:lnTo>
                  <a:lnTo>
                    <a:pt x="4662035" y="1430742"/>
                  </a:lnTo>
                  <a:lnTo>
                    <a:pt x="4662696" y="1406121"/>
                  </a:lnTo>
                  <a:lnTo>
                    <a:pt x="4663356" y="1362966"/>
                  </a:lnTo>
                  <a:lnTo>
                    <a:pt x="4664017" y="1332098"/>
                  </a:lnTo>
                  <a:lnTo>
                    <a:pt x="4664677" y="1301378"/>
                  </a:lnTo>
                  <a:lnTo>
                    <a:pt x="4665338" y="1271823"/>
                  </a:lnTo>
                  <a:lnTo>
                    <a:pt x="4665998" y="1271823"/>
                  </a:lnTo>
                  <a:lnTo>
                    <a:pt x="4666659" y="1301378"/>
                  </a:lnTo>
                  <a:lnTo>
                    <a:pt x="4667319" y="1328596"/>
                  </a:lnTo>
                  <a:lnTo>
                    <a:pt x="4667980" y="1362966"/>
                  </a:lnTo>
                  <a:lnTo>
                    <a:pt x="4668640" y="1406121"/>
                  </a:lnTo>
                  <a:lnTo>
                    <a:pt x="4669301" y="1430742"/>
                  </a:lnTo>
                  <a:lnTo>
                    <a:pt x="4669961" y="1430742"/>
                  </a:lnTo>
                  <a:lnTo>
                    <a:pt x="4670622" y="1430742"/>
                  </a:lnTo>
                  <a:lnTo>
                    <a:pt x="4671283" y="1430742"/>
                  </a:lnTo>
                  <a:lnTo>
                    <a:pt x="4671943" y="1406121"/>
                  </a:lnTo>
                  <a:lnTo>
                    <a:pt x="4672604" y="1343822"/>
                  </a:lnTo>
                  <a:lnTo>
                    <a:pt x="4673264" y="1278901"/>
                  </a:lnTo>
                  <a:lnTo>
                    <a:pt x="4673925" y="1221256"/>
                  </a:lnTo>
                  <a:lnTo>
                    <a:pt x="4674585" y="1210023"/>
                  </a:lnTo>
                  <a:lnTo>
                    <a:pt x="4675246" y="1199258"/>
                  </a:lnTo>
                  <a:lnTo>
                    <a:pt x="4675906" y="1199258"/>
                  </a:lnTo>
                  <a:lnTo>
                    <a:pt x="4676567" y="1221256"/>
                  </a:lnTo>
                  <a:lnTo>
                    <a:pt x="4677227" y="1251683"/>
                  </a:lnTo>
                  <a:lnTo>
                    <a:pt x="4677888" y="1264933"/>
                  </a:lnTo>
                  <a:lnTo>
                    <a:pt x="4678548" y="1293666"/>
                  </a:lnTo>
                  <a:lnTo>
                    <a:pt x="4679209" y="1325999"/>
                  </a:lnTo>
                  <a:lnTo>
                    <a:pt x="4679869" y="1325999"/>
                  </a:lnTo>
                  <a:lnTo>
                    <a:pt x="4680530" y="1343822"/>
                  </a:lnTo>
                  <a:lnTo>
                    <a:pt x="4681191" y="1343822"/>
                  </a:lnTo>
                  <a:lnTo>
                    <a:pt x="4681851" y="1343822"/>
                  </a:lnTo>
                  <a:lnTo>
                    <a:pt x="4682512" y="1362966"/>
                  </a:lnTo>
                  <a:lnTo>
                    <a:pt x="4683172" y="1406121"/>
                  </a:lnTo>
                  <a:lnTo>
                    <a:pt x="4683833" y="1430742"/>
                  </a:lnTo>
                  <a:lnTo>
                    <a:pt x="4684493" y="1430742"/>
                  </a:lnTo>
                  <a:lnTo>
                    <a:pt x="4685154" y="1430742"/>
                  </a:lnTo>
                  <a:lnTo>
                    <a:pt x="4685814" y="1430742"/>
                  </a:lnTo>
                  <a:lnTo>
                    <a:pt x="4686475" y="1430742"/>
                  </a:lnTo>
                  <a:lnTo>
                    <a:pt x="4687135" y="1430742"/>
                  </a:lnTo>
                  <a:lnTo>
                    <a:pt x="4687796" y="1430742"/>
                  </a:lnTo>
                  <a:lnTo>
                    <a:pt x="4688456" y="1430742"/>
                  </a:lnTo>
                  <a:lnTo>
                    <a:pt x="4689117" y="1430742"/>
                  </a:lnTo>
                  <a:lnTo>
                    <a:pt x="4689777" y="1430742"/>
                  </a:lnTo>
                  <a:lnTo>
                    <a:pt x="4690438" y="1430742"/>
                  </a:lnTo>
                  <a:lnTo>
                    <a:pt x="4691099" y="1430742"/>
                  </a:lnTo>
                  <a:lnTo>
                    <a:pt x="4691759" y="1430742"/>
                  </a:lnTo>
                  <a:lnTo>
                    <a:pt x="4692420" y="1430742"/>
                  </a:lnTo>
                  <a:lnTo>
                    <a:pt x="4693080" y="1430742"/>
                  </a:lnTo>
                  <a:lnTo>
                    <a:pt x="4693741" y="1430742"/>
                  </a:lnTo>
                  <a:lnTo>
                    <a:pt x="4694401" y="1406121"/>
                  </a:lnTo>
                  <a:lnTo>
                    <a:pt x="4695062" y="1362966"/>
                  </a:lnTo>
                  <a:lnTo>
                    <a:pt x="4695722" y="1328596"/>
                  </a:lnTo>
                  <a:lnTo>
                    <a:pt x="4696383" y="1311760"/>
                  </a:lnTo>
                  <a:lnTo>
                    <a:pt x="4697043" y="1295956"/>
                  </a:lnTo>
                  <a:lnTo>
                    <a:pt x="4697704" y="1295956"/>
                  </a:lnTo>
                  <a:lnTo>
                    <a:pt x="4698364" y="1266981"/>
                  </a:lnTo>
                  <a:lnTo>
                    <a:pt x="4699025" y="1251683"/>
                  </a:lnTo>
                  <a:lnTo>
                    <a:pt x="4699685" y="1251038"/>
                  </a:lnTo>
                  <a:lnTo>
                    <a:pt x="4700346" y="1264255"/>
                  </a:lnTo>
                  <a:lnTo>
                    <a:pt x="4701007" y="1278184"/>
                  </a:lnTo>
                  <a:lnTo>
                    <a:pt x="4701667" y="1325140"/>
                  </a:lnTo>
                  <a:lnTo>
                    <a:pt x="4702328" y="1361975"/>
                  </a:lnTo>
                  <a:lnTo>
                    <a:pt x="4702988" y="1309327"/>
                  </a:lnTo>
                  <a:lnTo>
                    <a:pt x="4703649" y="1251683"/>
                  </a:lnTo>
                  <a:lnTo>
                    <a:pt x="4704309" y="1204584"/>
                  </a:lnTo>
                  <a:lnTo>
                    <a:pt x="4704970" y="1194039"/>
                  </a:lnTo>
                  <a:lnTo>
                    <a:pt x="4705630" y="1174158"/>
                  </a:lnTo>
                  <a:lnTo>
                    <a:pt x="4706291" y="1204584"/>
                  </a:lnTo>
                  <a:lnTo>
                    <a:pt x="4706951" y="1239079"/>
                  </a:lnTo>
                  <a:lnTo>
                    <a:pt x="4707612" y="1293666"/>
                  </a:lnTo>
                  <a:lnTo>
                    <a:pt x="4708272" y="1309327"/>
                  </a:lnTo>
                  <a:lnTo>
                    <a:pt x="4708933" y="1343822"/>
                  </a:lnTo>
                  <a:lnTo>
                    <a:pt x="4709593" y="1343822"/>
                  </a:lnTo>
                  <a:lnTo>
                    <a:pt x="4710254" y="1343822"/>
                  </a:lnTo>
                  <a:lnTo>
                    <a:pt x="4710914" y="1343822"/>
                  </a:lnTo>
                  <a:lnTo>
                    <a:pt x="4711575" y="1351310"/>
                  </a:lnTo>
                  <a:lnTo>
                    <a:pt x="4712236" y="1351310"/>
                  </a:lnTo>
                  <a:lnTo>
                    <a:pt x="4712896" y="1332982"/>
                  </a:lnTo>
                  <a:lnTo>
                    <a:pt x="4713557" y="1315867"/>
                  </a:lnTo>
                  <a:lnTo>
                    <a:pt x="4714217" y="1284706"/>
                  </a:lnTo>
                  <a:lnTo>
                    <a:pt x="4714878" y="1239079"/>
                  </a:lnTo>
                  <a:lnTo>
                    <a:pt x="4715538" y="1174158"/>
                  </a:lnTo>
                  <a:lnTo>
                    <a:pt x="4716199" y="1155698"/>
                  </a:lnTo>
                  <a:lnTo>
                    <a:pt x="4716859" y="1146940"/>
                  </a:lnTo>
                  <a:lnTo>
                    <a:pt x="4717520" y="1146940"/>
                  </a:lnTo>
                  <a:lnTo>
                    <a:pt x="4718180" y="1155698"/>
                  </a:lnTo>
                  <a:lnTo>
                    <a:pt x="4718841" y="1200844"/>
                  </a:lnTo>
                  <a:lnTo>
                    <a:pt x="4719501" y="1234809"/>
                  </a:lnTo>
                  <a:lnTo>
                    <a:pt x="4720162" y="1247201"/>
                  </a:lnTo>
                  <a:lnTo>
                    <a:pt x="4720822" y="1260218"/>
                  </a:lnTo>
                  <a:lnTo>
                    <a:pt x="4721483" y="1288402"/>
                  </a:lnTo>
                  <a:lnTo>
                    <a:pt x="4722144" y="1309327"/>
                  </a:lnTo>
                  <a:lnTo>
                    <a:pt x="4722804" y="1325999"/>
                  </a:lnTo>
                  <a:lnTo>
                    <a:pt x="4723465" y="1343822"/>
                  </a:lnTo>
                  <a:lnTo>
                    <a:pt x="4724125" y="1343822"/>
                  </a:lnTo>
                  <a:lnTo>
                    <a:pt x="4724786" y="1362966"/>
                  </a:lnTo>
                  <a:lnTo>
                    <a:pt x="4725446" y="1362966"/>
                  </a:lnTo>
                  <a:lnTo>
                    <a:pt x="4726107" y="1325999"/>
                  </a:lnTo>
                  <a:lnTo>
                    <a:pt x="4726767" y="1325999"/>
                  </a:lnTo>
                  <a:lnTo>
                    <a:pt x="4727428" y="1325999"/>
                  </a:lnTo>
                  <a:lnTo>
                    <a:pt x="4728088" y="1325999"/>
                  </a:lnTo>
                  <a:lnTo>
                    <a:pt x="4728749" y="1343822"/>
                  </a:lnTo>
                  <a:lnTo>
                    <a:pt x="4729409" y="1383643"/>
                  </a:lnTo>
                  <a:lnTo>
                    <a:pt x="4730070" y="1406121"/>
                  </a:lnTo>
                  <a:lnTo>
                    <a:pt x="4730730" y="1430742"/>
                  </a:lnTo>
                  <a:lnTo>
                    <a:pt x="4731391" y="1430742"/>
                  </a:lnTo>
                  <a:lnTo>
                    <a:pt x="4732052" y="1430742"/>
                  </a:lnTo>
                  <a:lnTo>
                    <a:pt x="4732712" y="1430742"/>
                  </a:lnTo>
                  <a:lnTo>
                    <a:pt x="4733373" y="1430742"/>
                  </a:lnTo>
                  <a:lnTo>
                    <a:pt x="4734033" y="1406121"/>
                  </a:lnTo>
                  <a:lnTo>
                    <a:pt x="4734694" y="1368998"/>
                  </a:lnTo>
                  <a:lnTo>
                    <a:pt x="4735354" y="1331218"/>
                  </a:lnTo>
                  <a:lnTo>
                    <a:pt x="4736015" y="1283242"/>
                  </a:lnTo>
                  <a:lnTo>
                    <a:pt x="4736675" y="1269045"/>
                  </a:lnTo>
                  <a:lnTo>
                    <a:pt x="4737336" y="1269045"/>
                  </a:lnTo>
                  <a:lnTo>
                    <a:pt x="4737996" y="1293666"/>
                  </a:lnTo>
                  <a:lnTo>
                    <a:pt x="4738657" y="1325999"/>
                  </a:lnTo>
                  <a:lnTo>
                    <a:pt x="4739317" y="1383643"/>
                  </a:lnTo>
                  <a:lnTo>
                    <a:pt x="4739978" y="1406121"/>
                  </a:lnTo>
                  <a:lnTo>
                    <a:pt x="4740638" y="1430742"/>
                  </a:lnTo>
                  <a:lnTo>
                    <a:pt x="4741299" y="1430742"/>
                  </a:lnTo>
                  <a:lnTo>
                    <a:pt x="4741959" y="1430742"/>
                  </a:lnTo>
                  <a:lnTo>
                    <a:pt x="4742620" y="1430742"/>
                  </a:lnTo>
                  <a:lnTo>
                    <a:pt x="4743281" y="1430742"/>
                  </a:lnTo>
                  <a:lnTo>
                    <a:pt x="4743941" y="1430742"/>
                  </a:lnTo>
                  <a:lnTo>
                    <a:pt x="4744602" y="1430742"/>
                  </a:lnTo>
                  <a:lnTo>
                    <a:pt x="4745262" y="1430742"/>
                  </a:lnTo>
                  <a:lnTo>
                    <a:pt x="4745923" y="1430742"/>
                  </a:lnTo>
                  <a:lnTo>
                    <a:pt x="4746583" y="1430742"/>
                  </a:lnTo>
                  <a:lnTo>
                    <a:pt x="4747244" y="1430742"/>
                  </a:lnTo>
                  <a:lnTo>
                    <a:pt x="4747904" y="1430742"/>
                  </a:lnTo>
                  <a:lnTo>
                    <a:pt x="4748565" y="1430742"/>
                  </a:lnTo>
                  <a:lnTo>
                    <a:pt x="4749225" y="1430742"/>
                  </a:lnTo>
                  <a:lnTo>
                    <a:pt x="4749886" y="1430742"/>
                  </a:lnTo>
                  <a:lnTo>
                    <a:pt x="4750546" y="1430742"/>
                  </a:lnTo>
                  <a:lnTo>
                    <a:pt x="4751207" y="1430742"/>
                  </a:lnTo>
                  <a:lnTo>
                    <a:pt x="4751867" y="1430742"/>
                  </a:lnTo>
                  <a:lnTo>
                    <a:pt x="4752528" y="1430742"/>
                  </a:lnTo>
                  <a:lnTo>
                    <a:pt x="4753189" y="1430742"/>
                  </a:lnTo>
                  <a:lnTo>
                    <a:pt x="4753849" y="1430742"/>
                  </a:lnTo>
                  <a:lnTo>
                    <a:pt x="4754510" y="1430742"/>
                  </a:lnTo>
                  <a:lnTo>
                    <a:pt x="4755170" y="1430742"/>
                  </a:lnTo>
                  <a:lnTo>
                    <a:pt x="4755831" y="1430742"/>
                  </a:lnTo>
                  <a:lnTo>
                    <a:pt x="4756491" y="1430742"/>
                  </a:lnTo>
                  <a:lnTo>
                    <a:pt x="4757152" y="1430742"/>
                  </a:lnTo>
                  <a:lnTo>
                    <a:pt x="4757812" y="1430742"/>
                  </a:lnTo>
                  <a:lnTo>
                    <a:pt x="4758473" y="1430742"/>
                  </a:lnTo>
                  <a:lnTo>
                    <a:pt x="4759133" y="1430742"/>
                  </a:lnTo>
                  <a:lnTo>
                    <a:pt x="4759794" y="1430742"/>
                  </a:lnTo>
                  <a:lnTo>
                    <a:pt x="4760454" y="1430742"/>
                  </a:lnTo>
                  <a:lnTo>
                    <a:pt x="4761115" y="1430742"/>
                  </a:lnTo>
                  <a:lnTo>
                    <a:pt x="4761775" y="1430742"/>
                  </a:lnTo>
                  <a:lnTo>
                    <a:pt x="4762436" y="1430742"/>
                  </a:lnTo>
                  <a:lnTo>
                    <a:pt x="4763097" y="1430742"/>
                  </a:lnTo>
                  <a:lnTo>
                    <a:pt x="4763757" y="1430742"/>
                  </a:lnTo>
                  <a:lnTo>
                    <a:pt x="4764418" y="1430742"/>
                  </a:lnTo>
                  <a:lnTo>
                    <a:pt x="4765078" y="1430742"/>
                  </a:lnTo>
                  <a:lnTo>
                    <a:pt x="4765739" y="1430742"/>
                  </a:lnTo>
                  <a:lnTo>
                    <a:pt x="4766399" y="1430742"/>
                  </a:lnTo>
                  <a:lnTo>
                    <a:pt x="4767060" y="1430742"/>
                  </a:lnTo>
                  <a:lnTo>
                    <a:pt x="4767720" y="1430742"/>
                  </a:lnTo>
                  <a:lnTo>
                    <a:pt x="4768381" y="1430742"/>
                  </a:lnTo>
                  <a:lnTo>
                    <a:pt x="4769041" y="1430742"/>
                  </a:lnTo>
                  <a:lnTo>
                    <a:pt x="4769702" y="1430742"/>
                  </a:lnTo>
                  <a:lnTo>
                    <a:pt x="4770362" y="1386893"/>
                  </a:lnTo>
                  <a:lnTo>
                    <a:pt x="4771023" y="1346605"/>
                  </a:lnTo>
                  <a:lnTo>
                    <a:pt x="4771683" y="1328596"/>
                  </a:lnTo>
                  <a:lnTo>
                    <a:pt x="4772344" y="1328596"/>
                  </a:lnTo>
                  <a:lnTo>
                    <a:pt x="4773005" y="1328596"/>
                  </a:lnTo>
                  <a:lnTo>
                    <a:pt x="4773665" y="1362966"/>
                  </a:lnTo>
                  <a:lnTo>
                    <a:pt x="4774326" y="1406121"/>
                  </a:lnTo>
                  <a:lnTo>
                    <a:pt x="4774986" y="1406121"/>
                  </a:lnTo>
                  <a:lnTo>
                    <a:pt x="4775647" y="1362966"/>
                  </a:lnTo>
                  <a:lnTo>
                    <a:pt x="4776307" y="1343822"/>
                  </a:lnTo>
                  <a:lnTo>
                    <a:pt x="4776968" y="1343822"/>
                  </a:lnTo>
                  <a:lnTo>
                    <a:pt x="4777628" y="1343822"/>
                  </a:lnTo>
                  <a:lnTo>
                    <a:pt x="4778289" y="1343822"/>
                  </a:lnTo>
                  <a:lnTo>
                    <a:pt x="4778949" y="1343822"/>
                  </a:lnTo>
                  <a:lnTo>
                    <a:pt x="4779610" y="1293666"/>
                  </a:lnTo>
                  <a:lnTo>
                    <a:pt x="4780270" y="1239079"/>
                  </a:lnTo>
                  <a:lnTo>
                    <a:pt x="4780931" y="1227062"/>
                  </a:lnTo>
                  <a:lnTo>
                    <a:pt x="4781591" y="1227062"/>
                  </a:lnTo>
                  <a:lnTo>
                    <a:pt x="4782252" y="1239079"/>
                  </a:lnTo>
                  <a:lnTo>
                    <a:pt x="4782912" y="1293666"/>
                  </a:lnTo>
                  <a:lnTo>
                    <a:pt x="4783573" y="1362966"/>
                  </a:lnTo>
                  <a:lnTo>
                    <a:pt x="4784234" y="1383643"/>
                  </a:lnTo>
                  <a:lnTo>
                    <a:pt x="4784894" y="1406121"/>
                  </a:lnTo>
                  <a:lnTo>
                    <a:pt x="4785555" y="1430742"/>
                  </a:lnTo>
                  <a:lnTo>
                    <a:pt x="4786215" y="1430742"/>
                  </a:lnTo>
                  <a:lnTo>
                    <a:pt x="4786876" y="1430742"/>
                  </a:lnTo>
                  <a:lnTo>
                    <a:pt x="4787536" y="1406121"/>
                  </a:lnTo>
                  <a:lnTo>
                    <a:pt x="4788197" y="1383643"/>
                  </a:lnTo>
                  <a:lnTo>
                    <a:pt x="4788857" y="1362966"/>
                  </a:lnTo>
                  <a:lnTo>
                    <a:pt x="4789518" y="1325999"/>
                  </a:lnTo>
                  <a:lnTo>
                    <a:pt x="4790178" y="1293666"/>
                  </a:lnTo>
                  <a:lnTo>
                    <a:pt x="4790839" y="1306917"/>
                  </a:lnTo>
                  <a:lnTo>
                    <a:pt x="4791499" y="1306917"/>
                  </a:lnTo>
                  <a:lnTo>
                    <a:pt x="4792160" y="1306917"/>
                  </a:lnTo>
                  <a:lnTo>
                    <a:pt x="4792820" y="1341069"/>
                  </a:lnTo>
                  <a:lnTo>
                    <a:pt x="4793481" y="1360003"/>
                  </a:lnTo>
                  <a:lnTo>
                    <a:pt x="4794142" y="1325999"/>
                  </a:lnTo>
                  <a:lnTo>
                    <a:pt x="4794802" y="1325999"/>
                  </a:lnTo>
                  <a:lnTo>
                    <a:pt x="4795463" y="1343822"/>
                  </a:lnTo>
                  <a:lnTo>
                    <a:pt x="4796123" y="1343822"/>
                  </a:lnTo>
                  <a:lnTo>
                    <a:pt x="4796784" y="1325999"/>
                  </a:lnTo>
                  <a:lnTo>
                    <a:pt x="4797444" y="1325999"/>
                  </a:lnTo>
                  <a:lnTo>
                    <a:pt x="4798105" y="1325999"/>
                  </a:lnTo>
                  <a:lnTo>
                    <a:pt x="4798765" y="1325999"/>
                  </a:lnTo>
                  <a:lnTo>
                    <a:pt x="4799426" y="1325999"/>
                  </a:lnTo>
                  <a:lnTo>
                    <a:pt x="4800086" y="1362966"/>
                  </a:lnTo>
                  <a:lnTo>
                    <a:pt x="4800747" y="1406121"/>
                  </a:lnTo>
                  <a:lnTo>
                    <a:pt x="4801407" y="1430742"/>
                  </a:lnTo>
                  <a:lnTo>
                    <a:pt x="4802068" y="1430742"/>
                  </a:lnTo>
                  <a:lnTo>
                    <a:pt x="4802728" y="1430742"/>
                  </a:lnTo>
                  <a:lnTo>
                    <a:pt x="4803389" y="1430742"/>
                  </a:lnTo>
                  <a:lnTo>
                    <a:pt x="4804050" y="1430742"/>
                  </a:lnTo>
                  <a:lnTo>
                    <a:pt x="4804710" y="1430742"/>
                  </a:lnTo>
                  <a:lnTo>
                    <a:pt x="4805371" y="1430742"/>
                  </a:lnTo>
                  <a:lnTo>
                    <a:pt x="4806031" y="1430742"/>
                  </a:lnTo>
                  <a:lnTo>
                    <a:pt x="4806692" y="1430742"/>
                  </a:lnTo>
                  <a:lnTo>
                    <a:pt x="4807352" y="1430742"/>
                  </a:lnTo>
                  <a:lnTo>
                    <a:pt x="4808013" y="1430742"/>
                  </a:lnTo>
                  <a:lnTo>
                    <a:pt x="4808673" y="1430742"/>
                  </a:lnTo>
                  <a:lnTo>
                    <a:pt x="4809334" y="1406121"/>
                  </a:lnTo>
                  <a:lnTo>
                    <a:pt x="4809994" y="1362966"/>
                  </a:lnTo>
                  <a:lnTo>
                    <a:pt x="4810655" y="1343822"/>
                  </a:lnTo>
                  <a:lnTo>
                    <a:pt x="4811315" y="1343822"/>
                  </a:lnTo>
                  <a:lnTo>
                    <a:pt x="4811976" y="1343822"/>
                  </a:lnTo>
                  <a:lnTo>
                    <a:pt x="4812636" y="1362966"/>
                  </a:lnTo>
                  <a:lnTo>
                    <a:pt x="4813297" y="1406121"/>
                  </a:lnTo>
                  <a:lnTo>
                    <a:pt x="4813957" y="1430742"/>
                  </a:lnTo>
                  <a:lnTo>
                    <a:pt x="4814618" y="1430742"/>
                  </a:lnTo>
                  <a:lnTo>
                    <a:pt x="4815279" y="1430742"/>
                  </a:lnTo>
                  <a:lnTo>
                    <a:pt x="4815939" y="1430742"/>
                  </a:lnTo>
                  <a:lnTo>
                    <a:pt x="4816600" y="1430742"/>
                  </a:lnTo>
                  <a:lnTo>
                    <a:pt x="4817260" y="1430742"/>
                  </a:lnTo>
                  <a:lnTo>
                    <a:pt x="4817921" y="1430742"/>
                  </a:lnTo>
                  <a:lnTo>
                    <a:pt x="4818581" y="1430742"/>
                  </a:lnTo>
                  <a:lnTo>
                    <a:pt x="4819242" y="1430742"/>
                  </a:lnTo>
                  <a:lnTo>
                    <a:pt x="4819902" y="1430742"/>
                  </a:lnTo>
                  <a:lnTo>
                    <a:pt x="4820563" y="1430742"/>
                  </a:lnTo>
                  <a:lnTo>
                    <a:pt x="4821223" y="1430742"/>
                  </a:lnTo>
                  <a:lnTo>
                    <a:pt x="4821884" y="1430742"/>
                  </a:lnTo>
                  <a:lnTo>
                    <a:pt x="4822544" y="1430742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399170"/>
                  </a:lnTo>
                  <a:lnTo>
                    <a:pt x="4825187" y="1320884"/>
                  </a:lnTo>
                  <a:lnTo>
                    <a:pt x="4825847" y="1192493"/>
                  </a:lnTo>
                  <a:lnTo>
                    <a:pt x="4826508" y="1097697"/>
                  </a:lnTo>
                  <a:lnTo>
                    <a:pt x="4827168" y="1034840"/>
                  </a:lnTo>
                  <a:lnTo>
                    <a:pt x="4827829" y="1025525"/>
                  </a:lnTo>
                  <a:lnTo>
                    <a:pt x="4828489" y="1030964"/>
                  </a:lnTo>
                  <a:lnTo>
                    <a:pt x="4829150" y="1078172"/>
                  </a:lnTo>
                  <a:lnTo>
                    <a:pt x="4829810" y="1146940"/>
                  </a:lnTo>
                  <a:lnTo>
                    <a:pt x="4830471" y="1227649"/>
                  </a:lnTo>
                  <a:lnTo>
                    <a:pt x="4831131" y="1239695"/>
                  </a:lnTo>
                  <a:lnTo>
                    <a:pt x="4831792" y="1265614"/>
                  </a:lnTo>
                  <a:lnTo>
                    <a:pt x="4832452" y="1294427"/>
                  </a:lnTo>
                  <a:lnTo>
                    <a:pt x="4833113" y="1326862"/>
                  </a:lnTo>
                  <a:lnTo>
                    <a:pt x="4833773" y="1362966"/>
                  </a:lnTo>
                  <a:lnTo>
                    <a:pt x="4834434" y="1406121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430742"/>
                  </a:lnTo>
                  <a:lnTo>
                    <a:pt x="4838397" y="1430742"/>
                  </a:lnTo>
                  <a:lnTo>
                    <a:pt x="4839058" y="1430742"/>
                  </a:lnTo>
                  <a:lnTo>
                    <a:pt x="4839718" y="1430742"/>
                  </a:lnTo>
                  <a:lnTo>
                    <a:pt x="4840379" y="1430742"/>
                  </a:lnTo>
                  <a:lnTo>
                    <a:pt x="4841039" y="1430742"/>
                  </a:lnTo>
                  <a:lnTo>
                    <a:pt x="4841700" y="1430742"/>
                  </a:lnTo>
                  <a:lnTo>
                    <a:pt x="4842360" y="1430742"/>
                  </a:lnTo>
                  <a:lnTo>
                    <a:pt x="4843021" y="1430742"/>
                  </a:lnTo>
                  <a:lnTo>
                    <a:pt x="4843681" y="1430742"/>
                  </a:lnTo>
                  <a:lnTo>
                    <a:pt x="4844342" y="1430742"/>
                  </a:lnTo>
                  <a:lnTo>
                    <a:pt x="4845003" y="1430742"/>
                  </a:lnTo>
                  <a:lnTo>
                    <a:pt x="4845663" y="1430742"/>
                  </a:lnTo>
                  <a:lnTo>
                    <a:pt x="4846324" y="1430742"/>
                  </a:lnTo>
                  <a:lnTo>
                    <a:pt x="4846984" y="1430742"/>
                  </a:lnTo>
                  <a:lnTo>
                    <a:pt x="4847645" y="1430742"/>
                  </a:lnTo>
                  <a:lnTo>
                    <a:pt x="4848305" y="1430742"/>
                  </a:lnTo>
                  <a:lnTo>
                    <a:pt x="4848966" y="1406121"/>
                  </a:lnTo>
                  <a:lnTo>
                    <a:pt x="4849626" y="1343822"/>
                  </a:lnTo>
                  <a:lnTo>
                    <a:pt x="4850287" y="1278901"/>
                  </a:lnTo>
                  <a:lnTo>
                    <a:pt x="4850947" y="1215579"/>
                  </a:lnTo>
                  <a:lnTo>
                    <a:pt x="4851608" y="1174158"/>
                  </a:lnTo>
                  <a:lnTo>
                    <a:pt x="4852268" y="1155698"/>
                  </a:lnTo>
                  <a:lnTo>
                    <a:pt x="4852929" y="1174158"/>
                  </a:lnTo>
                  <a:lnTo>
                    <a:pt x="4853589" y="1215579"/>
                  </a:lnTo>
                  <a:lnTo>
                    <a:pt x="4854250" y="1278901"/>
                  </a:lnTo>
                  <a:lnTo>
                    <a:pt x="4854910" y="1343822"/>
                  </a:lnTo>
                  <a:lnTo>
                    <a:pt x="4855571" y="1406121"/>
                  </a:lnTo>
                  <a:lnTo>
                    <a:pt x="4856232" y="1430742"/>
                  </a:lnTo>
                  <a:lnTo>
                    <a:pt x="4856892" y="1430742"/>
                  </a:lnTo>
                  <a:lnTo>
                    <a:pt x="4857553" y="1430742"/>
                  </a:lnTo>
                  <a:lnTo>
                    <a:pt x="4858213" y="1430742"/>
                  </a:lnTo>
                  <a:lnTo>
                    <a:pt x="4858874" y="1430742"/>
                  </a:lnTo>
                  <a:lnTo>
                    <a:pt x="4859534" y="1430742"/>
                  </a:lnTo>
                  <a:lnTo>
                    <a:pt x="4860195" y="1430742"/>
                  </a:lnTo>
                  <a:lnTo>
                    <a:pt x="4860855" y="1406121"/>
                  </a:lnTo>
                  <a:lnTo>
                    <a:pt x="4861516" y="1362966"/>
                  </a:lnTo>
                  <a:lnTo>
                    <a:pt x="4862176" y="1329467"/>
                  </a:lnTo>
                  <a:lnTo>
                    <a:pt x="4862837" y="1329467"/>
                  </a:lnTo>
                  <a:lnTo>
                    <a:pt x="4863497" y="1329467"/>
                  </a:lnTo>
                  <a:lnTo>
                    <a:pt x="4864158" y="1347539"/>
                  </a:lnTo>
                  <a:lnTo>
                    <a:pt x="4864818" y="1387985"/>
                  </a:lnTo>
                  <a:lnTo>
                    <a:pt x="4865479" y="1430742"/>
                  </a:lnTo>
                  <a:lnTo>
                    <a:pt x="4866140" y="1412060"/>
                  </a:lnTo>
                  <a:lnTo>
                    <a:pt x="4866800" y="1389082"/>
                  </a:lnTo>
                  <a:lnTo>
                    <a:pt x="4867461" y="1313395"/>
                  </a:lnTo>
                  <a:lnTo>
                    <a:pt x="4868121" y="1230014"/>
                  </a:lnTo>
                  <a:lnTo>
                    <a:pt x="4868782" y="1187408"/>
                  </a:lnTo>
                  <a:lnTo>
                    <a:pt x="4869442" y="1138469"/>
                  </a:lnTo>
                  <a:lnTo>
                    <a:pt x="4870103" y="1092763"/>
                  </a:lnTo>
                  <a:lnTo>
                    <a:pt x="4870763" y="1078172"/>
                  </a:lnTo>
                  <a:lnTo>
                    <a:pt x="4871424" y="1091718"/>
                  </a:lnTo>
                  <a:lnTo>
                    <a:pt x="4872084" y="1112714"/>
                  </a:lnTo>
                  <a:lnTo>
                    <a:pt x="4872745" y="1154365"/>
                  </a:lnTo>
                  <a:lnTo>
                    <a:pt x="4873405" y="1192493"/>
                  </a:lnTo>
                  <a:lnTo>
                    <a:pt x="4874066" y="1194039"/>
                  </a:lnTo>
                  <a:lnTo>
                    <a:pt x="4874726" y="1124678"/>
                  </a:lnTo>
                  <a:lnTo>
                    <a:pt x="4875387" y="1029320"/>
                  </a:lnTo>
                  <a:lnTo>
                    <a:pt x="4876048" y="923125"/>
                  </a:lnTo>
                  <a:lnTo>
                    <a:pt x="4876708" y="859292"/>
                  </a:lnTo>
                  <a:lnTo>
                    <a:pt x="4877369" y="826909"/>
                  </a:lnTo>
                  <a:lnTo>
                    <a:pt x="4878029" y="825292"/>
                  </a:lnTo>
                  <a:lnTo>
                    <a:pt x="4878690" y="810011"/>
                  </a:lnTo>
                  <a:lnTo>
                    <a:pt x="4879350" y="820624"/>
                  </a:lnTo>
                  <a:lnTo>
                    <a:pt x="4880011" y="832839"/>
                  </a:lnTo>
                  <a:lnTo>
                    <a:pt x="4880671" y="837215"/>
                  </a:lnTo>
                  <a:lnTo>
                    <a:pt x="4881332" y="840744"/>
                  </a:lnTo>
                  <a:lnTo>
                    <a:pt x="4881992" y="875183"/>
                  </a:lnTo>
                  <a:lnTo>
                    <a:pt x="4882653" y="909549"/>
                  </a:lnTo>
                  <a:lnTo>
                    <a:pt x="4883313" y="950805"/>
                  </a:lnTo>
                  <a:lnTo>
                    <a:pt x="4883974" y="982950"/>
                  </a:lnTo>
                  <a:lnTo>
                    <a:pt x="4884634" y="1001884"/>
                  </a:lnTo>
                  <a:lnTo>
                    <a:pt x="4885295" y="1020462"/>
                  </a:lnTo>
                  <a:lnTo>
                    <a:pt x="4885955" y="1047709"/>
                  </a:lnTo>
                  <a:lnTo>
                    <a:pt x="4886616" y="1065930"/>
                  </a:lnTo>
                  <a:lnTo>
                    <a:pt x="4887277" y="1106750"/>
                  </a:lnTo>
                  <a:lnTo>
                    <a:pt x="4887937" y="1146510"/>
                  </a:lnTo>
                  <a:lnTo>
                    <a:pt x="4888598" y="1194039"/>
                  </a:lnTo>
                  <a:lnTo>
                    <a:pt x="4889258" y="1251683"/>
                  </a:lnTo>
                  <a:lnTo>
                    <a:pt x="4889919" y="1309327"/>
                  </a:lnTo>
                  <a:lnTo>
                    <a:pt x="4890579" y="1362966"/>
                  </a:lnTo>
                  <a:lnTo>
                    <a:pt x="4891240" y="1406121"/>
                  </a:lnTo>
                  <a:lnTo>
                    <a:pt x="4891900" y="1430742"/>
                  </a:lnTo>
                  <a:lnTo>
                    <a:pt x="4892561" y="1430742"/>
                  </a:lnTo>
                  <a:lnTo>
                    <a:pt x="4893221" y="1430742"/>
                  </a:lnTo>
                  <a:lnTo>
                    <a:pt x="4893882" y="1430742"/>
                  </a:lnTo>
                  <a:lnTo>
                    <a:pt x="4894542" y="1430742"/>
                  </a:lnTo>
                  <a:lnTo>
                    <a:pt x="4895203" y="1430742"/>
                  </a:lnTo>
                  <a:lnTo>
                    <a:pt x="4895863" y="1430742"/>
                  </a:lnTo>
                  <a:lnTo>
                    <a:pt x="4896524" y="1430742"/>
                  </a:lnTo>
                  <a:lnTo>
                    <a:pt x="4897185" y="1430742"/>
                  </a:lnTo>
                  <a:lnTo>
                    <a:pt x="4897845" y="1430742"/>
                  </a:lnTo>
                  <a:lnTo>
                    <a:pt x="4898506" y="1406121"/>
                  </a:lnTo>
                  <a:lnTo>
                    <a:pt x="4899166" y="1362966"/>
                  </a:lnTo>
                  <a:lnTo>
                    <a:pt x="4899827" y="1309327"/>
                  </a:lnTo>
                  <a:lnTo>
                    <a:pt x="4900487" y="1252330"/>
                  </a:lnTo>
                  <a:lnTo>
                    <a:pt x="4901148" y="1216141"/>
                  </a:lnTo>
                  <a:lnTo>
                    <a:pt x="4901808" y="1194556"/>
                  </a:lnTo>
                  <a:lnTo>
                    <a:pt x="4902469" y="1205123"/>
                  </a:lnTo>
                  <a:lnTo>
                    <a:pt x="4903129" y="1239695"/>
                  </a:lnTo>
                  <a:lnTo>
                    <a:pt x="4903790" y="1293666"/>
                  </a:lnTo>
                  <a:lnTo>
                    <a:pt x="4904450" y="1343822"/>
                  </a:lnTo>
                  <a:lnTo>
                    <a:pt x="4905111" y="1406121"/>
                  </a:lnTo>
                  <a:lnTo>
                    <a:pt x="4905771" y="1430742"/>
                  </a:lnTo>
                  <a:lnTo>
                    <a:pt x="4906432" y="1406121"/>
                  </a:lnTo>
                  <a:lnTo>
                    <a:pt x="4907093" y="1383643"/>
                  </a:lnTo>
                  <a:lnTo>
                    <a:pt x="4907753" y="1372067"/>
                  </a:lnTo>
                  <a:lnTo>
                    <a:pt x="4908414" y="1352262"/>
                  </a:lnTo>
                  <a:lnTo>
                    <a:pt x="4909074" y="1316697"/>
                  </a:lnTo>
                  <a:lnTo>
                    <a:pt x="4909735" y="1285441"/>
                  </a:lnTo>
                  <a:lnTo>
                    <a:pt x="4910395" y="1220111"/>
                  </a:lnTo>
                  <a:lnTo>
                    <a:pt x="4911056" y="1125469"/>
                  </a:lnTo>
                  <a:lnTo>
                    <a:pt x="4911716" y="1038775"/>
                  </a:lnTo>
                  <a:lnTo>
                    <a:pt x="4912377" y="950403"/>
                  </a:lnTo>
                  <a:lnTo>
                    <a:pt x="4913037" y="876842"/>
                  </a:lnTo>
                  <a:lnTo>
                    <a:pt x="4913698" y="827283"/>
                  </a:lnTo>
                  <a:lnTo>
                    <a:pt x="4914358" y="786145"/>
                  </a:lnTo>
                  <a:lnTo>
                    <a:pt x="4915019" y="763126"/>
                  </a:lnTo>
                  <a:lnTo>
                    <a:pt x="4915679" y="751131"/>
                  </a:lnTo>
                  <a:lnTo>
                    <a:pt x="4916340" y="737806"/>
                  </a:lnTo>
                  <a:lnTo>
                    <a:pt x="4917001" y="727756"/>
                  </a:lnTo>
                  <a:lnTo>
                    <a:pt x="4917661" y="737100"/>
                  </a:lnTo>
                  <a:lnTo>
                    <a:pt x="4918322" y="756014"/>
                  </a:lnTo>
                  <a:lnTo>
                    <a:pt x="4918982" y="792944"/>
                  </a:lnTo>
                  <a:lnTo>
                    <a:pt x="4919643" y="864289"/>
                  </a:lnTo>
                  <a:lnTo>
                    <a:pt x="4920303" y="952422"/>
                  </a:lnTo>
                  <a:lnTo>
                    <a:pt x="4920964" y="1038210"/>
                  </a:lnTo>
                  <a:lnTo>
                    <a:pt x="4921624" y="1108970"/>
                  </a:lnTo>
                  <a:lnTo>
                    <a:pt x="4922285" y="1135569"/>
                  </a:lnTo>
                  <a:lnTo>
                    <a:pt x="4922945" y="1135569"/>
                  </a:lnTo>
                  <a:lnTo>
                    <a:pt x="4923606" y="1160191"/>
                  </a:lnTo>
                  <a:lnTo>
                    <a:pt x="4924266" y="1210023"/>
                  </a:lnTo>
                  <a:lnTo>
                    <a:pt x="4924927" y="1258223"/>
                  </a:lnTo>
                  <a:lnTo>
                    <a:pt x="4925587" y="1341069"/>
                  </a:lnTo>
                  <a:lnTo>
                    <a:pt x="4926248" y="1360003"/>
                  </a:lnTo>
                  <a:lnTo>
                    <a:pt x="4926908" y="1343822"/>
                  </a:lnTo>
                  <a:lnTo>
                    <a:pt x="4927569" y="1325999"/>
                  </a:lnTo>
                  <a:lnTo>
                    <a:pt x="4928230" y="1325999"/>
                  </a:lnTo>
                  <a:lnTo>
                    <a:pt x="4928890" y="1325999"/>
                  </a:lnTo>
                  <a:lnTo>
                    <a:pt x="4929551" y="1343822"/>
                  </a:lnTo>
                  <a:lnTo>
                    <a:pt x="4930211" y="1277469"/>
                  </a:lnTo>
                  <a:lnTo>
                    <a:pt x="4930872" y="1193008"/>
                  </a:lnTo>
                  <a:lnTo>
                    <a:pt x="4931532" y="1146080"/>
                  </a:lnTo>
                  <a:lnTo>
                    <a:pt x="4932193" y="1121537"/>
                  </a:lnTo>
                  <a:lnTo>
                    <a:pt x="4932853" y="1085195"/>
                  </a:lnTo>
                  <a:lnTo>
                    <a:pt x="4933514" y="1060020"/>
                  </a:lnTo>
                  <a:lnTo>
                    <a:pt x="4934174" y="1048002"/>
                  </a:lnTo>
                  <a:lnTo>
                    <a:pt x="4934835" y="1036519"/>
                  </a:lnTo>
                  <a:lnTo>
                    <a:pt x="4935495" y="1002130"/>
                  </a:lnTo>
                  <a:lnTo>
                    <a:pt x="4936156" y="983179"/>
                  </a:lnTo>
                  <a:lnTo>
                    <a:pt x="4936816" y="990593"/>
                  </a:lnTo>
                  <a:lnTo>
                    <a:pt x="4937477" y="1010117"/>
                  </a:lnTo>
                  <a:lnTo>
                    <a:pt x="4938138" y="1025256"/>
                  </a:lnTo>
                  <a:lnTo>
                    <a:pt x="4938798" y="1069415"/>
                  </a:lnTo>
                  <a:lnTo>
                    <a:pt x="4939459" y="1126263"/>
                  </a:lnTo>
                  <a:lnTo>
                    <a:pt x="4940119" y="1173203"/>
                  </a:lnTo>
                  <a:lnTo>
                    <a:pt x="4940780" y="1225890"/>
                  </a:lnTo>
                  <a:lnTo>
                    <a:pt x="4941440" y="1254932"/>
                  </a:lnTo>
                  <a:lnTo>
                    <a:pt x="4942101" y="1268355"/>
                  </a:lnTo>
                  <a:lnTo>
                    <a:pt x="4942761" y="1297493"/>
                  </a:lnTo>
                  <a:lnTo>
                    <a:pt x="4943422" y="1348477"/>
                  </a:lnTo>
                  <a:lnTo>
                    <a:pt x="4944082" y="1367982"/>
                  </a:lnTo>
                  <a:lnTo>
                    <a:pt x="4944743" y="1406121"/>
                  </a:lnTo>
                  <a:lnTo>
                    <a:pt x="4945403" y="1406121"/>
                  </a:lnTo>
                  <a:lnTo>
                    <a:pt x="4946064" y="1362966"/>
                  </a:lnTo>
                  <a:lnTo>
                    <a:pt x="4946724" y="1334757"/>
                  </a:lnTo>
                  <a:lnTo>
                    <a:pt x="4947385" y="1317529"/>
                  </a:lnTo>
                  <a:lnTo>
                    <a:pt x="4948046" y="1286178"/>
                  </a:lnTo>
                  <a:lnTo>
                    <a:pt x="4948706" y="1286178"/>
                  </a:lnTo>
                  <a:lnTo>
                    <a:pt x="4949367" y="1301378"/>
                  </a:lnTo>
                  <a:lnTo>
                    <a:pt x="4950027" y="1325999"/>
                  </a:lnTo>
                  <a:lnTo>
                    <a:pt x="4950688" y="1343822"/>
                  </a:lnTo>
                  <a:lnTo>
                    <a:pt x="4951348" y="1343822"/>
                  </a:lnTo>
                  <a:lnTo>
                    <a:pt x="4952009" y="1325999"/>
                  </a:lnTo>
                  <a:lnTo>
                    <a:pt x="4952669" y="1309327"/>
                  </a:lnTo>
                  <a:lnTo>
                    <a:pt x="4953330" y="1309327"/>
                  </a:lnTo>
                  <a:lnTo>
                    <a:pt x="4953990" y="1293666"/>
                  </a:lnTo>
                  <a:lnTo>
                    <a:pt x="4954651" y="1293666"/>
                  </a:lnTo>
                  <a:lnTo>
                    <a:pt x="4955311" y="1309327"/>
                  </a:lnTo>
                  <a:lnTo>
                    <a:pt x="4955972" y="1343822"/>
                  </a:lnTo>
                  <a:lnTo>
                    <a:pt x="4956632" y="1343822"/>
                  </a:lnTo>
                  <a:lnTo>
                    <a:pt x="4957293" y="1325999"/>
                  </a:lnTo>
                  <a:lnTo>
                    <a:pt x="4957953" y="1325999"/>
                  </a:lnTo>
                  <a:lnTo>
                    <a:pt x="4958614" y="1325999"/>
                  </a:lnTo>
                  <a:lnTo>
                    <a:pt x="4959275" y="1325999"/>
                  </a:lnTo>
                  <a:lnTo>
                    <a:pt x="4959935" y="1325999"/>
                  </a:lnTo>
                  <a:lnTo>
                    <a:pt x="4960596" y="1362966"/>
                  </a:lnTo>
                  <a:lnTo>
                    <a:pt x="4961256" y="1406121"/>
                  </a:lnTo>
                  <a:lnTo>
                    <a:pt x="4961917" y="1406121"/>
                  </a:lnTo>
                  <a:lnTo>
                    <a:pt x="4962577" y="1362966"/>
                  </a:lnTo>
                  <a:lnTo>
                    <a:pt x="4963238" y="1309327"/>
                  </a:lnTo>
                  <a:lnTo>
                    <a:pt x="4963898" y="1278901"/>
                  </a:lnTo>
                  <a:lnTo>
                    <a:pt x="4964559" y="1251683"/>
                  </a:lnTo>
                  <a:lnTo>
                    <a:pt x="4965219" y="1227062"/>
                  </a:lnTo>
                  <a:lnTo>
                    <a:pt x="4965880" y="1227062"/>
                  </a:lnTo>
                  <a:lnTo>
                    <a:pt x="4966540" y="1255587"/>
                  </a:lnTo>
                  <a:lnTo>
                    <a:pt x="4967201" y="1283242"/>
                  </a:lnTo>
                  <a:lnTo>
                    <a:pt x="4967861" y="1314217"/>
                  </a:lnTo>
                  <a:lnTo>
                    <a:pt x="4968522" y="1368998"/>
                  </a:lnTo>
                  <a:lnTo>
                    <a:pt x="4969183" y="1413264"/>
                  </a:lnTo>
                  <a:lnTo>
                    <a:pt x="4969843" y="1430742"/>
                  </a:lnTo>
                  <a:lnTo>
                    <a:pt x="4970504" y="1430742"/>
                  </a:lnTo>
                  <a:lnTo>
                    <a:pt x="4971164" y="1430742"/>
                  </a:lnTo>
                  <a:lnTo>
                    <a:pt x="4971825" y="1430742"/>
                  </a:lnTo>
                  <a:lnTo>
                    <a:pt x="4972485" y="1430742"/>
                  </a:lnTo>
                  <a:lnTo>
                    <a:pt x="4973146" y="1430742"/>
                  </a:lnTo>
                  <a:lnTo>
                    <a:pt x="4973806" y="1430742"/>
                  </a:lnTo>
                  <a:lnTo>
                    <a:pt x="4974467" y="1430742"/>
                  </a:lnTo>
                  <a:lnTo>
                    <a:pt x="4975127" y="1430742"/>
                  </a:lnTo>
                  <a:lnTo>
                    <a:pt x="4975788" y="1430742"/>
                  </a:lnTo>
                  <a:lnTo>
                    <a:pt x="4976448" y="1430742"/>
                  </a:lnTo>
                  <a:lnTo>
                    <a:pt x="4977109" y="1430742"/>
                  </a:lnTo>
                  <a:lnTo>
                    <a:pt x="4977769" y="1430742"/>
                  </a:lnTo>
                  <a:lnTo>
                    <a:pt x="4978430" y="1430742"/>
                  </a:lnTo>
                  <a:lnTo>
                    <a:pt x="4979091" y="1430742"/>
                  </a:lnTo>
                  <a:lnTo>
                    <a:pt x="4979751" y="1430742"/>
                  </a:lnTo>
                  <a:lnTo>
                    <a:pt x="4980412" y="1430742"/>
                  </a:lnTo>
                  <a:lnTo>
                    <a:pt x="4981072" y="1430742"/>
                  </a:lnTo>
                  <a:lnTo>
                    <a:pt x="4981733" y="1430742"/>
                  </a:lnTo>
                  <a:lnTo>
                    <a:pt x="4982393" y="1430742"/>
                  </a:lnTo>
                  <a:lnTo>
                    <a:pt x="4983054" y="1430742"/>
                  </a:lnTo>
                  <a:lnTo>
                    <a:pt x="4983714" y="1430742"/>
                  </a:lnTo>
                  <a:lnTo>
                    <a:pt x="4984375" y="1430742"/>
                  </a:lnTo>
                  <a:lnTo>
                    <a:pt x="4985035" y="1430742"/>
                  </a:lnTo>
                  <a:lnTo>
                    <a:pt x="4985696" y="1430742"/>
                  </a:lnTo>
                  <a:lnTo>
                    <a:pt x="4986356" y="1430742"/>
                  </a:lnTo>
                  <a:lnTo>
                    <a:pt x="4987017" y="1430742"/>
                  </a:lnTo>
                  <a:lnTo>
                    <a:pt x="4987677" y="1430742"/>
                  </a:lnTo>
                  <a:lnTo>
                    <a:pt x="4988338" y="1430742"/>
                  </a:lnTo>
                  <a:lnTo>
                    <a:pt x="4988998" y="1430742"/>
                  </a:lnTo>
                  <a:lnTo>
                    <a:pt x="4989659" y="1430742"/>
                  </a:lnTo>
                  <a:lnTo>
                    <a:pt x="4990320" y="1430742"/>
                  </a:lnTo>
                  <a:lnTo>
                    <a:pt x="4990980" y="1430742"/>
                  </a:lnTo>
                  <a:lnTo>
                    <a:pt x="4991641" y="1430742"/>
                  </a:lnTo>
                  <a:lnTo>
                    <a:pt x="4992301" y="1430742"/>
                  </a:lnTo>
                  <a:lnTo>
                    <a:pt x="4992962" y="1406121"/>
                  </a:lnTo>
                  <a:lnTo>
                    <a:pt x="4993622" y="1383643"/>
                  </a:lnTo>
                  <a:lnTo>
                    <a:pt x="4994283" y="1343822"/>
                  </a:lnTo>
                  <a:lnTo>
                    <a:pt x="4994943" y="1325999"/>
                  </a:lnTo>
                  <a:lnTo>
                    <a:pt x="4995604" y="1324283"/>
                  </a:lnTo>
                  <a:lnTo>
                    <a:pt x="4996264" y="1341983"/>
                  </a:lnTo>
                  <a:lnTo>
                    <a:pt x="4996925" y="1360987"/>
                  </a:lnTo>
                  <a:lnTo>
                    <a:pt x="4997585" y="1403783"/>
                  </a:lnTo>
                  <a:lnTo>
                    <a:pt x="4998246" y="1428172"/>
                  </a:lnTo>
                  <a:lnTo>
                    <a:pt x="4998906" y="1430742"/>
                  </a:lnTo>
                  <a:lnTo>
                    <a:pt x="4999567" y="1430742"/>
                  </a:lnTo>
                  <a:lnTo>
                    <a:pt x="5000228" y="1430742"/>
                  </a:lnTo>
                  <a:lnTo>
                    <a:pt x="5000888" y="1430742"/>
                  </a:lnTo>
                  <a:lnTo>
                    <a:pt x="5001549" y="1430742"/>
                  </a:lnTo>
                  <a:lnTo>
                    <a:pt x="5002209" y="1430742"/>
                  </a:lnTo>
                  <a:lnTo>
                    <a:pt x="5002870" y="1430742"/>
                  </a:lnTo>
                  <a:lnTo>
                    <a:pt x="5003530" y="1430742"/>
                  </a:lnTo>
                  <a:lnTo>
                    <a:pt x="5004191" y="1430742"/>
                  </a:lnTo>
                  <a:lnTo>
                    <a:pt x="5004851" y="1430742"/>
                  </a:lnTo>
                  <a:lnTo>
                    <a:pt x="5005512" y="1430742"/>
                  </a:lnTo>
                  <a:lnTo>
                    <a:pt x="5006172" y="1430742"/>
                  </a:lnTo>
                  <a:lnTo>
                    <a:pt x="5006833" y="1383643"/>
                  </a:lnTo>
                  <a:lnTo>
                    <a:pt x="5007493" y="1343822"/>
                  </a:lnTo>
                  <a:lnTo>
                    <a:pt x="5008154" y="1343822"/>
                  </a:lnTo>
                  <a:lnTo>
                    <a:pt x="5008814" y="1343822"/>
                  </a:lnTo>
                  <a:lnTo>
                    <a:pt x="5009475" y="1343822"/>
                  </a:lnTo>
                  <a:lnTo>
                    <a:pt x="5010136" y="1383643"/>
                  </a:lnTo>
                  <a:lnTo>
                    <a:pt x="5010796" y="1430742"/>
                  </a:lnTo>
                  <a:lnTo>
                    <a:pt x="5011457" y="1430742"/>
                  </a:lnTo>
                  <a:lnTo>
                    <a:pt x="5012117" y="1430742"/>
                  </a:lnTo>
                  <a:lnTo>
                    <a:pt x="5012778" y="1430742"/>
                  </a:lnTo>
                  <a:lnTo>
                    <a:pt x="5013438" y="1430742"/>
                  </a:lnTo>
                  <a:lnTo>
                    <a:pt x="5014099" y="1430742"/>
                  </a:lnTo>
                  <a:lnTo>
                    <a:pt x="5014759" y="1430742"/>
                  </a:lnTo>
                  <a:lnTo>
                    <a:pt x="5015420" y="1430742"/>
                  </a:lnTo>
                  <a:lnTo>
                    <a:pt x="5016080" y="1430742"/>
                  </a:lnTo>
                  <a:lnTo>
                    <a:pt x="5016741" y="1430742"/>
                  </a:lnTo>
                  <a:lnTo>
                    <a:pt x="5017401" y="1430742"/>
                  </a:lnTo>
                  <a:lnTo>
                    <a:pt x="5018062" y="1430742"/>
                  </a:lnTo>
                  <a:lnTo>
                    <a:pt x="5018722" y="1430742"/>
                  </a:lnTo>
                  <a:lnTo>
                    <a:pt x="5019383" y="1406121"/>
                  </a:lnTo>
                  <a:lnTo>
                    <a:pt x="5020044" y="1362966"/>
                  </a:lnTo>
                  <a:lnTo>
                    <a:pt x="5020704" y="1325999"/>
                  </a:lnTo>
                  <a:lnTo>
                    <a:pt x="5021365" y="1325999"/>
                  </a:lnTo>
                  <a:lnTo>
                    <a:pt x="5022025" y="1325999"/>
                  </a:lnTo>
                  <a:lnTo>
                    <a:pt x="5022686" y="1343822"/>
                  </a:lnTo>
                  <a:lnTo>
                    <a:pt x="5023346" y="1383643"/>
                  </a:lnTo>
                  <a:lnTo>
                    <a:pt x="5024007" y="1430742"/>
                  </a:lnTo>
                  <a:lnTo>
                    <a:pt x="5024667" y="1430742"/>
                  </a:lnTo>
                  <a:lnTo>
                    <a:pt x="5025328" y="1430742"/>
                  </a:lnTo>
                  <a:lnTo>
                    <a:pt x="5025988" y="1430742"/>
                  </a:lnTo>
                  <a:lnTo>
                    <a:pt x="5026649" y="1430742"/>
                  </a:lnTo>
                  <a:lnTo>
                    <a:pt x="5027309" y="1430742"/>
                  </a:lnTo>
                  <a:lnTo>
                    <a:pt x="5027970" y="1430742"/>
                  </a:lnTo>
                  <a:lnTo>
                    <a:pt x="5028630" y="1406121"/>
                  </a:lnTo>
                  <a:lnTo>
                    <a:pt x="5029291" y="1362966"/>
                  </a:lnTo>
                  <a:lnTo>
                    <a:pt x="5029951" y="1343822"/>
                  </a:lnTo>
                  <a:lnTo>
                    <a:pt x="5030612" y="1343822"/>
                  </a:lnTo>
                  <a:lnTo>
                    <a:pt x="5031273" y="1343822"/>
                  </a:lnTo>
                  <a:lnTo>
                    <a:pt x="5031933" y="1362966"/>
                  </a:lnTo>
                  <a:lnTo>
                    <a:pt x="5032594" y="1406121"/>
                  </a:lnTo>
                  <a:lnTo>
                    <a:pt x="5033254" y="1430742"/>
                  </a:lnTo>
                  <a:lnTo>
                    <a:pt x="5033915" y="1430742"/>
                  </a:lnTo>
                  <a:lnTo>
                    <a:pt x="5034575" y="1430742"/>
                  </a:lnTo>
                  <a:lnTo>
                    <a:pt x="5035236" y="1430742"/>
                  </a:lnTo>
                  <a:lnTo>
                    <a:pt x="5035896" y="1430742"/>
                  </a:lnTo>
                  <a:lnTo>
                    <a:pt x="5036557" y="1430742"/>
                  </a:lnTo>
                  <a:lnTo>
                    <a:pt x="5037217" y="1430742"/>
                  </a:lnTo>
                  <a:lnTo>
                    <a:pt x="5037878" y="1430742"/>
                  </a:lnTo>
                  <a:lnTo>
                    <a:pt x="5038538" y="1430742"/>
                  </a:lnTo>
                  <a:lnTo>
                    <a:pt x="5039199" y="1430742"/>
                  </a:lnTo>
                  <a:lnTo>
                    <a:pt x="5039859" y="1430742"/>
                  </a:lnTo>
                  <a:lnTo>
                    <a:pt x="5040520" y="1430742"/>
                  </a:lnTo>
                  <a:lnTo>
                    <a:pt x="5041181" y="1430742"/>
                  </a:lnTo>
                  <a:lnTo>
                    <a:pt x="5041841" y="1430742"/>
                  </a:lnTo>
                  <a:lnTo>
                    <a:pt x="5042502" y="1430742"/>
                  </a:lnTo>
                  <a:lnTo>
                    <a:pt x="5043162" y="1430742"/>
                  </a:lnTo>
                  <a:lnTo>
                    <a:pt x="5043823" y="1430742"/>
                  </a:lnTo>
                  <a:lnTo>
                    <a:pt x="5044483" y="1430742"/>
                  </a:lnTo>
                  <a:lnTo>
                    <a:pt x="5045144" y="1430742"/>
                  </a:lnTo>
                  <a:lnTo>
                    <a:pt x="5045804" y="1430742"/>
                  </a:lnTo>
                  <a:lnTo>
                    <a:pt x="5046465" y="1406121"/>
                  </a:lnTo>
                  <a:lnTo>
                    <a:pt x="5047125" y="1362966"/>
                  </a:lnTo>
                  <a:lnTo>
                    <a:pt x="5047786" y="1343822"/>
                  </a:lnTo>
                  <a:lnTo>
                    <a:pt x="5048446" y="1325999"/>
                  </a:lnTo>
                  <a:lnTo>
                    <a:pt x="5049107" y="1325999"/>
                  </a:lnTo>
                  <a:lnTo>
                    <a:pt x="5049767" y="1343822"/>
                  </a:lnTo>
                  <a:lnTo>
                    <a:pt x="5050428" y="1383643"/>
                  </a:lnTo>
                  <a:lnTo>
                    <a:pt x="5051089" y="1406121"/>
                  </a:lnTo>
                  <a:lnTo>
                    <a:pt x="5051749" y="1430742"/>
                  </a:lnTo>
                  <a:lnTo>
                    <a:pt x="5052410" y="1430742"/>
                  </a:lnTo>
                  <a:lnTo>
                    <a:pt x="5053070" y="1430742"/>
                  </a:lnTo>
                  <a:lnTo>
                    <a:pt x="5053731" y="1430742"/>
                  </a:lnTo>
                  <a:lnTo>
                    <a:pt x="5054391" y="1430742"/>
                  </a:lnTo>
                  <a:lnTo>
                    <a:pt x="5055052" y="1430742"/>
                  </a:lnTo>
                  <a:lnTo>
                    <a:pt x="5055712" y="1430742"/>
                  </a:lnTo>
                  <a:lnTo>
                    <a:pt x="5056373" y="1430742"/>
                  </a:lnTo>
                  <a:lnTo>
                    <a:pt x="5057033" y="1430742"/>
                  </a:lnTo>
                  <a:lnTo>
                    <a:pt x="5057694" y="1430742"/>
                  </a:lnTo>
                  <a:lnTo>
                    <a:pt x="5058354" y="1430742"/>
                  </a:lnTo>
                  <a:lnTo>
                    <a:pt x="5059015" y="1430742"/>
                  </a:lnTo>
                  <a:lnTo>
                    <a:pt x="5059675" y="1430742"/>
                  </a:lnTo>
                  <a:lnTo>
                    <a:pt x="5060336" y="1430742"/>
                  </a:lnTo>
                  <a:lnTo>
                    <a:pt x="5060996" y="1430742"/>
                  </a:lnTo>
                  <a:lnTo>
                    <a:pt x="5061657" y="1430742"/>
                  </a:lnTo>
                  <a:lnTo>
                    <a:pt x="5062318" y="1430742"/>
                  </a:lnTo>
                  <a:lnTo>
                    <a:pt x="5062978" y="1430742"/>
                  </a:lnTo>
                  <a:lnTo>
                    <a:pt x="5063639" y="1430742"/>
                  </a:lnTo>
                  <a:lnTo>
                    <a:pt x="5064299" y="1430742"/>
                  </a:lnTo>
                  <a:lnTo>
                    <a:pt x="5064960" y="1430742"/>
                  </a:lnTo>
                  <a:lnTo>
                    <a:pt x="5065620" y="1430742"/>
                  </a:lnTo>
                  <a:lnTo>
                    <a:pt x="5066281" y="1430742"/>
                  </a:lnTo>
                  <a:lnTo>
                    <a:pt x="5066941" y="1430742"/>
                  </a:lnTo>
                  <a:lnTo>
                    <a:pt x="5067602" y="1430742"/>
                  </a:lnTo>
                  <a:lnTo>
                    <a:pt x="5068262" y="1430742"/>
                  </a:lnTo>
                  <a:lnTo>
                    <a:pt x="5068923" y="1430742"/>
                  </a:lnTo>
                  <a:lnTo>
                    <a:pt x="5069583" y="1430742"/>
                  </a:lnTo>
                  <a:lnTo>
                    <a:pt x="5070244" y="1430742"/>
                  </a:lnTo>
                  <a:lnTo>
                    <a:pt x="5070904" y="1428172"/>
                  </a:lnTo>
                  <a:lnTo>
                    <a:pt x="5071565" y="1403783"/>
                  </a:lnTo>
                  <a:lnTo>
                    <a:pt x="5072226" y="1381500"/>
                  </a:lnTo>
                  <a:lnTo>
                    <a:pt x="5072886" y="1341983"/>
                  </a:lnTo>
                  <a:lnTo>
                    <a:pt x="5073547" y="1292151"/>
                  </a:lnTo>
                  <a:lnTo>
                    <a:pt x="5074207" y="1278901"/>
                  </a:lnTo>
                  <a:lnTo>
                    <a:pt x="5074868" y="1293666"/>
                  </a:lnTo>
                  <a:lnTo>
                    <a:pt x="5075528" y="1309327"/>
                  </a:lnTo>
                  <a:lnTo>
                    <a:pt x="5076189" y="1343822"/>
                  </a:lnTo>
                  <a:lnTo>
                    <a:pt x="5076849" y="1406121"/>
                  </a:lnTo>
                  <a:lnTo>
                    <a:pt x="5077510" y="1430742"/>
                  </a:lnTo>
                  <a:lnTo>
                    <a:pt x="5078170" y="1430742"/>
                  </a:lnTo>
                  <a:lnTo>
                    <a:pt x="5078831" y="1430742"/>
                  </a:lnTo>
                  <a:lnTo>
                    <a:pt x="5079491" y="1430742"/>
                  </a:lnTo>
                  <a:lnTo>
                    <a:pt x="5080152" y="1430742"/>
                  </a:lnTo>
                  <a:lnTo>
                    <a:pt x="5080812" y="1430742"/>
                  </a:lnTo>
                  <a:lnTo>
                    <a:pt x="5081473" y="1430742"/>
                  </a:lnTo>
                  <a:lnTo>
                    <a:pt x="5082134" y="1430742"/>
                  </a:lnTo>
                  <a:lnTo>
                    <a:pt x="5082794" y="1430742"/>
                  </a:lnTo>
                  <a:lnTo>
                    <a:pt x="5083455" y="1430742"/>
                  </a:lnTo>
                  <a:lnTo>
                    <a:pt x="5084115" y="1430742"/>
                  </a:lnTo>
                  <a:lnTo>
                    <a:pt x="5084776" y="1430742"/>
                  </a:lnTo>
                  <a:lnTo>
                    <a:pt x="5085436" y="1383643"/>
                  </a:lnTo>
                  <a:lnTo>
                    <a:pt x="5086097" y="1343822"/>
                  </a:lnTo>
                  <a:lnTo>
                    <a:pt x="5086757" y="1278901"/>
                  </a:lnTo>
                  <a:lnTo>
                    <a:pt x="5087418" y="1227062"/>
                  </a:lnTo>
                  <a:lnTo>
                    <a:pt x="5088078" y="1199785"/>
                  </a:lnTo>
                  <a:lnTo>
                    <a:pt x="5088739" y="1221831"/>
                  </a:lnTo>
                  <a:lnTo>
                    <a:pt x="5089399" y="1245935"/>
                  </a:lnTo>
                  <a:lnTo>
                    <a:pt x="5090060" y="1302162"/>
                  </a:lnTo>
                  <a:lnTo>
                    <a:pt x="5090720" y="1374133"/>
                  </a:lnTo>
                  <a:lnTo>
                    <a:pt x="5091381" y="1430742"/>
                  </a:lnTo>
                  <a:lnTo>
                    <a:pt x="5092042" y="1430742"/>
                  </a:lnTo>
                  <a:lnTo>
                    <a:pt x="5092702" y="1430742"/>
                  </a:lnTo>
                  <a:lnTo>
                    <a:pt x="5093363" y="1430742"/>
                  </a:lnTo>
                  <a:lnTo>
                    <a:pt x="5094023" y="1430742"/>
                  </a:lnTo>
                  <a:lnTo>
                    <a:pt x="5094684" y="1430742"/>
                  </a:lnTo>
                  <a:lnTo>
                    <a:pt x="5095344" y="1430742"/>
                  </a:lnTo>
                  <a:lnTo>
                    <a:pt x="5096005" y="1430742"/>
                  </a:lnTo>
                  <a:lnTo>
                    <a:pt x="5096665" y="1400316"/>
                  </a:lnTo>
                  <a:lnTo>
                    <a:pt x="5097326" y="1305322"/>
                  </a:lnTo>
                  <a:lnTo>
                    <a:pt x="5097986" y="1236022"/>
                  </a:lnTo>
                  <a:lnTo>
                    <a:pt x="5098647" y="1201907"/>
                  </a:lnTo>
                  <a:lnTo>
                    <a:pt x="5099307" y="1201907"/>
                  </a:lnTo>
                  <a:lnTo>
                    <a:pt x="5099968" y="1215579"/>
                  </a:lnTo>
                  <a:lnTo>
                    <a:pt x="5100628" y="1278901"/>
                  </a:lnTo>
                  <a:lnTo>
                    <a:pt x="5101289" y="1362966"/>
                  </a:lnTo>
                  <a:lnTo>
                    <a:pt x="5101949" y="1430742"/>
                  </a:lnTo>
                  <a:lnTo>
                    <a:pt x="5102610" y="1430742"/>
                  </a:lnTo>
                  <a:lnTo>
                    <a:pt x="5103271" y="1406121"/>
                  </a:lnTo>
                  <a:lnTo>
                    <a:pt x="5103931" y="1362966"/>
                  </a:lnTo>
                  <a:lnTo>
                    <a:pt x="5104592" y="1325999"/>
                  </a:lnTo>
                  <a:lnTo>
                    <a:pt x="5105252" y="1293666"/>
                  </a:lnTo>
                  <a:lnTo>
                    <a:pt x="5105913" y="1266297"/>
                  </a:lnTo>
                  <a:lnTo>
                    <a:pt x="5106573" y="1280340"/>
                  </a:lnTo>
                  <a:lnTo>
                    <a:pt x="5107234" y="1310947"/>
                  </a:lnTo>
                  <a:lnTo>
                    <a:pt x="5107894" y="1345674"/>
                  </a:lnTo>
                  <a:lnTo>
                    <a:pt x="5108555" y="1385805"/>
                  </a:lnTo>
                  <a:lnTo>
                    <a:pt x="5109215" y="1430742"/>
                  </a:lnTo>
                  <a:lnTo>
                    <a:pt x="5109876" y="1430742"/>
                  </a:lnTo>
                  <a:lnTo>
                    <a:pt x="5110536" y="1430742"/>
                  </a:lnTo>
                  <a:lnTo>
                    <a:pt x="5111197" y="1430742"/>
                  </a:lnTo>
                  <a:lnTo>
                    <a:pt x="5111857" y="1430742"/>
                  </a:lnTo>
                  <a:lnTo>
                    <a:pt x="5112518" y="1430742"/>
                  </a:lnTo>
                  <a:lnTo>
                    <a:pt x="5113179" y="1430742"/>
                  </a:lnTo>
                  <a:lnTo>
                    <a:pt x="5113839" y="1430742"/>
                  </a:lnTo>
                  <a:lnTo>
                    <a:pt x="5114500" y="1430742"/>
                  </a:lnTo>
                  <a:lnTo>
                    <a:pt x="5115160" y="1430742"/>
                  </a:lnTo>
                  <a:lnTo>
                    <a:pt x="5115821" y="1430742"/>
                  </a:lnTo>
                  <a:lnTo>
                    <a:pt x="5116481" y="1430742"/>
                  </a:lnTo>
                  <a:lnTo>
                    <a:pt x="5117142" y="1430742"/>
                  </a:lnTo>
                  <a:lnTo>
                    <a:pt x="5117802" y="1430742"/>
                  </a:lnTo>
                  <a:lnTo>
                    <a:pt x="5118463" y="1430742"/>
                  </a:lnTo>
                  <a:lnTo>
                    <a:pt x="5119123" y="1430742"/>
                  </a:lnTo>
                  <a:lnTo>
                    <a:pt x="5119784" y="1430742"/>
                  </a:lnTo>
                  <a:lnTo>
                    <a:pt x="5120444" y="1430742"/>
                  </a:lnTo>
                  <a:lnTo>
                    <a:pt x="5121105" y="1430742"/>
                  </a:lnTo>
                  <a:lnTo>
                    <a:pt x="5121765" y="1430742"/>
                  </a:lnTo>
                  <a:lnTo>
                    <a:pt x="5122426" y="1430742"/>
                  </a:lnTo>
                  <a:lnTo>
                    <a:pt x="5123087" y="1430742"/>
                  </a:lnTo>
                  <a:lnTo>
                    <a:pt x="5123747" y="1430742"/>
                  </a:lnTo>
                  <a:lnTo>
                    <a:pt x="5124408" y="1430742"/>
                  </a:lnTo>
                  <a:lnTo>
                    <a:pt x="5125068" y="1430742"/>
                  </a:lnTo>
                  <a:lnTo>
                    <a:pt x="5125729" y="1430742"/>
                  </a:lnTo>
                  <a:lnTo>
                    <a:pt x="5126389" y="1430742"/>
                  </a:lnTo>
                  <a:lnTo>
                    <a:pt x="5127050" y="1430742"/>
                  </a:lnTo>
                  <a:lnTo>
                    <a:pt x="5127710" y="1430742"/>
                  </a:lnTo>
                  <a:lnTo>
                    <a:pt x="5128371" y="1430742"/>
                  </a:lnTo>
                  <a:lnTo>
                    <a:pt x="5129031" y="1430742"/>
                  </a:lnTo>
                  <a:lnTo>
                    <a:pt x="5129692" y="1430742"/>
                  </a:lnTo>
                  <a:lnTo>
                    <a:pt x="5130352" y="1430742"/>
                  </a:lnTo>
                  <a:lnTo>
                    <a:pt x="5131013" y="1430742"/>
                  </a:lnTo>
                  <a:lnTo>
                    <a:pt x="5131673" y="1430742"/>
                  </a:lnTo>
                  <a:lnTo>
                    <a:pt x="5132334" y="1430742"/>
                  </a:lnTo>
                  <a:lnTo>
                    <a:pt x="5132994" y="1430742"/>
                  </a:lnTo>
                  <a:lnTo>
                    <a:pt x="5133655" y="1430742"/>
                  </a:lnTo>
                  <a:lnTo>
                    <a:pt x="5134316" y="1430742"/>
                  </a:lnTo>
                  <a:lnTo>
                    <a:pt x="5134976" y="1430742"/>
                  </a:lnTo>
                  <a:lnTo>
                    <a:pt x="5135637" y="1430742"/>
                  </a:lnTo>
                  <a:lnTo>
                    <a:pt x="5136297" y="1406121"/>
                  </a:lnTo>
                  <a:lnTo>
                    <a:pt x="5136958" y="1362966"/>
                  </a:lnTo>
                  <a:lnTo>
                    <a:pt x="5137618" y="1325999"/>
                  </a:lnTo>
                  <a:lnTo>
                    <a:pt x="5138279" y="1325999"/>
                  </a:lnTo>
                  <a:lnTo>
                    <a:pt x="5138939" y="1325999"/>
                  </a:lnTo>
                  <a:lnTo>
                    <a:pt x="5139600" y="1343822"/>
                  </a:lnTo>
                  <a:lnTo>
                    <a:pt x="5140260" y="1383643"/>
                  </a:lnTo>
                  <a:lnTo>
                    <a:pt x="5140921" y="1430742"/>
                  </a:lnTo>
                  <a:lnTo>
                    <a:pt x="5141581" y="1430742"/>
                  </a:lnTo>
                  <a:lnTo>
                    <a:pt x="5142242" y="1430742"/>
                  </a:lnTo>
                  <a:lnTo>
                    <a:pt x="5142902" y="1430742"/>
                  </a:lnTo>
                  <a:lnTo>
                    <a:pt x="5143563" y="1430742"/>
                  </a:lnTo>
                  <a:lnTo>
                    <a:pt x="5144224" y="1430742"/>
                  </a:lnTo>
                  <a:lnTo>
                    <a:pt x="5144884" y="1430742"/>
                  </a:lnTo>
                  <a:lnTo>
                    <a:pt x="5145545" y="1430742"/>
                  </a:lnTo>
                  <a:lnTo>
                    <a:pt x="5146205" y="1430742"/>
                  </a:lnTo>
                  <a:lnTo>
                    <a:pt x="5146866" y="1430742"/>
                  </a:lnTo>
                  <a:lnTo>
                    <a:pt x="5147526" y="1430742"/>
                  </a:lnTo>
                  <a:lnTo>
                    <a:pt x="5148187" y="1430742"/>
                  </a:lnTo>
                  <a:lnTo>
                    <a:pt x="5148847" y="1430742"/>
                  </a:lnTo>
                  <a:lnTo>
                    <a:pt x="5149508" y="1406121"/>
                  </a:lnTo>
                  <a:lnTo>
                    <a:pt x="5150168" y="1383643"/>
                  </a:lnTo>
                  <a:lnTo>
                    <a:pt x="5150829" y="1376217"/>
                  </a:lnTo>
                  <a:lnTo>
                    <a:pt x="5151489" y="1356103"/>
                  </a:lnTo>
                  <a:lnTo>
                    <a:pt x="5152150" y="1337443"/>
                  </a:lnTo>
                  <a:lnTo>
                    <a:pt x="5152810" y="1337443"/>
                  </a:lnTo>
                  <a:lnTo>
                    <a:pt x="5153471" y="1356103"/>
                  </a:lnTo>
                  <a:lnTo>
                    <a:pt x="5154132" y="1362966"/>
                  </a:lnTo>
                  <a:lnTo>
                    <a:pt x="5154792" y="1383643"/>
                  </a:lnTo>
                  <a:lnTo>
                    <a:pt x="5155453" y="1406121"/>
                  </a:lnTo>
                  <a:lnTo>
                    <a:pt x="5156113" y="1430742"/>
                  </a:lnTo>
                  <a:lnTo>
                    <a:pt x="5156774" y="1430742"/>
                  </a:lnTo>
                  <a:lnTo>
                    <a:pt x="5157434" y="1430742"/>
                  </a:lnTo>
                  <a:lnTo>
                    <a:pt x="5158095" y="1430742"/>
                  </a:lnTo>
                  <a:lnTo>
                    <a:pt x="5158755" y="1430742"/>
                  </a:lnTo>
                  <a:lnTo>
                    <a:pt x="5159416" y="1406121"/>
                  </a:lnTo>
                  <a:lnTo>
                    <a:pt x="5160076" y="1362966"/>
                  </a:lnTo>
                  <a:lnTo>
                    <a:pt x="5160737" y="1343822"/>
                  </a:lnTo>
                  <a:lnTo>
                    <a:pt x="5161397" y="1325999"/>
                  </a:lnTo>
                  <a:lnTo>
                    <a:pt x="5162058" y="1325999"/>
                  </a:lnTo>
                  <a:lnTo>
                    <a:pt x="5162718" y="1343822"/>
                  </a:lnTo>
                  <a:lnTo>
                    <a:pt x="5163379" y="1383643"/>
                  </a:lnTo>
                  <a:lnTo>
                    <a:pt x="5164040" y="1406121"/>
                  </a:lnTo>
                  <a:lnTo>
                    <a:pt x="5164700" y="1430742"/>
                  </a:lnTo>
                  <a:lnTo>
                    <a:pt x="5165361" y="1430742"/>
                  </a:lnTo>
                  <a:lnTo>
                    <a:pt x="5166021" y="1430742"/>
                  </a:lnTo>
                  <a:lnTo>
                    <a:pt x="5166682" y="1430742"/>
                  </a:lnTo>
                  <a:lnTo>
                    <a:pt x="5167342" y="1430742"/>
                  </a:lnTo>
                  <a:lnTo>
                    <a:pt x="5168003" y="1430742"/>
                  </a:lnTo>
                  <a:lnTo>
                    <a:pt x="5168663" y="1430742"/>
                  </a:lnTo>
                  <a:lnTo>
                    <a:pt x="5169324" y="1430742"/>
                  </a:lnTo>
                  <a:lnTo>
                    <a:pt x="5169984" y="1430742"/>
                  </a:lnTo>
                  <a:lnTo>
                    <a:pt x="5170645" y="1430742"/>
                  </a:lnTo>
                  <a:lnTo>
                    <a:pt x="5171305" y="1430742"/>
                  </a:lnTo>
                  <a:lnTo>
                    <a:pt x="5171966" y="1430742"/>
                  </a:lnTo>
                  <a:lnTo>
                    <a:pt x="5172626" y="1430742"/>
                  </a:lnTo>
                  <a:lnTo>
                    <a:pt x="5173287" y="1430742"/>
                  </a:lnTo>
                  <a:lnTo>
                    <a:pt x="5173947" y="1430742"/>
                  </a:lnTo>
                  <a:lnTo>
                    <a:pt x="5174608" y="1430742"/>
                  </a:lnTo>
                  <a:lnTo>
                    <a:pt x="5175269" y="1430742"/>
                  </a:lnTo>
                  <a:lnTo>
                    <a:pt x="5175929" y="1430742"/>
                  </a:lnTo>
                  <a:lnTo>
                    <a:pt x="5176590" y="1406121"/>
                  </a:lnTo>
                  <a:lnTo>
                    <a:pt x="5177250" y="1362966"/>
                  </a:lnTo>
                  <a:lnTo>
                    <a:pt x="5177911" y="1343822"/>
                  </a:lnTo>
                  <a:lnTo>
                    <a:pt x="5178571" y="1343822"/>
                  </a:lnTo>
                  <a:lnTo>
                    <a:pt x="5179232" y="1343822"/>
                  </a:lnTo>
                  <a:lnTo>
                    <a:pt x="5179892" y="1362966"/>
                  </a:lnTo>
                  <a:lnTo>
                    <a:pt x="5180553" y="1406121"/>
                  </a:lnTo>
                  <a:lnTo>
                    <a:pt x="5181213" y="1430742"/>
                  </a:lnTo>
                  <a:lnTo>
                    <a:pt x="5181874" y="1430742"/>
                  </a:lnTo>
                  <a:lnTo>
                    <a:pt x="5182534" y="1430742"/>
                  </a:lnTo>
                  <a:lnTo>
                    <a:pt x="5183195" y="1430742"/>
                  </a:lnTo>
                  <a:lnTo>
                    <a:pt x="5183855" y="1430742"/>
                  </a:lnTo>
                  <a:lnTo>
                    <a:pt x="5184516" y="1430742"/>
                  </a:lnTo>
                  <a:lnTo>
                    <a:pt x="5185177" y="1430742"/>
                  </a:lnTo>
                  <a:lnTo>
                    <a:pt x="5185837" y="1430742"/>
                  </a:lnTo>
                  <a:lnTo>
                    <a:pt x="5186498" y="1430742"/>
                  </a:lnTo>
                  <a:lnTo>
                    <a:pt x="5187158" y="1430742"/>
                  </a:lnTo>
                  <a:lnTo>
                    <a:pt x="5187819" y="1430742"/>
                  </a:lnTo>
                  <a:lnTo>
                    <a:pt x="5188479" y="1430742"/>
                  </a:lnTo>
                  <a:lnTo>
                    <a:pt x="5189140" y="1430742"/>
                  </a:lnTo>
                  <a:lnTo>
                    <a:pt x="5189800" y="1430742"/>
                  </a:lnTo>
                  <a:lnTo>
                    <a:pt x="5190461" y="1430742"/>
                  </a:lnTo>
                  <a:lnTo>
                    <a:pt x="5191121" y="1430742"/>
                  </a:lnTo>
                  <a:lnTo>
                    <a:pt x="5191782" y="1430742"/>
                  </a:lnTo>
                  <a:lnTo>
                    <a:pt x="5192442" y="1430742"/>
                  </a:lnTo>
                  <a:lnTo>
                    <a:pt x="5193103" y="1430742"/>
                  </a:lnTo>
                  <a:lnTo>
                    <a:pt x="5193763" y="1430742"/>
                  </a:lnTo>
                  <a:lnTo>
                    <a:pt x="5194424" y="1430742"/>
                  </a:lnTo>
                  <a:lnTo>
                    <a:pt x="5195085" y="1430742"/>
                  </a:lnTo>
                  <a:lnTo>
                    <a:pt x="5195745" y="1430742"/>
                  </a:lnTo>
                  <a:lnTo>
                    <a:pt x="5196406" y="1430742"/>
                  </a:lnTo>
                  <a:lnTo>
                    <a:pt x="5197066" y="1430742"/>
                  </a:lnTo>
                  <a:lnTo>
                    <a:pt x="5197727" y="1430742"/>
                  </a:lnTo>
                  <a:lnTo>
                    <a:pt x="5198387" y="1430742"/>
                  </a:lnTo>
                  <a:lnTo>
                    <a:pt x="5199048" y="1430742"/>
                  </a:lnTo>
                  <a:lnTo>
                    <a:pt x="5199708" y="1430742"/>
                  </a:lnTo>
                  <a:lnTo>
                    <a:pt x="5200369" y="1430742"/>
                  </a:lnTo>
                  <a:lnTo>
                    <a:pt x="5201029" y="1430742"/>
                  </a:lnTo>
                  <a:lnTo>
                    <a:pt x="5201690" y="1430742"/>
                  </a:lnTo>
                  <a:lnTo>
                    <a:pt x="5202350" y="1406121"/>
                  </a:lnTo>
                  <a:lnTo>
                    <a:pt x="5203011" y="1362966"/>
                  </a:lnTo>
                  <a:lnTo>
                    <a:pt x="5203671" y="1293666"/>
                  </a:lnTo>
                  <a:lnTo>
                    <a:pt x="5204332" y="1239079"/>
                  </a:lnTo>
                  <a:lnTo>
                    <a:pt x="5204992" y="1227062"/>
                  </a:lnTo>
                  <a:lnTo>
                    <a:pt x="5205653" y="1230609"/>
                  </a:lnTo>
                  <a:lnTo>
                    <a:pt x="5206314" y="1255587"/>
                  </a:lnTo>
                  <a:lnTo>
                    <a:pt x="5206974" y="1314217"/>
                  </a:lnTo>
                  <a:lnTo>
                    <a:pt x="5207635" y="1390184"/>
                  </a:lnTo>
                  <a:lnTo>
                    <a:pt x="5208295" y="1413264"/>
                  </a:lnTo>
                  <a:lnTo>
                    <a:pt x="5208956" y="1430742"/>
                  </a:lnTo>
                  <a:lnTo>
                    <a:pt x="5209616" y="1406121"/>
                  </a:lnTo>
                  <a:lnTo>
                    <a:pt x="5210277" y="1368998"/>
                  </a:lnTo>
                  <a:lnTo>
                    <a:pt x="5210937" y="1331218"/>
                  </a:lnTo>
                  <a:lnTo>
                    <a:pt x="5211598" y="1298266"/>
                  </a:lnTo>
                  <a:lnTo>
                    <a:pt x="5212258" y="1269045"/>
                  </a:lnTo>
                  <a:lnTo>
                    <a:pt x="5212919" y="1232400"/>
                  </a:lnTo>
                  <a:lnTo>
                    <a:pt x="5213579" y="1196635"/>
                  </a:lnTo>
                  <a:lnTo>
                    <a:pt x="5214240" y="1149102"/>
                  </a:lnTo>
                  <a:lnTo>
                    <a:pt x="5214900" y="1124283"/>
                  </a:lnTo>
                  <a:lnTo>
                    <a:pt x="5215561" y="1132294"/>
                  </a:lnTo>
                  <a:lnTo>
                    <a:pt x="5216222" y="1165687"/>
                  </a:lnTo>
                  <a:lnTo>
                    <a:pt x="5216882" y="1215579"/>
                  </a:lnTo>
                  <a:lnTo>
                    <a:pt x="5217543" y="1309327"/>
                  </a:lnTo>
                  <a:lnTo>
                    <a:pt x="5218203" y="1406121"/>
                  </a:lnTo>
                  <a:lnTo>
                    <a:pt x="5218864" y="1430742"/>
                  </a:lnTo>
                  <a:lnTo>
                    <a:pt x="5219524" y="1430742"/>
                  </a:lnTo>
                  <a:lnTo>
                    <a:pt x="5220185" y="1383643"/>
                  </a:lnTo>
                  <a:lnTo>
                    <a:pt x="5220845" y="1325999"/>
                  </a:lnTo>
                  <a:lnTo>
                    <a:pt x="5221506" y="1293666"/>
                  </a:lnTo>
                  <a:lnTo>
                    <a:pt x="5222166" y="1273926"/>
                  </a:lnTo>
                  <a:lnTo>
                    <a:pt x="5222827" y="1273926"/>
                  </a:lnTo>
                  <a:lnTo>
                    <a:pt x="5223487" y="1303737"/>
                  </a:lnTo>
                  <a:lnTo>
                    <a:pt x="5224148" y="1356103"/>
                  </a:lnTo>
                  <a:lnTo>
                    <a:pt x="5224808" y="1398029"/>
                  </a:lnTo>
                  <a:lnTo>
                    <a:pt x="5225469" y="1430742"/>
                  </a:lnTo>
                  <a:lnTo>
                    <a:pt x="5226130" y="1430742"/>
                  </a:lnTo>
                  <a:lnTo>
                    <a:pt x="5226790" y="1430742"/>
                  </a:lnTo>
                  <a:lnTo>
                    <a:pt x="5227451" y="1430742"/>
                  </a:lnTo>
                  <a:lnTo>
                    <a:pt x="5228111" y="1430742"/>
                  </a:lnTo>
                  <a:lnTo>
                    <a:pt x="5228772" y="1430742"/>
                  </a:lnTo>
                  <a:lnTo>
                    <a:pt x="5229432" y="1430742"/>
                  </a:lnTo>
                  <a:lnTo>
                    <a:pt x="5230093" y="1430742"/>
                  </a:lnTo>
                  <a:lnTo>
                    <a:pt x="5230753" y="1430742"/>
                  </a:lnTo>
                  <a:lnTo>
                    <a:pt x="5231414" y="1430742"/>
                  </a:lnTo>
                  <a:lnTo>
                    <a:pt x="5232074" y="1430742"/>
                  </a:lnTo>
                  <a:lnTo>
                    <a:pt x="5232735" y="1430742"/>
                  </a:lnTo>
                  <a:lnTo>
                    <a:pt x="5233395" y="1430742"/>
                  </a:lnTo>
                  <a:lnTo>
                    <a:pt x="5234056" y="1430742"/>
                  </a:lnTo>
                  <a:lnTo>
                    <a:pt x="5234716" y="1430742"/>
                  </a:lnTo>
                  <a:lnTo>
                    <a:pt x="5235377" y="1430742"/>
                  </a:lnTo>
                  <a:lnTo>
                    <a:pt x="5236038" y="1430742"/>
                  </a:lnTo>
                  <a:lnTo>
                    <a:pt x="5236698" y="1430742"/>
                  </a:lnTo>
                  <a:lnTo>
                    <a:pt x="5237359" y="1430742"/>
                  </a:lnTo>
                  <a:lnTo>
                    <a:pt x="5238019" y="1430742"/>
                  </a:lnTo>
                  <a:lnTo>
                    <a:pt x="5238680" y="1430742"/>
                  </a:lnTo>
                  <a:lnTo>
                    <a:pt x="5239340" y="1430742"/>
                  </a:lnTo>
                  <a:lnTo>
                    <a:pt x="5240001" y="1430742"/>
                  </a:lnTo>
                  <a:lnTo>
                    <a:pt x="5240661" y="1430742"/>
                  </a:lnTo>
                  <a:lnTo>
                    <a:pt x="5241322" y="1430742"/>
                  </a:lnTo>
                  <a:lnTo>
                    <a:pt x="5241982" y="1430742"/>
                  </a:lnTo>
                  <a:lnTo>
                    <a:pt x="5242643" y="1406121"/>
                  </a:lnTo>
                  <a:lnTo>
                    <a:pt x="5243303" y="1383643"/>
                  </a:lnTo>
                  <a:lnTo>
                    <a:pt x="5243964" y="1332098"/>
                  </a:lnTo>
                  <a:lnTo>
                    <a:pt x="5244624" y="1283973"/>
                  </a:lnTo>
                  <a:lnTo>
                    <a:pt x="5245285" y="1255587"/>
                  </a:lnTo>
                  <a:lnTo>
                    <a:pt x="5245945" y="1269045"/>
                  </a:lnTo>
                  <a:lnTo>
                    <a:pt x="5246606" y="1283242"/>
                  </a:lnTo>
                  <a:lnTo>
                    <a:pt x="5247267" y="1325140"/>
                  </a:lnTo>
                  <a:lnTo>
                    <a:pt x="5247927" y="1382569"/>
                  </a:lnTo>
                  <a:lnTo>
                    <a:pt x="5248588" y="1430742"/>
                  </a:lnTo>
                  <a:lnTo>
                    <a:pt x="5249248" y="1430742"/>
                  </a:lnTo>
                  <a:lnTo>
                    <a:pt x="5249909" y="1430742"/>
                  </a:lnTo>
                  <a:lnTo>
                    <a:pt x="5250569" y="1430742"/>
                  </a:lnTo>
                  <a:lnTo>
                    <a:pt x="5251230" y="1430742"/>
                  </a:lnTo>
                  <a:lnTo>
                    <a:pt x="5251890" y="1430742"/>
                  </a:lnTo>
                  <a:lnTo>
                    <a:pt x="5252551" y="1430742"/>
                  </a:lnTo>
                  <a:lnTo>
                    <a:pt x="5253211" y="1430742"/>
                  </a:lnTo>
                  <a:lnTo>
                    <a:pt x="5253872" y="1430742"/>
                  </a:lnTo>
                  <a:lnTo>
                    <a:pt x="5254532" y="1430742"/>
                  </a:lnTo>
                  <a:lnTo>
                    <a:pt x="5255193" y="1430742"/>
                  </a:lnTo>
                  <a:lnTo>
                    <a:pt x="5255853" y="1430742"/>
                  </a:lnTo>
                  <a:lnTo>
                    <a:pt x="5256514" y="1406121"/>
                  </a:lnTo>
                  <a:lnTo>
                    <a:pt x="5257175" y="1383643"/>
                  </a:lnTo>
                  <a:lnTo>
                    <a:pt x="5257835" y="1368998"/>
                  </a:lnTo>
                  <a:lnTo>
                    <a:pt x="5258496" y="1349418"/>
                  </a:lnTo>
                  <a:lnTo>
                    <a:pt x="5259156" y="1331218"/>
                  </a:lnTo>
                  <a:lnTo>
                    <a:pt x="5259817" y="1349418"/>
                  </a:lnTo>
                  <a:lnTo>
                    <a:pt x="5260477" y="1368998"/>
                  </a:lnTo>
                  <a:lnTo>
                    <a:pt x="5261138" y="1383643"/>
                  </a:lnTo>
                  <a:lnTo>
                    <a:pt x="5261798" y="1406121"/>
                  </a:lnTo>
                  <a:lnTo>
                    <a:pt x="5262459" y="1430742"/>
                  </a:lnTo>
                  <a:lnTo>
                    <a:pt x="5263119" y="1430742"/>
                  </a:lnTo>
                  <a:lnTo>
                    <a:pt x="5263780" y="1430742"/>
                  </a:lnTo>
                  <a:lnTo>
                    <a:pt x="5264440" y="1430742"/>
                  </a:lnTo>
                  <a:lnTo>
                    <a:pt x="5265101" y="1430742"/>
                  </a:lnTo>
                  <a:lnTo>
                    <a:pt x="5265761" y="1430742"/>
                  </a:lnTo>
                  <a:lnTo>
                    <a:pt x="5266422" y="1430742"/>
                  </a:lnTo>
                  <a:lnTo>
                    <a:pt x="5267083" y="1430742"/>
                  </a:lnTo>
                  <a:lnTo>
                    <a:pt x="5267743" y="1430742"/>
                  </a:lnTo>
                  <a:lnTo>
                    <a:pt x="5268404" y="1406121"/>
                  </a:lnTo>
                  <a:lnTo>
                    <a:pt x="5269064" y="1362966"/>
                  </a:lnTo>
                  <a:lnTo>
                    <a:pt x="5269725" y="1343822"/>
                  </a:lnTo>
                  <a:lnTo>
                    <a:pt x="5270385" y="1343822"/>
                  </a:lnTo>
                  <a:lnTo>
                    <a:pt x="5271046" y="1343822"/>
                  </a:lnTo>
                  <a:lnTo>
                    <a:pt x="5271706" y="1343822"/>
                  </a:lnTo>
                  <a:lnTo>
                    <a:pt x="5272367" y="1343822"/>
                  </a:lnTo>
                  <a:lnTo>
                    <a:pt x="5273027" y="1343822"/>
                  </a:lnTo>
                  <a:lnTo>
                    <a:pt x="5273688" y="1343822"/>
                  </a:lnTo>
                  <a:lnTo>
                    <a:pt x="5274348" y="1325999"/>
                  </a:lnTo>
                  <a:lnTo>
                    <a:pt x="5275009" y="1309327"/>
                  </a:lnTo>
                  <a:lnTo>
                    <a:pt x="5275669" y="1309327"/>
                  </a:lnTo>
                  <a:lnTo>
                    <a:pt x="5276330" y="1316697"/>
                  </a:lnTo>
                  <a:lnTo>
                    <a:pt x="5276990" y="1316697"/>
                  </a:lnTo>
                  <a:lnTo>
                    <a:pt x="5277651" y="1333868"/>
                  </a:lnTo>
                  <a:lnTo>
                    <a:pt x="5278312" y="1352262"/>
                  </a:lnTo>
                  <a:lnTo>
                    <a:pt x="5278972" y="1352262"/>
                  </a:lnTo>
                  <a:lnTo>
                    <a:pt x="5279633" y="1343822"/>
                  </a:lnTo>
                  <a:lnTo>
                    <a:pt x="5280293" y="1325999"/>
                  </a:lnTo>
                  <a:lnTo>
                    <a:pt x="5280954" y="1293666"/>
                  </a:lnTo>
                  <a:lnTo>
                    <a:pt x="5281614" y="1293666"/>
                  </a:lnTo>
                  <a:lnTo>
                    <a:pt x="5282275" y="1309327"/>
                  </a:lnTo>
                  <a:lnTo>
                    <a:pt x="5282935" y="1325999"/>
                  </a:lnTo>
                  <a:lnTo>
                    <a:pt x="5283596" y="1343822"/>
                  </a:lnTo>
                  <a:lnTo>
                    <a:pt x="5284256" y="1383643"/>
                  </a:lnTo>
                  <a:lnTo>
                    <a:pt x="5284917" y="1383643"/>
                  </a:lnTo>
                  <a:lnTo>
                    <a:pt x="5285577" y="1362966"/>
                  </a:lnTo>
                  <a:lnTo>
                    <a:pt x="5286238" y="1319201"/>
                  </a:lnTo>
                  <a:lnTo>
                    <a:pt x="5286898" y="1259551"/>
                  </a:lnTo>
                  <a:lnTo>
                    <a:pt x="5287559" y="1207289"/>
                  </a:lnTo>
                  <a:lnTo>
                    <a:pt x="5288220" y="1196635"/>
                  </a:lnTo>
                  <a:lnTo>
                    <a:pt x="5288880" y="1196635"/>
                  </a:lnTo>
                  <a:lnTo>
                    <a:pt x="5289541" y="1190447"/>
                  </a:lnTo>
                  <a:lnTo>
                    <a:pt x="5290201" y="1211677"/>
                  </a:lnTo>
                  <a:lnTo>
                    <a:pt x="5290862" y="1227062"/>
                  </a:lnTo>
                  <a:lnTo>
                    <a:pt x="5291522" y="1239079"/>
                  </a:lnTo>
                  <a:lnTo>
                    <a:pt x="5292183" y="1251683"/>
                  </a:lnTo>
                  <a:lnTo>
                    <a:pt x="5292843" y="1264933"/>
                  </a:lnTo>
                  <a:lnTo>
                    <a:pt x="5293504" y="1262228"/>
                  </a:lnTo>
                  <a:lnTo>
                    <a:pt x="5294164" y="1290645"/>
                  </a:lnTo>
                  <a:lnTo>
                    <a:pt x="5294825" y="1306118"/>
                  </a:lnTo>
                  <a:lnTo>
                    <a:pt x="5295485" y="1322578"/>
                  </a:lnTo>
                  <a:lnTo>
                    <a:pt x="5296146" y="1359022"/>
                  </a:lnTo>
                  <a:lnTo>
                    <a:pt x="5296806" y="1406121"/>
                  </a:lnTo>
                  <a:lnTo>
                    <a:pt x="5297467" y="1430742"/>
                  </a:lnTo>
                  <a:lnTo>
                    <a:pt x="5298128" y="1430742"/>
                  </a:lnTo>
                  <a:lnTo>
                    <a:pt x="5298788" y="1430742"/>
                  </a:lnTo>
                  <a:lnTo>
                    <a:pt x="5299449" y="1430742"/>
                  </a:lnTo>
                  <a:lnTo>
                    <a:pt x="5300109" y="1430742"/>
                  </a:lnTo>
                  <a:lnTo>
                    <a:pt x="5300770" y="1430742"/>
                  </a:lnTo>
                  <a:lnTo>
                    <a:pt x="5301430" y="1430742"/>
                  </a:lnTo>
                  <a:lnTo>
                    <a:pt x="5302091" y="1430742"/>
                  </a:lnTo>
                  <a:lnTo>
                    <a:pt x="5302751" y="1430742"/>
                  </a:lnTo>
                  <a:lnTo>
                    <a:pt x="5303412" y="1430742"/>
                  </a:lnTo>
                  <a:lnTo>
                    <a:pt x="5304072" y="1430742"/>
                  </a:lnTo>
                  <a:lnTo>
                    <a:pt x="5304733" y="1430742"/>
                  </a:lnTo>
                  <a:lnTo>
                    <a:pt x="5305393" y="1430742"/>
                  </a:lnTo>
                  <a:lnTo>
                    <a:pt x="5306054" y="1430742"/>
                  </a:lnTo>
                  <a:lnTo>
                    <a:pt x="5306714" y="1430742"/>
                  </a:lnTo>
                  <a:lnTo>
                    <a:pt x="5307375" y="1430742"/>
                  </a:lnTo>
                  <a:lnTo>
                    <a:pt x="5308036" y="1430742"/>
                  </a:lnTo>
                  <a:lnTo>
                    <a:pt x="5308696" y="1406121"/>
                  </a:lnTo>
                  <a:lnTo>
                    <a:pt x="5309357" y="1383643"/>
                  </a:lnTo>
                  <a:lnTo>
                    <a:pt x="5310017" y="1343822"/>
                  </a:lnTo>
                  <a:lnTo>
                    <a:pt x="5310678" y="1325999"/>
                  </a:lnTo>
                  <a:lnTo>
                    <a:pt x="5311338" y="1325999"/>
                  </a:lnTo>
                  <a:lnTo>
                    <a:pt x="5311999" y="1343822"/>
                  </a:lnTo>
                  <a:lnTo>
                    <a:pt x="5312659" y="1362966"/>
                  </a:lnTo>
                  <a:lnTo>
                    <a:pt x="5313320" y="1406121"/>
                  </a:lnTo>
                  <a:lnTo>
                    <a:pt x="5313980" y="1430742"/>
                  </a:lnTo>
                  <a:lnTo>
                    <a:pt x="5314641" y="1430742"/>
                  </a:lnTo>
                  <a:lnTo>
                    <a:pt x="5315301" y="1430742"/>
                  </a:lnTo>
                  <a:lnTo>
                    <a:pt x="5315962" y="1401466"/>
                  </a:lnTo>
                  <a:lnTo>
                    <a:pt x="5316622" y="1340158"/>
                  </a:lnTo>
                  <a:lnTo>
                    <a:pt x="5317283" y="1262228"/>
                  </a:lnTo>
                  <a:lnTo>
                    <a:pt x="5317943" y="1184404"/>
                  </a:lnTo>
                  <a:lnTo>
                    <a:pt x="5318604" y="1138886"/>
                  </a:lnTo>
                  <a:lnTo>
                    <a:pt x="5319265" y="1111210"/>
                  </a:lnTo>
                  <a:lnTo>
                    <a:pt x="5319925" y="1111210"/>
                  </a:lnTo>
                  <a:lnTo>
                    <a:pt x="5320586" y="1138053"/>
                  </a:lnTo>
                  <a:lnTo>
                    <a:pt x="5321246" y="1201375"/>
                  </a:lnTo>
                  <a:lnTo>
                    <a:pt x="5321907" y="1260886"/>
                  </a:lnTo>
                  <a:lnTo>
                    <a:pt x="5322567" y="1332982"/>
                  </a:lnTo>
                  <a:lnTo>
                    <a:pt x="5323228" y="1392401"/>
                  </a:lnTo>
                  <a:lnTo>
                    <a:pt x="5323888" y="1430742"/>
                  </a:lnTo>
                  <a:lnTo>
                    <a:pt x="5324549" y="1406121"/>
                  </a:lnTo>
                  <a:lnTo>
                    <a:pt x="5325209" y="1362966"/>
                  </a:lnTo>
                  <a:lnTo>
                    <a:pt x="5325870" y="1325999"/>
                  </a:lnTo>
                  <a:lnTo>
                    <a:pt x="5326530" y="1293666"/>
                  </a:lnTo>
                  <a:lnTo>
                    <a:pt x="5327191" y="1239079"/>
                  </a:lnTo>
                  <a:lnTo>
                    <a:pt x="5327851" y="1212786"/>
                  </a:lnTo>
                  <a:lnTo>
                    <a:pt x="5328512" y="1212786"/>
                  </a:lnTo>
                  <a:lnTo>
                    <a:pt x="5329173" y="1224143"/>
                  </a:lnTo>
                  <a:lnTo>
                    <a:pt x="5329833" y="1248474"/>
                  </a:lnTo>
                  <a:lnTo>
                    <a:pt x="5330494" y="1305322"/>
                  </a:lnTo>
                  <a:lnTo>
                    <a:pt x="5331154" y="1362966"/>
                  </a:lnTo>
                  <a:lnTo>
                    <a:pt x="5331815" y="1383643"/>
                  </a:lnTo>
                  <a:lnTo>
                    <a:pt x="5332475" y="1383643"/>
                  </a:lnTo>
                  <a:lnTo>
                    <a:pt x="5333136" y="1367982"/>
                  </a:lnTo>
                  <a:lnTo>
                    <a:pt x="5333796" y="1348477"/>
                  </a:lnTo>
                  <a:lnTo>
                    <a:pt x="5334457" y="1330341"/>
                  </a:lnTo>
                  <a:lnTo>
                    <a:pt x="5335117" y="1348477"/>
                  </a:lnTo>
                  <a:lnTo>
                    <a:pt x="5335778" y="1367982"/>
                  </a:lnTo>
                  <a:lnTo>
                    <a:pt x="5336438" y="1383643"/>
                  </a:lnTo>
                  <a:lnTo>
                    <a:pt x="5337099" y="1406121"/>
                  </a:lnTo>
                  <a:lnTo>
                    <a:pt x="5337759" y="1430742"/>
                  </a:lnTo>
                  <a:lnTo>
                    <a:pt x="5338420" y="1430742"/>
                  </a:lnTo>
                  <a:lnTo>
                    <a:pt x="5339081" y="1430742"/>
                  </a:lnTo>
                  <a:lnTo>
                    <a:pt x="5339741" y="1430742"/>
                  </a:lnTo>
                  <a:lnTo>
                    <a:pt x="5340402" y="1430742"/>
                  </a:lnTo>
                  <a:lnTo>
                    <a:pt x="5341062" y="1430742"/>
                  </a:lnTo>
                  <a:lnTo>
                    <a:pt x="5341723" y="1430742"/>
                  </a:lnTo>
                  <a:lnTo>
                    <a:pt x="5342383" y="1430742"/>
                  </a:lnTo>
                  <a:lnTo>
                    <a:pt x="5343044" y="1430742"/>
                  </a:lnTo>
                  <a:lnTo>
                    <a:pt x="5343704" y="1430742"/>
                  </a:lnTo>
                  <a:lnTo>
                    <a:pt x="5344365" y="1430742"/>
                  </a:lnTo>
                  <a:lnTo>
                    <a:pt x="5345025" y="1406121"/>
                  </a:lnTo>
                  <a:lnTo>
                    <a:pt x="5345686" y="1383643"/>
                  </a:lnTo>
                  <a:lnTo>
                    <a:pt x="5346346" y="1343822"/>
                  </a:lnTo>
                  <a:lnTo>
                    <a:pt x="5347007" y="1309327"/>
                  </a:lnTo>
                  <a:lnTo>
                    <a:pt x="5347667" y="1278901"/>
                  </a:lnTo>
                  <a:lnTo>
                    <a:pt x="5348328" y="1278901"/>
                  </a:lnTo>
                  <a:lnTo>
                    <a:pt x="5348988" y="1285441"/>
                  </a:lnTo>
                  <a:lnTo>
                    <a:pt x="5349649" y="1316697"/>
                  </a:lnTo>
                  <a:lnTo>
                    <a:pt x="5350310" y="1352262"/>
                  </a:lnTo>
                  <a:lnTo>
                    <a:pt x="5350970" y="1393517"/>
                  </a:lnTo>
                  <a:lnTo>
                    <a:pt x="5351631" y="1416911"/>
                  </a:lnTo>
                  <a:lnTo>
                    <a:pt x="5352291" y="1430742"/>
                  </a:lnTo>
                  <a:lnTo>
                    <a:pt x="5352952" y="1430742"/>
                  </a:lnTo>
                  <a:lnTo>
                    <a:pt x="5353612" y="1430742"/>
                  </a:lnTo>
                  <a:lnTo>
                    <a:pt x="5354273" y="1430742"/>
                  </a:lnTo>
                  <a:lnTo>
                    <a:pt x="5354933" y="1430742"/>
                  </a:lnTo>
                  <a:lnTo>
                    <a:pt x="5355594" y="1430742"/>
                  </a:lnTo>
                  <a:lnTo>
                    <a:pt x="5356254" y="1430742"/>
                  </a:lnTo>
                  <a:lnTo>
                    <a:pt x="5356915" y="1430742"/>
                  </a:lnTo>
                  <a:lnTo>
                    <a:pt x="5357575" y="1430742"/>
                  </a:lnTo>
                  <a:lnTo>
                    <a:pt x="5358236" y="1430742"/>
                  </a:lnTo>
                  <a:lnTo>
                    <a:pt x="5358896" y="1430742"/>
                  </a:lnTo>
                  <a:lnTo>
                    <a:pt x="5359557" y="1430742"/>
                  </a:lnTo>
                  <a:lnTo>
                    <a:pt x="5360218" y="1430742"/>
                  </a:lnTo>
                  <a:lnTo>
                    <a:pt x="5360878" y="1430742"/>
                  </a:lnTo>
                  <a:lnTo>
                    <a:pt x="5361539" y="1430742"/>
                  </a:lnTo>
                  <a:lnTo>
                    <a:pt x="5362199" y="1430742"/>
                  </a:lnTo>
                  <a:lnTo>
                    <a:pt x="5362860" y="1430742"/>
                  </a:lnTo>
                  <a:lnTo>
                    <a:pt x="5363520" y="1430742"/>
                  </a:lnTo>
                  <a:lnTo>
                    <a:pt x="5364181" y="1430742"/>
                  </a:lnTo>
                  <a:lnTo>
                    <a:pt x="5364841" y="1430742"/>
                  </a:lnTo>
                  <a:lnTo>
                    <a:pt x="5365502" y="1430742"/>
                  </a:lnTo>
                  <a:lnTo>
                    <a:pt x="5366162" y="1430742"/>
                  </a:lnTo>
                  <a:lnTo>
                    <a:pt x="5366823" y="1430742"/>
                  </a:lnTo>
                  <a:lnTo>
                    <a:pt x="5367483" y="1430742"/>
                  </a:lnTo>
                  <a:lnTo>
                    <a:pt x="5368144" y="1430742"/>
                  </a:lnTo>
                  <a:lnTo>
                    <a:pt x="5368804" y="1430742"/>
                  </a:lnTo>
                  <a:lnTo>
                    <a:pt x="5369465" y="1430742"/>
                  </a:lnTo>
                  <a:lnTo>
                    <a:pt x="5370126" y="1430742"/>
                  </a:lnTo>
                  <a:lnTo>
                    <a:pt x="5370786" y="1423106"/>
                  </a:lnTo>
                  <a:lnTo>
                    <a:pt x="5371447" y="1377265"/>
                  </a:lnTo>
                  <a:lnTo>
                    <a:pt x="5372107" y="1338345"/>
                  </a:lnTo>
                  <a:lnTo>
                    <a:pt x="5372768" y="1320884"/>
                  </a:lnTo>
                  <a:lnTo>
                    <a:pt x="5373428" y="1320884"/>
                  </a:lnTo>
                  <a:lnTo>
                    <a:pt x="5374089" y="1325999"/>
                  </a:lnTo>
                  <a:lnTo>
                    <a:pt x="5374749" y="1362966"/>
                  </a:lnTo>
                  <a:lnTo>
                    <a:pt x="5375410" y="1406121"/>
                  </a:lnTo>
                  <a:lnTo>
                    <a:pt x="5376070" y="1430742"/>
                  </a:lnTo>
                  <a:lnTo>
                    <a:pt x="5376731" y="1406121"/>
                  </a:lnTo>
                  <a:lnTo>
                    <a:pt x="5377391" y="1383643"/>
                  </a:lnTo>
                  <a:lnTo>
                    <a:pt x="5378052" y="1351310"/>
                  </a:lnTo>
                  <a:lnTo>
                    <a:pt x="5378712" y="1332982"/>
                  </a:lnTo>
                  <a:lnTo>
                    <a:pt x="5379373" y="1332982"/>
                  </a:lnTo>
                  <a:lnTo>
                    <a:pt x="5380034" y="1351310"/>
                  </a:lnTo>
                  <a:lnTo>
                    <a:pt x="5380694" y="1371040"/>
                  </a:lnTo>
                  <a:lnTo>
                    <a:pt x="5381355" y="1406121"/>
                  </a:lnTo>
                  <a:lnTo>
                    <a:pt x="5382015" y="1430742"/>
                  </a:lnTo>
                  <a:lnTo>
                    <a:pt x="5382676" y="1430742"/>
                  </a:lnTo>
                  <a:lnTo>
                    <a:pt x="5383336" y="1430742"/>
                  </a:lnTo>
                  <a:lnTo>
                    <a:pt x="5383997" y="1430742"/>
                  </a:lnTo>
                  <a:lnTo>
                    <a:pt x="5384657" y="1430742"/>
                  </a:lnTo>
                  <a:lnTo>
                    <a:pt x="5385318" y="1430742"/>
                  </a:lnTo>
                  <a:lnTo>
                    <a:pt x="5385978" y="1430742"/>
                  </a:lnTo>
                  <a:lnTo>
                    <a:pt x="5386639" y="1430742"/>
                  </a:lnTo>
                  <a:lnTo>
                    <a:pt x="5387299" y="1430742"/>
                  </a:lnTo>
                  <a:lnTo>
                    <a:pt x="5387960" y="1406121"/>
                  </a:lnTo>
                  <a:lnTo>
                    <a:pt x="5388620" y="1362966"/>
                  </a:lnTo>
                  <a:lnTo>
                    <a:pt x="5389281" y="1325999"/>
                  </a:lnTo>
                  <a:lnTo>
                    <a:pt x="5389941" y="1278901"/>
                  </a:lnTo>
                  <a:lnTo>
                    <a:pt x="5390602" y="1264933"/>
                  </a:lnTo>
                  <a:lnTo>
                    <a:pt x="5391263" y="1264933"/>
                  </a:lnTo>
                  <a:lnTo>
                    <a:pt x="5391923" y="1293666"/>
                  </a:lnTo>
                  <a:lnTo>
                    <a:pt x="5392584" y="1325999"/>
                  </a:lnTo>
                  <a:lnTo>
                    <a:pt x="5393244" y="1375173"/>
                  </a:lnTo>
                  <a:lnTo>
                    <a:pt x="5393905" y="1355138"/>
                  </a:lnTo>
                  <a:lnTo>
                    <a:pt x="5394565" y="1319201"/>
                  </a:lnTo>
                  <a:lnTo>
                    <a:pt x="5395226" y="1287658"/>
                  </a:lnTo>
                  <a:lnTo>
                    <a:pt x="5395886" y="1260218"/>
                  </a:lnTo>
                  <a:lnTo>
                    <a:pt x="5396547" y="1265614"/>
                  </a:lnTo>
                  <a:lnTo>
                    <a:pt x="5397207" y="1294427"/>
                  </a:lnTo>
                  <a:lnTo>
                    <a:pt x="5397868" y="1344746"/>
                  </a:lnTo>
                  <a:lnTo>
                    <a:pt x="5398528" y="1384722"/>
                  </a:lnTo>
                  <a:lnTo>
                    <a:pt x="5399189" y="1430742"/>
                  </a:lnTo>
                  <a:lnTo>
                    <a:pt x="5399849" y="1430742"/>
                  </a:lnTo>
                  <a:lnTo>
                    <a:pt x="5400510" y="1430742"/>
                  </a:lnTo>
                  <a:lnTo>
                    <a:pt x="5401171" y="1430742"/>
                  </a:lnTo>
                  <a:lnTo>
                    <a:pt x="5401831" y="1430742"/>
                  </a:lnTo>
                  <a:lnTo>
                    <a:pt x="5402492" y="1430742"/>
                  </a:lnTo>
                  <a:lnTo>
                    <a:pt x="5403152" y="1430742"/>
                  </a:lnTo>
                  <a:lnTo>
                    <a:pt x="5403813" y="1430742"/>
                  </a:lnTo>
                  <a:lnTo>
                    <a:pt x="5404473" y="1430742"/>
                  </a:lnTo>
                  <a:lnTo>
                    <a:pt x="5405134" y="1406121"/>
                  </a:lnTo>
                  <a:lnTo>
                    <a:pt x="5405794" y="1362966"/>
                  </a:lnTo>
                  <a:lnTo>
                    <a:pt x="5406455" y="1309327"/>
                  </a:lnTo>
                  <a:lnTo>
                    <a:pt x="5407115" y="1293666"/>
                  </a:lnTo>
                  <a:lnTo>
                    <a:pt x="5407776" y="1278901"/>
                  </a:lnTo>
                  <a:lnTo>
                    <a:pt x="5408436" y="1278901"/>
                  </a:lnTo>
                  <a:lnTo>
                    <a:pt x="5409097" y="1309327"/>
                  </a:lnTo>
                  <a:lnTo>
                    <a:pt x="5409757" y="1362966"/>
                  </a:lnTo>
                  <a:lnTo>
                    <a:pt x="5410418" y="1383643"/>
                  </a:lnTo>
                  <a:lnTo>
                    <a:pt x="5411079" y="1406121"/>
                  </a:lnTo>
                  <a:lnTo>
                    <a:pt x="5411739" y="1430742"/>
                  </a:lnTo>
                  <a:lnTo>
                    <a:pt x="5412400" y="1430742"/>
                  </a:lnTo>
                  <a:lnTo>
                    <a:pt x="5413060" y="1430742"/>
                  </a:lnTo>
                  <a:lnTo>
                    <a:pt x="5413721" y="1430742"/>
                  </a:lnTo>
                  <a:lnTo>
                    <a:pt x="5414381" y="1430742"/>
                  </a:lnTo>
                  <a:lnTo>
                    <a:pt x="5415042" y="1430742"/>
                  </a:lnTo>
                  <a:lnTo>
                    <a:pt x="5415702" y="1430742"/>
                  </a:lnTo>
                  <a:lnTo>
                    <a:pt x="5416363" y="1430742"/>
                  </a:lnTo>
                  <a:lnTo>
                    <a:pt x="5417023" y="1430742"/>
                  </a:lnTo>
                  <a:lnTo>
                    <a:pt x="5417684" y="1406121"/>
                  </a:lnTo>
                  <a:lnTo>
                    <a:pt x="5418344" y="1362966"/>
                  </a:lnTo>
                  <a:lnTo>
                    <a:pt x="5419005" y="1343822"/>
                  </a:lnTo>
                  <a:lnTo>
                    <a:pt x="5419665" y="1343822"/>
                  </a:lnTo>
                  <a:lnTo>
                    <a:pt x="5420326" y="1343822"/>
                  </a:lnTo>
                  <a:lnTo>
                    <a:pt x="5420986" y="1362966"/>
                  </a:lnTo>
                  <a:lnTo>
                    <a:pt x="5421647" y="1406121"/>
                  </a:lnTo>
                  <a:lnTo>
                    <a:pt x="5422308" y="1430742"/>
                  </a:lnTo>
                  <a:lnTo>
                    <a:pt x="5422968" y="1430742"/>
                  </a:lnTo>
                  <a:lnTo>
                    <a:pt x="5423629" y="1430742"/>
                  </a:lnTo>
                  <a:lnTo>
                    <a:pt x="5424289" y="1430742"/>
                  </a:lnTo>
                  <a:lnTo>
                    <a:pt x="5424950" y="1430742"/>
                  </a:lnTo>
                  <a:lnTo>
                    <a:pt x="5425610" y="1430742"/>
                  </a:lnTo>
                  <a:lnTo>
                    <a:pt x="5426271" y="1430742"/>
                  </a:lnTo>
                  <a:lnTo>
                    <a:pt x="5426931" y="1430742"/>
                  </a:lnTo>
                  <a:lnTo>
                    <a:pt x="5427592" y="1430742"/>
                  </a:lnTo>
                  <a:lnTo>
                    <a:pt x="5428252" y="1430742"/>
                  </a:lnTo>
                  <a:lnTo>
                    <a:pt x="5428913" y="1430742"/>
                  </a:lnTo>
                  <a:lnTo>
                    <a:pt x="5429573" y="1430742"/>
                  </a:lnTo>
                  <a:lnTo>
                    <a:pt x="5430234" y="1430742"/>
                  </a:lnTo>
                  <a:lnTo>
                    <a:pt x="5430894" y="1430742"/>
                  </a:lnTo>
                  <a:lnTo>
                    <a:pt x="5431555" y="1430742"/>
                  </a:lnTo>
                  <a:lnTo>
                    <a:pt x="5432216" y="1430742"/>
                  </a:lnTo>
                  <a:lnTo>
                    <a:pt x="5432876" y="1430742"/>
                  </a:lnTo>
                  <a:lnTo>
                    <a:pt x="5433537" y="1430742"/>
                  </a:lnTo>
                  <a:lnTo>
                    <a:pt x="5434197" y="1430742"/>
                  </a:lnTo>
                  <a:lnTo>
                    <a:pt x="5434858" y="1430742"/>
                  </a:lnTo>
                  <a:lnTo>
                    <a:pt x="5435518" y="1430742"/>
                  </a:lnTo>
                  <a:lnTo>
                    <a:pt x="5436179" y="1430742"/>
                  </a:lnTo>
                  <a:lnTo>
                    <a:pt x="5436839" y="1430742"/>
                  </a:lnTo>
                  <a:lnTo>
                    <a:pt x="5437500" y="1430742"/>
                  </a:lnTo>
                  <a:lnTo>
                    <a:pt x="5438160" y="1430742"/>
                  </a:lnTo>
                  <a:lnTo>
                    <a:pt x="5438821" y="1430742"/>
                  </a:lnTo>
                  <a:lnTo>
                    <a:pt x="5439481" y="1430742"/>
                  </a:lnTo>
                  <a:lnTo>
                    <a:pt x="5440142" y="1430742"/>
                  </a:lnTo>
                  <a:lnTo>
                    <a:pt x="5440802" y="1421855"/>
                  </a:lnTo>
                  <a:lnTo>
                    <a:pt x="5441463" y="1398029"/>
                  </a:lnTo>
                  <a:lnTo>
                    <a:pt x="5442124" y="1356103"/>
                  </a:lnTo>
                  <a:lnTo>
                    <a:pt x="5442784" y="1337443"/>
                  </a:lnTo>
                  <a:lnTo>
                    <a:pt x="5443445" y="1337443"/>
                  </a:lnTo>
                  <a:lnTo>
                    <a:pt x="5444105" y="1343822"/>
                  </a:lnTo>
                  <a:lnTo>
                    <a:pt x="5444766" y="1362966"/>
                  </a:lnTo>
                  <a:lnTo>
                    <a:pt x="5445426" y="1406121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30742"/>
                  </a:lnTo>
                  <a:lnTo>
                    <a:pt x="5448729" y="1430742"/>
                  </a:lnTo>
                  <a:lnTo>
                    <a:pt x="5449389" y="1430742"/>
                  </a:lnTo>
                  <a:lnTo>
                    <a:pt x="5450050" y="1430742"/>
                  </a:lnTo>
                  <a:lnTo>
                    <a:pt x="5450710" y="1430742"/>
                  </a:lnTo>
                  <a:lnTo>
                    <a:pt x="5451371" y="1430742"/>
                  </a:lnTo>
                  <a:lnTo>
                    <a:pt x="5452032" y="1430742"/>
                  </a:lnTo>
                  <a:lnTo>
                    <a:pt x="5452692" y="1430742"/>
                  </a:lnTo>
                  <a:lnTo>
                    <a:pt x="5453353" y="1430742"/>
                  </a:lnTo>
                  <a:lnTo>
                    <a:pt x="5454013" y="1430742"/>
                  </a:lnTo>
                  <a:lnTo>
                    <a:pt x="5454674" y="1430742"/>
                  </a:lnTo>
                  <a:lnTo>
                    <a:pt x="5455334" y="1430742"/>
                  </a:lnTo>
                  <a:lnTo>
                    <a:pt x="5455995" y="1430742"/>
                  </a:lnTo>
                  <a:lnTo>
                    <a:pt x="5456655" y="1430742"/>
                  </a:lnTo>
                  <a:lnTo>
                    <a:pt x="5457316" y="1430742"/>
                  </a:lnTo>
                  <a:lnTo>
                    <a:pt x="5457976" y="1430742"/>
                  </a:lnTo>
                  <a:lnTo>
                    <a:pt x="5458637" y="1430742"/>
                  </a:lnTo>
                  <a:lnTo>
                    <a:pt x="5459297" y="1401466"/>
                  </a:lnTo>
                  <a:lnTo>
                    <a:pt x="5459958" y="1340158"/>
                  </a:lnTo>
                  <a:lnTo>
                    <a:pt x="5460618" y="1290645"/>
                  </a:lnTo>
                  <a:lnTo>
                    <a:pt x="5461279" y="1262228"/>
                  </a:lnTo>
                  <a:lnTo>
                    <a:pt x="5461939" y="1262228"/>
                  </a:lnTo>
                  <a:lnTo>
                    <a:pt x="5462600" y="1278901"/>
                  </a:lnTo>
                  <a:lnTo>
                    <a:pt x="5463261" y="1325999"/>
                  </a:lnTo>
                  <a:lnTo>
                    <a:pt x="5463921" y="1383643"/>
                  </a:lnTo>
                  <a:lnTo>
                    <a:pt x="5464582" y="1430742"/>
                  </a:lnTo>
                  <a:lnTo>
                    <a:pt x="5465242" y="1430742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30742"/>
                  </a:lnTo>
                  <a:lnTo>
                    <a:pt x="5468545" y="1430742"/>
                  </a:lnTo>
                  <a:lnTo>
                    <a:pt x="5469205" y="1430742"/>
                  </a:lnTo>
                  <a:lnTo>
                    <a:pt x="5469866" y="1430742"/>
                  </a:lnTo>
                  <a:lnTo>
                    <a:pt x="5470526" y="1430742"/>
                  </a:lnTo>
                  <a:lnTo>
                    <a:pt x="5471187" y="1430742"/>
                  </a:lnTo>
                  <a:lnTo>
                    <a:pt x="5471847" y="1430742"/>
                  </a:lnTo>
                  <a:lnTo>
                    <a:pt x="5472508" y="1430742"/>
                  </a:lnTo>
                  <a:lnTo>
                    <a:pt x="5473169" y="1430742"/>
                  </a:lnTo>
                  <a:lnTo>
                    <a:pt x="5473829" y="1430742"/>
                  </a:lnTo>
                  <a:lnTo>
                    <a:pt x="5474490" y="1430742"/>
                  </a:lnTo>
                  <a:lnTo>
                    <a:pt x="5475150" y="1430742"/>
                  </a:lnTo>
                  <a:lnTo>
                    <a:pt x="5475811" y="1430742"/>
                  </a:lnTo>
                  <a:lnTo>
                    <a:pt x="5476471" y="1430742"/>
                  </a:lnTo>
                  <a:lnTo>
                    <a:pt x="5477132" y="1430742"/>
                  </a:lnTo>
                  <a:lnTo>
                    <a:pt x="5477792" y="1430742"/>
                  </a:lnTo>
                  <a:lnTo>
                    <a:pt x="5478453" y="1430742"/>
                  </a:lnTo>
                  <a:lnTo>
                    <a:pt x="5479113" y="1430742"/>
                  </a:lnTo>
                  <a:lnTo>
                    <a:pt x="5479774" y="1430742"/>
                  </a:lnTo>
                  <a:lnTo>
                    <a:pt x="5480434" y="1430742"/>
                  </a:lnTo>
                  <a:lnTo>
                    <a:pt x="5481095" y="1430742"/>
                  </a:lnTo>
                  <a:lnTo>
                    <a:pt x="5481755" y="1430742"/>
                  </a:lnTo>
                  <a:lnTo>
                    <a:pt x="5482416" y="1430742"/>
                  </a:lnTo>
                  <a:lnTo>
                    <a:pt x="5483077" y="1430742"/>
                  </a:lnTo>
                  <a:lnTo>
                    <a:pt x="5483737" y="1430742"/>
                  </a:lnTo>
                  <a:lnTo>
                    <a:pt x="5484398" y="1430742"/>
                  </a:lnTo>
                  <a:lnTo>
                    <a:pt x="5485058" y="1430742"/>
                  </a:lnTo>
                  <a:lnTo>
                    <a:pt x="5485719" y="1406121"/>
                  </a:lnTo>
                  <a:lnTo>
                    <a:pt x="5486379" y="1383643"/>
                  </a:lnTo>
                  <a:lnTo>
                    <a:pt x="5487040" y="1343822"/>
                  </a:lnTo>
                  <a:lnTo>
                    <a:pt x="5487700" y="1325999"/>
                  </a:lnTo>
                  <a:lnTo>
                    <a:pt x="5488361" y="1309327"/>
                  </a:lnTo>
                  <a:lnTo>
                    <a:pt x="5489021" y="1325999"/>
                  </a:lnTo>
                  <a:lnTo>
                    <a:pt x="5489682" y="1343822"/>
                  </a:lnTo>
                  <a:lnTo>
                    <a:pt x="5490342" y="1383643"/>
                  </a:lnTo>
                  <a:lnTo>
                    <a:pt x="5491003" y="1406121"/>
                  </a:lnTo>
                  <a:lnTo>
                    <a:pt x="5491663" y="1430742"/>
                  </a:lnTo>
                  <a:lnTo>
                    <a:pt x="5492324" y="1430742"/>
                  </a:lnTo>
                  <a:lnTo>
                    <a:pt x="5492984" y="1430742"/>
                  </a:lnTo>
                  <a:lnTo>
                    <a:pt x="5493645" y="1430742"/>
                  </a:lnTo>
                  <a:lnTo>
                    <a:pt x="5494306" y="1430742"/>
                  </a:lnTo>
                  <a:lnTo>
                    <a:pt x="5494966" y="1430742"/>
                  </a:lnTo>
                  <a:lnTo>
                    <a:pt x="5495627" y="1406121"/>
                  </a:lnTo>
                  <a:lnTo>
                    <a:pt x="5496287" y="1364961"/>
                  </a:lnTo>
                  <a:lnTo>
                    <a:pt x="5496948" y="1345674"/>
                  </a:lnTo>
                  <a:lnTo>
                    <a:pt x="5497608" y="1327727"/>
                  </a:lnTo>
                  <a:lnTo>
                    <a:pt x="5498269" y="1327727"/>
                  </a:lnTo>
                  <a:lnTo>
                    <a:pt x="5498929" y="1345674"/>
                  </a:lnTo>
                  <a:lnTo>
                    <a:pt x="5499590" y="1383643"/>
                  </a:lnTo>
                  <a:lnTo>
                    <a:pt x="5500250" y="1406121"/>
                  </a:lnTo>
                  <a:lnTo>
                    <a:pt x="5500911" y="1430742"/>
                  </a:lnTo>
                  <a:lnTo>
                    <a:pt x="5501571" y="1430742"/>
                  </a:lnTo>
                  <a:lnTo>
                    <a:pt x="5502232" y="1430742"/>
                  </a:lnTo>
                  <a:lnTo>
                    <a:pt x="5502892" y="1430742"/>
                  </a:lnTo>
                  <a:lnTo>
                    <a:pt x="5503553" y="1430742"/>
                  </a:lnTo>
                  <a:lnTo>
                    <a:pt x="5504214" y="1430742"/>
                  </a:lnTo>
                  <a:lnTo>
                    <a:pt x="5504874" y="1430742"/>
                  </a:lnTo>
                  <a:lnTo>
                    <a:pt x="5505535" y="1430742"/>
                  </a:lnTo>
                  <a:lnTo>
                    <a:pt x="5506195" y="1430742"/>
                  </a:lnTo>
                  <a:lnTo>
                    <a:pt x="5506856" y="1430742"/>
                  </a:lnTo>
                  <a:lnTo>
                    <a:pt x="5507516" y="1430742"/>
                  </a:lnTo>
                  <a:lnTo>
                    <a:pt x="5508177" y="1430742"/>
                  </a:lnTo>
                  <a:lnTo>
                    <a:pt x="5508837" y="1430742"/>
                  </a:lnTo>
                  <a:lnTo>
                    <a:pt x="5509498" y="1430742"/>
                  </a:lnTo>
                  <a:lnTo>
                    <a:pt x="5510158" y="1430742"/>
                  </a:lnTo>
                  <a:lnTo>
                    <a:pt x="5510819" y="1430742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30742"/>
                  </a:lnTo>
                  <a:lnTo>
                    <a:pt x="5513461" y="1423106"/>
                  </a:lnTo>
                  <a:lnTo>
                    <a:pt x="5514122" y="1398029"/>
                  </a:lnTo>
                  <a:lnTo>
                    <a:pt x="5514782" y="1337443"/>
                  </a:lnTo>
                  <a:lnTo>
                    <a:pt x="5515443" y="1288402"/>
                  </a:lnTo>
                  <a:lnTo>
                    <a:pt x="5516103" y="1273926"/>
                  </a:lnTo>
                  <a:lnTo>
                    <a:pt x="5516764" y="1278184"/>
                  </a:lnTo>
                  <a:lnTo>
                    <a:pt x="5517424" y="1286917"/>
                  </a:lnTo>
                  <a:lnTo>
                    <a:pt x="5518085" y="1306118"/>
                  </a:lnTo>
                  <a:lnTo>
                    <a:pt x="5518745" y="1322578"/>
                  </a:lnTo>
                  <a:lnTo>
                    <a:pt x="5519406" y="1322578"/>
                  </a:lnTo>
                  <a:lnTo>
                    <a:pt x="5520066" y="1322578"/>
                  </a:lnTo>
                  <a:lnTo>
                    <a:pt x="5520727" y="1330341"/>
                  </a:lnTo>
                  <a:lnTo>
                    <a:pt x="5521387" y="1362966"/>
                  </a:lnTo>
                  <a:lnTo>
                    <a:pt x="5522048" y="1406121"/>
                  </a:lnTo>
                  <a:lnTo>
                    <a:pt x="5522708" y="1430742"/>
                  </a:lnTo>
                  <a:lnTo>
                    <a:pt x="5523369" y="1430742"/>
                  </a:lnTo>
                  <a:lnTo>
                    <a:pt x="5524030" y="1430742"/>
                  </a:lnTo>
                  <a:lnTo>
                    <a:pt x="5524690" y="1430742"/>
                  </a:lnTo>
                  <a:lnTo>
                    <a:pt x="5525351" y="1430742"/>
                  </a:lnTo>
                  <a:lnTo>
                    <a:pt x="5526011" y="1430742"/>
                  </a:lnTo>
                  <a:lnTo>
                    <a:pt x="5526672" y="1430742"/>
                  </a:lnTo>
                  <a:lnTo>
                    <a:pt x="5527332" y="1430742"/>
                  </a:lnTo>
                  <a:lnTo>
                    <a:pt x="5527993" y="1430742"/>
                  </a:lnTo>
                  <a:lnTo>
                    <a:pt x="5528653" y="1430742"/>
                  </a:lnTo>
                  <a:lnTo>
                    <a:pt x="5529314" y="1430742"/>
                  </a:lnTo>
                  <a:lnTo>
                    <a:pt x="5529974" y="1430742"/>
                  </a:lnTo>
                  <a:lnTo>
                    <a:pt x="5530635" y="1430742"/>
                  </a:lnTo>
                  <a:lnTo>
                    <a:pt x="5531295" y="1430742"/>
                  </a:lnTo>
                  <a:lnTo>
                    <a:pt x="5531956" y="1406121"/>
                  </a:lnTo>
                  <a:lnTo>
                    <a:pt x="5532616" y="1362966"/>
                  </a:lnTo>
                  <a:lnTo>
                    <a:pt x="5533277" y="1343822"/>
                  </a:lnTo>
                  <a:lnTo>
                    <a:pt x="5533937" y="1343822"/>
                  </a:lnTo>
                  <a:lnTo>
                    <a:pt x="5534598" y="1343822"/>
                  </a:lnTo>
                  <a:lnTo>
                    <a:pt x="5535259" y="1362966"/>
                  </a:lnTo>
                  <a:lnTo>
                    <a:pt x="5535919" y="1406121"/>
                  </a:lnTo>
                  <a:lnTo>
                    <a:pt x="5536580" y="1430742"/>
                  </a:lnTo>
                  <a:lnTo>
                    <a:pt x="5537240" y="1430742"/>
                  </a:lnTo>
                  <a:lnTo>
                    <a:pt x="5537901" y="1430742"/>
                  </a:lnTo>
                  <a:lnTo>
                    <a:pt x="5538561" y="1430742"/>
                  </a:lnTo>
                  <a:lnTo>
                    <a:pt x="5539222" y="1430742"/>
                  </a:lnTo>
                  <a:lnTo>
                    <a:pt x="5539882" y="1430742"/>
                  </a:lnTo>
                  <a:lnTo>
                    <a:pt x="5540543" y="1430742"/>
                  </a:lnTo>
                  <a:lnTo>
                    <a:pt x="5541203" y="1406121"/>
                  </a:lnTo>
                  <a:lnTo>
                    <a:pt x="5541864" y="1362966"/>
                  </a:lnTo>
                  <a:lnTo>
                    <a:pt x="5542524" y="1343822"/>
                  </a:lnTo>
                  <a:lnTo>
                    <a:pt x="5543185" y="1343822"/>
                  </a:lnTo>
                  <a:lnTo>
                    <a:pt x="5543845" y="1343822"/>
                  </a:lnTo>
                  <a:lnTo>
                    <a:pt x="5544506" y="1362966"/>
                  </a:lnTo>
                  <a:lnTo>
                    <a:pt x="5545167" y="1406121"/>
                  </a:lnTo>
                  <a:lnTo>
                    <a:pt x="5545827" y="1430742"/>
                  </a:lnTo>
                  <a:lnTo>
                    <a:pt x="5546488" y="1430742"/>
                  </a:lnTo>
                  <a:lnTo>
                    <a:pt x="5547148" y="1430742"/>
                  </a:lnTo>
                  <a:lnTo>
                    <a:pt x="5547809" y="1430742"/>
                  </a:lnTo>
                  <a:lnTo>
                    <a:pt x="5548469" y="1430742"/>
                  </a:lnTo>
                  <a:lnTo>
                    <a:pt x="5549130" y="1430742"/>
                  </a:lnTo>
                  <a:lnTo>
                    <a:pt x="5549790" y="1430742"/>
                  </a:lnTo>
                  <a:lnTo>
                    <a:pt x="5550451" y="1430742"/>
                  </a:lnTo>
                  <a:lnTo>
                    <a:pt x="5551111" y="1430742"/>
                  </a:lnTo>
                  <a:lnTo>
                    <a:pt x="5551772" y="1430742"/>
                  </a:lnTo>
                  <a:lnTo>
                    <a:pt x="5552432" y="1430742"/>
                  </a:lnTo>
                  <a:lnTo>
                    <a:pt x="5553093" y="1430742"/>
                  </a:lnTo>
                  <a:lnTo>
                    <a:pt x="5553753" y="1430742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430742"/>
                  </a:lnTo>
                  <a:lnTo>
                    <a:pt x="5557056" y="1430742"/>
                  </a:lnTo>
                  <a:lnTo>
                    <a:pt x="5557717" y="1423106"/>
                  </a:lnTo>
                  <a:lnTo>
                    <a:pt x="5558377" y="1399170"/>
                  </a:lnTo>
                  <a:lnTo>
                    <a:pt x="5559038" y="1357073"/>
                  </a:lnTo>
                  <a:lnTo>
                    <a:pt x="5559698" y="1338345"/>
                  </a:lnTo>
                  <a:lnTo>
                    <a:pt x="5560359" y="1338345"/>
                  </a:lnTo>
                  <a:lnTo>
                    <a:pt x="5561019" y="1343822"/>
                  </a:lnTo>
                  <a:lnTo>
                    <a:pt x="5561680" y="1362966"/>
                  </a:lnTo>
                  <a:lnTo>
                    <a:pt x="5562340" y="1406121"/>
                  </a:lnTo>
                  <a:lnTo>
                    <a:pt x="5563001" y="1430742"/>
                  </a:lnTo>
                  <a:lnTo>
                    <a:pt x="5563661" y="1430742"/>
                  </a:lnTo>
                  <a:lnTo>
                    <a:pt x="5564322" y="1430742"/>
                  </a:lnTo>
                  <a:lnTo>
                    <a:pt x="5564982" y="1430742"/>
                  </a:lnTo>
                  <a:lnTo>
                    <a:pt x="5565643" y="1430742"/>
                  </a:lnTo>
                  <a:lnTo>
                    <a:pt x="5566304" y="1430742"/>
                  </a:lnTo>
                  <a:lnTo>
                    <a:pt x="5566964" y="1430742"/>
                  </a:lnTo>
                  <a:lnTo>
                    <a:pt x="5567625" y="1430742"/>
                  </a:lnTo>
                  <a:lnTo>
                    <a:pt x="5568285" y="1430742"/>
                  </a:lnTo>
                  <a:lnTo>
                    <a:pt x="5568946" y="1430742"/>
                  </a:lnTo>
                  <a:lnTo>
                    <a:pt x="5569606" y="1430742"/>
                  </a:lnTo>
                  <a:lnTo>
                    <a:pt x="5570267" y="1430742"/>
                  </a:lnTo>
                  <a:lnTo>
                    <a:pt x="5570927" y="1406121"/>
                  </a:lnTo>
                  <a:lnTo>
                    <a:pt x="5571588" y="1362966"/>
                  </a:lnTo>
                  <a:lnTo>
                    <a:pt x="5572248" y="1343822"/>
                  </a:lnTo>
                  <a:lnTo>
                    <a:pt x="5572909" y="1325999"/>
                  </a:lnTo>
                  <a:lnTo>
                    <a:pt x="5573569" y="1325999"/>
                  </a:lnTo>
                  <a:lnTo>
                    <a:pt x="5574230" y="1343822"/>
                  </a:lnTo>
                  <a:lnTo>
                    <a:pt x="5574890" y="1383643"/>
                  </a:lnTo>
                  <a:lnTo>
                    <a:pt x="5575551" y="1406121"/>
                  </a:lnTo>
                  <a:lnTo>
                    <a:pt x="5576212" y="1430742"/>
                  </a:lnTo>
                  <a:lnTo>
                    <a:pt x="5576872" y="1430742"/>
                  </a:lnTo>
                  <a:lnTo>
                    <a:pt x="5577533" y="1430742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30742"/>
                  </a:lnTo>
                  <a:lnTo>
                    <a:pt x="5580175" y="1430742"/>
                  </a:lnTo>
                  <a:lnTo>
                    <a:pt x="5580835" y="1430742"/>
                  </a:lnTo>
                  <a:lnTo>
                    <a:pt x="5581496" y="1430742"/>
                  </a:lnTo>
                  <a:lnTo>
                    <a:pt x="5582156" y="1430742"/>
                  </a:lnTo>
                  <a:lnTo>
                    <a:pt x="5582817" y="1430742"/>
                  </a:lnTo>
                  <a:lnTo>
                    <a:pt x="5583477" y="1430742"/>
                  </a:lnTo>
                  <a:lnTo>
                    <a:pt x="5584138" y="1430742"/>
                  </a:lnTo>
                  <a:lnTo>
                    <a:pt x="5584798" y="1430742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30742"/>
                  </a:lnTo>
                  <a:lnTo>
                    <a:pt x="5590083" y="1430742"/>
                  </a:lnTo>
                  <a:lnTo>
                    <a:pt x="5590743" y="1430742"/>
                  </a:lnTo>
                  <a:lnTo>
                    <a:pt x="5591404" y="1430742"/>
                  </a:lnTo>
                  <a:lnTo>
                    <a:pt x="5592064" y="1430742"/>
                  </a:lnTo>
                  <a:lnTo>
                    <a:pt x="5592725" y="1430742"/>
                  </a:lnTo>
                  <a:lnTo>
                    <a:pt x="5593385" y="1430742"/>
                  </a:lnTo>
                  <a:lnTo>
                    <a:pt x="5594046" y="1430742"/>
                  </a:lnTo>
                  <a:lnTo>
                    <a:pt x="5594706" y="1430742"/>
                  </a:lnTo>
                  <a:lnTo>
                    <a:pt x="5595367" y="1430742"/>
                  </a:lnTo>
                  <a:lnTo>
                    <a:pt x="5596028" y="1430742"/>
                  </a:lnTo>
                  <a:lnTo>
                    <a:pt x="5596688" y="1430742"/>
                  </a:lnTo>
                  <a:lnTo>
                    <a:pt x="5597349" y="1430742"/>
                  </a:lnTo>
                  <a:lnTo>
                    <a:pt x="5598009" y="1430742"/>
                  </a:lnTo>
                  <a:lnTo>
                    <a:pt x="5598670" y="1430742"/>
                  </a:lnTo>
                  <a:lnTo>
                    <a:pt x="5599330" y="1430742"/>
                  </a:lnTo>
                  <a:lnTo>
                    <a:pt x="5599991" y="1430742"/>
                  </a:lnTo>
                  <a:lnTo>
                    <a:pt x="5600651" y="1430742"/>
                  </a:lnTo>
                  <a:lnTo>
                    <a:pt x="5601312" y="1430742"/>
                  </a:lnTo>
                  <a:lnTo>
                    <a:pt x="5601972" y="1398029"/>
                  </a:lnTo>
                  <a:lnTo>
                    <a:pt x="5602633" y="1356103"/>
                  </a:lnTo>
                  <a:lnTo>
                    <a:pt x="5603293" y="1337443"/>
                  </a:lnTo>
                  <a:lnTo>
                    <a:pt x="5603954" y="1337443"/>
                  </a:lnTo>
                  <a:lnTo>
                    <a:pt x="5604614" y="1337443"/>
                  </a:lnTo>
                  <a:lnTo>
                    <a:pt x="5605275" y="1362966"/>
                  </a:lnTo>
                  <a:lnTo>
                    <a:pt x="5605935" y="1406121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430742"/>
                  </a:lnTo>
                  <a:lnTo>
                    <a:pt x="5608578" y="1430742"/>
                  </a:lnTo>
                  <a:lnTo>
                    <a:pt x="5609238" y="1430742"/>
                  </a:lnTo>
                  <a:lnTo>
                    <a:pt x="5609899" y="1430742"/>
                  </a:lnTo>
                  <a:lnTo>
                    <a:pt x="5610559" y="1430742"/>
                  </a:lnTo>
                  <a:lnTo>
                    <a:pt x="5611220" y="1430742"/>
                  </a:lnTo>
                  <a:lnTo>
                    <a:pt x="5611880" y="1430742"/>
                  </a:lnTo>
                  <a:lnTo>
                    <a:pt x="5612541" y="1430742"/>
                  </a:lnTo>
                  <a:lnTo>
                    <a:pt x="5613201" y="1406121"/>
                  </a:lnTo>
                  <a:lnTo>
                    <a:pt x="5613862" y="1362966"/>
                  </a:lnTo>
                  <a:lnTo>
                    <a:pt x="5614522" y="1293666"/>
                  </a:lnTo>
                  <a:lnTo>
                    <a:pt x="5615183" y="1215579"/>
                  </a:lnTo>
                  <a:lnTo>
                    <a:pt x="5615843" y="1164763"/>
                  </a:lnTo>
                  <a:lnTo>
                    <a:pt x="5616504" y="1146940"/>
                  </a:lnTo>
                  <a:lnTo>
                    <a:pt x="5617165" y="1138469"/>
                  </a:lnTo>
                  <a:lnTo>
                    <a:pt x="5617825" y="1130672"/>
                  </a:lnTo>
                  <a:lnTo>
                    <a:pt x="5618486" y="1138886"/>
                  </a:lnTo>
                  <a:lnTo>
                    <a:pt x="5619146" y="1156144"/>
                  </a:lnTo>
                  <a:lnTo>
                    <a:pt x="5619807" y="1165225"/>
                  </a:lnTo>
                  <a:lnTo>
                    <a:pt x="5620467" y="1165225"/>
                  </a:lnTo>
                  <a:lnTo>
                    <a:pt x="5621128" y="1174158"/>
                  </a:lnTo>
                  <a:lnTo>
                    <a:pt x="5621788" y="1194039"/>
                  </a:lnTo>
                  <a:lnTo>
                    <a:pt x="5622449" y="1215579"/>
                  </a:lnTo>
                  <a:lnTo>
                    <a:pt x="5623109" y="1239079"/>
                  </a:lnTo>
                  <a:lnTo>
                    <a:pt x="5623770" y="1278901"/>
                  </a:lnTo>
                  <a:lnTo>
                    <a:pt x="5624430" y="1343822"/>
                  </a:lnTo>
                  <a:lnTo>
                    <a:pt x="5625091" y="1406121"/>
                  </a:lnTo>
                  <a:lnTo>
                    <a:pt x="5625751" y="1430742"/>
                  </a:lnTo>
                  <a:lnTo>
                    <a:pt x="5626412" y="1430742"/>
                  </a:lnTo>
                  <a:lnTo>
                    <a:pt x="5627073" y="1430742"/>
                  </a:lnTo>
                  <a:lnTo>
                    <a:pt x="5627733" y="1430742"/>
                  </a:lnTo>
                  <a:lnTo>
                    <a:pt x="5628394" y="1430742"/>
                  </a:lnTo>
                  <a:lnTo>
                    <a:pt x="5629054" y="1430742"/>
                  </a:lnTo>
                  <a:lnTo>
                    <a:pt x="5629715" y="1430742"/>
                  </a:lnTo>
                  <a:lnTo>
                    <a:pt x="5630375" y="1430742"/>
                  </a:lnTo>
                  <a:lnTo>
                    <a:pt x="5631036" y="1430742"/>
                  </a:lnTo>
                  <a:lnTo>
                    <a:pt x="5631696" y="1430742"/>
                  </a:lnTo>
                  <a:lnTo>
                    <a:pt x="5632357" y="1430742"/>
                  </a:lnTo>
                  <a:lnTo>
                    <a:pt x="5633017" y="1430742"/>
                  </a:lnTo>
                  <a:lnTo>
                    <a:pt x="5633678" y="1430742"/>
                  </a:lnTo>
                  <a:lnTo>
                    <a:pt x="5634338" y="1430742"/>
                  </a:lnTo>
                  <a:lnTo>
                    <a:pt x="5634999" y="1430742"/>
                  </a:lnTo>
                  <a:lnTo>
                    <a:pt x="5635659" y="1430742"/>
                  </a:lnTo>
                  <a:lnTo>
                    <a:pt x="5636320" y="1430742"/>
                  </a:lnTo>
                  <a:lnTo>
                    <a:pt x="5636980" y="1430742"/>
                  </a:lnTo>
                  <a:lnTo>
                    <a:pt x="5637641" y="1430742"/>
                  </a:lnTo>
                  <a:lnTo>
                    <a:pt x="5638302" y="1430742"/>
                  </a:lnTo>
                  <a:lnTo>
                    <a:pt x="5638962" y="1430742"/>
                  </a:lnTo>
                  <a:lnTo>
                    <a:pt x="5639623" y="1430742"/>
                  </a:lnTo>
                  <a:lnTo>
                    <a:pt x="5640283" y="1430742"/>
                  </a:lnTo>
                  <a:lnTo>
                    <a:pt x="5640944" y="1430742"/>
                  </a:lnTo>
                  <a:lnTo>
                    <a:pt x="5641604" y="1430742"/>
                  </a:lnTo>
                  <a:lnTo>
                    <a:pt x="5642265" y="1430742"/>
                  </a:lnTo>
                  <a:lnTo>
                    <a:pt x="5642925" y="1430742"/>
                  </a:lnTo>
                  <a:lnTo>
                    <a:pt x="5643586" y="1430742"/>
                  </a:lnTo>
                  <a:lnTo>
                    <a:pt x="5644246" y="1430742"/>
                  </a:lnTo>
                  <a:lnTo>
                    <a:pt x="5644907" y="1430742"/>
                  </a:lnTo>
                  <a:lnTo>
                    <a:pt x="5645567" y="1430742"/>
                  </a:lnTo>
                  <a:lnTo>
                    <a:pt x="5646228" y="1430742"/>
                  </a:lnTo>
                  <a:lnTo>
                    <a:pt x="5646888" y="1430742"/>
                  </a:lnTo>
                  <a:lnTo>
                    <a:pt x="5647549" y="1430742"/>
                  </a:lnTo>
                  <a:lnTo>
                    <a:pt x="5648210" y="1430742"/>
                  </a:lnTo>
                  <a:lnTo>
                    <a:pt x="5648870" y="1430742"/>
                  </a:lnTo>
                  <a:lnTo>
                    <a:pt x="5649531" y="1406121"/>
                  </a:lnTo>
                  <a:lnTo>
                    <a:pt x="5650191" y="1362966"/>
                  </a:lnTo>
                  <a:lnTo>
                    <a:pt x="5650852" y="1343822"/>
                  </a:lnTo>
                  <a:lnTo>
                    <a:pt x="5651512" y="1309327"/>
                  </a:lnTo>
                  <a:lnTo>
                    <a:pt x="5652173" y="1251683"/>
                  </a:lnTo>
                  <a:lnTo>
                    <a:pt x="5652833" y="1214458"/>
                  </a:lnTo>
                  <a:lnTo>
                    <a:pt x="5653494" y="1214458"/>
                  </a:lnTo>
                  <a:lnTo>
                    <a:pt x="5654154" y="1225890"/>
                  </a:lnTo>
                  <a:lnTo>
                    <a:pt x="5654815" y="1250395"/>
                  </a:lnTo>
                  <a:lnTo>
                    <a:pt x="5655475" y="1307718"/>
                  </a:lnTo>
                  <a:lnTo>
                    <a:pt x="5656136" y="1383643"/>
                  </a:lnTo>
                  <a:lnTo>
                    <a:pt x="5656796" y="1430742"/>
                  </a:lnTo>
                  <a:lnTo>
                    <a:pt x="5657457" y="1430742"/>
                  </a:lnTo>
                  <a:lnTo>
                    <a:pt x="5658118" y="1430742"/>
                  </a:lnTo>
                  <a:lnTo>
                    <a:pt x="5658778" y="1430742"/>
                  </a:lnTo>
                  <a:lnTo>
                    <a:pt x="5659439" y="1430742"/>
                  </a:lnTo>
                  <a:lnTo>
                    <a:pt x="5660099" y="1430742"/>
                  </a:lnTo>
                  <a:lnTo>
                    <a:pt x="5660760" y="1406121"/>
                  </a:lnTo>
                  <a:lnTo>
                    <a:pt x="5661420" y="1362966"/>
                  </a:lnTo>
                  <a:lnTo>
                    <a:pt x="5662081" y="1325999"/>
                  </a:lnTo>
                  <a:lnTo>
                    <a:pt x="5662741" y="1294427"/>
                  </a:lnTo>
                  <a:lnTo>
                    <a:pt x="5663402" y="1265614"/>
                  </a:lnTo>
                  <a:lnTo>
                    <a:pt x="5664062" y="1265614"/>
                  </a:lnTo>
                  <a:lnTo>
                    <a:pt x="5664723" y="1265614"/>
                  </a:lnTo>
                  <a:lnTo>
                    <a:pt x="5665383" y="1239695"/>
                  </a:lnTo>
                  <a:lnTo>
                    <a:pt x="5666044" y="1239079"/>
                  </a:lnTo>
                  <a:lnTo>
                    <a:pt x="5666704" y="1264933"/>
                  </a:lnTo>
                  <a:lnTo>
                    <a:pt x="5667365" y="1278901"/>
                  </a:lnTo>
                  <a:lnTo>
                    <a:pt x="5668026" y="1309327"/>
                  </a:lnTo>
                  <a:lnTo>
                    <a:pt x="5668686" y="1383643"/>
                  </a:lnTo>
                  <a:lnTo>
                    <a:pt x="5669347" y="1430742"/>
                  </a:lnTo>
                  <a:lnTo>
                    <a:pt x="5670007" y="1430742"/>
                  </a:lnTo>
                  <a:lnTo>
                    <a:pt x="5670668" y="1430742"/>
                  </a:lnTo>
                  <a:lnTo>
                    <a:pt x="5671328" y="1430742"/>
                  </a:lnTo>
                  <a:lnTo>
                    <a:pt x="5671989" y="1430742"/>
                  </a:lnTo>
                  <a:lnTo>
                    <a:pt x="5672649" y="1430742"/>
                  </a:lnTo>
                  <a:lnTo>
                    <a:pt x="5673310" y="1430742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06121"/>
                  </a:lnTo>
                  <a:lnTo>
                    <a:pt x="5675952" y="1362966"/>
                  </a:lnTo>
                  <a:lnTo>
                    <a:pt x="5676612" y="1334757"/>
                  </a:lnTo>
                  <a:lnTo>
                    <a:pt x="5677273" y="1301378"/>
                  </a:lnTo>
                  <a:lnTo>
                    <a:pt x="5677933" y="1245304"/>
                  </a:lnTo>
                  <a:lnTo>
                    <a:pt x="5678594" y="1221256"/>
                  </a:lnTo>
                  <a:lnTo>
                    <a:pt x="5679255" y="1212231"/>
                  </a:lnTo>
                  <a:lnTo>
                    <a:pt x="5679915" y="1217835"/>
                  </a:lnTo>
                  <a:lnTo>
                    <a:pt x="5680576" y="1235415"/>
                  </a:lnTo>
                  <a:lnTo>
                    <a:pt x="5681236" y="1274631"/>
                  </a:lnTo>
                  <a:lnTo>
                    <a:pt x="5681897" y="1289147"/>
                  </a:lnTo>
                  <a:lnTo>
                    <a:pt x="5682557" y="1317529"/>
                  </a:lnTo>
                  <a:lnTo>
                    <a:pt x="5683218" y="1334757"/>
                  </a:lnTo>
                  <a:lnTo>
                    <a:pt x="5683878" y="1325999"/>
                  </a:lnTo>
                  <a:lnTo>
                    <a:pt x="5684539" y="1264933"/>
                  </a:lnTo>
                  <a:lnTo>
                    <a:pt x="5685199" y="1203510"/>
                  </a:lnTo>
                  <a:lnTo>
                    <a:pt x="5685860" y="1147803"/>
                  </a:lnTo>
                  <a:lnTo>
                    <a:pt x="5686520" y="1100920"/>
                  </a:lnTo>
                  <a:lnTo>
                    <a:pt x="5687181" y="1086896"/>
                  </a:lnTo>
                  <a:lnTo>
                    <a:pt x="5687841" y="1108228"/>
                  </a:lnTo>
                  <a:lnTo>
                    <a:pt x="5688502" y="1167080"/>
                  </a:lnTo>
                  <a:lnTo>
                    <a:pt x="5689163" y="1239695"/>
                  </a:lnTo>
                  <a:lnTo>
                    <a:pt x="5689823" y="1309327"/>
                  </a:lnTo>
                  <a:lnTo>
                    <a:pt x="5690484" y="1325999"/>
                  </a:lnTo>
                  <a:lnTo>
                    <a:pt x="5691144" y="1343822"/>
                  </a:lnTo>
                  <a:lnTo>
                    <a:pt x="5691805" y="1343822"/>
                  </a:lnTo>
                  <a:lnTo>
                    <a:pt x="5692465" y="1343822"/>
                  </a:lnTo>
                  <a:lnTo>
                    <a:pt x="5693126" y="1362966"/>
                  </a:lnTo>
                  <a:lnTo>
                    <a:pt x="5693786" y="1406121"/>
                  </a:lnTo>
                  <a:lnTo>
                    <a:pt x="5694447" y="1430742"/>
                  </a:lnTo>
                  <a:lnTo>
                    <a:pt x="5695107" y="1430742"/>
                  </a:lnTo>
                  <a:lnTo>
                    <a:pt x="5695768" y="1430742"/>
                  </a:lnTo>
                  <a:lnTo>
                    <a:pt x="5696428" y="1430742"/>
                  </a:lnTo>
                  <a:lnTo>
                    <a:pt x="5697089" y="1430742"/>
                  </a:lnTo>
                  <a:lnTo>
                    <a:pt x="5697749" y="1430742"/>
                  </a:lnTo>
                  <a:lnTo>
                    <a:pt x="5698410" y="1430742"/>
                  </a:lnTo>
                  <a:lnTo>
                    <a:pt x="5699071" y="1430742"/>
                  </a:lnTo>
                  <a:lnTo>
                    <a:pt x="5699731" y="1383643"/>
                  </a:lnTo>
                  <a:lnTo>
                    <a:pt x="5700392" y="1293666"/>
                  </a:lnTo>
                  <a:lnTo>
                    <a:pt x="5701052" y="1217269"/>
                  </a:lnTo>
                  <a:lnTo>
                    <a:pt x="5701713" y="1147803"/>
                  </a:lnTo>
                  <a:lnTo>
                    <a:pt x="5702373" y="1100560"/>
                  </a:lnTo>
                  <a:lnTo>
                    <a:pt x="5703034" y="1100560"/>
                  </a:lnTo>
                  <a:lnTo>
                    <a:pt x="5703694" y="1139304"/>
                  </a:lnTo>
                  <a:lnTo>
                    <a:pt x="5704355" y="1193523"/>
                  </a:lnTo>
                  <a:lnTo>
                    <a:pt x="5705015" y="1278901"/>
                  </a:lnTo>
                  <a:lnTo>
                    <a:pt x="5705676" y="1383643"/>
                  </a:lnTo>
                  <a:lnTo>
                    <a:pt x="5706336" y="1430742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06121"/>
                  </a:lnTo>
                  <a:lnTo>
                    <a:pt x="5708978" y="1362966"/>
                  </a:lnTo>
                  <a:lnTo>
                    <a:pt x="5709639" y="1343822"/>
                  </a:lnTo>
                  <a:lnTo>
                    <a:pt x="5710300" y="1325999"/>
                  </a:lnTo>
                  <a:lnTo>
                    <a:pt x="5710960" y="1325140"/>
                  </a:lnTo>
                  <a:lnTo>
                    <a:pt x="5711621" y="1325140"/>
                  </a:lnTo>
                  <a:lnTo>
                    <a:pt x="5712281" y="1308521"/>
                  </a:lnTo>
                  <a:lnTo>
                    <a:pt x="5712942" y="1278184"/>
                  </a:lnTo>
                  <a:lnTo>
                    <a:pt x="5713602" y="1278184"/>
                  </a:lnTo>
                  <a:lnTo>
                    <a:pt x="5714263" y="1264933"/>
                  </a:lnTo>
                  <a:lnTo>
                    <a:pt x="5714923" y="1239079"/>
                  </a:lnTo>
                  <a:lnTo>
                    <a:pt x="5715584" y="1227062"/>
                  </a:lnTo>
                  <a:lnTo>
                    <a:pt x="5716244" y="1235415"/>
                  </a:lnTo>
                  <a:lnTo>
                    <a:pt x="5716905" y="1223563"/>
                  </a:lnTo>
                  <a:lnTo>
                    <a:pt x="5717565" y="1223563"/>
                  </a:lnTo>
                  <a:lnTo>
                    <a:pt x="5718226" y="1247837"/>
                  </a:lnTo>
                  <a:lnTo>
                    <a:pt x="5718886" y="1289147"/>
                  </a:lnTo>
                  <a:lnTo>
                    <a:pt x="5719547" y="1293666"/>
                  </a:lnTo>
                  <a:lnTo>
                    <a:pt x="5720208" y="1309327"/>
                  </a:lnTo>
                  <a:lnTo>
                    <a:pt x="5720868" y="1319201"/>
                  </a:lnTo>
                  <a:lnTo>
                    <a:pt x="5721529" y="1336545"/>
                  </a:lnTo>
                  <a:lnTo>
                    <a:pt x="5722189" y="1319201"/>
                  </a:lnTo>
                  <a:lnTo>
                    <a:pt x="5722850" y="1319201"/>
                  </a:lnTo>
                  <a:lnTo>
                    <a:pt x="5723510" y="1319201"/>
                  </a:lnTo>
                  <a:lnTo>
                    <a:pt x="5724171" y="1325999"/>
                  </a:lnTo>
                  <a:lnTo>
                    <a:pt x="5724831" y="1325999"/>
                  </a:lnTo>
                  <a:lnTo>
                    <a:pt x="5725492" y="1362966"/>
                  </a:lnTo>
                  <a:lnTo>
                    <a:pt x="5726152" y="1406121"/>
                  </a:lnTo>
                  <a:lnTo>
                    <a:pt x="5726813" y="1430742"/>
                  </a:lnTo>
                  <a:lnTo>
                    <a:pt x="5727473" y="1430742"/>
                  </a:lnTo>
                  <a:lnTo>
                    <a:pt x="5728134" y="1430742"/>
                  </a:lnTo>
                  <a:lnTo>
                    <a:pt x="5728794" y="1430742"/>
                  </a:lnTo>
                  <a:lnTo>
                    <a:pt x="5729455" y="1430742"/>
                  </a:lnTo>
                  <a:lnTo>
                    <a:pt x="5730116" y="1430742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30742"/>
                  </a:lnTo>
                  <a:lnTo>
                    <a:pt x="5735400" y="1430742"/>
                  </a:lnTo>
                  <a:lnTo>
                    <a:pt x="5736060" y="1430742"/>
                  </a:lnTo>
                  <a:lnTo>
                    <a:pt x="5736721" y="1430742"/>
                  </a:lnTo>
                  <a:lnTo>
                    <a:pt x="5737381" y="1430742"/>
                  </a:lnTo>
                  <a:lnTo>
                    <a:pt x="5738042" y="1430742"/>
                  </a:lnTo>
                  <a:lnTo>
                    <a:pt x="5738702" y="1430742"/>
                  </a:lnTo>
                  <a:lnTo>
                    <a:pt x="5739363" y="1430742"/>
                  </a:lnTo>
                  <a:lnTo>
                    <a:pt x="5740024" y="1430742"/>
                  </a:lnTo>
                  <a:lnTo>
                    <a:pt x="5740684" y="1430742"/>
                  </a:lnTo>
                  <a:lnTo>
                    <a:pt x="5741345" y="1430742"/>
                  </a:lnTo>
                  <a:lnTo>
                    <a:pt x="5742005" y="1430742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06121"/>
                  </a:lnTo>
                  <a:lnTo>
                    <a:pt x="5745308" y="1383643"/>
                  </a:lnTo>
                  <a:lnTo>
                    <a:pt x="5745968" y="1343822"/>
                  </a:lnTo>
                  <a:lnTo>
                    <a:pt x="5746629" y="1325999"/>
                  </a:lnTo>
                  <a:lnTo>
                    <a:pt x="5747289" y="1325999"/>
                  </a:lnTo>
                  <a:lnTo>
                    <a:pt x="5747950" y="1343822"/>
                  </a:lnTo>
                  <a:lnTo>
                    <a:pt x="5748610" y="1362966"/>
                  </a:lnTo>
                  <a:lnTo>
                    <a:pt x="5749271" y="1406121"/>
                  </a:lnTo>
                  <a:lnTo>
                    <a:pt x="5749931" y="1430742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430742"/>
                  </a:lnTo>
                  <a:lnTo>
                    <a:pt x="5753234" y="1430742"/>
                  </a:lnTo>
                  <a:lnTo>
                    <a:pt x="5753895" y="1430742"/>
                  </a:lnTo>
                  <a:lnTo>
                    <a:pt x="5754555" y="1430742"/>
                  </a:lnTo>
                  <a:lnTo>
                    <a:pt x="5755216" y="1430742"/>
                  </a:lnTo>
                  <a:lnTo>
                    <a:pt x="5755876" y="1430742"/>
                  </a:lnTo>
                  <a:lnTo>
                    <a:pt x="5756537" y="1406121"/>
                  </a:lnTo>
                  <a:lnTo>
                    <a:pt x="5757197" y="1383643"/>
                  </a:lnTo>
                  <a:lnTo>
                    <a:pt x="5757858" y="1343822"/>
                  </a:lnTo>
                  <a:lnTo>
                    <a:pt x="5758518" y="1293666"/>
                  </a:lnTo>
                  <a:lnTo>
                    <a:pt x="5759179" y="1264933"/>
                  </a:lnTo>
                  <a:lnTo>
                    <a:pt x="5759839" y="1264933"/>
                  </a:lnTo>
                  <a:lnTo>
                    <a:pt x="5760500" y="1278901"/>
                  </a:lnTo>
                  <a:lnTo>
                    <a:pt x="5761161" y="1309327"/>
                  </a:lnTo>
                  <a:lnTo>
                    <a:pt x="5761821" y="1362966"/>
                  </a:lnTo>
                  <a:lnTo>
                    <a:pt x="5762482" y="1406121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06121"/>
                  </a:lnTo>
                  <a:lnTo>
                    <a:pt x="5765784" y="1383643"/>
                  </a:lnTo>
                  <a:lnTo>
                    <a:pt x="5766445" y="1362966"/>
                  </a:lnTo>
                  <a:lnTo>
                    <a:pt x="5767105" y="1343822"/>
                  </a:lnTo>
                  <a:lnTo>
                    <a:pt x="5767766" y="1325999"/>
                  </a:lnTo>
                  <a:lnTo>
                    <a:pt x="5768426" y="1325999"/>
                  </a:lnTo>
                  <a:lnTo>
                    <a:pt x="5769087" y="1309327"/>
                  </a:lnTo>
                  <a:lnTo>
                    <a:pt x="5769747" y="1309327"/>
                  </a:lnTo>
                  <a:lnTo>
                    <a:pt x="5770408" y="1325999"/>
                  </a:lnTo>
                  <a:lnTo>
                    <a:pt x="5771069" y="1343822"/>
                  </a:lnTo>
                  <a:lnTo>
                    <a:pt x="5771729" y="1362966"/>
                  </a:lnTo>
                  <a:lnTo>
                    <a:pt x="5772390" y="1406121"/>
                  </a:lnTo>
                  <a:lnTo>
                    <a:pt x="5773050" y="1430742"/>
                  </a:lnTo>
                  <a:lnTo>
                    <a:pt x="5773711" y="1430742"/>
                  </a:lnTo>
                  <a:lnTo>
                    <a:pt x="5774371" y="1430742"/>
                  </a:lnTo>
                  <a:lnTo>
                    <a:pt x="5775032" y="1430742"/>
                  </a:lnTo>
                  <a:lnTo>
                    <a:pt x="5775692" y="1430742"/>
                  </a:lnTo>
                  <a:lnTo>
                    <a:pt x="5776353" y="1430742"/>
                  </a:lnTo>
                  <a:lnTo>
                    <a:pt x="5777013" y="1430742"/>
                  </a:lnTo>
                  <a:lnTo>
                    <a:pt x="5777674" y="1430742"/>
                  </a:lnTo>
                  <a:lnTo>
                    <a:pt x="5778334" y="1430742"/>
                  </a:lnTo>
                  <a:lnTo>
                    <a:pt x="5778995" y="1430742"/>
                  </a:lnTo>
                  <a:lnTo>
                    <a:pt x="5779655" y="1406121"/>
                  </a:lnTo>
                  <a:lnTo>
                    <a:pt x="5780316" y="1343822"/>
                  </a:lnTo>
                  <a:lnTo>
                    <a:pt x="5780976" y="1278901"/>
                  </a:lnTo>
                  <a:lnTo>
                    <a:pt x="5781637" y="1207289"/>
                  </a:lnTo>
                  <a:lnTo>
                    <a:pt x="5782298" y="1167080"/>
                  </a:lnTo>
                  <a:lnTo>
                    <a:pt x="5782958" y="1149102"/>
                  </a:lnTo>
                  <a:lnTo>
                    <a:pt x="5783619" y="1167080"/>
                  </a:lnTo>
                  <a:lnTo>
                    <a:pt x="5784279" y="1207289"/>
                  </a:lnTo>
                  <a:lnTo>
                    <a:pt x="5784940" y="1251683"/>
                  </a:lnTo>
                  <a:lnTo>
                    <a:pt x="5785600" y="1264933"/>
                  </a:lnTo>
                  <a:lnTo>
                    <a:pt x="5786261" y="1278901"/>
                  </a:lnTo>
                  <a:lnTo>
                    <a:pt x="5786921" y="1264933"/>
                  </a:lnTo>
                  <a:lnTo>
                    <a:pt x="5787582" y="1251683"/>
                  </a:lnTo>
                  <a:lnTo>
                    <a:pt x="5788242" y="1278901"/>
                  </a:lnTo>
                  <a:lnTo>
                    <a:pt x="5788903" y="1325999"/>
                  </a:lnTo>
                  <a:lnTo>
                    <a:pt x="5789563" y="1362966"/>
                  </a:lnTo>
                  <a:lnTo>
                    <a:pt x="5790224" y="1406121"/>
                  </a:lnTo>
                  <a:lnTo>
                    <a:pt x="5790884" y="1430742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30742"/>
                  </a:lnTo>
                  <a:lnTo>
                    <a:pt x="5793527" y="1430742"/>
                  </a:lnTo>
                  <a:lnTo>
                    <a:pt x="5794187" y="1430742"/>
                  </a:lnTo>
                  <a:lnTo>
                    <a:pt x="5794848" y="1406121"/>
                  </a:lnTo>
                  <a:lnTo>
                    <a:pt x="5795508" y="1383643"/>
                  </a:lnTo>
                  <a:lnTo>
                    <a:pt x="5796169" y="1362966"/>
                  </a:lnTo>
                  <a:lnTo>
                    <a:pt x="5796829" y="1343822"/>
                  </a:lnTo>
                  <a:lnTo>
                    <a:pt x="5797490" y="1325999"/>
                  </a:lnTo>
                  <a:lnTo>
                    <a:pt x="5798150" y="1309327"/>
                  </a:lnTo>
                  <a:lnTo>
                    <a:pt x="5798811" y="1264933"/>
                  </a:lnTo>
                  <a:lnTo>
                    <a:pt x="5799471" y="1239079"/>
                  </a:lnTo>
                  <a:lnTo>
                    <a:pt x="5800132" y="1239695"/>
                  </a:lnTo>
                  <a:lnTo>
                    <a:pt x="5800792" y="1252330"/>
                  </a:lnTo>
                  <a:lnTo>
                    <a:pt x="5801453" y="1279619"/>
                  </a:lnTo>
                  <a:lnTo>
                    <a:pt x="5802114" y="1344746"/>
                  </a:lnTo>
                  <a:lnTo>
                    <a:pt x="5802774" y="1407298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30742"/>
                  </a:lnTo>
                  <a:lnTo>
                    <a:pt x="5809379" y="1430742"/>
                  </a:lnTo>
                  <a:lnTo>
                    <a:pt x="5810040" y="1430742"/>
                  </a:lnTo>
                  <a:lnTo>
                    <a:pt x="5810700" y="1430742"/>
                  </a:lnTo>
                  <a:lnTo>
                    <a:pt x="5811361" y="1430742"/>
                  </a:lnTo>
                  <a:lnTo>
                    <a:pt x="5812022" y="1430742"/>
                  </a:lnTo>
                  <a:lnTo>
                    <a:pt x="5812682" y="1430742"/>
                  </a:lnTo>
                  <a:lnTo>
                    <a:pt x="5813343" y="1430742"/>
                  </a:lnTo>
                  <a:lnTo>
                    <a:pt x="5814003" y="1406121"/>
                  </a:lnTo>
                  <a:lnTo>
                    <a:pt x="5814664" y="1362966"/>
                  </a:lnTo>
                  <a:lnTo>
                    <a:pt x="5815324" y="1325999"/>
                  </a:lnTo>
                  <a:lnTo>
                    <a:pt x="5815985" y="1300596"/>
                  </a:lnTo>
                  <a:lnTo>
                    <a:pt x="5816645" y="1271125"/>
                  </a:lnTo>
                  <a:lnTo>
                    <a:pt x="5817306" y="1257562"/>
                  </a:lnTo>
                  <a:lnTo>
                    <a:pt x="5817966" y="1271125"/>
                  </a:lnTo>
                  <a:lnTo>
                    <a:pt x="5818627" y="1300596"/>
                  </a:lnTo>
                  <a:lnTo>
                    <a:pt x="5819287" y="1325999"/>
                  </a:lnTo>
                  <a:lnTo>
                    <a:pt x="5819948" y="1362966"/>
                  </a:lnTo>
                  <a:lnTo>
                    <a:pt x="5820608" y="1406121"/>
                  </a:lnTo>
                  <a:lnTo>
                    <a:pt x="5821269" y="1430742"/>
                  </a:lnTo>
                  <a:lnTo>
                    <a:pt x="5821929" y="1430742"/>
                  </a:lnTo>
                  <a:lnTo>
                    <a:pt x="5822590" y="1430742"/>
                  </a:lnTo>
                  <a:lnTo>
                    <a:pt x="5823251" y="1430742"/>
                  </a:lnTo>
                  <a:lnTo>
                    <a:pt x="5823911" y="1430742"/>
                  </a:lnTo>
                  <a:lnTo>
                    <a:pt x="5824572" y="1430742"/>
                  </a:lnTo>
                  <a:lnTo>
                    <a:pt x="5825232" y="1430742"/>
                  </a:lnTo>
                  <a:lnTo>
                    <a:pt x="5825893" y="1430742"/>
                  </a:lnTo>
                  <a:lnTo>
                    <a:pt x="5826553" y="1430742"/>
                  </a:lnTo>
                  <a:lnTo>
                    <a:pt x="5827214" y="1430742"/>
                  </a:lnTo>
                  <a:lnTo>
                    <a:pt x="5827874" y="1430742"/>
                  </a:lnTo>
                  <a:lnTo>
                    <a:pt x="5828535" y="1430742"/>
                  </a:lnTo>
                  <a:lnTo>
                    <a:pt x="5829195" y="1430742"/>
                  </a:lnTo>
                  <a:lnTo>
                    <a:pt x="5829856" y="1430742"/>
                  </a:lnTo>
                  <a:lnTo>
                    <a:pt x="5830516" y="1430742"/>
                  </a:lnTo>
                  <a:lnTo>
                    <a:pt x="5831177" y="1430742"/>
                  </a:lnTo>
                  <a:lnTo>
                    <a:pt x="5831837" y="1430742"/>
                  </a:lnTo>
                  <a:lnTo>
                    <a:pt x="5832498" y="1430742"/>
                  </a:lnTo>
                  <a:lnTo>
                    <a:pt x="5833159" y="1430742"/>
                  </a:lnTo>
                  <a:lnTo>
                    <a:pt x="5833819" y="1430742"/>
                  </a:lnTo>
                  <a:lnTo>
                    <a:pt x="5834480" y="1430742"/>
                  </a:lnTo>
                  <a:lnTo>
                    <a:pt x="5835140" y="1430742"/>
                  </a:lnTo>
                  <a:lnTo>
                    <a:pt x="5835801" y="1430742"/>
                  </a:lnTo>
                  <a:lnTo>
                    <a:pt x="5836461" y="1430742"/>
                  </a:lnTo>
                  <a:lnTo>
                    <a:pt x="5837122" y="1430742"/>
                  </a:lnTo>
                  <a:lnTo>
                    <a:pt x="5837782" y="1430742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30742"/>
                  </a:lnTo>
                  <a:lnTo>
                    <a:pt x="5845709" y="1430742"/>
                  </a:lnTo>
                  <a:lnTo>
                    <a:pt x="5846369" y="1430742"/>
                  </a:lnTo>
                  <a:lnTo>
                    <a:pt x="5847030" y="1430742"/>
                  </a:lnTo>
                  <a:lnTo>
                    <a:pt x="5847690" y="1430742"/>
                  </a:lnTo>
                  <a:lnTo>
                    <a:pt x="5848351" y="1430742"/>
                  </a:lnTo>
                  <a:lnTo>
                    <a:pt x="5849011" y="1430742"/>
                  </a:lnTo>
                  <a:lnTo>
                    <a:pt x="5849672" y="1430742"/>
                  </a:lnTo>
                  <a:lnTo>
                    <a:pt x="5850332" y="1430742"/>
                  </a:lnTo>
                  <a:lnTo>
                    <a:pt x="5850993" y="1430742"/>
                  </a:lnTo>
                  <a:lnTo>
                    <a:pt x="5851653" y="1430742"/>
                  </a:lnTo>
                  <a:lnTo>
                    <a:pt x="5852314" y="1430742"/>
                  </a:lnTo>
                  <a:lnTo>
                    <a:pt x="5852974" y="1430742"/>
                  </a:lnTo>
                  <a:lnTo>
                    <a:pt x="5853635" y="1430742"/>
                  </a:lnTo>
                  <a:lnTo>
                    <a:pt x="5854296" y="1430742"/>
                  </a:lnTo>
                  <a:lnTo>
                    <a:pt x="5854956" y="1430742"/>
                  </a:lnTo>
                  <a:lnTo>
                    <a:pt x="5855617" y="1430742"/>
                  </a:lnTo>
                  <a:lnTo>
                    <a:pt x="5856277" y="1430742"/>
                  </a:lnTo>
                  <a:lnTo>
                    <a:pt x="5856938" y="1430742"/>
                  </a:lnTo>
                  <a:lnTo>
                    <a:pt x="5857598" y="1430742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30742"/>
                  </a:lnTo>
                  <a:lnTo>
                    <a:pt x="5862222" y="1430742"/>
                  </a:lnTo>
                  <a:lnTo>
                    <a:pt x="5862882" y="1430742"/>
                  </a:lnTo>
                  <a:lnTo>
                    <a:pt x="5863543" y="1430742"/>
                  </a:lnTo>
                  <a:lnTo>
                    <a:pt x="5864204" y="1430742"/>
                  </a:lnTo>
                  <a:lnTo>
                    <a:pt x="5864864" y="1430742"/>
                  </a:lnTo>
                  <a:lnTo>
                    <a:pt x="5865525" y="1430742"/>
                  </a:lnTo>
                  <a:lnTo>
                    <a:pt x="5866185" y="1430742"/>
                  </a:lnTo>
                  <a:lnTo>
                    <a:pt x="5866846" y="1430742"/>
                  </a:lnTo>
                  <a:lnTo>
                    <a:pt x="5867506" y="1430742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30742"/>
                  </a:lnTo>
                  <a:lnTo>
                    <a:pt x="5870148" y="1430742"/>
                  </a:lnTo>
                  <a:lnTo>
                    <a:pt x="5870809" y="1430742"/>
                  </a:lnTo>
                  <a:lnTo>
                    <a:pt x="5871469" y="1430742"/>
                  </a:lnTo>
                  <a:lnTo>
                    <a:pt x="5872130" y="1430742"/>
                  </a:lnTo>
                  <a:lnTo>
                    <a:pt x="5872790" y="1406121"/>
                  </a:lnTo>
                  <a:lnTo>
                    <a:pt x="5873451" y="1362966"/>
                  </a:lnTo>
                  <a:lnTo>
                    <a:pt x="5874112" y="1343822"/>
                  </a:lnTo>
                  <a:lnTo>
                    <a:pt x="5874772" y="1325999"/>
                  </a:lnTo>
                  <a:lnTo>
                    <a:pt x="5875433" y="1325999"/>
                  </a:lnTo>
                  <a:lnTo>
                    <a:pt x="5876093" y="1343822"/>
                  </a:lnTo>
                  <a:lnTo>
                    <a:pt x="5876754" y="1383643"/>
                  </a:lnTo>
                  <a:lnTo>
                    <a:pt x="5877414" y="1406121"/>
                  </a:lnTo>
                  <a:lnTo>
                    <a:pt x="5878075" y="1430742"/>
                  </a:lnTo>
                  <a:lnTo>
                    <a:pt x="5878735" y="1406121"/>
                  </a:lnTo>
                  <a:lnTo>
                    <a:pt x="5879396" y="1362966"/>
                  </a:lnTo>
                  <a:lnTo>
                    <a:pt x="5880056" y="1325999"/>
                  </a:lnTo>
                  <a:lnTo>
                    <a:pt x="5880717" y="1325999"/>
                  </a:lnTo>
                  <a:lnTo>
                    <a:pt x="5881377" y="1325999"/>
                  </a:lnTo>
                  <a:lnTo>
                    <a:pt x="5882038" y="1343822"/>
                  </a:lnTo>
                  <a:lnTo>
                    <a:pt x="5882698" y="1383643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06121"/>
                  </a:lnTo>
                  <a:lnTo>
                    <a:pt x="5886001" y="1362966"/>
                  </a:lnTo>
                  <a:lnTo>
                    <a:pt x="5886662" y="1325999"/>
                  </a:lnTo>
                  <a:lnTo>
                    <a:pt x="5887322" y="1293666"/>
                  </a:lnTo>
                  <a:lnTo>
                    <a:pt x="5887983" y="1278901"/>
                  </a:lnTo>
                  <a:lnTo>
                    <a:pt x="5888643" y="1293666"/>
                  </a:lnTo>
                  <a:lnTo>
                    <a:pt x="5889304" y="1325999"/>
                  </a:lnTo>
                  <a:lnTo>
                    <a:pt x="5889964" y="1356103"/>
                  </a:lnTo>
                  <a:lnTo>
                    <a:pt x="5890625" y="1376217"/>
                  </a:lnTo>
                  <a:lnTo>
                    <a:pt x="5891285" y="1356103"/>
                  </a:lnTo>
                  <a:lnTo>
                    <a:pt x="5891946" y="1337443"/>
                  </a:lnTo>
                  <a:lnTo>
                    <a:pt x="5892606" y="1290645"/>
                  </a:lnTo>
                  <a:lnTo>
                    <a:pt x="5893267" y="1253628"/>
                  </a:lnTo>
                  <a:lnTo>
                    <a:pt x="5893927" y="1240931"/>
                  </a:lnTo>
                  <a:lnTo>
                    <a:pt x="5894588" y="1251038"/>
                  </a:lnTo>
                  <a:lnTo>
                    <a:pt x="5895249" y="1251038"/>
                  </a:lnTo>
                  <a:lnTo>
                    <a:pt x="5895909" y="1262228"/>
                  </a:lnTo>
                  <a:lnTo>
                    <a:pt x="5896570" y="1276046"/>
                  </a:lnTo>
                  <a:lnTo>
                    <a:pt x="5897230" y="1290645"/>
                  </a:lnTo>
                  <a:lnTo>
                    <a:pt x="5897891" y="1309327"/>
                  </a:lnTo>
                  <a:lnTo>
                    <a:pt x="5898551" y="1325999"/>
                  </a:lnTo>
                  <a:lnTo>
                    <a:pt x="5899212" y="1362966"/>
                  </a:lnTo>
                  <a:lnTo>
                    <a:pt x="5899872" y="1406121"/>
                  </a:lnTo>
                  <a:lnTo>
                    <a:pt x="5900533" y="1430742"/>
                  </a:lnTo>
                  <a:lnTo>
                    <a:pt x="5901193" y="1406121"/>
                  </a:lnTo>
                  <a:lnTo>
                    <a:pt x="5901854" y="1362966"/>
                  </a:lnTo>
                  <a:lnTo>
                    <a:pt x="5902514" y="1343822"/>
                  </a:lnTo>
                  <a:lnTo>
                    <a:pt x="5903175" y="1343822"/>
                  </a:lnTo>
                  <a:lnTo>
                    <a:pt x="5903835" y="1343822"/>
                  </a:lnTo>
                  <a:lnTo>
                    <a:pt x="5904496" y="1362966"/>
                  </a:lnTo>
                  <a:lnTo>
                    <a:pt x="5905157" y="1406121"/>
                  </a:lnTo>
                  <a:lnTo>
                    <a:pt x="5905817" y="1430742"/>
                  </a:lnTo>
                  <a:lnTo>
                    <a:pt x="5906478" y="1430742"/>
                  </a:lnTo>
                  <a:lnTo>
                    <a:pt x="5907138" y="1430742"/>
                  </a:lnTo>
                  <a:lnTo>
                    <a:pt x="5907799" y="1430742"/>
                  </a:lnTo>
                  <a:lnTo>
                    <a:pt x="5908459" y="1430742"/>
                  </a:lnTo>
                  <a:lnTo>
                    <a:pt x="5909120" y="1430742"/>
                  </a:lnTo>
                  <a:lnTo>
                    <a:pt x="5909780" y="1430742"/>
                  </a:lnTo>
                  <a:lnTo>
                    <a:pt x="5910441" y="1430742"/>
                  </a:lnTo>
                  <a:lnTo>
                    <a:pt x="5911101" y="1430742"/>
                  </a:lnTo>
                  <a:lnTo>
                    <a:pt x="5911762" y="1430742"/>
                  </a:lnTo>
                  <a:lnTo>
                    <a:pt x="5912422" y="1430742"/>
                  </a:lnTo>
                  <a:lnTo>
                    <a:pt x="5913083" y="1430742"/>
                  </a:lnTo>
                  <a:lnTo>
                    <a:pt x="5913743" y="1430742"/>
                  </a:lnTo>
                  <a:lnTo>
                    <a:pt x="5914404" y="1430742"/>
                  </a:lnTo>
                  <a:lnTo>
                    <a:pt x="5915065" y="1430742"/>
                  </a:lnTo>
                  <a:lnTo>
                    <a:pt x="5915725" y="1430742"/>
                  </a:lnTo>
                  <a:lnTo>
                    <a:pt x="5916386" y="1430742"/>
                  </a:lnTo>
                  <a:lnTo>
                    <a:pt x="5917046" y="1430742"/>
                  </a:lnTo>
                  <a:lnTo>
                    <a:pt x="5917707" y="1430742"/>
                  </a:lnTo>
                  <a:lnTo>
                    <a:pt x="5918367" y="1430742"/>
                  </a:lnTo>
                  <a:lnTo>
                    <a:pt x="5919028" y="1430742"/>
                  </a:lnTo>
                  <a:lnTo>
                    <a:pt x="5919688" y="1430742"/>
                  </a:lnTo>
                  <a:lnTo>
                    <a:pt x="5920349" y="1430742"/>
                  </a:lnTo>
                  <a:lnTo>
                    <a:pt x="5921009" y="1430742"/>
                  </a:lnTo>
                  <a:lnTo>
                    <a:pt x="5921670" y="1430742"/>
                  </a:lnTo>
                  <a:lnTo>
                    <a:pt x="5922330" y="1430742"/>
                  </a:lnTo>
                  <a:lnTo>
                    <a:pt x="5922991" y="1430742"/>
                  </a:lnTo>
                  <a:lnTo>
                    <a:pt x="5923651" y="1430742"/>
                  </a:lnTo>
                  <a:lnTo>
                    <a:pt x="5924312" y="1430742"/>
                  </a:lnTo>
                  <a:lnTo>
                    <a:pt x="5924972" y="1430742"/>
                  </a:lnTo>
                  <a:lnTo>
                    <a:pt x="5925633" y="1430742"/>
                  </a:lnTo>
                  <a:lnTo>
                    <a:pt x="5926294" y="1430742"/>
                  </a:lnTo>
                  <a:lnTo>
                    <a:pt x="5926954" y="1430742"/>
                  </a:lnTo>
                  <a:lnTo>
                    <a:pt x="5927615" y="1430742"/>
                  </a:lnTo>
                  <a:lnTo>
                    <a:pt x="5928275" y="1430742"/>
                  </a:lnTo>
                  <a:lnTo>
                    <a:pt x="5928936" y="1430742"/>
                  </a:lnTo>
                  <a:lnTo>
                    <a:pt x="5929596" y="1430742"/>
                  </a:lnTo>
                  <a:lnTo>
                    <a:pt x="5930257" y="1430742"/>
                  </a:lnTo>
                  <a:lnTo>
                    <a:pt x="5930917" y="1416911"/>
                  </a:lnTo>
                  <a:lnTo>
                    <a:pt x="5931578" y="1393517"/>
                  </a:lnTo>
                  <a:lnTo>
                    <a:pt x="5932238" y="1352262"/>
                  </a:lnTo>
                  <a:lnTo>
                    <a:pt x="5932899" y="1333868"/>
                  </a:lnTo>
                  <a:lnTo>
                    <a:pt x="5933559" y="1316697"/>
                  </a:lnTo>
                  <a:lnTo>
                    <a:pt x="5934220" y="1325999"/>
                  </a:lnTo>
                  <a:lnTo>
                    <a:pt x="5934880" y="1343822"/>
                  </a:lnTo>
                  <a:lnTo>
                    <a:pt x="5935541" y="1383643"/>
                  </a:lnTo>
                  <a:lnTo>
                    <a:pt x="5936202" y="1406121"/>
                  </a:lnTo>
                  <a:lnTo>
                    <a:pt x="5936862" y="1430742"/>
                  </a:lnTo>
                  <a:lnTo>
                    <a:pt x="5937523" y="1430742"/>
                  </a:lnTo>
                  <a:lnTo>
                    <a:pt x="5938183" y="1430742"/>
                  </a:lnTo>
                  <a:lnTo>
                    <a:pt x="5938844" y="1430742"/>
                  </a:lnTo>
                  <a:lnTo>
                    <a:pt x="5939504" y="1430742"/>
                  </a:lnTo>
                  <a:lnTo>
                    <a:pt x="5940165" y="1430742"/>
                  </a:lnTo>
                  <a:lnTo>
                    <a:pt x="5940825" y="1430742"/>
                  </a:lnTo>
                  <a:lnTo>
                    <a:pt x="5941486" y="1430742"/>
                  </a:lnTo>
                  <a:lnTo>
                    <a:pt x="5942146" y="1430742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06121"/>
                  </a:lnTo>
                  <a:lnTo>
                    <a:pt x="5944788" y="1383643"/>
                  </a:lnTo>
                  <a:lnTo>
                    <a:pt x="5945449" y="1360003"/>
                  </a:lnTo>
                  <a:lnTo>
                    <a:pt x="5946110" y="1341069"/>
                  </a:lnTo>
                  <a:lnTo>
                    <a:pt x="5946770" y="1341069"/>
                  </a:lnTo>
                  <a:lnTo>
                    <a:pt x="5947431" y="1360003"/>
                  </a:lnTo>
                  <a:lnTo>
                    <a:pt x="5948091" y="1380434"/>
                  </a:lnTo>
                  <a:lnTo>
                    <a:pt x="5948752" y="1406121"/>
                  </a:lnTo>
                  <a:lnTo>
                    <a:pt x="5949412" y="1430742"/>
                  </a:lnTo>
                  <a:lnTo>
                    <a:pt x="5950073" y="1430742"/>
                  </a:lnTo>
                  <a:lnTo>
                    <a:pt x="5950733" y="1430742"/>
                  </a:lnTo>
                  <a:lnTo>
                    <a:pt x="5951394" y="1430742"/>
                  </a:lnTo>
                  <a:lnTo>
                    <a:pt x="5952054" y="1430742"/>
                  </a:lnTo>
                  <a:lnTo>
                    <a:pt x="5952715" y="1430742"/>
                  </a:lnTo>
                  <a:lnTo>
                    <a:pt x="5953375" y="1430742"/>
                  </a:lnTo>
                  <a:lnTo>
                    <a:pt x="5954036" y="1430742"/>
                  </a:lnTo>
                  <a:lnTo>
                    <a:pt x="5954696" y="1430742"/>
                  </a:lnTo>
                  <a:lnTo>
                    <a:pt x="5955357" y="1430742"/>
                  </a:lnTo>
                  <a:lnTo>
                    <a:pt x="5956018" y="1406121"/>
                  </a:lnTo>
                  <a:lnTo>
                    <a:pt x="5956678" y="1362966"/>
                  </a:lnTo>
                  <a:lnTo>
                    <a:pt x="5957339" y="1343822"/>
                  </a:lnTo>
                  <a:lnTo>
                    <a:pt x="5957999" y="1325999"/>
                  </a:lnTo>
                  <a:lnTo>
                    <a:pt x="5958660" y="1293666"/>
                  </a:lnTo>
                  <a:lnTo>
                    <a:pt x="5959320" y="1293666"/>
                  </a:lnTo>
                  <a:lnTo>
                    <a:pt x="5959981" y="1325999"/>
                  </a:lnTo>
                  <a:lnTo>
                    <a:pt x="5960641" y="1343822"/>
                  </a:lnTo>
                  <a:lnTo>
                    <a:pt x="5961302" y="1362966"/>
                  </a:lnTo>
                  <a:lnTo>
                    <a:pt x="5961962" y="1406121"/>
                  </a:lnTo>
                  <a:lnTo>
                    <a:pt x="5962623" y="1430742"/>
                  </a:lnTo>
                  <a:lnTo>
                    <a:pt x="5963283" y="1430742"/>
                  </a:lnTo>
                  <a:lnTo>
                    <a:pt x="5963944" y="1430742"/>
                  </a:lnTo>
                  <a:lnTo>
                    <a:pt x="5964604" y="1430742"/>
                  </a:lnTo>
                  <a:lnTo>
                    <a:pt x="5965265" y="1430742"/>
                  </a:lnTo>
                  <a:lnTo>
                    <a:pt x="5965925" y="1406121"/>
                  </a:lnTo>
                  <a:lnTo>
                    <a:pt x="5966586" y="1383643"/>
                  </a:lnTo>
                  <a:lnTo>
                    <a:pt x="5967247" y="1343822"/>
                  </a:lnTo>
                  <a:lnTo>
                    <a:pt x="5967907" y="1325999"/>
                  </a:lnTo>
                  <a:lnTo>
                    <a:pt x="5968568" y="1309327"/>
                  </a:lnTo>
                  <a:lnTo>
                    <a:pt x="5969228" y="1293666"/>
                  </a:lnTo>
                  <a:lnTo>
                    <a:pt x="5969889" y="1293666"/>
                  </a:lnTo>
                  <a:lnTo>
                    <a:pt x="5970549" y="1325999"/>
                  </a:lnTo>
                  <a:lnTo>
                    <a:pt x="5971210" y="1325999"/>
                  </a:lnTo>
                  <a:lnTo>
                    <a:pt x="5971870" y="1309327"/>
                  </a:lnTo>
                  <a:lnTo>
                    <a:pt x="5972531" y="1325999"/>
                  </a:lnTo>
                  <a:lnTo>
                    <a:pt x="5973191" y="1332098"/>
                  </a:lnTo>
                  <a:lnTo>
                    <a:pt x="5973852" y="1332098"/>
                  </a:lnTo>
                  <a:lnTo>
                    <a:pt x="5974512" y="1350362"/>
                  </a:lnTo>
                  <a:lnTo>
                    <a:pt x="5975173" y="1391290"/>
                  </a:lnTo>
                  <a:lnTo>
                    <a:pt x="5975833" y="1414474"/>
                  </a:lnTo>
                  <a:lnTo>
                    <a:pt x="5976494" y="1430742"/>
                  </a:lnTo>
                  <a:lnTo>
                    <a:pt x="5977155" y="1406121"/>
                  </a:lnTo>
                  <a:lnTo>
                    <a:pt x="5977815" y="1362966"/>
                  </a:lnTo>
                  <a:lnTo>
                    <a:pt x="5978476" y="1343822"/>
                  </a:lnTo>
                  <a:lnTo>
                    <a:pt x="5979136" y="1343822"/>
                  </a:lnTo>
                  <a:lnTo>
                    <a:pt x="5979797" y="1343822"/>
                  </a:lnTo>
                  <a:lnTo>
                    <a:pt x="5980457" y="1362966"/>
                  </a:lnTo>
                  <a:lnTo>
                    <a:pt x="5981118" y="1406121"/>
                  </a:lnTo>
                  <a:lnTo>
                    <a:pt x="5981778" y="1366971"/>
                  </a:lnTo>
                  <a:lnTo>
                    <a:pt x="5982439" y="1310136"/>
                  </a:lnTo>
                  <a:lnTo>
                    <a:pt x="5983099" y="1265614"/>
                  </a:lnTo>
                  <a:lnTo>
                    <a:pt x="5983760" y="1227649"/>
                  </a:lnTo>
                  <a:lnTo>
                    <a:pt x="5984420" y="1216141"/>
                  </a:lnTo>
                  <a:lnTo>
                    <a:pt x="5985081" y="1249753"/>
                  </a:lnTo>
                  <a:lnTo>
                    <a:pt x="5985741" y="1293666"/>
                  </a:lnTo>
                  <a:lnTo>
                    <a:pt x="5986402" y="1343822"/>
                  </a:lnTo>
                  <a:lnTo>
                    <a:pt x="5987063" y="1406121"/>
                  </a:lnTo>
                  <a:lnTo>
                    <a:pt x="5987723" y="1430742"/>
                  </a:lnTo>
                  <a:lnTo>
                    <a:pt x="5988384" y="1406121"/>
                  </a:lnTo>
                  <a:lnTo>
                    <a:pt x="5989044" y="1362966"/>
                  </a:lnTo>
                  <a:lnTo>
                    <a:pt x="5989705" y="1327727"/>
                  </a:lnTo>
                  <a:lnTo>
                    <a:pt x="5990365" y="1327727"/>
                  </a:lnTo>
                  <a:lnTo>
                    <a:pt x="5991026" y="1327727"/>
                  </a:lnTo>
                  <a:lnTo>
                    <a:pt x="5991686" y="1345674"/>
                  </a:lnTo>
                  <a:lnTo>
                    <a:pt x="5992347" y="1358046"/>
                  </a:lnTo>
                  <a:lnTo>
                    <a:pt x="5993007" y="1320041"/>
                  </a:lnTo>
                  <a:lnTo>
                    <a:pt x="5993668" y="1260218"/>
                  </a:lnTo>
                  <a:lnTo>
                    <a:pt x="5994328" y="1245935"/>
                  </a:lnTo>
                  <a:lnTo>
                    <a:pt x="5994989" y="1245935"/>
                  </a:lnTo>
                  <a:lnTo>
                    <a:pt x="5995649" y="1263577"/>
                  </a:lnTo>
                  <a:lnTo>
                    <a:pt x="5996310" y="1324283"/>
                  </a:lnTo>
                  <a:lnTo>
                    <a:pt x="5996970" y="1403783"/>
                  </a:lnTo>
                  <a:lnTo>
                    <a:pt x="5997631" y="1430742"/>
                  </a:lnTo>
                  <a:lnTo>
                    <a:pt x="5998292" y="1430742"/>
                  </a:lnTo>
                  <a:lnTo>
                    <a:pt x="5998952" y="1413264"/>
                  </a:lnTo>
                  <a:lnTo>
                    <a:pt x="5999613" y="1368998"/>
                  </a:lnTo>
                  <a:lnTo>
                    <a:pt x="6000273" y="1298266"/>
                  </a:lnTo>
                  <a:lnTo>
                    <a:pt x="6000934" y="1269045"/>
                  </a:lnTo>
                  <a:lnTo>
                    <a:pt x="6001594" y="1269045"/>
                  </a:lnTo>
                  <a:lnTo>
                    <a:pt x="6002255" y="1278901"/>
                  </a:lnTo>
                  <a:lnTo>
                    <a:pt x="6002915" y="1309327"/>
                  </a:lnTo>
                  <a:lnTo>
                    <a:pt x="6003576" y="1383643"/>
                  </a:lnTo>
                  <a:lnTo>
                    <a:pt x="6004236" y="1430742"/>
                  </a:lnTo>
                  <a:lnTo>
                    <a:pt x="6004897" y="1430742"/>
                  </a:lnTo>
                  <a:lnTo>
                    <a:pt x="6005557" y="1406121"/>
                  </a:lnTo>
                  <a:lnTo>
                    <a:pt x="6006218" y="1362966"/>
                  </a:lnTo>
                  <a:lnTo>
                    <a:pt x="6006878" y="1309327"/>
                  </a:lnTo>
                  <a:lnTo>
                    <a:pt x="6007539" y="1278901"/>
                  </a:lnTo>
                  <a:lnTo>
                    <a:pt x="6008200" y="1215579"/>
                  </a:lnTo>
                  <a:lnTo>
                    <a:pt x="6008860" y="1164763"/>
                  </a:lnTo>
                  <a:lnTo>
                    <a:pt x="6009521" y="1114607"/>
                  </a:lnTo>
                  <a:lnTo>
                    <a:pt x="6010181" y="1107119"/>
                  </a:lnTo>
                  <a:lnTo>
                    <a:pt x="6010842" y="1122319"/>
                  </a:lnTo>
                  <a:lnTo>
                    <a:pt x="6011502" y="1164763"/>
                  </a:lnTo>
                  <a:lnTo>
                    <a:pt x="6012163" y="1227062"/>
                  </a:lnTo>
                  <a:lnTo>
                    <a:pt x="6012823" y="1343822"/>
                  </a:lnTo>
                  <a:lnTo>
                    <a:pt x="6013484" y="1430742"/>
                  </a:lnTo>
                  <a:lnTo>
                    <a:pt x="6014144" y="1430742"/>
                  </a:lnTo>
                  <a:lnTo>
                    <a:pt x="6014805" y="1430742"/>
                  </a:lnTo>
                  <a:lnTo>
                    <a:pt x="6015465" y="1430742"/>
                  </a:lnTo>
                  <a:lnTo>
                    <a:pt x="6016126" y="1430742"/>
                  </a:lnTo>
                  <a:lnTo>
                    <a:pt x="6016786" y="1430742"/>
                  </a:lnTo>
                  <a:lnTo>
                    <a:pt x="6017447" y="1430742"/>
                  </a:lnTo>
                  <a:lnTo>
                    <a:pt x="6018108" y="1430742"/>
                  </a:lnTo>
                  <a:lnTo>
                    <a:pt x="6018768" y="1430742"/>
                  </a:lnTo>
                  <a:lnTo>
                    <a:pt x="6019429" y="1430742"/>
                  </a:lnTo>
                  <a:lnTo>
                    <a:pt x="6020089" y="1430742"/>
                  </a:lnTo>
                  <a:lnTo>
                    <a:pt x="6020750" y="1430742"/>
                  </a:lnTo>
                  <a:lnTo>
                    <a:pt x="6021410" y="1430742"/>
                  </a:lnTo>
                  <a:lnTo>
                    <a:pt x="6022071" y="1424363"/>
                  </a:lnTo>
                  <a:lnTo>
                    <a:pt x="6022731" y="1400316"/>
                  </a:lnTo>
                  <a:lnTo>
                    <a:pt x="6023392" y="1378317"/>
                  </a:lnTo>
                  <a:lnTo>
                    <a:pt x="6024052" y="1358046"/>
                  </a:lnTo>
                  <a:lnTo>
                    <a:pt x="6024713" y="1339250"/>
                  </a:lnTo>
                  <a:lnTo>
                    <a:pt x="6025373" y="1343822"/>
                  </a:lnTo>
                  <a:lnTo>
                    <a:pt x="6026034" y="1362966"/>
                  </a:lnTo>
                  <a:lnTo>
                    <a:pt x="6026694" y="1383643"/>
                  </a:lnTo>
                  <a:lnTo>
                    <a:pt x="6027355" y="1406121"/>
                  </a:lnTo>
                  <a:lnTo>
                    <a:pt x="6028016" y="1430742"/>
                  </a:lnTo>
                  <a:lnTo>
                    <a:pt x="6028676" y="1430742"/>
                  </a:lnTo>
                  <a:lnTo>
                    <a:pt x="6029337" y="1430742"/>
                  </a:lnTo>
                  <a:lnTo>
                    <a:pt x="6029997" y="1430742"/>
                  </a:lnTo>
                  <a:lnTo>
                    <a:pt x="6030658" y="1406121"/>
                  </a:lnTo>
                  <a:lnTo>
                    <a:pt x="6031318" y="1362966"/>
                  </a:lnTo>
                  <a:lnTo>
                    <a:pt x="6031979" y="1299817"/>
                  </a:lnTo>
                  <a:lnTo>
                    <a:pt x="6032639" y="1264255"/>
                  </a:lnTo>
                  <a:lnTo>
                    <a:pt x="6033300" y="1264255"/>
                  </a:lnTo>
                  <a:lnTo>
                    <a:pt x="6033960" y="1278184"/>
                  </a:lnTo>
                  <a:lnTo>
                    <a:pt x="6034621" y="1308521"/>
                  </a:lnTo>
                  <a:lnTo>
                    <a:pt x="6035281" y="1374133"/>
                  </a:lnTo>
                  <a:lnTo>
                    <a:pt x="6035942" y="1430742"/>
                  </a:lnTo>
                  <a:lnTo>
                    <a:pt x="6036602" y="1430742"/>
                  </a:lnTo>
                  <a:lnTo>
                    <a:pt x="6037263" y="1430742"/>
                  </a:lnTo>
                  <a:lnTo>
                    <a:pt x="6037923" y="1430742"/>
                  </a:lnTo>
                  <a:lnTo>
                    <a:pt x="6038584" y="1430742"/>
                  </a:lnTo>
                  <a:lnTo>
                    <a:pt x="6039245" y="1430742"/>
                  </a:lnTo>
                  <a:lnTo>
                    <a:pt x="6039905" y="1430742"/>
                  </a:lnTo>
                  <a:lnTo>
                    <a:pt x="6040566" y="1430742"/>
                  </a:lnTo>
                  <a:lnTo>
                    <a:pt x="6041226" y="1430742"/>
                  </a:lnTo>
                  <a:lnTo>
                    <a:pt x="6041887" y="1430742"/>
                  </a:lnTo>
                  <a:lnTo>
                    <a:pt x="6042547" y="1430742"/>
                  </a:lnTo>
                  <a:lnTo>
                    <a:pt x="6043208" y="1430742"/>
                  </a:lnTo>
                  <a:lnTo>
                    <a:pt x="6043868" y="1430742"/>
                  </a:lnTo>
                  <a:lnTo>
                    <a:pt x="6044529" y="1430742"/>
                  </a:lnTo>
                  <a:lnTo>
                    <a:pt x="6045189" y="1430742"/>
                  </a:lnTo>
                  <a:lnTo>
                    <a:pt x="6045850" y="1430742"/>
                  </a:lnTo>
                  <a:lnTo>
                    <a:pt x="6046510" y="1430742"/>
                  </a:lnTo>
                  <a:lnTo>
                    <a:pt x="6047171" y="1430742"/>
                  </a:lnTo>
                  <a:lnTo>
                    <a:pt x="6047831" y="1430742"/>
                  </a:lnTo>
                  <a:lnTo>
                    <a:pt x="6048492" y="1430742"/>
                  </a:lnTo>
                  <a:lnTo>
                    <a:pt x="6049153" y="1430742"/>
                  </a:lnTo>
                  <a:lnTo>
                    <a:pt x="6049813" y="1430742"/>
                  </a:lnTo>
                  <a:lnTo>
                    <a:pt x="6050474" y="1430742"/>
                  </a:lnTo>
                  <a:lnTo>
                    <a:pt x="6051134" y="1406121"/>
                  </a:lnTo>
                  <a:lnTo>
                    <a:pt x="6051795" y="1383643"/>
                  </a:lnTo>
                  <a:lnTo>
                    <a:pt x="6052455" y="1343822"/>
                  </a:lnTo>
                  <a:lnTo>
                    <a:pt x="6053116" y="1325999"/>
                  </a:lnTo>
                  <a:lnTo>
                    <a:pt x="6053776" y="1325999"/>
                  </a:lnTo>
                  <a:lnTo>
                    <a:pt x="6054437" y="1343822"/>
                  </a:lnTo>
                  <a:lnTo>
                    <a:pt x="6055097" y="1362966"/>
                  </a:lnTo>
                  <a:lnTo>
                    <a:pt x="6055758" y="1406121"/>
                  </a:lnTo>
                  <a:lnTo>
                    <a:pt x="6056418" y="1430742"/>
                  </a:lnTo>
                  <a:lnTo>
                    <a:pt x="6057079" y="1430742"/>
                  </a:lnTo>
                  <a:lnTo>
                    <a:pt x="6057739" y="1430742"/>
                  </a:lnTo>
                  <a:lnTo>
                    <a:pt x="6058400" y="1430742"/>
                  </a:lnTo>
                  <a:lnTo>
                    <a:pt x="6059061" y="1406121"/>
                  </a:lnTo>
                  <a:lnTo>
                    <a:pt x="6059721" y="1383643"/>
                  </a:lnTo>
                  <a:lnTo>
                    <a:pt x="6060382" y="1362966"/>
                  </a:lnTo>
                  <a:lnTo>
                    <a:pt x="6061042" y="1343822"/>
                  </a:lnTo>
                  <a:lnTo>
                    <a:pt x="6061703" y="1325999"/>
                  </a:lnTo>
                  <a:lnTo>
                    <a:pt x="6062363" y="1343822"/>
                  </a:lnTo>
                  <a:lnTo>
                    <a:pt x="6063024" y="1362966"/>
                  </a:lnTo>
                  <a:lnTo>
                    <a:pt x="6063684" y="1383643"/>
                  </a:lnTo>
                  <a:lnTo>
                    <a:pt x="6064345" y="1406121"/>
                  </a:lnTo>
                  <a:lnTo>
                    <a:pt x="6065005" y="1406121"/>
                  </a:lnTo>
                  <a:lnTo>
                    <a:pt x="6065666" y="1362966"/>
                  </a:lnTo>
                  <a:lnTo>
                    <a:pt x="6066326" y="1333868"/>
                  </a:lnTo>
                  <a:lnTo>
                    <a:pt x="6066987" y="1333868"/>
                  </a:lnTo>
                  <a:lnTo>
                    <a:pt x="6067647" y="1333868"/>
                  </a:lnTo>
                  <a:lnTo>
                    <a:pt x="6068308" y="1352262"/>
                  </a:lnTo>
                  <a:lnTo>
                    <a:pt x="6068968" y="1393517"/>
                  </a:lnTo>
                  <a:lnTo>
                    <a:pt x="6069629" y="1430742"/>
                  </a:lnTo>
                  <a:lnTo>
                    <a:pt x="6070290" y="1430742"/>
                  </a:lnTo>
                  <a:lnTo>
                    <a:pt x="6070950" y="1430742"/>
                  </a:lnTo>
                  <a:lnTo>
                    <a:pt x="6071611" y="1430742"/>
                  </a:lnTo>
                  <a:lnTo>
                    <a:pt x="6072271" y="1430742"/>
                  </a:lnTo>
                  <a:lnTo>
                    <a:pt x="6072932" y="1430742"/>
                  </a:lnTo>
                  <a:lnTo>
                    <a:pt x="6073592" y="1430742"/>
                  </a:lnTo>
                  <a:lnTo>
                    <a:pt x="6074253" y="1430742"/>
                  </a:lnTo>
                  <a:lnTo>
                    <a:pt x="6074913" y="1430742"/>
                  </a:lnTo>
                  <a:lnTo>
                    <a:pt x="6075574" y="1430742"/>
                  </a:lnTo>
                  <a:lnTo>
                    <a:pt x="6076234" y="1430742"/>
                  </a:lnTo>
                  <a:lnTo>
                    <a:pt x="6076895" y="1406121"/>
                  </a:lnTo>
                  <a:lnTo>
                    <a:pt x="6077555" y="1383643"/>
                  </a:lnTo>
                  <a:lnTo>
                    <a:pt x="6078216" y="1362966"/>
                  </a:lnTo>
                  <a:lnTo>
                    <a:pt x="6078876" y="1325999"/>
                  </a:lnTo>
                  <a:lnTo>
                    <a:pt x="6079537" y="1293666"/>
                  </a:lnTo>
                  <a:lnTo>
                    <a:pt x="6080198" y="1309327"/>
                  </a:lnTo>
                  <a:lnTo>
                    <a:pt x="6080858" y="1309327"/>
                  </a:lnTo>
                  <a:lnTo>
                    <a:pt x="6081519" y="1309327"/>
                  </a:lnTo>
                  <a:lnTo>
                    <a:pt x="6082179" y="1343822"/>
                  </a:lnTo>
                  <a:lnTo>
                    <a:pt x="6082840" y="1383643"/>
                  </a:lnTo>
                  <a:lnTo>
                    <a:pt x="6083500" y="1383643"/>
                  </a:lnTo>
                  <a:lnTo>
                    <a:pt x="6084161" y="1406121"/>
                  </a:lnTo>
                  <a:lnTo>
                    <a:pt x="6084821" y="1430742"/>
                  </a:lnTo>
                  <a:lnTo>
                    <a:pt x="6085482" y="1430742"/>
                  </a:lnTo>
                  <a:lnTo>
                    <a:pt x="6086142" y="1430742"/>
                  </a:lnTo>
                  <a:lnTo>
                    <a:pt x="6086803" y="1430742"/>
                  </a:lnTo>
                  <a:lnTo>
                    <a:pt x="6087463" y="1430742"/>
                  </a:lnTo>
                  <a:lnTo>
                    <a:pt x="6088124" y="1430742"/>
                  </a:lnTo>
                  <a:lnTo>
                    <a:pt x="6088784" y="1430742"/>
                  </a:lnTo>
                  <a:lnTo>
                    <a:pt x="6089445" y="1430742"/>
                  </a:lnTo>
                  <a:lnTo>
                    <a:pt x="6090106" y="1430742"/>
                  </a:lnTo>
                  <a:lnTo>
                    <a:pt x="6090766" y="1430742"/>
                  </a:lnTo>
                  <a:lnTo>
                    <a:pt x="6091427" y="1430742"/>
                  </a:lnTo>
                  <a:lnTo>
                    <a:pt x="6092087" y="1430742"/>
                  </a:lnTo>
                  <a:lnTo>
                    <a:pt x="6092748" y="1430742"/>
                  </a:lnTo>
                  <a:lnTo>
                    <a:pt x="6093408" y="1430742"/>
                  </a:lnTo>
                  <a:lnTo>
                    <a:pt x="6094069" y="1430742"/>
                  </a:lnTo>
                  <a:lnTo>
                    <a:pt x="6094729" y="1430742"/>
                  </a:lnTo>
                  <a:lnTo>
                    <a:pt x="6095390" y="1430742"/>
                  </a:lnTo>
                  <a:lnTo>
                    <a:pt x="6096050" y="1430742"/>
                  </a:lnTo>
                  <a:lnTo>
                    <a:pt x="6096711" y="1430742"/>
                  </a:lnTo>
                  <a:lnTo>
                    <a:pt x="6097371" y="1430742"/>
                  </a:lnTo>
                  <a:lnTo>
                    <a:pt x="6098032" y="1430742"/>
                  </a:lnTo>
                  <a:lnTo>
                    <a:pt x="6098692" y="1430742"/>
                  </a:lnTo>
                  <a:lnTo>
                    <a:pt x="6099353" y="1430742"/>
                  </a:lnTo>
                  <a:lnTo>
                    <a:pt x="6100014" y="1430742"/>
                  </a:lnTo>
                  <a:lnTo>
                    <a:pt x="6100674" y="1430742"/>
                  </a:lnTo>
                  <a:lnTo>
                    <a:pt x="6101335" y="1430742"/>
                  </a:lnTo>
                  <a:lnTo>
                    <a:pt x="6101995" y="1430742"/>
                  </a:lnTo>
                  <a:lnTo>
                    <a:pt x="6102656" y="1430742"/>
                  </a:lnTo>
                  <a:lnTo>
                    <a:pt x="6103316" y="1430742"/>
                  </a:lnTo>
                  <a:lnTo>
                    <a:pt x="6103977" y="1430742"/>
                  </a:lnTo>
                  <a:lnTo>
                    <a:pt x="6104637" y="1430742"/>
                  </a:lnTo>
                  <a:lnTo>
                    <a:pt x="6105298" y="1430742"/>
                  </a:lnTo>
                  <a:lnTo>
                    <a:pt x="6105958" y="1430742"/>
                  </a:lnTo>
                  <a:lnTo>
                    <a:pt x="6106619" y="1430742"/>
                  </a:lnTo>
                  <a:lnTo>
                    <a:pt x="6107279" y="1430742"/>
                  </a:lnTo>
                  <a:lnTo>
                    <a:pt x="6107940" y="1430742"/>
                  </a:lnTo>
                  <a:lnTo>
                    <a:pt x="6108600" y="1430742"/>
                  </a:lnTo>
                  <a:lnTo>
                    <a:pt x="6109261" y="1430742"/>
                  </a:lnTo>
                  <a:lnTo>
                    <a:pt x="6109921" y="1430742"/>
                  </a:lnTo>
                  <a:lnTo>
                    <a:pt x="6110582" y="1430742"/>
                  </a:lnTo>
                  <a:lnTo>
                    <a:pt x="6111243" y="1430742"/>
                  </a:lnTo>
                  <a:lnTo>
                    <a:pt x="6111903" y="1430742"/>
                  </a:lnTo>
                  <a:lnTo>
                    <a:pt x="6112564" y="1430742"/>
                  </a:lnTo>
                  <a:lnTo>
                    <a:pt x="6113224" y="1430742"/>
                  </a:lnTo>
                  <a:lnTo>
                    <a:pt x="6113885" y="1406121"/>
                  </a:lnTo>
                  <a:lnTo>
                    <a:pt x="6114545" y="1383643"/>
                  </a:lnTo>
                  <a:lnTo>
                    <a:pt x="6115206" y="1362966"/>
                  </a:lnTo>
                  <a:lnTo>
                    <a:pt x="6115866" y="1343822"/>
                  </a:lnTo>
                  <a:lnTo>
                    <a:pt x="6116527" y="1325999"/>
                  </a:lnTo>
                  <a:lnTo>
                    <a:pt x="6117187" y="1343822"/>
                  </a:lnTo>
                  <a:lnTo>
                    <a:pt x="6117848" y="1362966"/>
                  </a:lnTo>
                  <a:lnTo>
                    <a:pt x="6118508" y="1383643"/>
                  </a:lnTo>
                  <a:lnTo>
                    <a:pt x="6119169" y="1406121"/>
                  </a:lnTo>
                  <a:lnTo>
                    <a:pt x="6119829" y="1430742"/>
                  </a:lnTo>
                  <a:lnTo>
                    <a:pt x="6120490" y="1430742"/>
                  </a:lnTo>
                  <a:lnTo>
                    <a:pt x="6121151" y="1430742"/>
                  </a:lnTo>
                  <a:lnTo>
                    <a:pt x="6121811" y="1430742"/>
                  </a:lnTo>
                  <a:lnTo>
                    <a:pt x="6122472" y="1430742"/>
                  </a:lnTo>
                  <a:lnTo>
                    <a:pt x="6123132" y="1430742"/>
                  </a:lnTo>
                  <a:lnTo>
                    <a:pt x="6123793" y="1430742"/>
                  </a:lnTo>
                  <a:lnTo>
                    <a:pt x="6124453" y="1430742"/>
                  </a:lnTo>
                  <a:lnTo>
                    <a:pt x="6125114" y="1430742"/>
                  </a:lnTo>
                  <a:lnTo>
                    <a:pt x="6125774" y="1430742"/>
                  </a:lnTo>
                  <a:lnTo>
                    <a:pt x="6126435" y="1430742"/>
                  </a:lnTo>
                  <a:lnTo>
                    <a:pt x="6127095" y="1430742"/>
                  </a:lnTo>
                  <a:lnTo>
                    <a:pt x="6127756" y="1430742"/>
                  </a:lnTo>
                  <a:lnTo>
                    <a:pt x="6128416" y="1430742"/>
                  </a:lnTo>
                  <a:lnTo>
                    <a:pt x="6129077" y="1430742"/>
                  </a:lnTo>
                  <a:lnTo>
                    <a:pt x="6129737" y="1430742"/>
                  </a:lnTo>
                  <a:lnTo>
                    <a:pt x="6130398" y="1430742"/>
                  </a:lnTo>
                  <a:lnTo>
                    <a:pt x="6131059" y="1430742"/>
                  </a:lnTo>
                  <a:lnTo>
                    <a:pt x="6131719" y="1430742"/>
                  </a:lnTo>
                  <a:lnTo>
                    <a:pt x="6132380" y="1430742"/>
                  </a:lnTo>
                  <a:lnTo>
                    <a:pt x="6133040" y="1430742"/>
                  </a:lnTo>
                  <a:lnTo>
                    <a:pt x="6133701" y="1430742"/>
                  </a:lnTo>
                  <a:lnTo>
                    <a:pt x="6134361" y="1406121"/>
                  </a:lnTo>
                  <a:lnTo>
                    <a:pt x="6135022" y="1383643"/>
                  </a:lnTo>
                  <a:lnTo>
                    <a:pt x="6135682" y="1362966"/>
                  </a:lnTo>
                  <a:lnTo>
                    <a:pt x="6136343" y="1343822"/>
                  </a:lnTo>
                  <a:lnTo>
                    <a:pt x="6137003" y="1325999"/>
                  </a:lnTo>
                  <a:lnTo>
                    <a:pt x="6137664" y="1343822"/>
                  </a:lnTo>
                  <a:lnTo>
                    <a:pt x="6138324" y="1362966"/>
                  </a:lnTo>
                  <a:lnTo>
                    <a:pt x="6138985" y="1383643"/>
                  </a:lnTo>
                  <a:lnTo>
                    <a:pt x="6139645" y="1406121"/>
                  </a:lnTo>
                  <a:lnTo>
                    <a:pt x="6140306" y="1430742"/>
                  </a:lnTo>
                  <a:lnTo>
                    <a:pt x="6140966" y="1430742"/>
                  </a:lnTo>
                  <a:lnTo>
                    <a:pt x="6141627" y="1430742"/>
                  </a:lnTo>
                  <a:lnTo>
                    <a:pt x="6142288" y="1430742"/>
                  </a:lnTo>
                  <a:lnTo>
                    <a:pt x="6142948" y="1430742"/>
                  </a:lnTo>
                  <a:lnTo>
                    <a:pt x="6143609" y="1430742"/>
                  </a:lnTo>
                  <a:lnTo>
                    <a:pt x="6144269" y="1430742"/>
                  </a:lnTo>
                  <a:lnTo>
                    <a:pt x="6144930" y="1430742"/>
                  </a:lnTo>
                  <a:lnTo>
                    <a:pt x="6145590" y="1430742"/>
                  </a:lnTo>
                  <a:lnTo>
                    <a:pt x="6146251" y="1430742"/>
                  </a:lnTo>
                  <a:lnTo>
                    <a:pt x="6146911" y="1430742"/>
                  </a:lnTo>
                  <a:lnTo>
                    <a:pt x="6147572" y="1430742"/>
                  </a:lnTo>
                  <a:lnTo>
                    <a:pt x="6148232" y="1430742"/>
                  </a:lnTo>
                  <a:lnTo>
                    <a:pt x="6148893" y="1430742"/>
                  </a:lnTo>
                  <a:lnTo>
                    <a:pt x="6149553" y="1430742"/>
                  </a:lnTo>
                  <a:lnTo>
                    <a:pt x="6150214" y="1430742"/>
                  </a:lnTo>
                  <a:lnTo>
                    <a:pt x="6150874" y="1430742"/>
                  </a:lnTo>
                  <a:lnTo>
                    <a:pt x="6151535" y="1430742"/>
                  </a:lnTo>
                  <a:lnTo>
                    <a:pt x="6152196" y="1430742"/>
                  </a:lnTo>
                  <a:lnTo>
                    <a:pt x="6152856" y="1430742"/>
                  </a:lnTo>
                  <a:lnTo>
                    <a:pt x="6153517" y="1430742"/>
                  </a:lnTo>
                  <a:lnTo>
                    <a:pt x="6154177" y="1430742"/>
                  </a:lnTo>
                  <a:lnTo>
                    <a:pt x="6154838" y="1430742"/>
                  </a:lnTo>
                  <a:lnTo>
                    <a:pt x="6155498" y="1430742"/>
                  </a:lnTo>
                  <a:lnTo>
                    <a:pt x="6156159" y="1430742"/>
                  </a:lnTo>
                  <a:lnTo>
                    <a:pt x="6156819" y="1430742"/>
                  </a:lnTo>
                  <a:lnTo>
                    <a:pt x="6157480" y="1430742"/>
                  </a:lnTo>
                  <a:lnTo>
                    <a:pt x="6158140" y="1430742"/>
                  </a:lnTo>
                  <a:lnTo>
                    <a:pt x="6158801" y="1430742"/>
                  </a:lnTo>
                  <a:lnTo>
                    <a:pt x="6159461" y="1430742"/>
                  </a:lnTo>
                  <a:lnTo>
                    <a:pt x="6160122" y="1430742"/>
                  </a:lnTo>
                  <a:lnTo>
                    <a:pt x="6160782" y="1430742"/>
                  </a:lnTo>
                  <a:lnTo>
                    <a:pt x="6161443" y="1430742"/>
                  </a:lnTo>
                  <a:lnTo>
                    <a:pt x="6162104" y="1430742"/>
                  </a:lnTo>
                  <a:lnTo>
                    <a:pt x="6162764" y="1430742"/>
                  </a:lnTo>
                  <a:lnTo>
                    <a:pt x="6163425" y="1430742"/>
                  </a:lnTo>
                  <a:lnTo>
                    <a:pt x="6164085" y="1430742"/>
                  </a:lnTo>
                  <a:lnTo>
                    <a:pt x="6164746" y="1430742"/>
                  </a:lnTo>
                  <a:lnTo>
                    <a:pt x="6165406" y="1430742"/>
                  </a:lnTo>
                  <a:lnTo>
                    <a:pt x="6166067" y="1430742"/>
                  </a:lnTo>
                  <a:lnTo>
                    <a:pt x="6166727" y="1430742"/>
                  </a:lnTo>
                  <a:lnTo>
                    <a:pt x="6167388" y="1430742"/>
                  </a:lnTo>
                  <a:lnTo>
                    <a:pt x="6168048" y="1430742"/>
                  </a:lnTo>
                  <a:lnTo>
                    <a:pt x="6168709" y="1430742"/>
                  </a:lnTo>
                  <a:lnTo>
                    <a:pt x="6169369" y="1406121"/>
                  </a:lnTo>
                  <a:lnTo>
                    <a:pt x="6170030" y="1383643"/>
                  </a:lnTo>
                  <a:lnTo>
                    <a:pt x="6170690" y="1343822"/>
                  </a:lnTo>
                  <a:lnTo>
                    <a:pt x="6171351" y="1325999"/>
                  </a:lnTo>
                  <a:lnTo>
                    <a:pt x="6172012" y="1325999"/>
                  </a:lnTo>
                  <a:lnTo>
                    <a:pt x="6172672" y="1343822"/>
                  </a:lnTo>
                  <a:lnTo>
                    <a:pt x="6173333" y="1362966"/>
                  </a:lnTo>
                  <a:lnTo>
                    <a:pt x="6173993" y="1406121"/>
                  </a:lnTo>
                  <a:lnTo>
                    <a:pt x="6174654" y="1430742"/>
                  </a:lnTo>
                  <a:lnTo>
                    <a:pt x="6175314" y="1430742"/>
                  </a:lnTo>
                  <a:lnTo>
                    <a:pt x="6175975" y="1406121"/>
                  </a:lnTo>
                  <a:lnTo>
                    <a:pt x="6176635" y="1362966"/>
                  </a:lnTo>
                  <a:lnTo>
                    <a:pt x="6177296" y="1343822"/>
                  </a:lnTo>
                  <a:lnTo>
                    <a:pt x="6177956" y="1325999"/>
                  </a:lnTo>
                  <a:lnTo>
                    <a:pt x="6178617" y="1325999"/>
                  </a:lnTo>
                  <a:lnTo>
                    <a:pt x="6179277" y="1343822"/>
                  </a:lnTo>
                  <a:lnTo>
                    <a:pt x="6179938" y="1362966"/>
                  </a:lnTo>
                  <a:lnTo>
                    <a:pt x="6180598" y="1343822"/>
                  </a:lnTo>
                  <a:lnTo>
                    <a:pt x="6181259" y="1325999"/>
                  </a:lnTo>
                  <a:lnTo>
                    <a:pt x="6181919" y="1317529"/>
                  </a:lnTo>
                  <a:lnTo>
                    <a:pt x="6182580" y="1317529"/>
                  </a:lnTo>
                  <a:lnTo>
                    <a:pt x="6183241" y="1334757"/>
                  </a:lnTo>
                  <a:lnTo>
                    <a:pt x="6183901" y="1373098"/>
                  </a:lnTo>
                  <a:lnTo>
                    <a:pt x="6184562" y="1418138"/>
                  </a:lnTo>
                  <a:lnTo>
                    <a:pt x="6185222" y="1430742"/>
                  </a:lnTo>
                  <a:lnTo>
                    <a:pt x="6185883" y="1430742"/>
                  </a:lnTo>
                  <a:lnTo>
                    <a:pt x="6186543" y="1406121"/>
                  </a:lnTo>
                  <a:lnTo>
                    <a:pt x="6187204" y="1362966"/>
                  </a:lnTo>
                  <a:lnTo>
                    <a:pt x="6187864" y="1343822"/>
                  </a:lnTo>
                  <a:lnTo>
                    <a:pt x="6188525" y="1343822"/>
                  </a:lnTo>
                  <a:lnTo>
                    <a:pt x="6189185" y="1343822"/>
                  </a:lnTo>
                  <a:lnTo>
                    <a:pt x="6189846" y="1362966"/>
                  </a:lnTo>
                  <a:lnTo>
                    <a:pt x="6190506" y="1406121"/>
                  </a:lnTo>
                  <a:lnTo>
                    <a:pt x="6191167" y="1430742"/>
                  </a:lnTo>
                  <a:lnTo>
                    <a:pt x="6191827" y="1430742"/>
                  </a:lnTo>
                  <a:lnTo>
                    <a:pt x="6192488" y="1430742"/>
                  </a:lnTo>
                  <a:lnTo>
                    <a:pt x="6193149" y="1430742"/>
                  </a:lnTo>
                  <a:lnTo>
                    <a:pt x="6193809" y="1430742"/>
                  </a:lnTo>
                  <a:lnTo>
                    <a:pt x="6194470" y="1430742"/>
                  </a:lnTo>
                  <a:lnTo>
                    <a:pt x="6195130" y="1430742"/>
                  </a:lnTo>
                  <a:lnTo>
                    <a:pt x="6195791" y="1430742"/>
                  </a:lnTo>
                  <a:lnTo>
                    <a:pt x="6196451" y="1430742"/>
                  </a:lnTo>
                  <a:lnTo>
                    <a:pt x="6197112" y="1430742"/>
                  </a:lnTo>
                  <a:lnTo>
                    <a:pt x="6197772" y="1430742"/>
                  </a:lnTo>
                  <a:lnTo>
                    <a:pt x="6198433" y="1430742"/>
                  </a:lnTo>
                  <a:lnTo>
                    <a:pt x="6199093" y="1430742"/>
                  </a:lnTo>
                  <a:lnTo>
                    <a:pt x="6199754" y="1430742"/>
                  </a:lnTo>
                  <a:lnTo>
                    <a:pt x="6200414" y="1430742"/>
                  </a:lnTo>
                  <a:lnTo>
                    <a:pt x="6201075" y="1430742"/>
                  </a:lnTo>
                  <a:lnTo>
                    <a:pt x="6201735" y="1430742"/>
                  </a:lnTo>
                  <a:lnTo>
                    <a:pt x="6202396" y="1430742"/>
                  </a:lnTo>
                  <a:lnTo>
                    <a:pt x="6203057" y="1430742"/>
                  </a:lnTo>
                  <a:lnTo>
                    <a:pt x="6203717" y="1430742"/>
                  </a:lnTo>
                  <a:lnTo>
                    <a:pt x="6204378" y="1430742"/>
                  </a:lnTo>
                  <a:lnTo>
                    <a:pt x="6205038" y="1430742"/>
                  </a:lnTo>
                  <a:lnTo>
                    <a:pt x="6205699" y="1430742"/>
                  </a:lnTo>
                  <a:lnTo>
                    <a:pt x="6206359" y="1430742"/>
                  </a:lnTo>
                  <a:lnTo>
                    <a:pt x="6207020" y="1430742"/>
                  </a:lnTo>
                  <a:lnTo>
                    <a:pt x="6207680" y="1430742"/>
                  </a:lnTo>
                  <a:lnTo>
                    <a:pt x="6208341" y="1430742"/>
                  </a:lnTo>
                  <a:lnTo>
                    <a:pt x="6209001" y="1430742"/>
                  </a:lnTo>
                  <a:lnTo>
                    <a:pt x="6209662" y="1430742"/>
                  </a:lnTo>
                  <a:lnTo>
                    <a:pt x="6210322" y="1430742"/>
                  </a:lnTo>
                  <a:lnTo>
                    <a:pt x="6210983" y="1430742"/>
                  </a:lnTo>
                  <a:lnTo>
                    <a:pt x="6211643" y="1430742"/>
                  </a:lnTo>
                  <a:lnTo>
                    <a:pt x="6212304" y="1430742"/>
                  </a:lnTo>
                  <a:lnTo>
                    <a:pt x="6212964" y="1430742"/>
                  </a:lnTo>
                  <a:lnTo>
                    <a:pt x="6213625" y="1430742"/>
                  </a:lnTo>
                  <a:lnTo>
                    <a:pt x="6214286" y="1430742"/>
                  </a:lnTo>
                  <a:lnTo>
                    <a:pt x="6214946" y="1430742"/>
                  </a:lnTo>
                  <a:lnTo>
                    <a:pt x="6215607" y="1430742"/>
                  </a:lnTo>
                  <a:lnTo>
                    <a:pt x="6216267" y="1430742"/>
                  </a:lnTo>
                  <a:lnTo>
                    <a:pt x="6216928" y="1430742"/>
                  </a:lnTo>
                  <a:lnTo>
                    <a:pt x="6217588" y="1430742"/>
                  </a:lnTo>
                  <a:lnTo>
                    <a:pt x="6218249" y="1430742"/>
                  </a:lnTo>
                  <a:lnTo>
                    <a:pt x="6218909" y="1430742"/>
                  </a:lnTo>
                  <a:lnTo>
                    <a:pt x="6219570" y="1430742"/>
                  </a:lnTo>
                  <a:lnTo>
                    <a:pt x="6220230" y="1430742"/>
                  </a:lnTo>
                  <a:lnTo>
                    <a:pt x="6220891" y="1430742"/>
                  </a:lnTo>
                  <a:lnTo>
                    <a:pt x="6221551" y="1430742"/>
                  </a:lnTo>
                  <a:lnTo>
                    <a:pt x="6222212" y="1430742"/>
                  </a:lnTo>
                  <a:lnTo>
                    <a:pt x="6222872" y="1430742"/>
                  </a:lnTo>
                  <a:lnTo>
                    <a:pt x="6223533" y="1430742"/>
                  </a:lnTo>
                  <a:lnTo>
                    <a:pt x="6224194" y="1430742"/>
                  </a:lnTo>
                  <a:lnTo>
                    <a:pt x="6224854" y="1430742"/>
                  </a:lnTo>
                  <a:lnTo>
                    <a:pt x="6225515" y="1430742"/>
                  </a:lnTo>
                  <a:lnTo>
                    <a:pt x="6226175" y="1406121"/>
                  </a:lnTo>
                  <a:lnTo>
                    <a:pt x="6226836" y="1362966"/>
                  </a:lnTo>
                  <a:lnTo>
                    <a:pt x="6227496" y="1343822"/>
                  </a:lnTo>
                  <a:lnTo>
                    <a:pt x="6228157" y="1343822"/>
                  </a:lnTo>
                  <a:lnTo>
                    <a:pt x="6228817" y="1343822"/>
                  </a:lnTo>
                  <a:lnTo>
                    <a:pt x="6229478" y="1362966"/>
                  </a:lnTo>
                  <a:lnTo>
                    <a:pt x="6230138" y="1406121"/>
                  </a:lnTo>
                  <a:lnTo>
                    <a:pt x="6230799" y="1383643"/>
                  </a:lnTo>
                  <a:lnTo>
                    <a:pt x="6231459" y="1325999"/>
                  </a:lnTo>
                  <a:lnTo>
                    <a:pt x="6232120" y="1278901"/>
                  </a:lnTo>
                  <a:lnTo>
                    <a:pt x="6232780" y="1264933"/>
                  </a:lnTo>
                  <a:lnTo>
                    <a:pt x="6233441" y="1264933"/>
                  </a:lnTo>
                  <a:lnTo>
                    <a:pt x="6234102" y="1293666"/>
                  </a:lnTo>
                  <a:lnTo>
                    <a:pt x="6234762" y="1343822"/>
                  </a:lnTo>
                  <a:lnTo>
                    <a:pt x="6235423" y="1406121"/>
                  </a:lnTo>
                  <a:lnTo>
                    <a:pt x="6236083" y="1430742"/>
                  </a:lnTo>
                  <a:lnTo>
                    <a:pt x="6236744" y="1430742"/>
                  </a:lnTo>
                  <a:lnTo>
                    <a:pt x="6237404" y="1430742"/>
                  </a:lnTo>
                  <a:lnTo>
                    <a:pt x="6238065" y="1406121"/>
                  </a:lnTo>
                  <a:lnTo>
                    <a:pt x="6238725" y="1383643"/>
                  </a:lnTo>
                  <a:lnTo>
                    <a:pt x="6239386" y="1343822"/>
                  </a:lnTo>
                  <a:lnTo>
                    <a:pt x="6240046" y="1325999"/>
                  </a:lnTo>
                  <a:lnTo>
                    <a:pt x="6240707" y="1309327"/>
                  </a:lnTo>
                  <a:lnTo>
                    <a:pt x="6241367" y="1325999"/>
                  </a:lnTo>
                  <a:lnTo>
                    <a:pt x="6242028" y="1343822"/>
                  </a:lnTo>
                  <a:lnTo>
                    <a:pt x="6242688" y="1383643"/>
                  </a:lnTo>
                  <a:lnTo>
                    <a:pt x="6243349" y="1406121"/>
                  </a:lnTo>
                  <a:lnTo>
                    <a:pt x="6244010" y="1430742"/>
                  </a:lnTo>
                  <a:lnTo>
                    <a:pt x="6244670" y="1430742"/>
                  </a:lnTo>
                  <a:lnTo>
                    <a:pt x="6245331" y="1430742"/>
                  </a:lnTo>
                  <a:lnTo>
                    <a:pt x="6245991" y="1430742"/>
                  </a:lnTo>
                  <a:lnTo>
                    <a:pt x="6246652" y="1430742"/>
                  </a:lnTo>
                  <a:lnTo>
                    <a:pt x="6247312" y="1430742"/>
                  </a:lnTo>
                  <a:lnTo>
                    <a:pt x="6247973" y="1430742"/>
                  </a:lnTo>
                  <a:lnTo>
                    <a:pt x="6248633" y="1430742"/>
                  </a:lnTo>
                  <a:lnTo>
                    <a:pt x="6249294" y="1430742"/>
                  </a:lnTo>
                  <a:lnTo>
                    <a:pt x="6249954" y="1430742"/>
                  </a:lnTo>
                  <a:lnTo>
                    <a:pt x="6250615" y="1430742"/>
                  </a:lnTo>
                  <a:lnTo>
                    <a:pt x="6251275" y="1430742"/>
                  </a:lnTo>
                  <a:lnTo>
                    <a:pt x="6251936" y="1430742"/>
                  </a:lnTo>
                  <a:lnTo>
                    <a:pt x="6252596" y="1430742"/>
                  </a:lnTo>
                  <a:lnTo>
                    <a:pt x="6253257" y="1430742"/>
                  </a:lnTo>
                  <a:lnTo>
                    <a:pt x="6253917" y="1430742"/>
                  </a:lnTo>
                  <a:lnTo>
                    <a:pt x="6254578" y="1430742"/>
                  </a:lnTo>
                  <a:lnTo>
                    <a:pt x="6255239" y="1430742"/>
                  </a:lnTo>
                  <a:lnTo>
                    <a:pt x="6255899" y="1430742"/>
                  </a:lnTo>
                  <a:lnTo>
                    <a:pt x="6256560" y="1430742"/>
                  </a:lnTo>
                  <a:lnTo>
                    <a:pt x="6257220" y="1430742"/>
                  </a:lnTo>
                  <a:lnTo>
                    <a:pt x="6257881" y="1430742"/>
                  </a:lnTo>
                  <a:lnTo>
                    <a:pt x="6258541" y="1430742"/>
                  </a:lnTo>
                  <a:lnTo>
                    <a:pt x="6259202" y="1430742"/>
                  </a:lnTo>
                  <a:lnTo>
                    <a:pt x="6259862" y="1430742"/>
                  </a:lnTo>
                  <a:lnTo>
                    <a:pt x="6260523" y="1430742"/>
                  </a:lnTo>
                  <a:lnTo>
                    <a:pt x="6261183" y="1430742"/>
                  </a:lnTo>
                  <a:lnTo>
                    <a:pt x="6261844" y="1430742"/>
                  </a:lnTo>
                  <a:lnTo>
                    <a:pt x="6262504" y="1430742"/>
                  </a:lnTo>
                  <a:lnTo>
                    <a:pt x="6263165" y="1430742"/>
                  </a:lnTo>
                  <a:lnTo>
                    <a:pt x="6263825" y="1430742"/>
                  </a:lnTo>
                  <a:lnTo>
                    <a:pt x="6264486" y="1430742"/>
                  </a:lnTo>
                  <a:lnTo>
                    <a:pt x="6265147" y="1430742"/>
                  </a:lnTo>
                  <a:lnTo>
                    <a:pt x="6265807" y="1430742"/>
                  </a:lnTo>
                  <a:lnTo>
                    <a:pt x="6266468" y="1430742"/>
                  </a:lnTo>
                  <a:lnTo>
                    <a:pt x="6267128" y="1430742"/>
                  </a:lnTo>
                  <a:lnTo>
                    <a:pt x="6267789" y="1430742"/>
                  </a:lnTo>
                  <a:lnTo>
                    <a:pt x="6268449" y="1430742"/>
                  </a:lnTo>
                  <a:lnTo>
                    <a:pt x="6269110" y="1430742"/>
                  </a:lnTo>
                  <a:lnTo>
                    <a:pt x="6269770" y="1430742"/>
                  </a:lnTo>
                  <a:lnTo>
                    <a:pt x="6270431" y="1430742"/>
                  </a:lnTo>
                  <a:lnTo>
                    <a:pt x="6271091" y="1430742"/>
                  </a:lnTo>
                  <a:lnTo>
                    <a:pt x="6271752" y="1430742"/>
                  </a:lnTo>
                  <a:lnTo>
                    <a:pt x="6272412" y="1430742"/>
                  </a:lnTo>
                  <a:lnTo>
                    <a:pt x="6273073" y="1430742"/>
                  </a:lnTo>
                  <a:lnTo>
                    <a:pt x="6273733" y="1430742"/>
                  </a:lnTo>
                  <a:lnTo>
                    <a:pt x="6274394" y="1430742"/>
                  </a:lnTo>
                  <a:lnTo>
                    <a:pt x="6275055" y="1430742"/>
                  </a:lnTo>
                  <a:lnTo>
                    <a:pt x="6275715" y="1406121"/>
                  </a:lnTo>
                  <a:lnTo>
                    <a:pt x="6276376" y="1383643"/>
                  </a:lnTo>
                  <a:lnTo>
                    <a:pt x="6277036" y="1362966"/>
                  </a:lnTo>
                  <a:lnTo>
                    <a:pt x="6277697" y="1343822"/>
                  </a:lnTo>
                  <a:lnTo>
                    <a:pt x="6278357" y="1333868"/>
                  </a:lnTo>
                  <a:lnTo>
                    <a:pt x="6279018" y="1352262"/>
                  </a:lnTo>
                  <a:lnTo>
                    <a:pt x="6279678" y="1372067"/>
                  </a:lnTo>
                  <a:lnTo>
                    <a:pt x="6280339" y="1393517"/>
                  </a:lnTo>
                  <a:lnTo>
                    <a:pt x="6280999" y="1416911"/>
                  </a:lnTo>
                  <a:lnTo>
                    <a:pt x="6281660" y="1430742"/>
                  </a:lnTo>
                  <a:lnTo>
                    <a:pt x="6282320" y="1430742"/>
                  </a:lnTo>
                  <a:lnTo>
                    <a:pt x="6282981" y="1430742"/>
                  </a:lnTo>
                  <a:lnTo>
                    <a:pt x="6283641" y="1430742"/>
                  </a:lnTo>
                  <a:lnTo>
                    <a:pt x="6284302" y="1430742"/>
                  </a:lnTo>
                  <a:lnTo>
                    <a:pt x="6284962" y="1430742"/>
                  </a:lnTo>
                  <a:lnTo>
                    <a:pt x="6285623" y="1430742"/>
                  </a:lnTo>
                  <a:lnTo>
                    <a:pt x="6286284" y="1430742"/>
                  </a:lnTo>
                  <a:lnTo>
                    <a:pt x="6286944" y="1430742"/>
                  </a:lnTo>
                  <a:lnTo>
                    <a:pt x="6287605" y="1430742"/>
                  </a:lnTo>
                  <a:lnTo>
                    <a:pt x="6288265" y="1430742"/>
                  </a:lnTo>
                  <a:lnTo>
                    <a:pt x="6288926" y="1430742"/>
                  </a:lnTo>
                  <a:lnTo>
                    <a:pt x="6289586" y="1430742"/>
                  </a:lnTo>
                  <a:lnTo>
                    <a:pt x="6290247" y="1430742"/>
                  </a:lnTo>
                  <a:lnTo>
                    <a:pt x="6290907" y="1430742"/>
                  </a:lnTo>
                  <a:lnTo>
                    <a:pt x="6291568" y="1430742"/>
                  </a:lnTo>
                  <a:lnTo>
                    <a:pt x="6292228" y="1430742"/>
                  </a:lnTo>
                  <a:lnTo>
                    <a:pt x="6292889" y="1430742"/>
                  </a:lnTo>
                  <a:lnTo>
                    <a:pt x="6293549" y="1430742"/>
                  </a:lnTo>
                  <a:lnTo>
                    <a:pt x="6294210" y="1430742"/>
                  </a:lnTo>
                  <a:lnTo>
                    <a:pt x="6294870" y="1383643"/>
                  </a:lnTo>
                  <a:lnTo>
                    <a:pt x="6295531" y="1343822"/>
                  </a:lnTo>
                  <a:lnTo>
                    <a:pt x="6296192" y="1293666"/>
                  </a:lnTo>
                  <a:lnTo>
                    <a:pt x="6296852" y="1278901"/>
                  </a:lnTo>
                  <a:lnTo>
                    <a:pt x="6297513" y="1278901"/>
                  </a:lnTo>
                  <a:lnTo>
                    <a:pt x="6298173" y="1293666"/>
                  </a:lnTo>
                  <a:lnTo>
                    <a:pt x="6298834" y="1309327"/>
                  </a:lnTo>
                  <a:lnTo>
                    <a:pt x="6299494" y="1343822"/>
                  </a:lnTo>
                  <a:lnTo>
                    <a:pt x="6300155" y="1343822"/>
                  </a:lnTo>
                  <a:lnTo>
                    <a:pt x="6300815" y="1309327"/>
                  </a:lnTo>
                  <a:lnTo>
                    <a:pt x="6301476" y="1309327"/>
                  </a:lnTo>
                  <a:lnTo>
                    <a:pt x="6302136" y="1309327"/>
                  </a:lnTo>
                  <a:lnTo>
                    <a:pt x="6302797" y="1325999"/>
                  </a:lnTo>
                  <a:lnTo>
                    <a:pt x="6303457" y="1343822"/>
                  </a:lnTo>
                  <a:lnTo>
                    <a:pt x="6304118" y="1383643"/>
                  </a:lnTo>
                  <a:lnTo>
                    <a:pt x="6304778" y="1406121"/>
                  </a:lnTo>
                  <a:lnTo>
                    <a:pt x="6305439" y="1430742"/>
                  </a:lnTo>
                  <a:lnTo>
                    <a:pt x="6306100" y="1430742"/>
                  </a:lnTo>
                  <a:lnTo>
                    <a:pt x="6306760" y="1430742"/>
                  </a:lnTo>
                  <a:lnTo>
                    <a:pt x="6307421" y="1430742"/>
                  </a:lnTo>
                  <a:lnTo>
                    <a:pt x="6308081" y="1430742"/>
                  </a:lnTo>
                  <a:lnTo>
                    <a:pt x="6308742" y="1430742"/>
                  </a:lnTo>
                  <a:lnTo>
                    <a:pt x="6309402" y="1430742"/>
                  </a:lnTo>
                  <a:lnTo>
                    <a:pt x="6310063" y="1430742"/>
                  </a:lnTo>
                  <a:lnTo>
                    <a:pt x="6310723" y="1430742"/>
                  </a:lnTo>
                  <a:lnTo>
                    <a:pt x="6311384" y="1430742"/>
                  </a:lnTo>
                  <a:lnTo>
                    <a:pt x="6312044" y="1430742"/>
                  </a:lnTo>
                  <a:lnTo>
                    <a:pt x="6312705" y="1430742"/>
                  </a:lnTo>
                  <a:lnTo>
                    <a:pt x="6313365" y="1430742"/>
                  </a:lnTo>
                  <a:lnTo>
                    <a:pt x="6314026" y="1430742"/>
                  </a:lnTo>
                  <a:lnTo>
                    <a:pt x="6314686" y="1430742"/>
                  </a:lnTo>
                  <a:lnTo>
                    <a:pt x="6315347" y="1430742"/>
                  </a:lnTo>
                  <a:lnTo>
                    <a:pt x="6316008" y="1430742"/>
                  </a:lnTo>
                  <a:lnTo>
                    <a:pt x="6316668" y="1430742"/>
                  </a:lnTo>
                  <a:lnTo>
                    <a:pt x="6317329" y="1430742"/>
                  </a:lnTo>
                  <a:lnTo>
                    <a:pt x="6317989" y="1430742"/>
                  </a:lnTo>
                  <a:lnTo>
                    <a:pt x="6318650" y="1430742"/>
                  </a:lnTo>
                  <a:lnTo>
                    <a:pt x="6319310" y="1430742"/>
                  </a:lnTo>
                  <a:lnTo>
                    <a:pt x="6319971" y="1430742"/>
                  </a:lnTo>
                  <a:lnTo>
                    <a:pt x="6320631" y="1430742"/>
                  </a:lnTo>
                  <a:lnTo>
                    <a:pt x="6321292" y="1430742"/>
                  </a:lnTo>
                  <a:lnTo>
                    <a:pt x="6321952" y="1430742"/>
                  </a:lnTo>
                  <a:lnTo>
                    <a:pt x="6322613" y="1430742"/>
                  </a:lnTo>
                  <a:lnTo>
                    <a:pt x="6323273" y="1430742"/>
                  </a:lnTo>
                  <a:lnTo>
                    <a:pt x="6323934" y="1430742"/>
                  </a:lnTo>
                  <a:lnTo>
                    <a:pt x="6324594" y="1430742"/>
                  </a:lnTo>
                  <a:lnTo>
                    <a:pt x="6325255" y="1430742"/>
                  </a:lnTo>
                  <a:lnTo>
                    <a:pt x="6325915" y="1430742"/>
                  </a:lnTo>
                  <a:lnTo>
                    <a:pt x="6326576" y="1430742"/>
                  </a:lnTo>
                  <a:lnTo>
                    <a:pt x="6327237" y="1430742"/>
                  </a:lnTo>
                  <a:lnTo>
                    <a:pt x="6327897" y="1430742"/>
                  </a:lnTo>
                  <a:lnTo>
                    <a:pt x="6328558" y="1430742"/>
                  </a:lnTo>
                  <a:lnTo>
                    <a:pt x="6329218" y="1430742"/>
                  </a:lnTo>
                  <a:lnTo>
                    <a:pt x="6329879" y="1430742"/>
                  </a:lnTo>
                  <a:lnTo>
                    <a:pt x="6330539" y="1430742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30742"/>
                  </a:lnTo>
                  <a:lnTo>
                    <a:pt x="6333181" y="1430742"/>
                  </a:lnTo>
                  <a:lnTo>
                    <a:pt x="6333842" y="1430742"/>
                  </a:lnTo>
                  <a:lnTo>
                    <a:pt x="6334502" y="1430742"/>
                  </a:lnTo>
                  <a:lnTo>
                    <a:pt x="6335163" y="1430742"/>
                  </a:lnTo>
                  <a:lnTo>
                    <a:pt x="6335823" y="1430742"/>
                  </a:lnTo>
                  <a:lnTo>
                    <a:pt x="6336484" y="1430742"/>
                  </a:lnTo>
                  <a:lnTo>
                    <a:pt x="6337145" y="1430742"/>
                  </a:lnTo>
                  <a:lnTo>
                    <a:pt x="6337805" y="1430742"/>
                  </a:lnTo>
                  <a:lnTo>
                    <a:pt x="6338466" y="1430742"/>
                  </a:lnTo>
                  <a:lnTo>
                    <a:pt x="6339126" y="1430742"/>
                  </a:lnTo>
                  <a:lnTo>
                    <a:pt x="6339787" y="1430742"/>
                  </a:lnTo>
                  <a:lnTo>
                    <a:pt x="6340447" y="1430742"/>
                  </a:lnTo>
                  <a:lnTo>
                    <a:pt x="6341108" y="1430742"/>
                  </a:lnTo>
                  <a:lnTo>
                    <a:pt x="6341768" y="1430742"/>
                  </a:lnTo>
                  <a:lnTo>
                    <a:pt x="6342429" y="1430742"/>
                  </a:lnTo>
                  <a:lnTo>
                    <a:pt x="6343089" y="1420610"/>
                  </a:lnTo>
                  <a:lnTo>
                    <a:pt x="6343750" y="1391290"/>
                  </a:lnTo>
                  <a:lnTo>
                    <a:pt x="6344410" y="1350362"/>
                  </a:lnTo>
                  <a:lnTo>
                    <a:pt x="6345071" y="1332098"/>
                  </a:lnTo>
                  <a:lnTo>
                    <a:pt x="6345731" y="1332098"/>
                  </a:lnTo>
                  <a:lnTo>
                    <a:pt x="6346392" y="1339250"/>
                  </a:lnTo>
                  <a:lnTo>
                    <a:pt x="6347053" y="1362966"/>
                  </a:lnTo>
                  <a:lnTo>
                    <a:pt x="6347713" y="1406121"/>
                  </a:lnTo>
                  <a:lnTo>
                    <a:pt x="6348374" y="1430742"/>
                  </a:lnTo>
                  <a:lnTo>
                    <a:pt x="6349034" y="1430742"/>
                  </a:lnTo>
                  <a:lnTo>
                    <a:pt x="6349695" y="1430742"/>
                  </a:lnTo>
                  <a:lnTo>
                    <a:pt x="6350355" y="1430742"/>
                  </a:lnTo>
                  <a:lnTo>
                    <a:pt x="6351016" y="1383643"/>
                  </a:lnTo>
                  <a:lnTo>
                    <a:pt x="6351676" y="1343822"/>
                  </a:lnTo>
                  <a:lnTo>
                    <a:pt x="6352337" y="1325999"/>
                  </a:lnTo>
                  <a:lnTo>
                    <a:pt x="6352997" y="1325999"/>
                  </a:lnTo>
                  <a:lnTo>
                    <a:pt x="6353658" y="1325999"/>
                  </a:lnTo>
                  <a:lnTo>
                    <a:pt x="6354318" y="1362966"/>
                  </a:lnTo>
                  <a:lnTo>
                    <a:pt x="6354979" y="1406121"/>
                  </a:lnTo>
                  <a:lnTo>
                    <a:pt x="6355639" y="1430742"/>
                  </a:lnTo>
                  <a:lnTo>
                    <a:pt x="6356300" y="1430742"/>
                  </a:lnTo>
                  <a:lnTo>
                    <a:pt x="6356960" y="1430742"/>
                  </a:lnTo>
                  <a:lnTo>
                    <a:pt x="6357621" y="1430742"/>
                  </a:lnTo>
                  <a:lnTo>
                    <a:pt x="6358282" y="1430742"/>
                  </a:lnTo>
                  <a:lnTo>
                    <a:pt x="6358942" y="1430742"/>
                  </a:lnTo>
                  <a:lnTo>
                    <a:pt x="6359603" y="1430742"/>
                  </a:lnTo>
                  <a:lnTo>
                    <a:pt x="6360263" y="1406121"/>
                  </a:lnTo>
                  <a:lnTo>
                    <a:pt x="6360924" y="1362966"/>
                  </a:lnTo>
                  <a:lnTo>
                    <a:pt x="6361584" y="1343822"/>
                  </a:lnTo>
                  <a:lnTo>
                    <a:pt x="6362245" y="1343822"/>
                  </a:lnTo>
                  <a:lnTo>
                    <a:pt x="6362905" y="1343822"/>
                  </a:lnTo>
                  <a:lnTo>
                    <a:pt x="6363566" y="1362966"/>
                  </a:lnTo>
                  <a:lnTo>
                    <a:pt x="6364226" y="1406121"/>
                  </a:lnTo>
                  <a:lnTo>
                    <a:pt x="6364887" y="1430742"/>
                  </a:lnTo>
                  <a:lnTo>
                    <a:pt x="6365547" y="1430742"/>
                  </a:lnTo>
                  <a:lnTo>
                    <a:pt x="6366208" y="1430742"/>
                  </a:lnTo>
                  <a:lnTo>
                    <a:pt x="6366868" y="1430742"/>
                  </a:lnTo>
                  <a:lnTo>
                    <a:pt x="6367529" y="1430742"/>
                  </a:lnTo>
                  <a:lnTo>
                    <a:pt x="6368190" y="1430742"/>
                  </a:lnTo>
                  <a:lnTo>
                    <a:pt x="6368850" y="1430742"/>
                  </a:lnTo>
                  <a:lnTo>
                    <a:pt x="6369511" y="1430742"/>
                  </a:lnTo>
                  <a:lnTo>
                    <a:pt x="6370171" y="1406121"/>
                  </a:lnTo>
                  <a:lnTo>
                    <a:pt x="6370832" y="1362966"/>
                  </a:lnTo>
                  <a:lnTo>
                    <a:pt x="6371492" y="1343822"/>
                  </a:lnTo>
                  <a:lnTo>
                    <a:pt x="6372153" y="1343822"/>
                  </a:lnTo>
                  <a:lnTo>
                    <a:pt x="6372813" y="1325999"/>
                  </a:lnTo>
                  <a:lnTo>
                    <a:pt x="6373474" y="1309327"/>
                  </a:lnTo>
                  <a:lnTo>
                    <a:pt x="6374134" y="1309327"/>
                  </a:lnTo>
                  <a:lnTo>
                    <a:pt x="6374795" y="1325999"/>
                  </a:lnTo>
                  <a:lnTo>
                    <a:pt x="6375455" y="1325999"/>
                  </a:lnTo>
                  <a:lnTo>
                    <a:pt x="6376116" y="1343822"/>
                  </a:lnTo>
                  <a:lnTo>
                    <a:pt x="6376776" y="1383643"/>
                  </a:lnTo>
                  <a:lnTo>
                    <a:pt x="6377437" y="1430742"/>
                  </a:lnTo>
                  <a:lnTo>
                    <a:pt x="6378098" y="1430742"/>
                  </a:lnTo>
                  <a:lnTo>
                    <a:pt x="6378758" y="1430742"/>
                  </a:lnTo>
                  <a:lnTo>
                    <a:pt x="6379419" y="1430742"/>
                  </a:lnTo>
                  <a:lnTo>
                    <a:pt x="6380079" y="1430742"/>
                  </a:lnTo>
                  <a:lnTo>
                    <a:pt x="6380740" y="1430742"/>
                  </a:lnTo>
                  <a:lnTo>
                    <a:pt x="6381400" y="1430742"/>
                  </a:lnTo>
                  <a:lnTo>
                    <a:pt x="6382061" y="1430742"/>
                  </a:lnTo>
                  <a:lnTo>
                    <a:pt x="6382721" y="1430742"/>
                  </a:lnTo>
                  <a:lnTo>
                    <a:pt x="6383382" y="1430742"/>
                  </a:lnTo>
                  <a:lnTo>
                    <a:pt x="6384042" y="1430742"/>
                  </a:lnTo>
                  <a:lnTo>
                    <a:pt x="6384703" y="1430742"/>
                  </a:lnTo>
                  <a:lnTo>
                    <a:pt x="6385363" y="1430742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383643"/>
                  </a:lnTo>
                  <a:lnTo>
                    <a:pt x="6388006" y="1343822"/>
                  </a:lnTo>
                  <a:lnTo>
                    <a:pt x="6388666" y="1325999"/>
                  </a:lnTo>
                  <a:lnTo>
                    <a:pt x="6389327" y="1325999"/>
                  </a:lnTo>
                  <a:lnTo>
                    <a:pt x="6389987" y="1325999"/>
                  </a:lnTo>
                  <a:lnTo>
                    <a:pt x="6390648" y="1362966"/>
                  </a:lnTo>
                  <a:lnTo>
                    <a:pt x="6391308" y="1406121"/>
                  </a:lnTo>
                  <a:lnTo>
                    <a:pt x="6391969" y="1430742"/>
                  </a:lnTo>
                  <a:lnTo>
                    <a:pt x="6392629" y="1430742"/>
                  </a:lnTo>
                  <a:lnTo>
                    <a:pt x="6393290" y="1430742"/>
                  </a:lnTo>
                  <a:lnTo>
                    <a:pt x="6393950" y="1430742"/>
                  </a:lnTo>
                  <a:lnTo>
                    <a:pt x="6394611" y="1430742"/>
                  </a:lnTo>
                  <a:lnTo>
                    <a:pt x="6395271" y="1430742"/>
                  </a:lnTo>
                  <a:lnTo>
                    <a:pt x="6395932" y="1430742"/>
                  </a:lnTo>
                  <a:lnTo>
                    <a:pt x="6396592" y="1430742"/>
                  </a:lnTo>
                  <a:lnTo>
                    <a:pt x="6397253" y="1430742"/>
                  </a:lnTo>
                  <a:lnTo>
                    <a:pt x="6397913" y="1430742"/>
                  </a:lnTo>
                  <a:lnTo>
                    <a:pt x="6398574" y="1430742"/>
                  </a:lnTo>
                  <a:lnTo>
                    <a:pt x="6399235" y="1430742"/>
                  </a:lnTo>
                  <a:lnTo>
                    <a:pt x="6399895" y="1430742"/>
                  </a:lnTo>
                  <a:lnTo>
                    <a:pt x="6400556" y="1430742"/>
                  </a:lnTo>
                  <a:lnTo>
                    <a:pt x="6401216" y="1430742"/>
                  </a:lnTo>
                  <a:lnTo>
                    <a:pt x="6401877" y="1430742"/>
                  </a:lnTo>
                  <a:lnTo>
                    <a:pt x="6402537" y="1430742"/>
                  </a:lnTo>
                  <a:lnTo>
                    <a:pt x="6403198" y="1430742"/>
                  </a:lnTo>
                  <a:lnTo>
                    <a:pt x="6403858" y="1430742"/>
                  </a:lnTo>
                  <a:lnTo>
                    <a:pt x="6404519" y="1430742"/>
                  </a:lnTo>
                  <a:lnTo>
                    <a:pt x="6405179" y="1430742"/>
                  </a:lnTo>
                  <a:lnTo>
                    <a:pt x="6405840" y="1430742"/>
                  </a:lnTo>
                  <a:lnTo>
                    <a:pt x="6406500" y="1430742"/>
                  </a:lnTo>
                  <a:lnTo>
                    <a:pt x="6407161" y="1430742"/>
                  </a:lnTo>
                  <a:lnTo>
                    <a:pt x="6407821" y="1430742"/>
                  </a:lnTo>
                  <a:lnTo>
                    <a:pt x="6408482" y="1430742"/>
                  </a:lnTo>
                  <a:lnTo>
                    <a:pt x="6409143" y="1430742"/>
                  </a:lnTo>
                  <a:lnTo>
                    <a:pt x="6409803" y="1430742"/>
                  </a:lnTo>
                  <a:lnTo>
                    <a:pt x="6410464" y="1430742"/>
                  </a:lnTo>
                  <a:lnTo>
                    <a:pt x="6411124" y="1430742"/>
                  </a:lnTo>
                  <a:lnTo>
                    <a:pt x="6411785" y="1430742"/>
                  </a:lnTo>
                  <a:lnTo>
                    <a:pt x="6412445" y="1430742"/>
                  </a:lnTo>
                  <a:lnTo>
                    <a:pt x="6413106" y="1430742"/>
                  </a:lnTo>
                  <a:lnTo>
                    <a:pt x="6413766" y="1430742"/>
                  </a:lnTo>
                  <a:lnTo>
                    <a:pt x="6414427" y="1430742"/>
                  </a:lnTo>
                  <a:lnTo>
                    <a:pt x="6415087" y="1430742"/>
                  </a:lnTo>
                  <a:lnTo>
                    <a:pt x="6415748" y="1430742"/>
                  </a:lnTo>
                  <a:lnTo>
                    <a:pt x="6416408" y="1430742"/>
                  </a:lnTo>
                  <a:lnTo>
                    <a:pt x="6417069" y="1430742"/>
                  </a:lnTo>
                  <a:lnTo>
                    <a:pt x="6417729" y="1430742"/>
                  </a:lnTo>
                  <a:lnTo>
                    <a:pt x="6418390" y="1430742"/>
                  </a:lnTo>
                  <a:lnTo>
                    <a:pt x="6419051" y="1430742"/>
                  </a:lnTo>
                  <a:lnTo>
                    <a:pt x="6419711" y="1406121"/>
                  </a:lnTo>
                  <a:lnTo>
                    <a:pt x="6420372" y="1343822"/>
                  </a:lnTo>
                  <a:lnTo>
                    <a:pt x="6421032" y="1251683"/>
                  </a:lnTo>
                  <a:lnTo>
                    <a:pt x="6421693" y="1183907"/>
                  </a:lnTo>
                  <a:lnTo>
                    <a:pt x="6422353" y="1146510"/>
                  </a:lnTo>
                  <a:lnTo>
                    <a:pt x="6423014" y="1114227"/>
                  </a:lnTo>
                  <a:lnTo>
                    <a:pt x="6423674" y="1114227"/>
                  </a:lnTo>
                  <a:lnTo>
                    <a:pt x="6424335" y="1155253"/>
                  </a:lnTo>
                  <a:lnTo>
                    <a:pt x="6424995" y="1215018"/>
                  </a:lnTo>
                  <a:lnTo>
                    <a:pt x="6425656" y="1264933"/>
                  </a:lnTo>
                  <a:lnTo>
                    <a:pt x="6426316" y="1343822"/>
                  </a:lnTo>
                  <a:lnTo>
                    <a:pt x="6426977" y="1406121"/>
                  </a:lnTo>
                  <a:lnTo>
                    <a:pt x="6427637" y="1430742"/>
                  </a:lnTo>
                  <a:lnTo>
                    <a:pt x="6428298" y="1430742"/>
                  </a:lnTo>
                  <a:lnTo>
                    <a:pt x="6428958" y="1430742"/>
                  </a:lnTo>
                  <a:lnTo>
                    <a:pt x="6429619" y="1430742"/>
                  </a:lnTo>
                  <a:lnTo>
                    <a:pt x="6430280" y="1430742"/>
                  </a:lnTo>
                  <a:lnTo>
                    <a:pt x="6430940" y="1430742"/>
                  </a:lnTo>
                  <a:lnTo>
                    <a:pt x="6431601" y="1430742"/>
                  </a:lnTo>
                  <a:lnTo>
                    <a:pt x="6432261" y="1430742"/>
                  </a:lnTo>
                  <a:lnTo>
                    <a:pt x="6432922" y="1430742"/>
                  </a:lnTo>
                  <a:lnTo>
                    <a:pt x="6433582" y="1430742"/>
                  </a:lnTo>
                  <a:lnTo>
                    <a:pt x="6434243" y="1430742"/>
                  </a:lnTo>
                  <a:lnTo>
                    <a:pt x="6434903" y="1430742"/>
                  </a:lnTo>
                  <a:lnTo>
                    <a:pt x="6435564" y="1430742"/>
                  </a:lnTo>
                  <a:lnTo>
                    <a:pt x="6436224" y="1430742"/>
                  </a:lnTo>
                  <a:lnTo>
                    <a:pt x="6436885" y="1406121"/>
                  </a:lnTo>
                  <a:lnTo>
                    <a:pt x="6437545" y="1362966"/>
                  </a:lnTo>
                  <a:lnTo>
                    <a:pt x="6438206" y="1343822"/>
                  </a:lnTo>
                  <a:lnTo>
                    <a:pt x="6438866" y="1309327"/>
                  </a:lnTo>
                  <a:lnTo>
                    <a:pt x="6439527" y="1251683"/>
                  </a:lnTo>
                  <a:lnTo>
                    <a:pt x="6440188" y="1219540"/>
                  </a:lnTo>
                  <a:lnTo>
                    <a:pt x="6440848" y="1208379"/>
                  </a:lnTo>
                  <a:lnTo>
                    <a:pt x="6441509" y="1188417"/>
                  </a:lnTo>
                  <a:lnTo>
                    <a:pt x="6442169" y="1198731"/>
                  </a:lnTo>
                  <a:lnTo>
                    <a:pt x="6442830" y="1244675"/>
                  </a:lnTo>
                  <a:lnTo>
                    <a:pt x="6443490" y="1295190"/>
                  </a:lnTo>
                  <a:lnTo>
                    <a:pt x="6444151" y="1345674"/>
                  </a:lnTo>
                  <a:lnTo>
                    <a:pt x="6444811" y="1406121"/>
                  </a:lnTo>
                  <a:lnTo>
                    <a:pt x="6445472" y="1430742"/>
                  </a:lnTo>
                  <a:lnTo>
                    <a:pt x="6446132" y="1430742"/>
                  </a:lnTo>
                  <a:lnTo>
                    <a:pt x="6446793" y="1430742"/>
                  </a:lnTo>
                  <a:lnTo>
                    <a:pt x="6447453" y="1430742"/>
                  </a:lnTo>
                  <a:lnTo>
                    <a:pt x="6448114" y="1430742"/>
                  </a:lnTo>
                  <a:lnTo>
                    <a:pt x="6448774" y="1430742"/>
                  </a:lnTo>
                  <a:lnTo>
                    <a:pt x="6449435" y="1430742"/>
                  </a:lnTo>
                  <a:lnTo>
                    <a:pt x="6450096" y="1430742"/>
                  </a:lnTo>
                  <a:lnTo>
                    <a:pt x="6450756" y="1430742"/>
                  </a:lnTo>
                  <a:lnTo>
                    <a:pt x="6451417" y="1430742"/>
                  </a:lnTo>
                  <a:lnTo>
                    <a:pt x="6452077" y="1430742"/>
                  </a:lnTo>
                  <a:lnTo>
                    <a:pt x="6452738" y="1430742"/>
                  </a:lnTo>
                  <a:lnTo>
                    <a:pt x="6453398" y="1430742"/>
                  </a:lnTo>
                  <a:lnTo>
                    <a:pt x="6454059" y="1430742"/>
                  </a:lnTo>
                  <a:lnTo>
                    <a:pt x="6454719" y="1430742"/>
                  </a:lnTo>
                  <a:lnTo>
                    <a:pt x="6455380" y="1430742"/>
                  </a:lnTo>
                  <a:lnTo>
                    <a:pt x="6456040" y="1430742"/>
                  </a:lnTo>
                  <a:lnTo>
                    <a:pt x="6456701" y="1430742"/>
                  </a:lnTo>
                  <a:lnTo>
                    <a:pt x="6457361" y="1430742"/>
                  </a:lnTo>
                  <a:lnTo>
                    <a:pt x="6458022" y="1430742"/>
                  </a:lnTo>
                  <a:lnTo>
                    <a:pt x="6458682" y="1430742"/>
                  </a:lnTo>
                  <a:lnTo>
                    <a:pt x="6459343" y="1430742"/>
                  </a:lnTo>
                  <a:lnTo>
                    <a:pt x="6460004" y="1430742"/>
                  </a:lnTo>
                  <a:lnTo>
                    <a:pt x="6460664" y="1430742"/>
                  </a:lnTo>
                  <a:lnTo>
                    <a:pt x="6461325" y="1430742"/>
                  </a:lnTo>
                  <a:lnTo>
                    <a:pt x="6461985" y="1430742"/>
                  </a:lnTo>
                  <a:lnTo>
                    <a:pt x="6462646" y="1430742"/>
                  </a:lnTo>
                  <a:lnTo>
                    <a:pt x="6463306" y="1430742"/>
                  </a:lnTo>
                  <a:lnTo>
                    <a:pt x="6463967" y="1430742"/>
                  </a:lnTo>
                  <a:lnTo>
                    <a:pt x="6464627" y="1430742"/>
                  </a:lnTo>
                  <a:lnTo>
                    <a:pt x="6465288" y="1430742"/>
                  </a:lnTo>
                  <a:lnTo>
                    <a:pt x="6465948" y="1430742"/>
                  </a:lnTo>
                  <a:lnTo>
                    <a:pt x="6466609" y="1406121"/>
                  </a:lnTo>
                  <a:lnTo>
                    <a:pt x="6467269" y="1381500"/>
                  </a:lnTo>
                  <a:lnTo>
                    <a:pt x="6467930" y="1360987"/>
                  </a:lnTo>
                  <a:lnTo>
                    <a:pt x="6468590" y="1341983"/>
                  </a:lnTo>
                  <a:lnTo>
                    <a:pt x="6469251" y="1341983"/>
                  </a:lnTo>
                  <a:lnTo>
                    <a:pt x="6469911" y="1360987"/>
                  </a:lnTo>
                  <a:lnTo>
                    <a:pt x="6470572" y="1383643"/>
                  </a:lnTo>
                  <a:lnTo>
                    <a:pt x="6471233" y="1406121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30742"/>
                  </a:lnTo>
                  <a:lnTo>
                    <a:pt x="6475196" y="1430742"/>
                  </a:lnTo>
                  <a:lnTo>
                    <a:pt x="6475856" y="1430742"/>
                  </a:lnTo>
                  <a:lnTo>
                    <a:pt x="6476517" y="1430742"/>
                  </a:lnTo>
                  <a:lnTo>
                    <a:pt x="6477177" y="1430742"/>
                  </a:lnTo>
                  <a:lnTo>
                    <a:pt x="6477838" y="1430742"/>
                  </a:lnTo>
                  <a:lnTo>
                    <a:pt x="6478498" y="1430742"/>
                  </a:lnTo>
                  <a:lnTo>
                    <a:pt x="6479159" y="1430742"/>
                  </a:lnTo>
                  <a:lnTo>
                    <a:pt x="6479819" y="1430742"/>
                  </a:lnTo>
                  <a:lnTo>
                    <a:pt x="6480480" y="1430742"/>
                  </a:lnTo>
                  <a:lnTo>
                    <a:pt x="6481141" y="1430742"/>
                  </a:lnTo>
                  <a:lnTo>
                    <a:pt x="6481801" y="1430742"/>
                  </a:lnTo>
                  <a:lnTo>
                    <a:pt x="6482462" y="1430742"/>
                  </a:lnTo>
                  <a:lnTo>
                    <a:pt x="6483122" y="1430742"/>
                  </a:lnTo>
                  <a:lnTo>
                    <a:pt x="6483783" y="1430742"/>
                  </a:lnTo>
                  <a:lnTo>
                    <a:pt x="6484443" y="1430742"/>
                  </a:lnTo>
                  <a:lnTo>
                    <a:pt x="6485104" y="1430742"/>
                  </a:lnTo>
                  <a:lnTo>
                    <a:pt x="6485764" y="1430742"/>
                  </a:lnTo>
                  <a:lnTo>
                    <a:pt x="6486425" y="1430742"/>
                  </a:lnTo>
                  <a:lnTo>
                    <a:pt x="6487085" y="1430742"/>
                  </a:lnTo>
                  <a:lnTo>
                    <a:pt x="6487746" y="1430742"/>
                  </a:lnTo>
                  <a:lnTo>
                    <a:pt x="6488406" y="1430742"/>
                  </a:lnTo>
                  <a:lnTo>
                    <a:pt x="6489067" y="1430742"/>
                  </a:lnTo>
                  <a:lnTo>
                    <a:pt x="6489727" y="1430742"/>
                  </a:lnTo>
                  <a:lnTo>
                    <a:pt x="6490388" y="1430742"/>
                  </a:lnTo>
                  <a:lnTo>
                    <a:pt x="6491049" y="1430742"/>
                  </a:lnTo>
                  <a:lnTo>
                    <a:pt x="6491709" y="1430742"/>
                  </a:lnTo>
                  <a:lnTo>
                    <a:pt x="6492370" y="1430742"/>
                  </a:lnTo>
                  <a:lnTo>
                    <a:pt x="6493030" y="1430742"/>
                  </a:lnTo>
                  <a:lnTo>
                    <a:pt x="6493691" y="1430742"/>
                  </a:lnTo>
                  <a:lnTo>
                    <a:pt x="6494351" y="1430742"/>
                  </a:lnTo>
                  <a:lnTo>
                    <a:pt x="6495012" y="1430742"/>
                  </a:lnTo>
                  <a:lnTo>
                    <a:pt x="6495672" y="1430742"/>
                  </a:lnTo>
                  <a:lnTo>
                    <a:pt x="6496333" y="1430742"/>
                  </a:lnTo>
                  <a:lnTo>
                    <a:pt x="6496993" y="1406121"/>
                  </a:lnTo>
                  <a:lnTo>
                    <a:pt x="6497654" y="1383643"/>
                  </a:lnTo>
                  <a:lnTo>
                    <a:pt x="6498314" y="1362966"/>
                  </a:lnTo>
                  <a:lnTo>
                    <a:pt x="6498975" y="1309327"/>
                  </a:lnTo>
                  <a:lnTo>
                    <a:pt x="6499635" y="1264933"/>
                  </a:lnTo>
                  <a:lnTo>
                    <a:pt x="6500296" y="1264933"/>
                  </a:lnTo>
                  <a:lnTo>
                    <a:pt x="6500956" y="1278901"/>
                  </a:lnTo>
                  <a:lnTo>
                    <a:pt x="6501617" y="1293666"/>
                  </a:lnTo>
                  <a:lnTo>
                    <a:pt x="6502278" y="1343822"/>
                  </a:lnTo>
                  <a:lnTo>
                    <a:pt x="6502938" y="1406121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430742"/>
                  </a:lnTo>
                  <a:lnTo>
                    <a:pt x="6510204" y="1430742"/>
                  </a:lnTo>
                  <a:lnTo>
                    <a:pt x="6510864" y="1406121"/>
                  </a:lnTo>
                  <a:lnTo>
                    <a:pt x="6511525" y="1362966"/>
                  </a:lnTo>
                  <a:lnTo>
                    <a:pt x="6512186" y="1343822"/>
                  </a:lnTo>
                  <a:lnTo>
                    <a:pt x="6512846" y="1343822"/>
                  </a:lnTo>
                  <a:lnTo>
                    <a:pt x="6513507" y="1343822"/>
                  </a:lnTo>
                  <a:lnTo>
                    <a:pt x="6514167" y="1343822"/>
                  </a:lnTo>
                  <a:lnTo>
                    <a:pt x="6514828" y="1343822"/>
                  </a:lnTo>
                  <a:lnTo>
                    <a:pt x="6515488" y="1343822"/>
                  </a:lnTo>
                  <a:lnTo>
                    <a:pt x="6516149" y="1325999"/>
                  </a:lnTo>
                  <a:lnTo>
                    <a:pt x="6516809" y="1309327"/>
                  </a:lnTo>
                  <a:lnTo>
                    <a:pt x="6517470" y="1293666"/>
                  </a:lnTo>
                  <a:lnTo>
                    <a:pt x="6518130" y="1275337"/>
                  </a:lnTo>
                  <a:lnTo>
                    <a:pt x="6518791" y="1224143"/>
                  </a:lnTo>
                  <a:lnTo>
                    <a:pt x="6519451" y="1191468"/>
                  </a:lnTo>
                  <a:lnTo>
                    <a:pt x="6520112" y="1153480"/>
                  </a:lnTo>
                  <a:lnTo>
                    <a:pt x="6520772" y="1153480"/>
                  </a:lnTo>
                  <a:lnTo>
                    <a:pt x="6521433" y="1138469"/>
                  </a:lnTo>
                  <a:lnTo>
                    <a:pt x="6522094" y="1153480"/>
                  </a:lnTo>
                  <a:lnTo>
                    <a:pt x="6522754" y="1155253"/>
                  </a:lnTo>
                  <a:lnTo>
                    <a:pt x="6523415" y="1114607"/>
                  </a:lnTo>
                  <a:lnTo>
                    <a:pt x="6524075" y="1048296"/>
                  </a:lnTo>
                  <a:lnTo>
                    <a:pt x="6524736" y="983865"/>
                  </a:lnTo>
                  <a:lnTo>
                    <a:pt x="6525396" y="920423"/>
                  </a:lnTo>
                  <a:lnTo>
                    <a:pt x="6526057" y="875032"/>
                  </a:lnTo>
                  <a:lnTo>
                    <a:pt x="6526717" y="847544"/>
                  </a:lnTo>
                  <a:lnTo>
                    <a:pt x="6527378" y="831947"/>
                  </a:lnTo>
                  <a:lnTo>
                    <a:pt x="6528038" y="819410"/>
                  </a:lnTo>
                  <a:lnTo>
                    <a:pt x="6528699" y="819167"/>
                  </a:lnTo>
                  <a:lnTo>
                    <a:pt x="6529359" y="818201"/>
                  </a:lnTo>
                  <a:lnTo>
                    <a:pt x="6530020" y="816758"/>
                  </a:lnTo>
                  <a:lnTo>
                    <a:pt x="6530680" y="818925"/>
                  </a:lnTo>
                  <a:lnTo>
                    <a:pt x="6531341" y="845660"/>
                  </a:lnTo>
                  <a:lnTo>
                    <a:pt x="6532002" y="873683"/>
                  </a:lnTo>
                  <a:lnTo>
                    <a:pt x="6532662" y="916865"/>
                  </a:lnTo>
                  <a:lnTo>
                    <a:pt x="6533323" y="983636"/>
                  </a:lnTo>
                  <a:lnTo>
                    <a:pt x="6533983" y="1069734"/>
                  </a:lnTo>
                  <a:lnTo>
                    <a:pt x="6534644" y="1154808"/>
                  </a:lnTo>
                  <a:lnTo>
                    <a:pt x="6535304" y="1216141"/>
                  </a:lnTo>
                  <a:lnTo>
                    <a:pt x="6535965" y="1202440"/>
                  </a:lnTo>
                  <a:lnTo>
                    <a:pt x="6536625" y="1177528"/>
                  </a:lnTo>
                  <a:lnTo>
                    <a:pt x="6537286" y="1145224"/>
                  </a:lnTo>
                  <a:lnTo>
                    <a:pt x="6537946" y="1142247"/>
                  </a:lnTo>
                  <a:lnTo>
                    <a:pt x="6538607" y="1168948"/>
                  </a:lnTo>
                  <a:lnTo>
                    <a:pt x="6539267" y="1220683"/>
                  </a:lnTo>
                  <a:lnTo>
                    <a:pt x="6539928" y="1271125"/>
                  </a:lnTo>
                  <a:lnTo>
                    <a:pt x="6540588" y="1318363"/>
                  </a:lnTo>
                  <a:lnTo>
                    <a:pt x="6541249" y="1318363"/>
                  </a:lnTo>
                  <a:lnTo>
                    <a:pt x="6541909" y="1272522"/>
                  </a:lnTo>
                  <a:lnTo>
                    <a:pt x="6542570" y="1258887"/>
                  </a:lnTo>
                  <a:lnTo>
                    <a:pt x="6543231" y="1245935"/>
                  </a:lnTo>
                  <a:lnTo>
                    <a:pt x="6543891" y="1251683"/>
                  </a:lnTo>
                  <a:lnTo>
                    <a:pt x="6544552" y="1251683"/>
                  </a:lnTo>
                  <a:lnTo>
                    <a:pt x="6545212" y="1239079"/>
                  </a:lnTo>
                  <a:lnTo>
                    <a:pt x="6545873" y="1208379"/>
                  </a:lnTo>
                  <a:lnTo>
                    <a:pt x="6546533" y="1158834"/>
                  </a:lnTo>
                  <a:lnTo>
                    <a:pt x="6547194" y="1102365"/>
                  </a:lnTo>
                  <a:lnTo>
                    <a:pt x="6547854" y="1058487"/>
                  </a:lnTo>
                  <a:lnTo>
                    <a:pt x="6548515" y="1025794"/>
                  </a:lnTo>
                  <a:lnTo>
                    <a:pt x="6549175" y="1006592"/>
                  </a:lnTo>
                  <a:lnTo>
                    <a:pt x="6549836" y="1006592"/>
                  </a:lnTo>
                  <a:lnTo>
                    <a:pt x="6550496" y="1027416"/>
                  </a:lnTo>
                  <a:lnTo>
                    <a:pt x="6551157" y="1059713"/>
                  </a:lnTo>
                  <a:lnTo>
                    <a:pt x="6551817" y="1097342"/>
                  </a:lnTo>
                  <a:lnTo>
                    <a:pt x="6552478" y="1130268"/>
                  </a:lnTo>
                  <a:lnTo>
                    <a:pt x="6553139" y="1191468"/>
                  </a:lnTo>
                  <a:lnTo>
                    <a:pt x="6553799" y="1231205"/>
                  </a:lnTo>
                  <a:lnTo>
                    <a:pt x="6554460" y="1256244"/>
                  </a:lnTo>
                  <a:lnTo>
                    <a:pt x="6555120" y="1315041"/>
                  </a:lnTo>
                  <a:lnTo>
                    <a:pt x="6555781" y="1370017"/>
                  </a:lnTo>
                  <a:lnTo>
                    <a:pt x="6556441" y="1355138"/>
                  </a:lnTo>
                  <a:lnTo>
                    <a:pt x="6557102" y="1325999"/>
                  </a:lnTo>
                  <a:lnTo>
                    <a:pt x="6557762" y="1325999"/>
                  </a:lnTo>
                  <a:lnTo>
                    <a:pt x="6558423" y="1325999"/>
                  </a:lnTo>
                  <a:lnTo>
                    <a:pt x="6559083" y="1302162"/>
                  </a:lnTo>
                  <a:lnTo>
                    <a:pt x="6559744" y="1233602"/>
                  </a:lnTo>
                  <a:lnTo>
                    <a:pt x="6560404" y="1169888"/>
                  </a:lnTo>
                  <a:lnTo>
                    <a:pt x="6561065" y="1107119"/>
                  </a:lnTo>
                  <a:lnTo>
                    <a:pt x="6561725" y="1056053"/>
                  </a:lnTo>
                  <a:lnTo>
                    <a:pt x="6562386" y="1052743"/>
                  </a:lnTo>
                  <a:lnTo>
                    <a:pt x="6563047" y="1077843"/>
                  </a:lnTo>
                  <a:lnTo>
                    <a:pt x="6563707" y="1127059"/>
                  </a:lnTo>
                  <a:lnTo>
                    <a:pt x="6564368" y="1185402"/>
                  </a:lnTo>
                  <a:lnTo>
                    <a:pt x="6565028" y="1262228"/>
                  </a:lnTo>
                  <a:lnTo>
                    <a:pt x="6565689" y="1306118"/>
                  </a:lnTo>
                  <a:lnTo>
                    <a:pt x="6566349" y="1359022"/>
                  </a:lnTo>
                  <a:lnTo>
                    <a:pt x="6567010" y="1383643"/>
                  </a:lnTo>
                  <a:lnTo>
                    <a:pt x="6567670" y="1406121"/>
                  </a:lnTo>
                  <a:lnTo>
                    <a:pt x="6568331" y="1430742"/>
                  </a:lnTo>
                  <a:lnTo>
                    <a:pt x="6568991" y="1406121"/>
                  </a:lnTo>
                  <a:lnTo>
                    <a:pt x="6569652" y="1383643"/>
                  </a:lnTo>
                  <a:lnTo>
                    <a:pt x="6570312" y="1362966"/>
                  </a:lnTo>
                  <a:lnTo>
                    <a:pt x="6570973" y="1343822"/>
                  </a:lnTo>
                  <a:lnTo>
                    <a:pt x="6571633" y="1325999"/>
                  </a:lnTo>
                  <a:lnTo>
                    <a:pt x="6572294" y="1330341"/>
                  </a:lnTo>
                  <a:lnTo>
                    <a:pt x="6572954" y="1348477"/>
                  </a:lnTo>
                  <a:lnTo>
                    <a:pt x="6573615" y="1348477"/>
                  </a:lnTo>
                  <a:lnTo>
                    <a:pt x="6574276" y="1330341"/>
                  </a:lnTo>
                  <a:lnTo>
                    <a:pt x="6574936" y="1313395"/>
                  </a:lnTo>
                  <a:lnTo>
                    <a:pt x="6575597" y="1325999"/>
                  </a:lnTo>
                  <a:lnTo>
                    <a:pt x="6576257" y="1325999"/>
                  </a:lnTo>
                  <a:lnTo>
                    <a:pt x="6576918" y="1343822"/>
                  </a:lnTo>
                  <a:lnTo>
                    <a:pt x="6577578" y="1383643"/>
                  </a:lnTo>
                  <a:lnTo>
                    <a:pt x="6578239" y="1406121"/>
                  </a:lnTo>
                  <a:lnTo>
                    <a:pt x="6578899" y="1383643"/>
                  </a:lnTo>
                  <a:lnTo>
                    <a:pt x="6579560" y="1343822"/>
                  </a:lnTo>
                  <a:lnTo>
                    <a:pt x="6580220" y="1325999"/>
                  </a:lnTo>
                  <a:lnTo>
                    <a:pt x="6580881" y="1282514"/>
                  </a:lnTo>
                  <a:lnTo>
                    <a:pt x="6581541" y="1242173"/>
                  </a:lnTo>
                  <a:lnTo>
                    <a:pt x="6582202" y="1207289"/>
                  </a:lnTo>
                  <a:lnTo>
                    <a:pt x="6582862" y="1196635"/>
                  </a:lnTo>
                  <a:lnTo>
                    <a:pt x="6583523" y="1190957"/>
                  </a:lnTo>
                  <a:lnTo>
                    <a:pt x="6584184" y="1198731"/>
                  </a:lnTo>
                  <a:lnTo>
                    <a:pt x="6584844" y="1232400"/>
                  </a:lnTo>
                  <a:lnTo>
                    <a:pt x="6585505" y="1285441"/>
                  </a:lnTo>
                  <a:lnTo>
                    <a:pt x="6586165" y="1333868"/>
                  </a:lnTo>
                  <a:lnTo>
                    <a:pt x="6586826" y="1362966"/>
                  </a:lnTo>
                  <a:lnTo>
                    <a:pt x="6587486" y="1406121"/>
                  </a:lnTo>
                  <a:lnTo>
                    <a:pt x="6588147" y="1430742"/>
                  </a:lnTo>
                  <a:lnTo>
                    <a:pt x="6588807" y="1430742"/>
                  </a:lnTo>
                  <a:lnTo>
                    <a:pt x="6589468" y="1430742"/>
                  </a:lnTo>
                  <a:lnTo>
                    <a:pt x="6590128" y="1430742"/>
                  </a:lnTo>
                  <a:lnTo>
                    <a:pt x="6590789" y="1430742"/>
                  </a:lnTo>
                  <a:lnTo>
                    <a:pt x="6591449" y="1430742"/>
                  </a:lnTo>
                  <a:lnTo>
                    <a:pt x="6592110" y="1430742"/>
                  </a:lnTo>
                  <a:lnTo>
                    <a:pt x="6592770" y="1430742"/>
                  </a:lnTo>
                  <a:lnTo>
                    <a:pt x="6593431" y="1430742"/>
                  </a:lnTo>
                  <a:lnTo>
                    <a:pt x="6594092" y="1408480"/>
                  </a:lnTo>
                  <a:lnTo>
                    <a:pt x="6594752" y="1364961"/>
                  </a:lnTo>
                  <a:lnTo>
                    <a:pt x="6595413" y="1327727"/>
                  </a:lnTo>
                  <a:lnTo>
                    <a:pt x="6596073" y="1310947"/>
                  </a:lnTo>
                  <a:lnTo>
                    <a:pt x="6596734" y="1310947"/>
                  </a:lnTo>
                  <a:lnTo>
                    <a:pt x="6597394" y="1325999"/>
                  </a:lnTo>
                  <a:lnTo>
                    <a:pt x="6598055" y="1362966"/>
                  </a:lnTo>
                  <a:lnTo>
                    <a:pt x="6598715" y="1406121"/>
                  </a:lnTo>
                  <a:lnTo>
                    <a:pt x="6599376" y="1430742"/>
                  </a:lnTo>
                  <a:lnTo>
                    <a:pt x="6600036" y="1430742"/>
                  </a:lnTo>
                  <a:lnTo>
                    <a:pt x="6600697" y="1430742"/>
                  </a:lnTo>
                  <a:lnTo>
                    <a:pt x="6601357" y="1406121"/>
                  </a:lnTo>
                  <a:lnTo>
                    <a:pt x="6602018" y="1383643"/>
                  </a:lnTo>
                  <a:lnTo>
                    <a:pt x="6602678" y="1362966"/>
                  </a:lnTo>
                  <a:lnTo>
                    <a:pt x="6603339" y="1343822"/>
                  </a:lnTo>
                  <a:lnTo>
                    <a:pt x="6604000" y="1325999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200517"/>
              <a:ext cx="0" cy="1074355"/>
            </a:xfrm>
            <a:custGeom>
              <a:avLst/>
              <a:pathLst>
                <a:path w="0" h="1074355">
                  <a:moveTo>
                    <a:pt x="0" y="107435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487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1675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586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20051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8318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61204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50100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42883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0.504, obs|pred 0.944, pred|obs 0.312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chr19,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892919"/>
                  </a:moveTo>
                  <a:lnTo>
                    <a:pt x="660" y="839825"/>
                  </a:lnTo>
                  <a:lnTo>
                    <a:pt x="1321" y="799255"/>
                  </a:lnTo>
                  <a:lnTo>
                    <a:pt x="1981" y="772250"/>
                  </a:lnTo>
                  <a:lnTo>
                    <a:pt x="2642" y="752250"/>
                  </a:lnTo>
                  <a:lnTo>
                    <a:pt x="3302" y="720136"/>
                  </a:lnTo>
                  <a:lnTo>
                    <a:pt x="3963" y="715800"/>
                  </a:lnTo>
                  <a:lnTo>
                    <a:pt x="4623" y="746795"/>
                  </a:lnTo>
                  <a:lnTo>
                    <a:pt x="5284" y="797691"/>
                  </a:lnTo>
                  <a:lnTo>
                    <a:pt x="5944" y="866896"/>
                  </a:lnTo>
                  <a:lnTo>
                    <a:pt x="6605" y="988253"/>
                  </a:lnTo>
                  <a:lnTo>
                    <a:pt x="7265" y="1126263"/>
                  </a:lnTo>
                  <a:lnTo>
                    <a:pt x="7926" y="1169417"/>
                  </a:lnTo>
                  <a:lnTo>
                    <a:pt x="8586" y="1163842"/>
                  </a:lnTo>
                  <a:lnTo>
                    <a:pt x="9247" y="1138053"/>
                  </a:lnTo>
                  <a:lnTo>
                    <a:pt x="9907" y="1138053"/>
                  </a:lnTo>
                  <a:lnTo>
                    <a:pt x="10568" y="1155253"/>
                  </a:lnTo>
                  <a:lnTo>
                    <a:pt x="11229" y="1215018"/>
                  </a:lnTo>
                  <a:lnTo>
                    <a:pt x="11889" y="1293666"/>
                  </a:lnTo>
                  <a:lnTo>
                    <a:pt x="12550" y="1362966"/>
                  </a:lnTo>
                  <a:lnTo>
                    <a:pt x="13210" y="1362966"/>
                  </a:lnTo>
                  <a:lnTo>
                    <a:pt x="13871" y="1343822"/>
                  </a:lnTo>
                  <a:lnTo>
                    <a:pt x="14531" y="1343822"/>
                  </a:lnTo>
                  <a:lnTo>
                    <a:pt x="15192" y="1325999"/>
                  </a:lnTo>
                  <a:lnTo>
                    <a:pt x="15852" y="1309327"/>
                  </a:lnTo>
                  <a:lnTo>
                    <a:pt x="16513" y="1325140"/>
                  </a:lnTo>
                  <a:lnTo>
                    <a:pt x="17173" y="1325140"/>
                  </a:lnTo>
                  <a:lnTo>
                    <a:pt x="17834" y="1325140"/>
                  </a:lnTo>
                  <a:lnTo>
                    <a:pt x="18494" y="1342901"/>
                  </a:lnTo>
                  <a:lnTo>
                    <a:pt x="19155" y="1382569"/>
                  </a:lnTo>
                  <a:lnTo>
                    <a:pt x="19815" y="1406121"/>
                  </a:lnTo>
                  <a:lnTo>
                    <a:pt x="20476" y="1430742"/>
                  </a:lnTo>
                  <a:lnTo>
                    <a:pt x="21137" y="1430742"/>
                  </a:lnTo>
                  <a:lnTo>
                    <a:pt x="21797" y="1430742"/>
                  </a:lnTo>
                  <a:lnTo>
                    <a:pt x="22458" y="1430742"/>
                  </a:lnTo>
                  <a:lnTo>
                    <a:pt x="23118" y="1430742"/>
                  </a:lnTo>
                  <a:lnTo>
                    <a:pt x="23779" y="1430742"/>
                  </a:lnTo>
                  <a:lnTo>
                    <a:pt x="24439" y="1406121"/>
                  </a:lnTo>
                  <a:lnTo>
                    <a:pt x="25100" y="1334757"/>
                  </a:lnTo>
                  <a:lnTo>
                    <a:pt x="25760" y="1286178"/>
                  </a:lnTo>
                  <a:lnTo>
                    <a:pt x="26421" y="1258223"/>
                  </a:lnTo>
                  <a:lnTo>
                    <a:pt x="27081" y="1258223"/>
                  </a:lnTo>
                  <a:lnTo>
                    <a:pt x="27742" y="1258223"/>
                  </a:lnTo>
                  <a:lnTo>
                    <a:pt x="28402" y="1278901"/>
                  </a:lnTo>
                  <a:lnTo>
                    <a:pt x="29063" y="1293666"/>
                  </a:lnTo>
                  <a:lnTo>
                    <a:pt x="29723" y="1293666"/>
                  </a:lnTo>
                  <a:lnTo>
                    <a:pt x="30384" y="1251683"/>
                  </a:lnTo>
                  <a:lnTo>
                    <a:pt x="31045" y="1227062"/>
                  </a:lnTo>
                  <a:lnTo>
                    <a:pt x="31705" y="1239079"/>
                  </a:lnTo>
                  <a:lnTo>
                    <a:pt x="32366" y="1264933"/>
                  </a:lnTo>
                  <a:lnTo>
                    <a:pt x="33026" y="1293666"/>
                  </a:lnTo>
                  <a:lnTo>
                    <a:pt x="33687" y="1343822"/>
                  </a:lnTo>
                  <a:lnTo>
                    <a:pt x="34347" y="1406121"/>
                  </a:lnTo>
                  <a:lnTo>
                    <a:pt x="35008" y="1430742"/>
                  </a:lnTo>
                  <a:lnTo>
                    <a:pt x="35668" y="1430742"/>
                  </a:lnTo>
                  <a:lnTo>
                    <a:pt x="36329" y="1430742"/>
                  </a:lnTo>
                  <a:lnTo>
                    <a:pt x="36989" y="1430742"/>
                  </a:lnTo>
                  <a:lnTo>
                    <a:pt x="37650" y="1430742"/>
                  </a:lnTo>
                  <a:lnTo>
                    <a:pt x="38310" y="1430742"/>
                  </a:lnTo>
                  <a:lnTo>
                    <a:pt x="38971" y="1406121"/>
                  </a:lnTo>
                  <a:lnTo>
                    <a:pt x="39631" y="1362966"/>
                  </a:lnTo>
                  <a:lnTo>
                    <a:pt x="40292" y="1343822"/>
                  </a:lnTo>
                  <a:lnTo>
                    <a:pt x="40952" y="1325999"/>
                  </a:lnTo>
                  <a:lnTo>
                    <a:pt x="41613" y="1293666"/>
                  </a:lnTo>
                  <a:lnTo>
                    <a:pt x="42274" y="1278901"/>
                  </a:lnTo>
                  <a:lnTo>
                    <a:pt x="42934" y="1293666"/>
                  </a:lnTo>
                  <a:lnTo>
                    <a:pt x="43595" y="1309327"/>
                  </a:lnTo>
                  <a:lnTo>
                    <a:pt x="44255" y="1325999"/>
                  </a:lnTo>
                  <a:lnTo>
                    <a:pt x="44916" y="1362966"/>
                  </a:lnTo>
                  <a:lnTo>
                    <a:pt x="45576" y="1406121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362966"/>
                  </a:lnTo>
                  <a:lnTo>
                    <a:pt x="52182" y="1292907"/>
                  </a:lnTo>
                  <a:lnTo>
                    <a:pt x="52842" y="1238465"/>
                  </a:lnTo>
                  <a:lnTo>
                    <a:pt x="53503" y="1215018"/>
                  </a:lnTo>
                  <a:lnTo>
                    <a:pt x="54163" y="1215018"/>
                  </a:lnTo>
                  <a:lnTo>
                    <a:pt x="54824" y="1251038"/>
                  </a:lnTo>
                  <a:lnTo>
                    <a:pt x="55484" y="1309327"/>
                  </a:lnTo>
                  <a:lnTo>
                    <a:pt x="56145" y="1383643"/>
                  </a:lnTo>
                  <a:lnTo>
                    <a:pt x="56805" y="1430742"/>
                  </a:lnTo>
                  <a:lnTo>
                    <a:pt x="57466" y="1406121"/>
                  </a:lnTo>
                  <a:lnTo>
                    <a:pt x="58126" y="1383643"/>
                  </a:lnTo>
                  <a:lnTo>
                    <a:pt x="58787" y="1343822"/>
                  </a:lnTo>
                  <a:lnTo>
                    <a:pt x="59447" y="1325999"/>
                  </a:lnTo>
                  <a:lnTo>
                    <a:pt x="60108" y="1293666"/>
                  </a:lnTo>
                  <a:lnTo>
                    <a:pt x="60768" y="1293666"/>
                  </a:lnTo>
                  <a:lnTo>
                    <a:pt x="61429" y="1293666"/>
                  </a:lnTo>
                  <a:lnTo>
                    <a:pt x="62090" y="1293666"/>
                  </a:lnTo>
                  <a:lnTo>
                    <a:pt x="62750" y="1293666"/>
                  </a:lnTo>
                  <a:lnTo>
                    <a:pt x="63411" y="1278901"/>
                  </a:lnTo>
                  <a:lnTo>
                    <a:pt x="64071" y="1264933"/>
                  </a:lnTo>
                  <a:lnTo>
                    <a:pt x="64732" y="1278901"/>
                  </a:lnTo>
                  <a:lnTo>
                    <a:pt x="65392" y="1293666"/>
                  </a:lnTo>
                  <a:lnTo>
                    <a:pt x="66053" y="1278901"/>
                  </a:lnTo>
                  <a:lnTo>
                    <a:pt x="66713" y="1309327"/>
                  </a:lnTo>
                  <a:lnTo>
                    <a:pt x="67374" y="1295956"/>
                  </a:lnTo>
                  <a:lnTo>
                    <a:pt x="68034" y="1266981"/>
                  </a:lnTo>
                  <a:lnTo>
                    <a:pt x="68695" y="1253628"/>
                  </a:lnTo>
                  <a:lnTo>
                    <a:pt x="69355" y="1247201"/>
                  </a:lnTo>
                  <a:lnTo>
                    <a:pt x="70016" y="1222984"/>
                  </a:lnTo>
                  <a:lnTo>
                    <a:pt x="70676" y="1211677"/>
                  </a:lnTo>
                  <a:lnTo>
                    <a:pt x="71337" y="1222984"/>
                  </a:lnTo>
                  <a:lnTo>
                    <a:pt x="71997" y="1247201"/>
                  </a:lnTo>
                  <a:lnTo>
                    <a:pt x="72658" y="1281062"/>
                  </a:lnTo>
                  <a:lnTo>
                    <a:pt x="73319" y="1328596"/>
                  </a:lnTo>
                  <a:lnTo>
                    <a:pt x="73979" y="1406121"/>
                  </a:lnTo>
                  <a:lnTo>
                    <a:pt x="74640" y="1430742"/>
                  </a:lnTo>
                  <a:lnTo>
                    <a:pt x="75300" y="1430742"/>
                  </a:lnTo>
                  <a:lnTo>
                    <a:pt x="75961" y="1383643"/>
                  </a:lnTo>
                  <a:lnTo>
                    <a:pt x="76621" y="1343822"/>
                  </a:lnTo>
                  <a:lnTo>
                    <a:pt x="77282" y="1325999"/>
                  </a:lnTo>
                  <a:lnTo>
                    <a:pt x="77942" y="1325999"/>
                  </a:lnTo>
                  <a:lnTo>
                    <a:pt x="78603" y="1325999"/>
                  </a:lnTo>
                  <a:lnTo>
                    <a:pt x="79263" y="1362966"/>
                  </a:lnTo>
                  <a:lnTo>
                    <a:pt x="79924" y="1383643"/>
                  </a:lnTo>
                  <a:lnTo>
                    <a:pt x="80584" y="1383643"/>
                  </a:lnTo>
                  <a:lnTo>
                    <a:pt x="81245" y="1293666"/>
                  </a:lnTo>
                  <a:lnTo>
                    <a:pt x="81905" y="1227062"/>
                  </a:lnTo>
                  <a:lnTo>
                    <a:pt x="82566" y="1194039"/>
                  </a:lnTo>
                  <a:lnTo>
                    <a:pt x="83227" y="1194039"/>
                  </a:lnTo>
                  <a:lnTo>
                    <a:pt x="83887" y="1164763"/>
                  </a:lnTo>
                  <a:lnTo>
                    <a:pt x="84548" y="1183907"/>
                  </a:lnTo>
                  <a:lnTo>
                    <a:pt x="85208" y="1228829"/>
                  </a:lnTo>
                  <a:lnTo>
                    <a:pt x="85869" y="1266981"/>
                  </a:lnTo>
                  <a:lnTo>
                    <a:pt x="86529" y="1281062"/>
                  </a:lnTo>
                  <a:lnTo>
                    <a:pt x="87190" y="1328596"/>
                  </a:lnTo>
                  <a:lnTo>
                    <a:pt x="87850" y="1311760"/>
                  </a:lnTo>
                  <a:lnTo>
                    <a:pt x="88511" y="1264933"/>
                  </a:lnTo>
                  <a:lnTo>
                    <a:pt x="89171" y="1239079"/>
                  </a:lnTo>
                  <a:lnTo>
                    <a:pt x="89832" y="1239079"/>
                  </a:lnTo>
                  <a:lnTo>
                    <a:pt x="90492" y="1227062"/>
                  </a:lnTo>
                  <a:lnTo>
                    <a:pt x="91153" y="1227062"/>
                  </a:lnTo>
                  <a:lnTo>
                    <a:pt x="91813" y="1227062"/>
                  </a:lnTo>
                  <a:lnTo>
                    <a:pt x="92474" y="1204584"/>
                  </a:lnTo>
                  <a:lnTo>
                    <a:pt x="93135" y="1183907"/>
                  </a:lnTo>
                  <a:lnTo>
                    <a:pt x="93795" y="1204584"/>
                  </a:lnTo>
                  <a:lnTo>
                    <a:pt x="94456" y="1251683"/>
                  </a:lnTo>
                  <a:lnTo>
                    <a:pt x="95116" y="1309327"/>
                  </a:lnTo>
                  <a:lnTo>
                    <a:pt x="95777" y="1383643"/>
                  </a:lnTo>
                  <a:lnTo>
                    <a:pt x="96437" y="1430742"/>
                  </a:lnTo>
                  <a:lnTo>
                    <a:pt x="97098" y="1430742"/>
                  </a:lnTo>
                  <a:lnTo>
                    <a:pt x="97758" y="1430742"/>
                  </a:lnTo>
                  <a:lnTo>
                    <a:pt x="98419" y="1383643"/>
                  </a:lnTo>
                  <a:lnTo>
                    <a:pt x="99079" y="1321729"/>
                  </a:lnTo>
                  <a:lnTo>
                    <a:pt x="99740" y="1289895"/>
                  </a:lnTo>
                  <a:lnTo>
                    <a:pt x="100400" y="1275337"/>
                  </a:lnTo>
                  <a:lnTo>
                    <a:pt x="101061" y="1275337"/>
                  </a:lnTo>
                  <a:lnTo>
                    <a:pt x="101721" y="1305322"/>
                  </a:lnTo>
                  <a:lnTo>
                    <a:pt x="102382" y="1362966"/>
                  </a:lnTo>
                  <a:lnTo>
                    <a:pt x="103043" y="1406121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30742"/>
                  </a:lnTo>
                  <a:lnTo>
                    <a:pt x="107666" y="1430742"/>
                  </a:lnTo>
                  <a:lnTo>
                    <a:pt x="108327" y="1430742"/>
                  </a:lnTo>
                  <a:lnTo>
                    <a:pt x="108987" y="1430742"/>
                  </a:lnTo>
                  <a:lnTo>
                    <a:pt x="109648" y="1430742"/>
                  </a:lnTo>
                  <a:lnTo>
                    <a:pt x="110308" y="1430742"/>
                  </a:lnTo>
                  <a:lnTo>
                    <a:pt x="110969" y="1430742"/>
                  </a:lnTo>
                  <a:lnTo>
                    <a:pt x="111629" y="1430742"/>
                  </a:lnTo>
                  <a:lnTo>
                    <a:pt x="112290" y="1430742"/>
                  </a:lnTo>
                  <a:lnTo>
                    <a:pt x="112950" y="1430742"/>
                  </a:lnTo>
                  <a:lnTo>
                    <a:pt x="113611" y="1430742"/>
                  </a:lnTo>
                  <a:lnTo>
                    <a:pt x="114272" y="1430742"/>
                  </a:lnTo>
                  <a:lnTo>
                    <a:pt x="114932" y="1430742"/>
                  </a:lnTo>
                  <a:lnTo>
                    <a:pt x="115593" y="1406121"/>
                  </a:lnTo>
                  <a:lnTo>
                    <a:pt x="116253" y="1362966"/>
                  </a:lnTo>
                  <a:lnTo>
                    <a:pt x="116914" y="1342901"/>
                  </a:lnTo>
                  <a:lnTo>
                    <a:pt x="117574" y="1334757"/>
                  </a:lnTo>
                  <a:lnTo>
                    <a:pt x="118235" y="1334757"/>
                  </a:lnTo>
                  <a:lnTo>
                    <a:pt x="118895" y="1353217"/>
                  </a:lnTo>
                  <a:lnTo>
                    <a:pt x="119556" y="1394638"/>
                  </a:lnTo>
                  <a:lnTo>
                    <a:pt x="120216" y="1419371"/>
                  </a:lnTo>
                  <a:lnTo>
                    <a:pt x="120877" y="1430742"/>
                  </a:lnTo>
                  <a:lnTo>
                    <a:pt x="121537" y="1430742"/>
                  </a:lnTo>
                  <a:lnTo>
                    <a:pt x="122198" y="1430742"/>
                  </a:lnTo>
                  <a:lnTo>
                    <a:pt x="122858" y="1430742"/>
                  </a:lnTo>
                  <a:lnTo>
                    <a:pt x="123519" y="1430742"/>
                  </a:lnTo>
                  <a:lnTo>
                    <a:pt x="124180" y="1406121"/>
                  </a:lnTo>
                  <a:lnTo>
                    <a:pt x="124840" y="1362966"/>
                  </a:lnTo>
                  <a:lnTo>
                    <a:pt x="125501" y="1332098"/>
                  </a:lnTo>
                  <a:lnTo>
                    <a:pt x="126161" y="1315041"/>
                  </a:lnTo>
                  <a:lnTo>
                    <a:pt x="126822" y="1315041"/>
                  </a:lnTo>
                  <a:lnTo>
                    <a:pt x="127482" y="1332098"/>
                  </a:lnTo>
                  <a:lnTo>
                    <a:pt x="128143" y="1332098"/>
                  </a:lnTo>
                  <a:lnTo>
                    <a:pt x="128803" y="1293666"/>
                  </a:lnTo>
                  <a:lnTo>
                    <a:pt x="129464" y="1251683"/>
                  </a:lnTo>
                  <a:lnTo>
                    <a:pt x="130124" y="1204584"/>
                  </a:lnTo>
                  <a:lnTo>
                    <a:pt x="130785" y="1159286"/>
                  </a:lnTo>
                  <a:lnTo>
                    <a:pt x="131445" y="1159286"/>
                  </a:lnTo>
                  <a:lnTo>
                    <a:pt x="132106" y="1178013"/>
                  </a:lnTo>
                  <a:lnTo>
                    <a:pt x="132766" y="1168480"/>
                  </a:lnTo>
                  <a:lnTo>
                    <a:pt x="133427" y="1150408"/>
                  </a:lnTo>
                  <a:lnTo>
                    <a:pt x="134088" y="1155253"/>
                  </a:lnTo>
                  <a:lnTo>
                    <a:pt x="134748" y="1173680"/>
                  </a:lnTo>
                  <a:lnTo>
                    <a:pt x="135409" y="1193523"/>
                  </a:lnTo>
                  <a:lnTo>
                    <a:pt x="136069" y="1251038"/>
                  </a:lnTo>
                  <a:lnTo>
                    <a:pt x="136730" y="1325140"/>
                  </a:lnTo>
                  <a:lnTo>
                    <a:pt x="137390" y="1362966"/>
                  </a:lnTo>
                  <a:lnTo>
                    <a:pt x="138051" y="1319201"/>
                  </a:lnTo>
                  <a:lnTo>
                    <a:pt x="138711" y="1287658"/>
                  </a:lnTo>
                  <a:lnTo>
                    <a:pt x="139372" y="1273223"/>
                  </a:lnTo>
                  <a:lnTo>
                    <a:pt x="140032" y="1273223"/>
                  </a:lnTo>
                  <a:lnTo>
                    <a:pt x="140693" y="1273223"/>
                  </a:lnTo>
                  <a:lnTo>
                    <a:pt x="141353" y="1251683"/>
                  </a:lnTo>
                  <a:lnTo>
                    <a:pt x="142014" y="1227062"/>
                  </a:lnTo>
                  <a:lnTo>
                    <a:pt x="142674" y="1215579"/>
                  </a:lnTo>
                  <a:lnTo>
                    <a:pt x="143335" y="1227062"/>
                  </a:lnTo>
                  <a:lnTo>
                    <a:pt x="143995" y="1251683"/>
                  </a:lnTo>
                  <a:lnTo>
                    <a:pt x="144656" y="1293666"/>
                  </a:lnTo>
                  <a:lnTo>
                    <a:pt x="145317" y="1325999"/>
                  </a:lnTo>
                  <a:lnTo>
                    <a:pt x="145977" y="1325999"/>
                  </a:lnTo>
                  <a:lnTo>
                    <a:pt x="146638" y="1251683"/>
                  </a:lnTo>
                  <a:lnTo>
                    <a:pt x="147298" y="1146940"/>
                  </a:lnTo>
                  <a:lnTo>
                    <a:pt x="147959" y="1070693"/>
                  </a:lnTo>
                  <a:lnTo>
                    <a:pt x="148619" y="1057267"/>
                  </a:lnTo>
                  <a:lnTo>
                    <a:pt x="149280" y="1063425"/>
                  </a:lnTo>
                  <a:lnTo>
                    <a:pt x="149940" y="1096632"/>
                  </a:lnTo>
                  <a:lnTo>
                    <a:pt x="150601" y="1179474"/>
                  </a:lnTo>
                  <a:lnTo>
                    <a:pt x="151261" y="1323429"/>
                  </a:lnTo>
                  <a:lnTo>
                    <a:pt x="151922" y="1406121"/>
                  </a:lnTo>
                  <a:lnTo>
                    <a:pt x="152582" y="1430742"/>
                  </a:lnTo>
                  <a:lnTo>
                    <a:pt x="153243" y="1430742"/>
                  </a:lnTo>
                  <a:lnTo>
                    <a:pt x="153903" y="1430742"/>
                  </a:lnTo>
                  <a:lnTo>
                    <a:pt x="154564" y="1430742"/>
                  </a:lnTo>
                  <a:lnTo>
                    <a:pt x="155225" y="1430742"/>
                  </a:lnTo>
                  <a:lnTo>
                    <a:pt x="155885" y="1430742"/>
                  </a:lnTo>
                  <a:lnTo>
                    <a:pt x="156546" y="1430742"/>
                  </a:lnTo>
                  <a:lnTo>
                    <a:pt x="157206" y="1430742"/>
                  </a:lnTo>
                  <a:lnTo>
                    <a:pt x="157867" y="1430742"/>
                  </a:lnTo>
                  <a:lnTo>
                    <a:pt x="158527" y="1430742"/>
                  </a:lnTo>
                  <a:lnTo>
                    <a:pt x="159188" y="1430742"/>
                  </a:lnTo>
                  <a:lnTo>
                    <a:pt x="159848" y="1430742"/>
                  </a:lnTo>
                  <a:lnTo>
                    <a:pt x="160509" y="1430742"/>
                  </a:lnTo>
                  <a:lnTo>
                    <a:pt x="161169" y="1430742"/>
                  </a:lnTo>
                  <a:lnTo>
                    <a:pt x="161830" y="1430742"/>
                  </a:lnTo>
                  <a:lnTo>
                    <a:pt x="162490" y="1383643"/>
                  </a:lnTo>
                  <a:lnTo>
                    <a:pt x="163151" y="1343822"/>
                  </a:lnTo>
                  <a:lnTo>
                    <a:pt x="163811" y="1338345"/>
                  </a:lnTo>
                  <a:lnTo>
                    <a:pt x="164472" y="1338345"/>
                  </a:lnTo>
                  <a:lnTo>
                    <a:pt x="165133" y="1338345"/>
                  </a:lnTo>
                  <a:lnTo>
                    <a:pt x="165793" y="1377265"/>
                  </a:lnTo>
                  <a:lnTo>
                    <a:pt x="166454" y="1399170"/>
                  </a:lnTo>
                  <a:lnTo>
                    <a:pt x="167114" y="1383643"/>
                  </a:lnTo>
                  <a:lnTo>
                    <a:pt x="167775" y="1362966"/>
                  </a:lnTo>
                  <a:lnTo>
                    <a:pt x="168435" y="1343822"/>
                  </a:lnTo>
                  <a:lnTo>
                    <a:pt x="169096" y="1325999"/>
                  </a:lnTo>
                  <a:lnTo>
                    <a:pt x="169756" y="1309327"/>
                  </a:lnTo>
                  <a:lnTo>
                    <a:pt x="170417" y="1309327"/>
                  </a:lnTo>
                  <a:lnTo>
                    <a:pt x="171077" y="1309327"/>
                  </a:lnTo>
                  <a:lnTo>
                    <a:pt x="171738" y="1309327"/>
                  </a:lnTo>
                  <a:lnTo>
                    <a:pt x="172398" y="1293666"/>
                  </a:lnTo>
                  <a:lnTo>
                    <a:pt x="173059" y="1264933"/>
                  </a:lnTo>
                  <a:lnTo>
                    <a:pt x="173719" y="1251683"/>
                  </a:lnTo>
                  <a:lnTo>
                    <a:pt x="174380" y="1215579"/>
                  </a:lnTo>
                  <a:lnTo>
                    <a:pt x="175041" y="1183907"/>
                  </a:lnTo>
                  <a:lnTo>
                    <a:pt x="175701" y="1183907"/>
                  </a:lnTo>
                  <a:lnTo>
                    <a:pt x="176362" y="1227062"/>
                  </a:lnTo>
                  <a:lnTo>
                    <a:pt x="177022" y="1251683"/>
                  </a:lnTo>
                  <a:lnTo>
                    <a:pt x="177683" y="1309327"/>
                  </a:lnTo>
                  <a:lnTo>
                    <a:pt x="178343" y="1383643"/>
                  </a:lnTo>
                  <a:lnTo>
                    <a:pt x="179004" y="1430742"/>
                  </a:lnTo>
                  <a:lnTo>
                    <a:pt x="179664" y="1430742"/>
                  </a:lnTo>
                  <a:lnTo>
                    <a:pt x="180325" y="1430742"/>
                  </a:lnTo>
                  <a:lnTo>
                    <a:pt x="180985" y="1430742"/>
                  </a:lnTo>
                  <a:lnTo>
                    <a:pt x="181646" y="1430742"/>
                  </a:lnTo>
                  <a:lnTo>
                    <a:pt x="182306" y="1430742"/>
                  </a:lnTo>
                  <a:lnTo>
                    <a:pt x="182967" y="1430742"/>
                  </a:lnTo>
                  <a:lnTo>
                    <a:pt x="183627" y="1430742"/>
                  </a:lnTo>
                  <a:lnTo>
                    <a:pt x="184288" y="1430742"/>
                  </a:lnTo>
                  <a:lnTo>
                    <a:pt x="184948" y="1430742"/>
                  </a:lnTo>
                  <a:lnTo>
                    <a:pt x="185609" y="1430742"/>
                  </a:lnTo>
                  <a:lnTo>
                    <a:pt x="186270" y="1430742"/>
                  </a:lnTo>
                  <a:lnTo>
                    <a:pt x="186930" y="1430742"/>
                  </a:lnTo>
                  <a:lnTo>
                    <a:pt x="187591" y="1430742"/>
                  </a:lnTo>
                  <a:lnTo>
                    <a:pt x="188251" y="1430742"/>
                  </a:lnTo>
                  <a:lnTo>
                    <a:pt x="188912" y="1430742"/>
                  </a:lnTo>
                  <a:lnTo>
                    <a:pt x="189572" y="1430742"/>
                  </a:lnTo>
                  <a:lnTo>
                    <a:pt x="190233" y="1430742"/>
                  </a:lnTo>
                  <a:lnTo>
                    <a:pt x="190893" y="1430742"/>
                  </a:lnTo>
                  <a:lnTo>
                    <a:pt x="191554" y="1430742"/>
                  </a:lnTo>
                  <a:lnTo>
                    <a:pt x="192214" y="1430742"/>
                  </a:lnTo>
                  <a:lnTo>
                    <a:pt x="192875" y="1430742"/>
                  </a:lnTo>
                  <a:lnTo>
                    <a:pt x="193535" y="1430742"/>
                  </a:lnTo>
                  <a:lnTo>
                    <a:pt x="194196" y="1430742"/>
                  </a:lnTo>
                  <a:lnTo>
                    <a:pt x="194856" y="1430742"/>
                  </a:lnTo>
                  <a:lnTo>
                    <a:pt x="195517" y="1406121"/>
                  </a:lnTo>
                  <a:lnTo>
                    <a:pt x="196178" y="1362966"/>
                  </a:lnTo>
                  <a:lnTo>
                    <a:pt x="196838" y="1343822"/>
                  </a:lnTo>
                  <a:lnTo>
                    <a:pt x="197499" y="1333868"/>
                  </a:lnTo>
                  <a:lnTo>
                    <a:pt x="198159" y="1333868"/>
                  </a:lnTo>
                  <a:lnTo>
                    <a:pt x="198820" y="1352262"/>
                  </a:lnTo>
                  <a:lnTo>
                    <a:pt x="199480" y="1393517"/>
                  </a:lnTo>
                  <a:lnTo>
                    <a:pt x="200141" y="1416911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06121"/>
                  </a:lnTo>
                  <a:lnTo>
                    <a:pt x="202783" y="1362966"/>
                  </a:lnTo>
                  <a:lnTo>
                    <a:pt x="203443" y="1325999"/>
                  </a:lnTo>
                  <a:lnTo>
                    <a:pt x="204104" y="1309327"/>
                  </a:lnTo>
                  <a:lnTo>
                    <a:pt x="204764" y="1278901"/>
                  </a:lnTo>
                  <a:lnTo>
                    <a:pt x="205425" y="1278901"/>
                  </a:lnTo>
                  <a:lnTo>
                    <a:pt x="206086" y="1306118"/>
                  </a:lnTo>
                  <a:lnTo>
                    <a:pt x="206746" y="1290645"/>
                  </a:lnTo>
                  <a:lnTo>
                    <a:pt x="207407" y="1249113"/>
                  </a:lnTo>
                  <a:lnTo>
                    <a:pt x="208067" y="1249113"/>
                  </a:lnTo>
                  <a:lnTo>
                    <a:pt x="208728" y="1229421"/>
                  </a:lnTo>
                  <a:lnTo>
                    <a:pt x="209388" y="1178013"/>
                  </a:lnTo>
                  <a:lnTo>
                    <a:pt x="210049" y="1175116"/>
                  </a:lnTo>
                  <a:lnTo>
                    <a:pt x="210709" y="1184902"/>
                  </a:lnTo>
                  <a:lnTo>
                    <a:pt x="211370" y="1165687"/>
                  </a:lnTo>
                  <a:lnTo>
                    <a:pt x="212030" y="1127857"/>
                  </a:lnTo>
                  <a:lnTo>
                    <a:pt x="212691" y="1083843"/>
                  </a:lnTo>
                  <a:lnTo>
                    <a:pt x="213351" y="1030964"/>
                  </a:lnTo>
                  <a:lnTo>
                    <a:pt x="214012" y="1004848"/>
                  </a:lnTo>
                  <a:lnTo>
                    <a:pt x="214672" y="990593"/>
                  </a:lnTo>
                  <a:lnTo>
                    <a:pt x="215333" y="995338"/>
                  </a:lnTo>
                  <a:lnTo>
                    <a:pt x="215993" y="1015238"/>
                  </a:lnTo>
                  <a:lnTo>
                    <a:pt x="216654" y="1054242"/>
                  </a:lnTo>
                  <a:lnTo>
                    <a:pt x="217315" y="1084518"/>
                  </a:lnTo>
                  <a:lnTo>
                    <a:pt x="217975" y="1105280"/>
                  </a:lnTo>
                  <a:lnTo>
                    <a:pt x="218636" y="1136395"/>
                  </a:lnTo>
                  <a:lnTo>
                    <a:pt x="219296" y="1183907"/>
                  </a:lnTo>
                  <a:lnTo>
                    <a:pt x="219957" y="1195074"/>
                  </a:lnTo>
                  <a:lnTo>
                    <a:pt x="220617" y="1177528"/>
                  </a:lnTo>
                  <a:lnTo>
                    <a:pt x="221278" y="1168480"/>
                  </a:lnTo>
                  <a:lnTo>
                    <a:pt x="221938" y="1150408"/>
                  </a:lnTo>
                  <a:lnTo>
                    <a:pt x="222599" y="1115749"/>
                  </a:lnTo>
                  <a:lnTo>
                    <a:pt x="223259" y="1107488"/>
                  </a:lnTo>
                  <a:lnTo>
                    <a:pt x="223920" y="1106014"/>
                  </a:lnTo>
                  <a:lnTo>
                    <a:pt x="224580" y="1120758"/>
                  </a:lnTo>
                  <a:lnTo>
                    <a:pt x="225241" y="1127857"/>
                  </a:lnTo>
                  <a:lnTo>
                    <a:pt x="225901" y="1153039"/>
                  </a:lnTo>
                  <a:lnTo>
                    <a:pt x="226562" y="1190957"/>
                  </a:lnTo>
                  <a:lnTo>
                    <a:pt x="227223" y="1250395"/>
                  </a:lnTo>
                  <a:lnTo>
                    <a:pt x="227883" y="1292151"/>
                  </a:lnTo>
                  <a:lnTo>
                    <a:pt x="228544" y="1343822"/>
                  </a:lnTo>
                  <a:lnTo>
                    <a:pt x="229204" y="1406121"/>
                  </a:lnTo>
                  <a:lnTo>
                    <a:pt x="229865" y="1430742"/>
                  </a:lnTo>
                  <a:lnTo>
                    <a:pt x="230525" y="1430742"/>
                  </a:lnTo>
                  <a:lnTo>
                    <a:pt x="231186" y="1406121"/>
                  </a:lnTo>
                  <a:lnTo>
                    <a:pt x="231846" y="1362966"/>
                  </a:lnTo>
                  <a:lnTo>
                    <a:pt x="232507" y="1293666"/>
                  </a:lnTo>
                  <a:lnTo>
                    <a:pt x="233167" y="1239079"/>
                  </a:lnTo>
                  <a:lnTo>
                    <a:pt x="233828" y="1215579"/>
                  </a:lnTo>
                  <a:lnTo>
                    <a:pt x="234488" y="1204584"/>
                  </a:lnTo>
                  <a:lnTo>
                    <a:pt x="235149" y="1195593"/>
                  </a:lnTo>
                  <a:lnTo>
                    <a:pt x="235809" y="1228829"/>
                  </a:lnTo>
                  <a:lnTo>
                    <a:pt x="236470" y="1266981"/>
                  </a:lnTo>
                  <a:lnTo>
                    <a:pt x="237131" y="1295956"/>
                  </a:lnTo>
                  <a:lnTo>
                    <a:pt x="237791" y="1328596"/>
                  </a:lnTo>
                  <a:lnTo>
                    <a:pt x="238452" y="1383643"/>
                  </a:lnTo>
                  <a:lnTo>
                    <a:pt x="239112" y="1391290"/>
                  </a:lnTo>
                  <a:lnTo>
                    <a:pt x="239773" y="1370017"/>
                  </a:lnTo>
                  <a:lnTo>
                    <a:pt x="240433" y="1332098"/>
                  </a:lnTo>
                  <a:lnTo>
                    <a:pt x="241094" y="1327727"/>
                  </a:lnTo>
                  <a:lnTo>
                    <a:pt x="241754" y="1327727"/>
                  </a:lnTo>
                  <a:lnTo>
                    <a:pt x="242415" y="1339250"/>
                  </a:lnTo>
                  <a:lnTo>
                    <a:pt x="243075" y="1378317"/>
                  </a:lnTo>
                  <a:lnTo>
                    <a:pt x="243736" y="1400316"/>
                  </a:lnTo>
                  <a:lnTo>
                    <a:pt x="244396" y="1362966"/>
                  </a:lnTo>
                  <a:lnTo>
                    <a:pt x="245057" y="1337443"/>
                  </a:lnTo>
                  <a:lnTo>
                    <a:pt x="245717" y="1326862"/>
                  </a:lnTo>
                  <a:lnTo>
                    <a:pt x="246378" y="1326862"/>
                  </a:lnTo>
                  <a:lnTo>
                    <a:pt x="247039" y="1344746"/>
                  </a:lnTo>
                  <a:lnTo>
                    <a:pt x="247699" y="1384722"/>
                  </a:lnTo>
                  <a:lnTo>
                    <a:pt x="248360" y="1415690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30742"/>
                  </a:lnTo>
                  <a:lnTo>
                    <a:pt x="254965" y="1430742"/>
                  </a:lnTo>
                  <a:lnTo>
                    <a:pt x="255625" y="1430742"/>
                  </a:lnTo>
                  <a:lnTo>
                    <a:pt x="256286" y="1406121"/>
                  </a:lnTo>
                  <a:lnTo>
                    <a:pt x="256946" y="1362966"/>
                  </a:lnTo>
                  <a:lnTo>
                    <a:pt x="257607" y="1325999"/>
                  </a:lnTo>
                  <a:lnTo>
                    <a:pt x="258268" y="1309327"/>
                  </a:lnTo>
                  <a:lnTo>
                    <a:pt x="258928" y="1309327"/>
                  </a:lnTo>
                  <a:lnTo>
                    <a:pt x="259589" y="1325999"/>
                  </a:lnTo>
                  <a:lnTo>
                    <a:pt x="260249" y="1362966"/>
                  </a:lnTo>
                  <a:lnTo>
                    <a:pt x="260910" y="1406121"/>
                  </a:lnTo>
                  <a:lnTo>
                    <a:pt x="261570" y="1430742"/>
                  </a:lnTo>
                  <a:lnTo>
                    <a:pt x="262231" y="1430742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06121"/>
                  </a:lnTo>
                  <a:lnTo>
                    <a:pt x="267515" y="1343822"/>
                  </a:lnTo>
                  <a:lnTo>
                    <a:pt x="268176" y="1265614"/>
                  </a:lnTo>
                  <a:lnTo>
                    <a:pt x="268836" y="1182421"/>
                  </a:lnTo>
                  <a:lnTo>
                    <a:pt x="269497" y="1095219"/>
                  </a:lnTo>
                  <a:lnTo>
                    <a:pt x="270157" y="1032065"/>
                  </a:lnTo>
                  <a:lnTo>
                    <a:pt x="270818" y="982039"/>
                  </a:lnTo>
                  <a:lnTo>
                    <a:pt x="271478" y="972880"/>
                  </a:lnTo>
                  <a:lnTo>
                    <a:pt x="272139" y="1006592"/>
                  </a:lnTo>
                  <a:lnTo>
                    <a:pt x="272799" y="1059099"/>
                  </a:lnTo>
                  <a:lnTo>
                    <a:pt x="273460" y="1122319"/>
                  </a:lnTo>
                  <a:lnTo>
                    <a:pt x="274120" y="1215579"/>
                  </a:lnTo>
                  <a:lnTo>
                    <a:pt x="274781" y="1270430"/>
                  </a:lnTo>
                  <a:lnTo>
                    <a:pt x="275441" y="1243421"/>
                  </a:lnTo>
                  <a:lnTo>
                    <a:pt x="276102" y="1243421"/>
                  </a:lnTo>
                  <a:lnTo>
                    <a:pt x="276762" y="1256244"/>
                  </a:lnTo>
                  <a:lnTo>
                    <a:pt x="277423" y="1299040"/>
                  </a:lnTo>
                  <a:lnTo>
                    <a:pt x="278084" y="1342901"/>
                  </a:lnTo>
                  <a:lnTo>
                    <a:pt x="278744" y="1383643"/>
                  </a:lnTo>
                  <a:lnTo>
                    <a:pt x="279405" y="1383643"/>
                  </a:lnTo>
                  <a:lnTo>
                    <a:pt x="280065" y="1352262"/>
                  </a:lnTo>
                  <a:lnTo>
                    <a:pt x="280726" y="1316697"/>
                  </a:lnTo>
                  <a:lnTo>
                    <a:pt x="281386" y="1285441"/>
                  </a:lnTo>
                  <a:lnTo>
                    <a:pt x="282047" y="1244675"/>
                  </a:lnTo>
                  <a:lnTo>
                    <a:pt x="282707" y="1209474"/>
                  </a:lnTo>
                  <a:lnTo>
                    <a:pt x="283368" y="1211125"/>
                  </a:lnTo>
                  <a:lnTo>
                    <a:pt x="284028" y="1200314"/>
                  </a:lnTo>
                  <a:lnTo>
                    <a:pt x="284689" y="1200314"/>
                  </a:lnTo>
                  <a:lnTo>
                    <a:pt x="285349" y="1229421"/>
                  </a:lnTo>
                  <a:lnTo>
                    <a:pt x="286010" y="1281787"/>
                  </a:lnTo>
                  <a:lnTo>
                    <a:pt x="286670" y="1319201"/>
                  </a:lnTo>
                  <a:lnTo>
                    <a:pt x="287331" y="1375173"/>
                  </a:lnTo>
                  <a:lnTo>
                    <a:pt x="287991" y="1420610"/>
                  </a:lnTo>
                  <a:lnTo>
                    <a:pt x="288652" y="1430742"/>
                  </a:lnTo>
                  <a:lnTo>
                    <a:pt x="289313" y="1430742"/>
                  </a:lnTo>
                  <a:lnTo>
                    <a:pt x="289973" y="1383643"/>
                  </a:lnTo>
                  <a:lnTo>
                    <a:pt x="290634" y="1343822"/>
                  </a:lnTo>
                  <a:lnTo>
                    <a:pt x="291294" y="1343822"/>
                  </a:lnTo>
                  <a:lnTo>
                    <a:pt x="291955" y="1343822"/>
                  </a:lnTo>
                  <a:lnTo>
                    <a:pt x="292615" y="1343822"/>
                  </a:lnTo>
                  <a:lnTo>
                    <a:pt x="293276" y="1383643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430742"/>
                  </a:lnTo>
                  <a:lnTo>
                    <a:pt x="297239" y="1430742"/>
                  </a:lnTo>
                  <a:lnTo>
                    <a:pt x="297899" y="1430742"/>
                  </a:lnTo>
                  <a:lnTo>
                    <a:pt x="298560" y="1430742"/>
                  </a:lnTo>
                  <a:lnTo>
                    <a:pt x="299221" y="1430742"/>
                  </a:lnTo>
                  <a:lnTo>
                    <a:pt x="299881" y="1430742"/>
                  </a:lnTo>
                  <a:lnTo>
                    <a:pt x="300542" y="1430742"/>
                  </a:lnTo>
                  <a:lnTo>
                    <a:pt x="301202" y="1406121"/>
                  </a:lnTo>
                  <a:lnTo>
                    <a:pt x="301863" y="1362966"/>
                  </a:lnTo>
                  <a:lnTo>
                    <a:pt x="302523" y="1343822"/>
                  </a:lnTo>
                  <a:lnTo>
                    <a:pt x="303184" y="1343822"/>
                  </a:lnTo>
                  <a:lnTo>
                    <a:pt x="303844" y="1343822"/>
                  </a:lnTo>
                  <a:lnTo>
                    <a:pt x="304505" y="1362966"/>
                  </a:lnTo>
                  <a:lnTo>
                    <a:pt x="305165" y="1406121"/>
                  </a:lnTo>
                  <a:lnTo>
                    <a:pt x="305826" y="1430742"/>
                  </a:lnTo>
                  <a:lnTo>
                    <a:pt x="306486" y="1430742"/>
                  </a:lnTo>
                  <a:lnTo>
                    <a:pt x="307147" y="1430742"/>
                  </a:lnTo>
                  <a:lnTo>
                    <a:pt x="307807" y="1430742"/>
                  </a:lnTo>
                  <a:lnTo>
                    <a:pt x="308468" y="1430742"/>
                  </a:lnTo>
                  <a:lnTo>
                    <a:pt x="309129" y="1430742"/>
                  </a:lnTo>
                  <a:lnTo>
                    <a:pt x="309789" y="1430742"/>
                  </a:lnTo>
                  <a:lnTo>
                    <a:pt x="310450" y="1430742"/>
                  </a:lnTo>
                  <a:lnTo>
                    <a:pt x="311110" y="1362966"/>
                  </a:lnTo>
                  <a:lnTo>
                    <a:pt x="311771" y="1306917"/>
                  </a:lnTo>
                  <a:lnTo>
                    <a:pt x="312431" y="1262902"/>
                  </a:lnTo>
                  <a:lnTo>
                    <a:pt x="313092" y="1225306"/>
                  </a:lnTo>
                  <a:lnTo>
                    <a:pt x="313752" y="1225306"/>
                  </a:lnTo>
                  <a:lnTo>
                    <a:pt x="314413" y="1262902"/>
                  </a:lnTo>
                  <a:lnTo>
                    <a:pt x="315073" y="1309327"/>
                  </a:lnTo>
                  <a:lnTo>
                    <a:pt x="315734" y="1362966"/>
                  </a:lnTo>
                  <a:lnTo>
                    <a:pt x="316394" y="1430742"/>
                  </a:lnTo>
                  <a:lnTo>
                    <a:pt x="317055" y="1430742"/>
                  </a:lnTo>
                  <a:lnTo>
                    <a:pt x="317715" y="1430742"/>
                  </a:lnTo>
                  <a:lnTo>
                    <a:pt x="318376" y="1430742"/>
                  </a:lnTo>
                  <a:lnTo>
                    <a:pt x="319037" y="1430742"/>
                  </a:lnTo>
                  <a:lnTo>
                    <a:pt x="319697" y="1430742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15690"/>
                  </a:lnTo>
                  <a:lnTo>
                    <a:pt x="323660" y="1392401"/>
                  </a:lnTo>
                  <a:lnTo>
                    <a:pt x="324321" y="1371040"/>
                  </a:lnTo>
                  <a:lnTo>
                    <a:pt x="324981" y="1351310"/>
                  </a:lnTo>
                  <a:lnTo>
                    <a:pt x="325642" y="1332982"/>
                  </a:lnTo>
                  <a:lnTo>
                    <a:pt x="326302" y="1343822"/>
                  </a:lnTo>
                  <a:lnTo>
                    <a:pt x="326963" y="1362966"/>
                  </a:lnTo>
                  <a:lnTo>
                    <a:pt x="327623" y="1383643"/>
                  </a:lnTo>
                  <a:lnTo>
                    <a:pt x="328284" y="1406121"/>
                  </a:lnTo>
                  <a:lnTo>
                    <a:pt x="328944" y="1430742"/>
                  </a:lnTo>
                  <a:lnTo>
                    <a:pt x="329605" y="1430742"/>
                  </a:lnTo>
                  <a:lnTo>
                    <a:pt x="330266" y="1430742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01466"/>
                  </a:lnTo>
                  <a:lnTo>
                    <a:pt x="336210" y="1359022"/>
                  </a:lnTo>
                  <a:lnTo>
                    <a:pt x="336871" y="1340158"/>
                  </a:lnTo>
                  <a:lnTo>
                    <a:pt x="337531" y="1340158"/>
                  </a:lnTo>
                  <a:lnTo>
                    <a:pt x="338192" y="1340158"/>
                  </a:lnTo>
                  <a:lnTo>
                    <a:pt x="338852" y="1362966"/>
                  </a:lnTo>
                  <a:lnTo>
                    <a:pt x="339513" y="1406121"/>
                  </a:lnTo>
                  <a:lnTo>
                    <a:pt x="340174" y="1406121"/>
                  </a:lnTo>
                  <a:lnTo>
                    <a:pt x="340834" y="1325999"/>
                  </a:lnTo>
                  <a:lnTo>
                    <a:pt x="341495" y="1264933"/>
                  </a:lnTo>
                  <a:lnTo>
                    <a:pt x="342155" y="1215579"/>
                  </a:lnTo>
                  <a:lnTo>
                    <a:pt x="342816" y="1174158"/>
                  </a:lnTo>
                  <a:lnTo>
                    <a:pt x="343476" y="1163842"/>
                  </a:lnTo>
                  <a:lnTo>
                    <a:pt x="344137" y="1193008"/>
                  </a:lnTo>
                  <a:lnTo>
                    <a:pt x="344797" y="1225890"/>
                  </a:lnTo>
                  <a:lnTo>
                    <a:pt x="345458" y="1263577"/>
                  </a:lnTo>
                  <a:lnTo>
                    <a:pt x="346118" y="1307718"/>
                  </a:lnTo>
                  <a:lnTo>
                    <a:pt x="346779" y="1309327"/>
                  </a:lnTo>
                  <a:lnTo>
                    <a:pt x="347439" y="1293666"/>
                  </a:lnTo>
                  <a:lnTo>
                    <a:pt x="348100" y="1293666"/>
                  </a:lnTo>
                  <a:lnTo>
                    <a:pt x="348760" y="1293666"/>
                  </a:lnTo>
                  <a:lnTo>
                    <a:pt x="349421" y="1309327"/>
                  </a:lnTo>
                  <a:lnTo>
                    <a:pt x="350082" y="1343822"/>
                  </a:lnTo>
                  <a:lnTo>
                    <a:pt x="350742" y="1383643"/>
                  </a:lnTo>
                  <a:lnTo>
                    <a:pt x="351403" y="1406121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30742"/>
                  </a:lnTo>
                  <a:lnTo>
                    <a:pt x="361311" y="1430742"/>
                  </a:lnTo>
                  <a:lnTo>
                    <a:pt x="361971" y="1430742"/>
                  </a:lnTo>
                  <a:lnTo>
                    <a:pt x="362632" y="1406121"/>
                  </a:lnTo>
                  <a:lnTo>
                    <a:pt x="363292" y="1343822"/>
                  </a:lnTo>
                  <a:lnTo>
                    <a:pt x="363953" y="1278901"/>
                  </a:lnTo>
                  <a:lnTo>
                    <a:pt x="364613" y="1251683"/>
                  </a:lnTo>
                  <a:lnTo>
                    <a:pt x="365274" y="1239079"/>
                  </a:lnTo>
                  <a:lnTo>
                    <a:pt x="365934" y="1251683"/>
                  </a:lnTo>
                  <a:lnTo>
                    <a:pt x="366595" y="1278901"/>
                  </a:lnTo>
                  <a:lnTo>
                    <a:pt x="367255" y="1309327"/>
                  </a:lnTo>
                  <a:lnTo>
                    <a:pt x="367916" y="1310947"/>
                  </a:lnTo>
                  <a:lnTo>
                    <a:pt x="368576" y="1283973"/>
                  </a:lnTo>
                  <a:lnTo>
                    <a:pt x="369237" y="1256244"/>
                  </a:lnTo>
                  <a:lnTo>
                    <a:pt x="369897" y="1256244"/>
                  </a:lnTo>
                  <a:lnTo>
                    <a:pt x="370558" y="1269737"/>
                  </a:lnTo>
                  <a:lnTo>
                    <a:pt x="371219" y="1282514"/>
                  </a:lnTo>
                  <a:lnTo>
                    <a:pt x="371879" y="1293666"/>
                  </a:lnTo>
                  <a:lnTo>
                    <a:pt x="372540" y="1251683"/>
                  </a:lnTo>
                  <a:lnTo>
                    <a:pt x="373200" y="1194039"/>
                  </a:lnTo>
                  <a:lnTo>
                    <a:pt x="373861" y="1164763"/>
                  </a:lnTo>
                  <a:lnTo>
                    <a:pt x="374521" y="1174158"/>
                  </a:lnTo>
                  <a:lnTo>
                    <a:pt x="375182" y="1194039"/>
                  </a:lnTo>
                  <a:lnTo>
                    <a:pt x="375842" y="1251683"/>
                  </a:lnTo>
                  <a:lnTo>
                    <a:pt x="376503" y="1343822"/>
                  </a:lnTo>
                  <a:lnTo>
                    <a:pt x="377163" y="1430742"/>
                  </a:lnTo>
                  <a:lnTo>
                    <a:pt x="377824" y="1430742"/>
                  </a:lnTo>
                  <a:lnTo>
                    <a:pt x="378484" y="1430742"/>
                  </a:lnTo>
                  <a:lnTo>
                    <a:pt x="379145" y="1430742"/>
                  </a:lnTo>
                  <a:lnTo>
                    <a:pt x="379805" y="1430742"/>
                  </a:lnTo>
                  <a:lnTo>
                    <a:pt x="380466" y="1430742"/>
                  </a:lnTo>
                  <a:lnTo>
                    <a:pt x="381127" y="1430742"/>
                  </a:lnTo>
                  <a:lnTo>
                    <a:pt x="381787" y="1430742"/>
                  </a:lnTo>
                  <a:lnTo>
                    <a:pt x="382448" y="1430742"/>
                  </a:lnTo>
                  <a:lnTo>
                    <a:pt x="383108" y="1430742"/>
                  </a:lnTo>
                  <a:lnTo>
                    <a:pt x="383769" y="1430742"/>
                  </a:lnTo>
                  <a:lnTo>
                    <a:pt x="384429" y="1383643"/>
                  </a:lnTo>
                  <a:lnTo>
                    <a:pt x="385090" y="1309327"/>
                  </a:lnTo>
                  <a:lnTo>
                    <a:pt x="385750" y="1266297"/>
                  </a:lnTo>
                  <a:lnTo>
                    <a:pt x="386411" y="1266297"/>
                  </a:lnTo>
                  <a:lnTo>
                    <a:pt x="387071" y="1266297"/>
                  </a:lnTo>
                  <a:lnTo>
                    <a:pt x="387732" y="1295190"/>
                  </a:lnTo>
                  <a:lnTo>
                    <a:pt x="388392" y="1364961"/>
                  </a:lnTo>
                  <a:lnTo>
                    <a:pt x="389053" y="1430742"/>
                  </a:lnTo>
                  <a:lnTo>
                    <a:pt x="389713" y="1430742"/>
                  </a:lnTo>
                  <a:lnTo>
                    <a:pt x="390374" y="1430742"/>
                  </a:lnTo>
                  <a:lnTo>
                    <a:pt x="391035" y="1430742"/>
                  </a:lnTo>
                  <a:lnTo>
                    <a:pt x="391695" y="1430742"/>
                  </a:lnTo>
                  <a:lnTo>
                    <a:pt x="392356" y="1430742"/>
                  </a:lnTo>
                  <a:lnTo>
                    <a:pt x="393016" y="1430742"/>
                  </a:lnTo>
                  <a:lnTo>
                    <a:pt x="393677" y="1430742"/>
                  </a:lnTo>
                  <a:lnTo>
                    <a:pt x="394337" y="1430742"/>
                  </a:lnTo>
                  <a:lnTo>
                    <a:pt x="394998" y="1430742"/>
                  </a:lnTo>
                  <a:lnTo>
                    <a:pt x="395658" y="1430742"/>
                  </a:lnTo>
                  <a:lnTo>
                    <a:pt x="396319" y="1430742"/>
                  </a:lnTo>
                  <a:lnTo>
                    <a:pt x="396979" y="1430742"/>
                  </a:lnTo>
                  <a:lnTo>
                    <a:pt x="397640" y="1430742"/>
                  </a:lnTo>
                  <a:lnTo>
                    <a:pt x="398300" y="1430742"/>
                  </a:lnTo>
                  <a:lnTo>
                    <a:pt x="398961" y="1430742"/>
                  </a:lnTo>
                  <a:lnTo>
                    <a:pt x="399621" y="1430742"/>
                  </a:lnTo>
                  <a:lnTo>
                    <a:pt x="400282" y="1430742"/>
                  </a:lnTo>
                  <a:lnTo>
                    <a:pt x="400942" y="1430742"/>
                  </a:lnTo>
                  <a:lnTo>
                    <a:pt x="401603" y="1383643"/>
                  </a:lnTo>
                  <a:lnTo>
                    <a:pt x="402264" y="1309327"/>
                  </a:lnTo>
                  <a:lnTo>
                    <a:pt x="402924" y="1251683"/>
                  </a:lnTo>
                  <a:lnTo>
                    <a:pt x="403585" y="1215579"/>
                  </a:lnTo>
                  <a:lnTo>
                    <a:pt x="404245" y="1164763"/>
                  </a:lnTo>
                  <a:lnTo>
                    <a:pt x="404906" y="1146940"/>
                  </a:lnTo>
                  <a:lnTo>
                    <a:pt x="405566" y="1164763"/>
                  </a:lnTo>
                  <a:lnTo>
                    <a:pt x="406227" y="1183907"/>
                  </a:lnTo>
                  <a:lnTo>
                    <a:pt x="406887" y="1204584"/>
                  </a:lnTo>
                  <a:lnTo>
                    <a:pt x="407548" y="1264933"/>
                  </a:lnTo>
                  <a:lnTo>
                    <a:pt x="408208" y="1309327"/>
                  </a:lnTo>
                  <a:lnTo>
                    <a:pt x="408869" y="1293666"/>
                  </a:lnTo>
                  <a:lnTo>
                    <a:pt x="409529" y="1264933"/>
                  </a:lnTo>
                  <a:lnTo>
                    <a:pt x="410190" y="1239079"/>
                  </a:lnTo>
                  <a:lnTo>
                    <a:pt x="410850" y="1227062"/>
                  </a:lnTo>
                  <a:lnTo>
                    <a:pt x="411511" y="1227062"/>
                  </a:lnTo>
                  <a:lnTo>
                    <a:pt x="412172" y="1264933"/>
                  </a:lnTo>
                  <a:lnTo>
                    <a:pt x="412832" y="1325999"/>
                  </a:lnTo>
                  <a:lnTo>
                    <a:pt x="413493" y="1383643"/>
                  </a:lnTo>
                  <a:lnTo>
                    <a:pt x="414153" y="1406121"/>
                  </a:lnTo>
                  <a:lnTo>
                    <a:pt x="414814" y="1430742"/>
                  </a:lnTo>
                  <a:lnTo>
                    <a:pt x="415474" y="1430742"/>
                  </a:lnTo>
                  <a:lnTo>
                    <a:pt x="416135" y="1430742"/>
                  </a:lnTo>
                  <a:lnTo>
                    <a:pt x="416795" y="1430742"/>
                  </a:lnTo>
                  <a:lnTo>
                    <a:pt x="417456" y="1430742"/>
                  </a:lnTo>
                  <a:lnTo>
                    <a:pt x="418116" y="1430742"/>
                  </a:lnTo>
                  <a:lnTo>
                    <a:pt x="418777" y="1430742"/>
                  </a:lnTo>
                  <a:lnTo>
                    <a:pt x="419437" y="1430742"/>
                  </a:lnTo>
                  <a:lnTo>
                    <a:pt x="420098" y="1430742"/>
                  </a:lnTo>
                  <a:lnTo>
                    <a:pt x="420758" y="1430742"/>
                  </a:lnTo>
                  <a:lnTo>
                    <a:pt x="421419" y="1430742"/>
                  </a:lnTo>
                  <a:lnTo>
                    <a:pt x="422080" y="1430742"/>
                  </a:lnTo>
                  <a:lnTo>
                    <a:pt x="422740" y="1430742"/>
                  </a:lnTo>
                  <a:lnTo>
                    <a:pt x="423401" y="1430742"/>
                  </a:lnTo>
                  <a:lnTo>
                    <a:pt x="424061" y="1430742"/>
                  </a:lnTo>
                  <a:lnTo>
                    <a:pt x="424722" y="1406121"/>
                  </a:lnTo>
                  <a:lnTo>
                    <a:pt x="425382" y="1383643"/>
                  </a:lnTo>
                  <a:lnTo>
                    <a:pt x="426043" y="1362966"/>
                  </a:lnTo>
                  <a:lnTo>
                    <a:pt x="426703" y="1343822"/>
                  </a:lnTo>
                  <a:lnTo>
                    <a:pt x="427364" y="1343822"/>
                  </a:lnTo>
                  <a:lnTo>
                    <a:pt x="428024" y="1362966"/>
                  </a:lnTo>
                  <a:lnTo>
                    <a:pt x="428685" y="1383643"/>
                  </a:lnTo>
                  <a:lnTo>
                    <a:pt x="429345" y="1383643"/>
                  </a:lnTo>
                  <a:lnTo>
                    <a:pt x="430006" y="1362966"/>
                  </a:lnTo>
                  <a:lnTo>
                    <a:pt x="430666" y="1309327"/>
                  </a:lnTo>
                  <a:lnTo>
                    <a:pt x="431327" y="1270430"/>
                  </a:lnTo>
                  <a:lnTo>
                    <a:pt x="431987" y="1244047"/>
                  </a:lnTo>
                  <a:lnTo>
                    <a:pt x="432648" y="1256902"/>
                  </a:lnTo>
                  <a:lnTo>
                    <a:pt x="433309" y="1270430"/>
                  </a:lnTo>
                  <a:lnTo>
                    <a:pt x="433969" y="1299817"/>
                  </a:lnTo>
                  <a:lnTo>
                    <a:pt x="434630" y="1320041"/>
                  </a:lnTo>
                  <a:lnTo>
                    <a:pt x="435290" y="1320041"/>
                  </a:lnTo>
                  <a:lnTo>
                    <a:pt x="435951" y="1288402"/>
                  </a:lnTo>
                  <a:lnTo>
                    <a:pt x="436611" y="1288402"/>
                  </a:lnTo>
                  <a:lnTo>
                    <a:pt x="437272" y="1260218"/>
                  </a:lnTo>
                  <a:lnTo>
                    <a:pt x="437932" y="1216704"/>
                  </a:lnTo>
                  <a:lnTo>
                    <a:pt x="438593" y="1195074"/>
                  </a:lnTo>
                  <a:lnTo>
                    <a:pt x="439253" y="1184902"/>
                  </a:lnTo>
                  <a:lnTo>
                    <a:pt x="439914" y="1182421"/>
                  </a:lnTo>
                  <a:lnTo>
                    <a:pt x="440574" y="1202975"/>
                  </a:lnTo>
                  <a:lnTo>
                    <a:pt x="441235" y="1261557"/>
                  </a:lnTo>
                  <a:lnTo>
                    <a:pt x="441895" y="1321729"/>
                  </a:lnTo>
                  <a:lnTo>
                    <a:pt x="442556" y="1378317"/>
                  </a:lnTo>
                  <a:lnTo>
                    <a:pt x="443217" y="1406121"/>
                  </a:lnTo>
                  <a:lnTo>
                    <a:pt x="443877" y="1430742"/>
                  </a:lnTo>
                  <a:lnTo>
                    <a:pt x="444538" y="1430742"/>
                  </a:lnTo>
                  <a:lnTo>
                    <a:pt x="445198" y="1430742"/>
                  </a:lnTo>
                  <a:lnTo>
                    <a:pt x="445859" y="1430742"/>
                  </a:lnTo>
                  <a:lnTo>
                    <a:pt x="446519" y="1430742"/>
                  </a:lnTo>
                  <a:lnTo>
                    <a:pt x="447180" y="1430742"/>
                  </a:lnTo>
                  <a:lnTo>
                    <a:pt x="447840" y="1430742"/>
                  </a:lnTo>
                  <a:lnTo>
                    <a:pt x="448501" y="1406121"/>
                  </a:lnTo>
                  <a:lnTo>
                    <a:pt x="449161" y="1381500"/>
                  </a:lnTo>
                  <a:lnTo>
                    <a:pt x="449822" y="1341983"/>
                  </a:lnTo>
                  <a:lnTo>
                    <a:pt x="450482" y="1307718"/>
                  </a:lnTo>
                  <a:lnTo>
                    <a:pt x="451143" y="1277469"/>
                  </a:lnTo>
                  <a:lnTo>
                    <a:pt x="451803" y="1277469"/>
                  </a:lnTo>
                  <a:lnTo>
                    <a:pt x="452464" y="1291397"/>
                  </a:lnTo>
                  <a:lnTo>
                    <a:pt x="453125" y="1323429"/>
                  </a:lnTo>
                  <a:lnTo>
                    <a:pt x="453785" y="1360003"/>
                  </a:lnTo>
                  <a:lnTo>
                    <a:pt x="454446" y="1402622"/>
                  </a:lnTo>
                  <a:lnTo>
                    <a:pt x="455106" y="1426896"/>
                  </a:lnTo>
                  <a:lnTo>
                    <a:pt x="455767" y="1430742"/>
                  </a:lnTo>
                  <a:lnTo>
                    <a:pt x="456427" y="1430742"/>
                  </a:lnTo>
                  <a:lnTo>
                    <a:pt x="457088" y="1430742"/>
                  </a:lnTo>
                  <a:lnTo>
                    <a:pt x="457748" y="1430742"/>
                  </a:lnTo>
                  <a:lnTo>
                    <a:pt x="458409" y="1430742"/>
                  </a:lnTo>
                  <a:lnTo>
                    <a:pt x="459069" y="1430742"/>
                  </a:lnTo>
                  <a:lnTo>
                    <a:pt x="459730" y="1430742"/>
                  </a:lnTo>
                  <a:lnTo>
                    <a:pt x="460390" y="1430742"/>
                  </a:lnTo>
                  <a:lnTo>
                    <a:pt x="461051" y="1430742"/>
                  </a:lnTo>
                  <a:lnTo>
                    <a:pt x="461711" y="1430742"/>
                  </a:lnTo>
                  <a:lnTo>
                    <a:pt x="462372" y="1430742"/>
                  </a:lnTo>
                  <a:lnTo>
                    <a:pt x="463033" y="1406121"/>
                  </a:lnTo>
                  <a:lnTo>
                    <a:pt x="463693" y="1362966"/>
                  </a:lnTo>
                  <a:lnTo>
                    <a:pt x="464354" y="1333868"/>
                  </a:lnTo>
                  <a:lnTo>
                    <a:pt x="465014" y="1333868"/>
                  </a:lnTo>
                  <a:lnTo>
                    <a:pt x="465675" y="1333868"/>
                  </a:lnTo>
                  <a:lnTo>
                    <a:pt x="466335" y="1352262"/>
                  </a:lnTo>
                  <a:lnTo>
                    <a:pt x="466996" y="1393517"/>
                  </a:lnTo>
                  <a:lnTo>
                    <a:pt x="467656" y="1430742"/>
                  </a:lnTo>
                  <a:lnTo>
                    <a:pt x="468317" y="1430742"/>
                  </a:lnTo>
                  <a:lnTo>
                    <a:pt x="468977" y="1430742"/>
                  </a:lnTo>
                  <a:lnTo>
                    <a:pt x="469638" y="1430742"/>
                  </a:lnTo>
                  <a:lnTo>
                    <a:pt x="470298" y="1430742"/>
                  </a:lnTo>
                  <a:lnTo>
                    <a:pt x="470959" y="1430742"/>
                  </a:lnTo>
                  <a:lnTo>
                    <a:pt x="471619" y="1430742"/>
                  </a:lnTo>
                  <a:lnTo>
                    <a:pt x="472280" y="1430742"/>
                  </a:lnTo>
                  <a:lnTo>
                    <a:pt x="472940" y="1430742"/>
                  </a:lnTo>
                  <a:lnTo>
                    <a:pt x="473601" y="1430742"/>
                  </a:lnTo>
                  <a:lnTo>
                    <a:pt x="474262" y="1430742"/>
                  </a:lnTo>
                  <a:lnTo>
                    <a:pt x="474922" y="1430742"/>
                  </a:lnTo>
                  <a:lnTo>
                    <a:pt x="475583" y="1430742"/>
                  </a:lnTo>
                  <a:lnTo>
                    <a:pt x="476243" y="1430742"/>
                  </a:lnTo>
                  <a:lnTo>
                    <a:pt x="476904" y="1430742"/>
                  </a:lnTo>
                  <a:lnTo>
                    <a:pt x="477564" y="1430742"/>
                  </a:lnTo>
                  <a:lnTo>
                    <a:pt x="478225" y="1430742"/>
                  </a:lnTo>
                  <a:lnTo>
                    <a:pt x="478885" y="1430742"/>
                  </a:lnTo>
                  <a:lnTo>
                    <a:pt x="479546" y="1430742"/>
                  </a:lnTo>
                  <a:lnTo>
                    <a:pt x="480206" y="1430742"/>
                  </a:lnTo>
                  <a:lnTo>
                    <a:pt x="480867" y="1430742"/>
                  </a:lnTo>
                  <a:lnTo>
                    <a:pt x="481527" y="1406121"/>
                  </a:lnTo>
                  <a:lnTo>
                    <a:pt x="482188" y="1362966"/>
                  </a:lnTo>
                  <a:lnTo>
                    <a:pt x="482848" y="1326862"/>
                  </a:lnTo>
                  <a:lnTo>
                    <a:pt x="483509" y="1281787"/>
                  </a:lnTo>
                  <a:lnTo>
                    <a:pt x="484170" y="1254279"/>
                  </a:lnTo>
                  <a:lnTo>
                    <a:pt x="484830" y="1267667"/>
                  </a:lnTo>
                  <a:lnTo>
                    <a:pt x="485491" y="1296723"/>
                  </a:lnTo>
                  <a:lnTo>
                    <a:pt x="486151" y="1328596"/>
                  </a:lnTo>
                  <a:lnTo>
                    <a:pt x="486812" y="1362966"/>
                  </a:lnTo>
                  <a:lnTo>
                    <a:pt x="487472" y="1362966"/>
                  </a:lnTo>
                  <a:lnTo>
                    <a:pt x="488133" y="1343822"/>
                  </a:lnTo>
                  <a:lnTo>
                    <a:pt x="488793" y="1343822"/>
                  </a:lnTo>
                  <a:lnTo>
                    <a:pt x="489454" y="1343822"/>
                  </a:lnTo>
                  <a:lnTo>
                    <a:pt x="490114" y="1362966"/>
                  </a:lnTo>
                  <a:lnTo>
                    <a:pt x="490775" y="1406121"/>
                  </a:lnTo>
                  <a:lnTo>
                    <a:pt x="491435" y="1430742"/>
                  </a:lnTo>
                  <a:lnTo>
                    <a:pt x="492096" y="1430742"/>
                  </a:lnTo>
                  <a:lnTo>
                    <a:pt x="492756" y="1406121"/>
                  </a:lnTo>
                  <a:lnTo>
                    <a:pt x="493417" y="1362966"/>
                  </a:lnTo>
                  <a:lnTo>
                    <a:pt x="494078" y="1343822"/>
                  </a:lnTo>
                  <a:lnTo>
                    <a:pt x="494738" y="1343822"/>
                  </a:lnTo>
                  <a:lnTo>
                    <a:pt x="495399" y="1343822"/>
                  </a:lnTo>
                  <a:lnTo>
                    <a:pt x="496059" y="1362966"/>
                  </a:lnTo>
                  <a:lnTo>
                    <a:pt x="496720" y="1406121"/>
                  </a:lnTo>
                  <a:lnTo>
                    <a:pt x="497380" y="1430742"/>
                  </a:lnTo>
                  <a:lnTo>
                    <a:pt x="498041" y="1430742"/>
                  </a:lnTo>
                  <a:lnTo>
                    <a:pt x="498701" y="1430742"/>
                  </a:lnTo>
                  <a:lnTo>
                    <a:pt x="499362" y="1430742"/>
                  </a:lnTo>
                  <a:lnTo>
                    <a:pt x="500022" y="1430742"/>
                  </a:lnTo>
                  <a:lnTo>
                    <a:pt x="500683" y="1430742"/>
                  </a:lnTo>
                  <a:lnTo>
                    <a:pt x="501343" y="1430742"/>
                  </a:lnTo>
                  <a:lnTo>
                    <a:pt x="502004" y="1430742"/>
                  </a:lnTo>
                  <a:lnTo>
                    <a:pt x="502664" y="1430742"/>
                  </a:lnTo>
                  <a:lnTo>
                    <a:pt x="503325" y="1430742"/>
                  </a:lnTo>
                  <a:lnTo>
                    <a:pt x="503985" y="1430742"/>
                  </a:lnTo>
                  <a:lnTo>
                    <a:pt x="504646" y="1430742"/>
                  </a:lnTo>
                  <a:lnTo>
                    <a:pt x="505307" y="1430742"/>
                  </a:lnTo>
                  <a:lnTo>
                    <a:pt x="505967" y="1430742"/>
                  </a:lnTo>
                  <a:lnTo>
                    <a:pt x="506628" y="1430742"/>
                  </a:lnTo>
                  <a:lnTo>
                    <a:pt x="507288" y="1430742"/>
                  </a:lnTo>
                  <a:lnTo>
                    <a:pt x="507949" y="1430742"/>
                  </a:lnTo>
                  <a:lnTo>
                    <a:pt x="508609" y="1430742"/>
                  </a:lnTo>
                  <a:lnTo>
                    <a:pt x="509270" y="1430742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06121"/>
                  </a:lnTo>
                  <a:lnTo>
                    <a:pt x="512572" y="1325999"/>
                  </a:lnTo>
                  <a:lnTo>
                    <a:pt x="513233" y="1278901"/>
                  </a:lnTo>
                  <a:lnTo>
                    <a:pt x="513893" y="1253628"/>
                  </a:lnTo>
                  <a:lnTo>
                    <a:pt x="514554" y="1253628"/>
                  </a:lnTo>
                  <a:lnTo>
                    <a:pt x="515215" y="1266981"/>
                  </a:lnTo>
                  <a:lnTo>
                    <a:pt x="515875" y="1328596"/>
                  </a:lnTo>
                  <a:lnTo>
                    <a:pt x="516536" y="1386893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430742"/>
                  </a:lnTo>
                  <a:lnTo>
                    <a:pt x="519838" y="1430742"/>
                  </a:lnTo>
                  <a:lnTo>
                    <a:pt x="520499" y="1430742"/>
                  </a:lnTo>
                  <a:lnTo>
                    <a:pt x="521159" y="1430742"/>
                  </a:lnTo>
                  <a:lnTo>
                    <a:pt x="521820" y="1430742"/>
                  </a:lnTo>
                  <a:lnTo>
                    <a:pt x="522480" y="1430742"/>
                  </a:lnTo>
                  <a:lnTo>
                    <a:pt x="523141" y="1430742"/>
                  </a:lnTo>
                  <a:lnTo>
                    <a:pt x="523801" y="1430742"/>
                  </a:lnTo>
                  <a:lnTo>
                    <a:pt x="524462" y="1406121"/>
                  </a:lnTo>
                  <a:lnTo>
                    <a:pt x="525123" y="1383643"/>
                  </a:lnTo>
                  <a:lnTo>
                    <a:pt x="525783" y="1343822"/>
                  </a:lnTo>
                  <a:lnTo>
                    <a:pt x="526444" y="1325999"/>
                  </a:lnTo>
                  <a:lnTo>
                    <a:pt x="527104" y="1325999"/>
                  </a:lnTo>
                  <a:lnTo>
                    <a:pt x="527765" y="1343822"/>
                  </a:lnTo>
                  <a:lnTo>
                    <a:pt x="528425" y="1362966"/>
                  </a:lnTo>
                  <a:lnTo>
                    <a:pt x="529086" y="1406121"/>
                  </a:lnTo>
                  <a:lnTo>
                    <a:pt x="529746" y="1430742"/>
                  </a:lnTo>
                  <a:lnTo>
                    <a:pt x="530407" y="1406121"/>
                  </a:lnTo>
                  <a:lnTo>
                    <a:pt x="531067" y="1383643"/>
                  </a:lnTo>
                  <a:lnTo>
                    <a:pt x="531728" y="1343822"/>
                  </a:lnTo>
                  <a:lnTo>
                    <a:pt x="532388" y="1325999"/>
                  </a:lnTo>
                  <a:lnTo>
                    <a:pt x="533049" y="1310947"/>
                  </a:lnTo>
                  <a:lnTo>
                    <a:pt x="533709" y="1327727"/>
                  </a:lnTo>
                  <a:lnTo>
                    <a:pt x="534370" y="1327727"/>
                  </a:lnTo>
                  <a:lnTo>
                    <a:pt x="535031" y="1345674"/>
                  </a:lnTo>
                  <a:lnTo>
                    <a:pt x="535691" y="1310947"/>
                  </a:lnTo>
                  <a:lnTo>
                    <a:pt x="536352" y="1278901"/>
                  </a:lnTo>
                  <a:lnTo>
                    <a:pt x="537012" y="1251683"/>
                  </a:lnTo>
                  <a:lnTo>
                    <a:pt x="537673" y="1239079"/>
                  </a:lnTo>
                  <a:lnTo>
                    <a:pt x="538333" y="1239079"/>
                  </a:lnTo>
                  <a:lnTo>
                    <a:pt x="538994" y="1264933"/>
                  </a:lnTo>
                  <a:lnTo>
                    <a:pt x="539654" y="1293666"/>
                  </a:lnTo>
                  <a:lnTo>
                    <a:pt x="540315" y="1325999"/>
                  </a:lnTo>
                  <a:lnTo>
                    <a:pt x="540975" y="1362966"/>
                  </a:lnTo>
                  <a:lnTo>
                    <a:pt x="541636" y="1383643"/>
                  </a:lnTo>
                  <a:lnTo>
                    <a:pt x="542296" y="1406121"/>
                  </a:lnTo>
                  <a:lnTo>
                    <a:pt x="542957" y="1430742"/>
                  </a:lnTo>
                  <a:lnTo>
                    <a:pt x="543617" y="1430742"/>
                  </a:lnTo>
                  <a:lnTo>
                    <a:pt x="544278" y="1430742"/>
                  </a:lnTo>
                  <a:lnTo>
                    <a:pt x="544938" y="1430742"/>
                  </a:lnTo>
                  <a:lnTo>
                    <a:pt x="545599" y="1430742"/>
                  </a:lnTo>
                  <a:lnTo>
                    <a:pt x="546260" y="1430742"/>
                  </a:lnTo>
                  <a:lnTo>
                    <a:pt x="546920" y="1430742"/>
                  </a:lnTo>
                  <a:lnTo>
                    <a:pt x="547581" y="1406121"/>
                  </a:lnTo>
                  <a:lnTo>
                    <a:pt x="548241" y="1383643"/>
                  </a:lnTo>
                  <a:lnTo>
                    <a:pt x="548902" y="1343822"/>
                  </a:lnTo>
                  <a:lnTo>
                    <a:pt x="549562" y="1325999"/>
                  </a:lnTo>
                  <a:lnTo>
                    <a:pt x="550223" y="1309327"/>
                  </a:lnTo>
                  <a:lnTo>
                    <a:pt x="550883" y="1325999"/>
                  </a:lnTo>
                  <a:lnTo>
                    <a:pt x="551544" y="1325999"/>
                  </a:lnTo>
                  <a:lnTo>
                    <a:pt x="552204" y="1325999"/>
                  </a:lnTo>
                  <a:lnTo>
                    <a:pt x="552865" y="1309327"/>
                  </a:lnTo>
                  <a:lnTo>
                    <a:pt x="553525" y="1293666"/>
                  </a:lnTo>
                  <a:lnTo>
                    <a:pt x="554186" y="1278901"/>
                  </a:lnTo>
                  <a:lnTo>
                    <a:pt x="554846" y="1278901"/>
                  </a:lnTo>
                  <a:lnTo>
                    <a:pt x="555507" y="1309327"/>
                  </a:lnTo>
                  <a:lnTo>
                    <a:pt x="556168" y="1343822"/>
                  </a:lnTo>
                  <a:lnTo>
                    <a:pt x="556828" y="1383643"/>
                  </a:lnTo>
                  <a:lnTo>
                    <a:pt x="557489" y="1406121"/>
                  </a:lnTo>
                  <a:lnTo>
                    <a:pt x="558149" y="1406121"/>
                  </a:lnTo>
                  <a:lnTo>
                    <a:pt x="558810" y="1362966"/>
                  </a:lnTo>
                  <a:lnTo>
                    <a:pt x="559470" y="1343822"/>
                  </a:lnTo>
                  <a:lnTo>
                    <a:pt x="560131" y="1343822"/>
                  </a:lnTo>
                  <a:lnTo>
                    <a:pt x="560791" y="1343822"/>
                  </a:lnTo>
                  <a:lnTo>
                    <a:pt x="561452" y="1362966"/>
                  </a:lnTo>
                  <a:lnTo>
                    <a:pt x="562112" y="1406121"/>
                  </a:lnTo>
                  <a:lnTo>
                    <a:pt x="562773" y="1430742"/>
                  </a:lnTo>
                  <a:lnTo>
                    <a:pt x="563433" y="1430742"/>
                  </a:lnTo>
                  <a:lnTo>
                    <a:pt x="564094" y="1383643"/>
                  </a:lnTo>
                  <a:lnTo>
                    <a:pt x="564754" y="1343822"/>
                  </a:lnTo>
                  <a:lnTo>
                    <a:pt x="565415" y="1325999"/>
                  </a:lnTo>
                  <a:lnTo>
                    <a:pt x="566076" y="1325999"/>
                  </a:lnTo>
                  <a:lnTo>
                    <a:pt x="566736" y="1325999"/>
                  </a:lnTo>
                  <a:lnTo>
                    <a:pt x="567397" y="1362966"/>
                  </a:lnTo>
                  <a:lnTo>
                    <a:pt x="568057" y="1406121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12060"/>
                  </a:lnTo>
                  <a:lnTo>
                    <a:pt x="570699" y="1367982"/>
                  </a:lnTo>
                  <a:lnTo>
                    <a:pt x="571360" y="1313395"/>
                  </a:lnTo>
                  <a:lnTo>
                    <a:pt x="572020" y="1297493"/>
                  </a:lnTo>
                  <a:lnTo>
                    <a:pt x="572681" y="1282514"/>
                  </a:lnTo>
                  <a:lnTo>
                    <a:pt x="573341" y="1278901"/>
                  </a:lnTo>
                  <a:lnTo>
                    <a:pt x="574002" y="1293666"/>
                  </a:lnTo>
                  <a:lnTo>
                    <a:pt x="574662" y="1343822"/>
                  </a:lnTo>
                  <a:lnTo>
                    <a:pt x="575323" y="1362966"/>
                  </a:lnTo>
                  <a:lnTo>
                    <a:pt x="575983" y="1383643"/>
                  </a:lnTo>
                  <a:lnTo>
                    <a:pt x="576644" y="1406121"/>
                  </a:lnTo>
                  <a:lnTo>
                    <a:pt x="577305" y="1430742"/>
                  </a:lnTo>
                  <a:lnTo>
                    <a:pt x="577965" y="1430742"/>
                  </a:lnTo>
                  <a:lnTo>
                    <a:pt x="578626" y="1430742"/>
                  </a:lnTo>
                  <a:lnTo>
                    <a:pt x="579286" y="1430742"/>
                  </a:lnTo>
                  <a:lnTo>
                    <a:pt x="579947" y="1430742"/>
                  </a:lnTo>
                  <a:lnTo>
                    <a:pt x="580607" y="1406121"/>
                  </a:lnTo>
                  <a:lnTo>
                    <a:pt x="581268" y="1362966"/>
                  </a:lnTo>
                  <a:lnTo>
                    <a:pt x="581928" y="1343822"/>
                  </a:lnTo>
                  <a:lnTo>
                    <a:pt x="582589" y="1325999"/>
                  </a:lnTo>
                  <a:lnTo>
                    <a:pt x="583249" y="1325999"/>
                  </a:lnTo>
                  <a:lnTo>
                    <a:pt x="583910" y="1343822"/>
                  </a:lnTo>
                  <a:lnTo>
                    <a:pt x="584570" y="1383643"/>
                  </a:lnTo>
                  <a:lnTo>
                    <a:pt x="585231" y="1406121"/>
                  </a:lnTo>
                  <a:lnTo>
                    <a:pt x="585891" y="1430742"/>
                  </a:lnTo>
                  <a:lnTo>
                    <a:pt x="586552" y="1430742"/>
                  </a:lnTo>
                  <a:lnTo>
                    <a:pt x="587213" y="1430742"/>
                  </a:lnTo>
                  <a:lnTo>
                    <a:pt x="587873" y="1430742"/>
                  </a:lnTo>
                  <a:lnTo>
                    <a:pt x="588534" y="1430742"/>
                  </a:lnTo>
                  <a:lnTo>
                    <a:pt x="589194" y="1430742"/>
                  </a:lnTo>
                  <a:lnTo>
                    <a:pt x="589855" y="1430742"/>
                  </a:lnTo>
                  <a:lnTo>
                    <a:pt x="590515" y="1430742"/>
                  </a:lnTo>
                  <a:lnTo>
                    <a:pt x="591176" y="1430742"/>
                  </a:lnTo>
                  <a:lnTo>
                    <a:pt x="591836" y="1430742"/>
                  </a:lnTo>
                  <a:lnTo>
                    <a:pt x="592497" y="1430742"/>
                  </a:lnTo>
                  <a:lnTo>
                    <a:pt x="593157" y="1430742"/>
                  </a:lnTo>
                  <a:lnTo>
                    <a:pt x="593818" y="1430742"/>
                  </a:lnTo>
                  <a:lnTo>
                    <a:pt x="594478" y="1430742"/>
                  </a:lnTo>
                  <a:lnTo>
                    <a:pt x="595139" y="1430742"/>
                  </a:lnTo>
                  <a:lnTo>
                    <a:pt x="595799" y="1430742"/>
                  </a:lnTo>
                  <a:lnTo>
                    <a:pt x="596460" y="1430742"/>
                  </a:lnTo>
                  <a:lnTo>
                    <a:pt x="597121" y="1430742"/>
                  </a:lnTo>
                  <a:lnTo>
                    <a:pt x="597781" y="1406121"/>
                  </a:lnTo>
                  <a:lnTo>
                    <a:pt x="598442" y="1383643"/>
                  </a:lnTo>
                  <a:lnTo>
                    <a:pt x="599102" y="1343822"/>
                  </a:lnTo>
                  <a:lnTo>
                    <a:pt x="599763" y="1325999"/>
                  </a:lnTo>
                  <a:lnTo>
                    <a:pt x="600423" y="1325999"/>
                  </a:lnTo>
                  <a:lnTo>
                    <a:pt x="601084" y="1343822"/>
                  </a:lnTo>
                  <a:lnTo>
                    <a:pt x="601744" y="1362966"/>
                  </a:lnTo>
                  <a:lnTo>
                    <a:pt x="602405" y="1406121"/>
                  </a:lnTo>
                  <a:lnTo>
                    <a:pt x="603065" y="1383643"/>
                  </a:lnTo>
                  <a:lnTo>
                    <a:pt x="603726" y="1343822"/>
                  </a:lnTo>
                  <a:lnTo>
                    <a:pt x="604386" y="1331218"/>
                  </a:lnTo>
                  <a:lnTo>
                    <a:pt x="605047" y="1331218"/>
                  </a:lnTo>
                  <a:lnTo>
                    <a:pt x="605707" y="1331218"/>
                  </a:lnTo>
                  <a:lnTo>
                    <a:pt x="606368" y="1368998"/>
                  </a:lnTo>
                  <a:lnTo>
                    <a:pt x="607029" y="1413264"/>
                  </a:lnTo>
                  <a:lnTo>
                    <a:pt x="607689" y="1430742"/>
                  </a:lnTo>
                  <a:lnTo>
                    <a:pt x="608350" y="1430742"/>
                  </a:lnTo>
                  <a:lnTo>
                    <a:pt x="609010" y="1430742"/>
                  </a:lnTo>
                  <a:lnTo>
                    <a:pt x="609671" y="1430742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06121"/>
                  </a:lnTo>
                  <a:lnTo>
                    <a:pt x="612313" y="1383643"/>
                  </a:lnTo>
                  <a:lnTo>
                    <a:pt x="612973" y="1362966"/>
                  </a:lnTo>
                  <a:lnTo>
                    <a:pt x="613634" y="1343822"/>
                  </a:lnTo>
                  <a:lnTo>
                    <a:pt x="614294" y="1325999"/>
                  </a:lnTo>
                  <a:lnTo>
                    <a:pt x="614955" y="1343822"/>
                  </a:lnTo>
                  <a:lnTo>
                    <a:pt x="615615" y="1362966"/>
                  </a:lnTo>
                  <a:lnTo>
                    <a:pt x="616276" y="1383643"/>
                  </a:lnTo>
                  <a:lnTo>
                    <a:pt x="616936" y="1387985"/>
                  </a:lnTo>
                  <a:lnTo>
                    <a:pt x="617597" y="1387985"/>
                  </a:lnTo>
                  <a:lnTo>
                    <a:pt x="618258" y="1347539"/>
                  </a:lnTo>
                  <a:lnTo>
                    <a:pt x="618918" y="1329467"/>
                  </a:lnTo>
                  <a:lnTo>
                    <a:pt x="619579" y="1329467"/>
                  </a:lnTo>
                  <a:lnTo>
                    <a:pt x="620239" y="1343822"/>
                  </a:lnTo>
                  <a:lnTo>
                    <a:pt x="620900" y="1362966"/>
                  </a:lnTo>
                  <a:lnTo>
                    <a:pt x="621560" y="1406121"/>
                  </a:lnTo>
                  <a:lnTo>
                    <a:pt x="622221" y="1430742"/>
                  </a:lnTo>
                  <a:lnTo>
                    <a:pt x="622881" y="1430742"/>
                  </a:lnTo>
                  <a:lnTo>
                    <a:pt x="623542" y="1430742"/>
                  </a:lnTo>
                  <a:lnTo>
                    <a:pt x="624202" y="1430742"/>
                  </a:lnTo>
                  <a:lnTo>
                    <a:pt x="624863" y="1406121"/>
                  </a:lnTo>
                  <a:lnTo>
                    <a:pt x="625523" y="1383643"/>
                  </a:lnTo>
                  <a:lnTo>
                    <a:pt x="626184" y="1362966"/>
                  </a:lnTo>
                  <a:lnTo>
                    <a:pt x="626844" y="1343822"/>
                  </a:lnTo>
                  <a:lnTo>
                    <a:pt x="627505" y="1343822"/>
                  </a:lnTo>
                  <a:lnTo>
                    <a:pt x="628166" y="1362966"/>
                  </a:lnTo>
                  <a:lnTo>
                    <a:pt x="628826" y="1383643"/>
                  </a:lnTo>
                  <a:lnTo>
                    <a:pt x="629487" y="1406121"/>
                  </a:lnTo>
                  <a:lnTo>
                    <a:pt x="630147" y="1406121"/>
                  </a:lnTo>
                  <a:lnTo>
                    <a:pt x="630808" y="1362966"/>
                  </a:lnTo>
                  <a:lnTo>
                    <a:pt x="631468" y="1343822"/>
                  </a:lnTo>
                  <a:lnTo>
                    <a:pt x="632129" y="1325999"/>
                  </a:lnTo>
                  <a:lnTo>
                    <a:pt x="632789" y="1325999"/>
                  </a:lnTo>
                  <a:lnTo>
                    <a:pt x="633450" y="1343822"/>
                  </a:lnTo>
                  <a:lnTo>
                    <a:pt x="634110" y="1383643"/>
                  </a:lnTo>
                  <a:lnTo>
                    <a:pt x="634771" y="1406121"/>
                  </a:lnTo>
                  <a:lnTo>
                    <a:pt x="635431" y="1430742"/>
                  </a:lnTo>
                  <a:lnTo>
                    <a:pt x="636092" y="1430742"/>
                  </a:lnTo>
                  <a:lnTo>
                    <a:pt x="636752" y="1430742"/>
                  </a:lnTo>
                  <a:lnTo>
                    <a:pt x="637413" y="1430742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399170"/>
                  </a:lnTo>
                  <a:lnTo>
                    <a:pt x="644679" y="1357073"/>
                  </a:lnTo>
                  <a:lnTo>
                    <a:pt x="645339" y="1338345"/>
                  </a:lnTo>
                  <a:lnTo>
                    <a:pt x="646000" y="1338345"/>
                  </a:lnTo>
                  <a:lnTo>
                    <a:pt x="646660" y="1338345"/>
                  </a:lnTo>
                  <a:lnTo>
                    <a:pt x="647321" y="1362966"/>
                  </a:lnTo>
                  <a:lnTo>
                    <a:pt x="647981" y="1406121"/>
                  </a:lnTo>
                  <a:lnTo>
                    <a:pt x="648642" y="1430742"/>
                  </a:lnTo>
                  <a:lnTo>
                    <a:pt x="649303" y="1430742"/>
                  </a:lnTo>
                  <a:lnTo>
                    <a:pt x="649963" y="1430742"/>
                  </a:lnTo>
                  <a:lnTo>
                    <a:pt x="650624" y="1430742"/>
                  </a:lnTo>
                  <a:lnTo>
                    <a:pt x="651284" y="1430742"/>
                  </a:lnTo>
                  <a:lnTo>
                    <a:pt x="651945" y="1430742"/>
                  </a:lnTo>
                  <a:lnTo>
                    <a:pt x="652605" y="1430742"/>
                  </a:lnTo>
                  <a:lnTo>
                    <a:pt x="653266" y="1430742"/>
                  </a:lnTo>
                  <a:lnTo>
                    <a:pt x="653926" y="1430742"/>
                  </a:lnTo>
                  <a:lnTo>
                    <a:pt x="654587" y="1430742"/>
                  </a:lnTo>
                  <a:lnTo>
                    <a:pt x="655247" y="1430742"/>
                  </a:lnTo>
                  <a:lnTo>
                    <a:pt x="655908" y="1430742"/>
                  </a:lnTo>
                  <a:lnTo>
                    <a:pt x="656568" y="1430742"/>
                  </a:lnTo>
                  <a:lnTo>
                    <a:pt x="657229" y="1423106"/>
                  </a:lnTo>
                  <a:lnTo>
                    <a:pt x="657889" y="1377265"/>
                  </a:lnTo>
                  <a:lnTo>
                    <a:pt x="658550" y="1338345"/>
                  </a:lnTo>
                  <a:lnTo>
                    <a:pt x="659211" y="1320884"/>
                  </a:lnTo>
                  <a:lnTo>
                    <a:pt x="659871" y="1320884"/>
                  </a:lnTo>
                  <a:lnTo>
                    <a:pt x="660532" y="1315867"/>
                  </a:lnTo>
                  <a:lnTo>
                    <a:pt x="661192" y="1328596"/>
                  </a:lnTo>
                  <a:lnTo>
                    <a:pt x="661853" y="1328596"/>
                  </a:lnTo>
                  <a:lnTo>
                    <a:pt x="662513" y="1328596"/>
                  </a:lnTo>
                  <a:lnTo>
                    <a:pt x="663174" y="1328596"/>
                  </a:lnTo>
                  <a:lnTo>
                    <a:pt x="663834" y="1339250"/>
                  </a:lnTo>
                  <a:lnTo>
                    <a:pt x="664495" y="1362966"/>
                  </a:lnTo>
                  <a:lnTo>
                    <a:pt x="665155" y="1406121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06121"/>
                  </a:lnTo>
                  <a:lnTo>
                    <a:pt x="671100" y="1362966"/>
                  </a:lnTo>
                  <a:lnTo>
                    <a:pt x="671761" y="1325999"/>
                  </a:lnTo>
                  <a:lnTo>
                    <a:pt x="672421" y="1306917"/>
                  </a:lnTo>
                  <a:lnTo>
                    <a:pt x="673082" y="1276757"/>
                  </a:lnTo>
                  <a:lnTo>
                    <a:pt x="673742" y="1276757"/>
                  </a:lnTo>
                  <a:lnTo>
                    <a:pt x="674403" y="1306917"/>
                  </a:lnTo>
                  <a:lnTo>
                    <a:pt x="675063" y="1341069"/>
                  </a:lnTo>
                  <a:lnTo>
                    <a:pt x="675724" y="1293666"/>
                  </a:lnTo>
                  <a:lnTo>
                    <a:pt x="676384" y="1198731"/>
                  </a:lnTo>
                  <a:lnTo>
                    <a:pt x="677045" y="1133926"/>
                  </a:lnTo>
                  <a:lnTo>
                    <a:pt x="677705" y="1118049"/>
                  </a:lnTo>
                  <a:lnTo>
                    <a:pt x="678366" y="1110461"/>
                  </a:lnTo>
                  <a:lnTo>
                    <a:pt x="679027" y="1118049"/>
                  </a:lnTo>
                  <a:lnTo>
                    <a:pt x="679687" y="1183907"/>
                  </a:lnTo>
                  <a:lnTo>
                    <a:pt x="680348" y="1239079"/>
                  </a:lnTo>
                  <a:lnTo>
                    <a:pt x="681008" y="1251683"/>
                  </a:lnTo>
                  <a:lnTo>
                    <a:pt x="681669" y="1264933"/>
                  </a:lnTo>
                  <a:lnTo>
                    <a:pt x="682329" y="1309327"/>
                  </a:lnTo>
                  <a:lnTo>
                    <a:pt x="682990" y="1343822"/>
                  </a:lnTo>
                  <a:lnTo>
                    <a:pt x="683650" y="1406121"/>
                  </a:lnTo>
                  <a:lnTo>
                    <a:pt x="684311" y="1430742"/>
                  </a:lnTo>
                  <a:lnTo>
                    <a:pt x="684971" y="1430742"/>
                  </a:lnTo>
                  <a:lnTo>
                    <a:pt x="685632" y="1430742"/>
                  </a:lnTo>
                  <a:lnTo>
                    <a:pt x="686292" y="1430742"/>
                  </a:lnTo>
                  <a:lnTo>
                    <a:pt x="686953" y="1430742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06121"/>
                  </a:lnTo>
                  <a:lnTo>
                    <a:pt x="692898" y="1383643"/>
                  </a:lnTo>
                  <a:lnTo>
                    <a:pt x="693558" y="1343822"/>
                  </a:lnTo>
                  <a:lnTo>
                    <a:pt x="694219" y="1325999"/>
                  </a:lnTo>
                  <a:lnTo>
                    <a:pt x="694879" y="1309327"/>
                  </a:lnTo>
                  <a:lnTo>
                    <a:pt x="695540" y="1325999"/>
                  </a:lnTo>
                  <a:lnTo>
                    <a:pt x="696200" y="1343822"/>
                  </a:lnTo>
                  <a:lnTo>
                    <a:pt x="696861" y="1383643"/>
                  </a:lnTo>
                  <a:lnTo>
                    <a:pt x="697521" y="1406121"/>
                  </a:lnTo>
                  <a:lnTo>
                    <a:pt x="698182" y="1430742"/>
                  </a:lnTo>
                  <a:lnTo>
                    <a:pt x="698842" y="1430742"/>
                  </a:lnTo>
                  <a:lnTo>
                    <a:pt x="699503" y="1430742"/>
                  </a:lnTo>
                  <a:lnTo>
                    <a:pt x="700164" y="1430742"/>
                  </a:lnTo>
                  <a:lnTo>
                    <a:pt x="700824" y="1430742"/>
                  </a:lnTo>
                  <a:lnTo>
                    <a:pt x="701485" y="1406121"/>
                  </a:lnTo>
                  <a:lnTo>
                    <a:pt x="702145" y="1378317"/>
                  </a:lnTo>
                  <a:lnTo>
                    <a:pt x="702806" y="1339250"/>
                  </a:lnTo>
                  <a:lnTo>
                    <a:pt x="703466" y="1321729"/>
                  </a:lnTo>
                  <a:lnTo>
                    <a:pt x="704127" y="1321729"/>
                  </a:lnTo>
                  <a:lnTo>
                    <a:pt x="704787" y="1339250"/>
                  </a:lnTo>
                  <a:lnTo>
                    <a:pt x="705448" y="1343822"/>
                  </a:lnTo>
                  <a:lnTo>
                    <a:pt x="706108" y="1343822"/>
                  </a:lnTo>
                  <a:lnTo>
                    <a:pt x="706769" y="1343822"/>
                  </a:lnTo>
                  <a:lnTo>
                    <a:pt x="707429" y="1343822"/>
                  </a:lnTo>
                  <a:lnTo>
                    <a:pt x="708090" y="1343822"/>
                  </a:lnTo>
                  <a:lnTo>
                    <a:pt x="708750" y="1362966"/>
                  </a:lnTo>
                  <a:lnTo>
                    <a:pt x="709411" y="1406121"/>
                  </a:lnTo>
                  <a:lnTo>
                    <a:pt x="710072" y="1430742"/>
                  </a:lnTo>
                  <a:lnTo>
                    <a:pt x="710732" y="1430742"/>
                  </a:lnTo>
                  <a:lnTo>
                    <a:pt x="711393" y="1430742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383643"/>
                  </a:lnTo>
                  <a:lnTo>
                    <a:pt x="714035" y="1309327"/>
                  </a:lnTo>
                  <a:lnTo>
                    <a:pt x="714695" y="1264933"/>
                  </a:lnTo>
                  <a:lnTo>
                    <a:pt x="715356" y="1251683"/>
                  </a:lnTo>
                  <a:lnTo>
                    <a:pt x="716016" y="1251683"/>
                  </a:lnTo>
                  <a:lnTo>
                    <a:pt x="716677" y="1278901"/>
                  </a:lnTo>
                  <a:lnTo>
                    <a:pt x="717337" y="1343822"/>
                  </a:lnTo>
                  <a:lnTo>
                    <a:pt x="717998" y="1406121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406121"/>
                  </a:lnTo>
                  <a:lnTo>
                    <a:pt x="721301" y="1362966"/>
                  </a:lnTo>
                  <a:lnTo>
                    <a:pt x="721961" y="1325999"/>
                  </a:lnTo>
                  <a:lnTo>
                    <a:pt x="722622" y="1309327"/>
                  </a:lnTo>
                  <a:lnTo>
                    <a:pt x="723282" y="1309327"/>
                  </a:lnTo>
                  <a:lnTo>
                    <a:pt x="723943" y="1325999"/>
                  </a:lnTo>
                  <a:lnTo>
                    <a:pt x="724603" y="1362966"/>
                  </a:lnTo>
                  <a:lnTo>
                    <a:pt x="725264" y="1383643"/>
                  </a:lnTo>
                  <a:lnTo>
                    <a:pt x="725924" y="1364961"/>
                  </a:lnTo>
                  <a:lnTo>
                    <a:pt x="726585" y="1345674"/>
                  </a:lnTo>
                  <a:lnTo>
                    <a:pt x="727245" y="1327727"/>
                  </a:lnTo>
                  <a:lnTo>
                    <a:pt x="727906" y="1327727"/>
                  </a:lnTo>
                  <a:lnTo>
                    <a:pt x="728566" y="1345674"/>
                  </a:lnTo>
                  <a:lnTo>
                    <a:pt x="729227" y="1362966"/>
                  </a:lnTo>
                  <a:lnTo>
                    <a:pt x="729887" y="1343822"/>
                  </a:lnTo>
                  <a:lnTo>
                    <a:pt x="730548" y="1343822"/>
                  </a:lnTo>
                  <a:lnTo>
                    <a:pt x="731209" y="1325999"/>
                  </a:lnTo>
                  <a:lnTo>
                    <a:pt x="731869" y="1325999"/>
                  </a:lnTo>
                  <a:lnTo>
                    <a:pt x="732530" y="1343822"/>
                  </a:lnTo>
                  <a:lnTo>
                    <a:pt x="733190" y="1362966"/>
                  </a:lnTo>
                  <a:lnTo>
                    <a:pt x="733851" y="1362966"/>
                  </a:lnTo>
                  <a:lnTo>
                    <a:pt x="734511" y="1343822"/>
                  </a:lnTo>
                  <a:lnTo>
                    <a:pt x="735172" y="1309327"/>
                  </a:lnTo>
                  <a:lnTo>
                    <a:pt x="735832" y="1278901"/>
                  </a:lnTo>
                  <a:lnTo>
                    <a:pt x="736493" y="1264933"/>
                  </a:lnTo>
                  <a:lnTo>
                    <a:pt x="737153" y="1239079"/>
                  </a:lnTo>
                  <a:lnTo>
                    <a:pt x="737814" y="1215579"/>
                  </a:lnTo>
                  <a:lnTo>
                    <a:pt x="738474" y="1206204"/>
                  </a:lnTo>
                  <a:lnTo>
                    <a:pt x="739135" y="1213342"/>
                  </a:lnTo>
                  <a:lnTo>
                    <a:pt x="739795" y="1213342"/>
                  </a:lnTo>
                  <a:lnTo>
                    <a:pt x="740456" y="1228239"/>
                  </a:lnTo>
                  <a:lnTo>
                    <a:pt x="741117" y="1273926"/>
                  </a:lnTo>
                  <a:lnTo>
                    <a:pt x="741777" y="1317529"/>
                  </a:lnTo>
                  <a:lnTo>
                    <a:pt x="742438" y="1341069"/>
                  </a:lnTo>
                  <a:lnTo>
                    <a:pt x="743098" y="1380434"/>
                  </a:lnTo>
                  <a:lnTo>
                    <a:pt x="743759" y="1419371"/>
                  </a:lnTo>
                  <a:lnTo>
                    <a:pt x="744419" y="1430742"/>
                  </a:lnTo>
                  <a:lnTo>
                    <a:pt x="745080" y="1430742"/>
                  </a:lnTo>
                  <a:lnTo>
                    <a:pt x="745740" y="1430742"/>
                  </a:lnTo>
                  <a:lnTo>
                    <a:pt x="746401" y="1430742"/>
                  </a:lnTo>
                  <a:lnTo>
                    <a:pt x="747061" y="1430742"/>
                  </a:lnTo>
                  <a:lnTo>
                    <a:pt x="747722" y="1430742"/>
                  </a:lnTo>
                  <a:lnTo>
                    <a:pt x="748382" y="1406121"/>
                  </a:lnTo>
                  <a:lnTo>
                    <a:pt x="749043" y="1362966"/>
                  </a:lnTo>
                  <a:lnTo>
                    <a:pt x="749703" y="1325999"/>
                  </a:lnTo>
                  <a:lnTo>
                    <a:pt x="750364" y="1309327"/>
                  </a:lnTo>
                  <a:lnTo>
                    <a:pt x="751025" y="1309327"/>
                  </a:lnTo>
                  <a:lnTo>
                    <a:pt x="751685" y="1325999"/>
                  </a:lnTo>
                  <a:lnTo>
                    <a:pt x="752346" y="1362966"/>
                  </a:lnTo>
                  <a:lnTo>
                    <a:pt x="753006" y="1406121"/>
                  </a:lnTo>
                  <a:lnTo>
                    <a:pt x="753667" y="1430742"/>
                  </a:lnTo>
                  <a:lnTo>
                    <a:pt x="754327" y="1430742"/>
                  </a:lnTo>
                  <a:lnTo>
                    <a:pt x="754988" y="1430742"/>
                  </a:lnTo>
                  <a:lnTo>
                    <a:pt x="755648" y="1430742"/>
                  </a:lnTo>
                  <a:lnTo>
                    <a:pt x="756309" y="1430742"/>
                  </a:lnTo>
                  <a:lnTo>
                    <a:pt x="756969" y="1430742"/>
                  </a:lnTo>
                  <a:lnTo>
                    <a:pt x="757630" y="1430742"/>
                  </a:lnTo>
                  <a:lnTo>
                    <a:pt x="758290" y="1430742"/>
                  </a:lnTo>
                  <a:lnTo>
                    <a:pt x="758951" y="1406121"/>
                  </a:lnTo>
                  <a:lnTo>
                    <a:pt x="759611" y="1362966"/>
                  </a:lnTo>
                  <a:lnTo>
                    <a:pt x="760272" y="1325999"/>
                  </a:lnTo>
                  <a:lnTo>
                    <a:pt x="760932" y="1309327"/>
                  </a:lnTo>
                  <a:lnTo>
                    <a:pt x="761593" y="1309327"/>
                  </a:lnTo>
                  <a:lnTo>
                    <a:pt x="762254" y="1325999"/>
                  </a:lnTo>
                  <a:lnTo>
                    <a:pt x="762914" y="1362966"/>
                  </a:lnTo>
                  <a:lnTo>
                    <a:pt x="763575" y="1406121"/>
                  </a:lnTo>
                  <a:lnTo>
                    <a:pt x="764235" y="1430742"/>
                  </a:lnTo>
                  <a:lnTo>
                    <a:pt x="764896" y="1430742"/>
                  </a:lnTo>
                  <a:lnTo>
                    <a:pt x="765556" y="1430742"/>
                  </a:lnTo>
                  <a:lnTo>
                    <a:pt x="766217" y="1430742"/>
                  </a:lnTo>
                  <a:lnTo>
                    <a:pt x="766877" y="1430742"/>
                  </a:lnTo>
                  <a:lnTo>
                    <a:pt x="767538" y="1430742"/>
                  </a:lnTo>
                  <a:lnTo>
                    <a:pt x="768198" y="1406121"/>
                  </a:lnTo>
                  <a:lnTo>
                    <a:pt x="768859" y="1362966"/>
                  </a:lnTo>
                  <a:lnTo>
                    <a:pt x="769519" y="1325999"/>
                  </a:lnTo>
                  <a:lnTo>
                    <a:pt x="770180" y="1316697"/>
                  </a:lnTo>
                  <a:lnTo>
                    <a:pt x="770840" y="1300596"/>
                  </a:lnTo>
                  <a:lnTo>
                    <a:pt x="771501" y="1300596"/>
                  </a:lnTo>
                  <a:lnTo>
                    <a:pt x="772162" y="1316697"/>
                  </a:lnTo>
                  <a:lnTo>
                    <a:pt x="772822" y="1316697"/>
                  </a:lnTo>
                  <a:lnTo>
                    <a:pt x="773483" y="1276046"/>
                  </a:lnTo>
                  <a:lnTo>
                    <a:pt x="774143" y="1236630"/>
                  </a:lnTo>
                  <a:lnTo>
                    <a:pt x="774804" y="1224724"/>
                  </a:lnTo>
                  <a:lnTo>
                    <a:pt x="775464" y="1236630"/>
                  </a:lnTo>
                  <a:lnTo>
                    <a:pt x="776125" y="1262228"/>
                  </a:lnTo>
                  <a:lnTo>
                    <a:pt x="776785" y="1309327"/>
                  </a:lnTo>
                  <a:lnTo>
                    <a:pt x="777446" y="1362966"/>
                  </a:lnTo>
                  <a:lnTo>
                    <a:pt x="778106" y="1362966"/>
                  </a:lnTo>
                  <a:lnTo>
                    <a:pt x="778767" y="1325999"/>
                  </a:lnTo>
                  <a:lnTo>
                    <a:pt x="779427" y="1325999"/>
                  </a:lnTo>
                  <a:lnTo>
                    <a:pt x="780088" y="1325999"/>
                  </a:lnTo>
                  <a:lnTo>
                    <a:pt x="780748" y="1343822"/>
                  </a:lnTo>
                  <a:lnTo>
                    <a:pt x="781409" y="1383643"/>
                  </a:lnTo>
                  <a:lnTo>
                    <a:pt x="782070" y="1430742"/>
                  </a:lnTo>
                  <a:lnTo>
                    <a:pt x="782730" y="1430742"/>
                  </a:lnTo>
                  <a:lnTo>
                    <a:pt x="783391" y="1406121"/>
                  </a:lnTo>
                  <a:lnTo>
                    <a:pt x="784051" y="1362966"/>
                  </a:lnTo>
                  <a:lnTo>
                    <a:pt x="784712" y="1329467"/>
                  </a:lnTo>
                  <a:lnTo>
                    <a:pt x="785372" y="1329467"/>
                  </a:lnTo>
                  <a:lnTo>
                    <a:pt x="786033" y="1329467"/>
                  </a:lnTo>
                  <a:lnTo>
                    <a:pt x="786693" y="1347539"/>
                  </a:lnTo>
                  <a:lnTo>
                    <a:pt x="787354" y="1387985"/>
                  </a:lnTo>
                  <a:lnTo>
                    <a:pt x="788014" y="1430742"/>
                  </a:lnTo>
                  <a:lnTo>
                    <a:pt x="788675" y="1430742"/>
                  </a:lnTo>
                  <a:lnTo>
                    <a:pt x="789335" y="1362966"/>
                  </a:lnTo>
                  <a:lnTo>
                    <a:pt x="789996" y="1276046"/>
                  </a:lnTo>
                  <a:lnTo>
                    <a:pt x="790656" y="1197681"/>
                  </a:lnTo>
                  <a:lnTo>
                    <a:pt x="791317" y="1168012"/>
                  </a:lnTo>
                  <a:lnTo>
                    <a:pt x="791977" y="1158834"/>
                  </a:lnTo>
                  <a:lnTo>
                    <a:pt x="792638" y="1186403"/>
                  </a:lnTo>
                  <a:lnTo>
                    <a:pt x="793299" y="1232400"/>
                  </a:lnTo>
                  <a:lnTo>
                    <a:pt x="793959" y="1307718"/>
                  </a:lnTo>
                  <a:lnTo>
                    <a:pt x="794620" y="1341983"/>
                  </a:lnTo>
                  <a:lnTo>
                    <a:pt x="795280" y="1307718"/>
                  </a:lnTo>
                  <a:lnTo>
                    <a:pt x="795941" y="1264933"/>
                  </a:lnTo>
                  <a:lnTo>
                    <a:pt x="796601" y="1273223"/>
                  </a:lnTo>
                  <a:lnTo>
                    <a:pt x="797262" y="1287658"/>
                  </a:lnTo>
                  <a:lnTo>
                    <a:pt x="797922" y="1287658"/>
                  </a:lnTo>
                  <a:lnTo>
                    <a:pt x="798583" y="1302948"/>
                  </a:lnTo>
                  <a:lnTo>
                    <a:pt x="799243" y="1336545"/>
                  </a:lnTo>
                  <a:lnTo>
                    <a:pt x="799904" y="1343822"/>
                  </a:lnTo>
                  <a:lnTo>
                    <a:pt x="800564" y="1343822"/>
                  </a:lnTo>
                  <a:lnTo>
                    <a:pt x="801225" y="1362966"/>
                  </a:lnTo>
                  <a:lnTo>
                    <a:pt x="801885" y="1406121"/>
                  </a:lnTo>
                  <a:lnTo>
                    <a:pt x="802546" y="1430742"/>
                  </a:lnTo>
                  <a:lnTo>
                    <a:pt x="803207" y="1406121"/>
                  </a:lnTo>
                  <a:lnTo>
                    <a:pt x="803867" y="1343822"/>
                  </a:lnTo>
                  <a:lnTo>
                    <a:pt x="804528" y="1264933"/>
                  </a:lnTo>
                  <a:lnTo>
                    <a:pt x="805188" y="1183907"/>
                  </a:lnTo>
                  <a:lnTo>
                    <a:pt x="805849" y="1120758"/>
                  </a:lnTo>
                  <a:lnTo>
                    <a:pt x="806509" y="1084180"/>
                  </a:lnTo>
                  <a:lnTo>
                    <a:pt x="807170" y="1064675"/>
                  </a:lnTo>
                  <a:lnTo>
                    <a:pt x="807830" y="1067192"/>
                  </a:lnTo>
                  <a:lnTo>
                    <a:pt x="808491" y="1080159"/>
                  </a:lnTo>
                  <a:lnTo>
                    <a:pt x="809151" y="1106750"/>
                  </a:lnTo>
                  <a:lnTo>
                    <a:pt x="809812" y="1140561"/>
                  </a:lnTo>
                  <a:lnTo>
                    <a:pt x="810472" y="1196635"/>
                  </a:lnTo>
                  <a:lnTo>
                    <a:pt x="811133" y="1249753"/>
                  </a:lnTo>
                  <a:lnTo>
                    <a:pt x="811793" y="1306917"/>
                  </a:lnTo>
                  <a:lnTo>
                    <a:pt x="812454" y="1330341"/>
                  </a:lnTo>
                  <a:lnTo>
                    <a:pt x="813115" y="1343822"/>
                  </a:lnTo>
                  <a:lnTo>
                    <a:pt x="813775" y="1325999"/>
                  </a:lnTo>
                  <a:lnTo>
                    <a:pt x="814436" y="1309327"/>
                  </a:lnTo>
                  <a:lnTo>
                    <a:pt x="815096" y="1293666"/>
                  </a:lnTo>
                  <a:lnTo>
                    <a:pt x="815757" y="1293666"/>
                  </a:lnTo>
                  <a:lnTo>
                    <a:pt x="816417" y="1309327"/>
                  </a:lnTo>
                  <a:lnTo>
                    <a:pt x="817078" y="1325999"/>
                  </a:lnTo>
                  <a:lnTo>
                    <a:pt x="817738" y="1325999"/>
                  </a:lnTo>
                  <a:lnTo>
                    <a:pt x="818399" y="1325999"/>
                  </a:lnTo>
                  <a:lnTo>
                    <a:pt x="819059" y="1325999"/>
                  </a:lnTo>
                  <a:lnTo>
                    <a:pt x="819720" y="1278901"/>
                  </a:lnTo>
                  <a:lnTo>
                    <a:pt x="820380" y="1204584"/>
                  </a:lnTo>
                  <a:lnTo>
                    <a:pt x="821041" y="1164763"/>
                  </a:lnTo>
                  <a:lnTo>
                    <a:pt x="821701" y="1146940"/>
                  </a:lnTo>
                  <a:lnTo>
                    <a:pt x="822362" y="1138469"/>
                  </a:lnTo>
                  <a:lnTo>
                    <a:pt x="823023" y="1146940"/>
                  </a:lnTo>
                  <a:lnTo>
                    <a:pt x="823683" y="1194039"/>
                  </a:lnTo>
                  <a:lnTo>
                    <a:pt x="824344" y="1240312"/>
                  </a:lnTo>
                  <a:lnTo>
                    <a:pt x="825004" y="1280340"/>
                  </a:lnTo>
                  <a:lnTo>
                    <a:pt x="825665" y="1310947"/>
                  </a:lnTo>
                  <a:lnTo>
                    <a:pt x="826325" y="1310947"/>
                  </a:lnTo>
                  <a:lnTo>
                    <a:pt x="826986" y="1310947"/>
                  </a:lnTo>
                  <a:lnTo>
                    <a:pt x="827646" y="1320041"/>
                  </a:lnTo>
                  <a:lnTo>
                    <a:pt x="828307" y="1320041"/>
                  </a:lnTo>
                  <a:lnTo>
                    <a:pt x="828967" y="1303737"/>
                  </a:lnTo>
                  <a:lnTo>
                    <a:pt x="829628" y="1320041"/>
                  </a:lnTo>
                  <a:lnTo>
                    <a:pt x="830288" y="1337443"/>
                  </a:lnTo>
                  <a:lnTo>
                    <a:pt x="830949" y="1343822"/>
                  </a:lnTo>
                  <a:lnTo>
                    <a:pt x="831609" y="1362966"/>
                  </a:lnTo>
                  <a:lnTo>
                    <a:pt x="832270" y="1383643"/>
                  </a:lnTo>
                  <a:lnTo>
                    <a:pt x="832930" y="1383643"/>
                  </a:lnTo>
                  <a:lnTo>
                    <a:pt x="833591" y="1362966"/>
                  </a:lnTo>
                  <a:lnTo>
                    <a:pt x="834252" y="1325999"/>
                  </a:lnTo>
                  <a:lnTo>
                    <a:pt x="834912" y="1283973"/>
                  </a:lnTo>
                  <a:lnTo>
                    <a:pt x="835573" y="1269737"/>
                  </a:lnTo>
                  <a:lnTo>
                    <a:pt x="836233" y="1269737"/>
                  </a:lnTo>
                  <a:lnTo>
                    <a:pt x="836894" y="1283973"/>
                  </a:lnTo>
                  <a:lnTo>
                    <a:pt x="837554" y="1315041"/>
                  </a:lnTo>
                  <a:lnTo>
                    <a:pt x="838215" y="1362966"/>
                  </a:lnTo>
                  <a:lnTo>
                    <a:pt x="838875" y="1406121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30742"/>
                  </a:lnTo>
                  <a:lnTo>
                    <a:pt x="844820" y="1430742"/>
                  </a:lnTo>
                  <a:lnTo>
                    <a:pt x="845481" y="1430742"/>
                  </a:lnTo>
                  <a:lnTo>
                    <a:pt x="846141" y="1430742"/>
                  </a:lnTo>
                  <a:lnTo>
                    <a:pt x="846802" y="1430742"/>
                  </a:lnTo>
                  <a:lnTo>
                    <a:pt x="847462" y="1430742"/>
                  </a:lnTo>
                  <a:lnTo>
                    <a:pt x="848123" y="1430742"/>
                  </a:lnTo>
                  <a:lnTo>
                    <a:pt x="848783" y="1430742"/>
                  </a:lnTo>
                  <a:lnTo>
                    <a:pt x="849444" y="1430742"/>
                  </a:lnTo>
                  <a:lnTo>
                    <a:pt x="850104" y="1430742"/>
                  </a:lnTo>
                  <a:lnTo>
                    <a:pt x="850765" y="1406121"/>
                  </a:lnTo>
                  <a:lnTo>
                    <a:pt x="851425" y="1383643"/>
                  </a:lnTo>
                  <a:lnTo>
                    <a:pt x="852086" y="1362966"/>
                  </a:lnTo>
                  <a:lnTo>
                    <a:pt x="852746" y="1343822"/>
                  </a:lnTo>
                  <a:lnTo>
                    <a:pt x="853407" y="1341983"/>
                  </a:lnTo>
                  <a:lnTo>
                    <a:pt x="854068" y="1341983"/>
                  </a:lnTo>
                  <a:lnTo>
                    <a:pt x="854728" y="1292151"/>
                  </a:lnTo>
                  <a:lnTo>
                    <a:pt x="855389" y="1263577"/>
                  </a:lnTo>
                  <a:lnTo>
                    <a:pt x="856049" y="1263577"/>
                  </a:lnTo>
                  <a:lnTo>
                    <a:pt x="856710" y="1264933"/>
                  </a:lnTo>
                  <a:lnTo>
                    <a:pt x="857370" y="1264933"/>
                  </a:lnTo>
                  <a:lnTo>
                    <a:pt x="858031" y="1251683"/>
                  </a:lnTo>
                  <a:lnTo>
                    <a:pt x="858691" y="1227062"/>
                  </a:lnTo>
                  <a:lnTo>
                    <a:pt x="859352" y="1182915"/>
                  </a:lnTo>
                  <a:lnTo>
                    <a:pt x="860012" y="1131482"/>
                  </a:lnTo>
                  <a:lnTo>
                    <a:pt x="860673" y="1108228"/>
                  </a:lnTo>
                  <a:lnTo>
                    <a:pt x="861333" y="1131482"/>
                  </a:lnTo>
                  <a:lnTo>
                    <a:pt x="861994" y="1166150"/>
                  </a:lnTo>
                  <a:lnTo>
                    <a:pt x="862654" y="1196635"/>
                  </a:lnTo>
                  <a:lnTo>
                    <a:pt x="863315" y="1239079"/>
                  </a:lnTo>
                  <a:lnTo>
                    <a:pt x="863975" y="1256244"/>
                  </a:lnTo>
                  <a:lnTo>
                    <a:pt x="864636" y="1231205"/>
                  </a:lnTo>
                  <a:lnTo>
                    <a:pt x="865297" y="1187408"/>
                  </a:lnTo>
                  <a:lnTo>
                    <a:pt x="865957" y="1141403"/>
                  </a:lnTo>
                  <a:lnTo>
                    <a:pt x="866618" y="1095219"/>
                  </a:lnTo>
                  <a:lnTo>
                    <a:pt x="867278" y="1066245"/>
                  </a:lnTo>
                  <a:lnTo>
                    <a:pt x="867939" y="1079164"/>
                  </a:lnTo>
                  <a:lnTo>
                    <a:pt x="868599" y="1107119"/>
                  </a:lnTo>
                  <a:lnTo>
                    <a:pt x="869260" y="1164763"/>
                  </a:lnTo>
                  <a:lnTo>
                    <a:pt x="869920" y="1239079"/>
                  </a:lnTo>
                  <a:lnTo>
                    <a:pt x="870581" y="1318363"/>
                  </a:lnTo>
                  <a:lnTo>
                    <a:pt x="871241" y="1302162"/>
                  </a:lnTo>
                  <a:lnTo>
                    <a:pt x="871902" y="1258887"/>
                  </a:lnTo>
                  <a:lnTo>
                    <a:pt x="872562" y="1233602"/>
                  </a:lnTo>
                  <a:lnTo>
                    <a:pt x="873223" y="1199785"/>
                  </a:lnTo>
                  <a:lnTo>
                    <a:pt x="873883" y="1174636"/>
                  </a:lnTo>
                  <a:lnTo>
                    <a:pt x="874544" y="1165225"/>
                  </a:lnTo>
                  <a:lnTo>
                    <a:pt x="875205" y="1156144"/>
                  </a:lnTo>
                  <a:lnTo>
                    <a:pt x="875865" y="1147371"/>
                  </a:lnTo>
                  <a:lnTo>
                    <a:pt x="876526" y="1156144"/>
                  </a:lnTo>
                  <a:lnTo>
                    <a:pt x="877186" y="1146940"/>
                  </a:lnTo>
                  <a:lnTo>
                    <a:pt x="877847" y="1130268"/>
                  </a:lnTo>
                  <a:lnTo>
                    <a:pt x="878507" y="1130268"/>
                  </a:lnTo>
                  <a:lnTo>
                    <a:pt x="879168" y="1122319"/>
                  </a:lnTo>
                  <a:lnTo>
                    <a:pt x="879828" y="1122319"/>
                  </a:lnTo>
                  <a:lnTo>
                    <a:pt x="880489" y="1155698"/>
                  </a:lnTo>
                  <a:lnTo>
                    <a:pt x="881149" y="1204584"/>
                  </a:lnTo>
                  <a:lnTo>
                    <a:pt x="881810" y="1220683"/>
                  </a:lnTo>
                  <a:lnTo>
                    <a:pt x="882470" y="1209474"/>
                  </a:lnTo>
                  <a:lnTo>
                    <a:pt x="883131" y="1188417"/>
                  </a:lnTo>
                  <a:lnTo>
                    <a:pt x="883791" y="1159286"/>
                  </a:lnTo>
                  <a:lnTo>
                    <a:pt x="884452" y="1138053"/>
                  </a:lnTo>
                  <a:lnTo>
                    <a:pt x="885113" y="1148235"/>
                  </a:lnTo>
                  <a:lnTo>
                    <a:pt x="885773" y="1175597"/>
                  </a:lnTo>
                  <a:lnTo>
                    <a:pt x="886434" y="1166150"/>
                  </a:lnTo>
                  <a:lnTo>
                    <a:pt x="887094" y="1148668"/>
                  </a:lnTo>
                  <a:lnTo>
                    <a:pt x="887755" y="1143944"/>
                  </a:lnTo>
                  <a:lnTo>
                    <a:pt x="888415" y="1155698"/>
                  </a:lnTo>
                  <a:lnTo>
                    <a:pt x="889076" y="1174158"/>
                  </a:lnTo>
                  <a:lnTo>
                    <a:pt x="889736" y="1239079"/>
                  </a:lnTo>
                  <a:lnTo>
                    <a:pt x="890397" y="1325999"/>
                  </a:lnTo>
                  <a:lnTo>
                    <a:pt x="891057" y="1406121"/>
                  </a:lnTo>
                  <a:lnTo>
                    <a:pt x="891718" y="1430742"/>
                  </a:lnTo>
                  <a:lnTo>
                    <a:pt x="892378" y="1430742"/>
                  </a:lnTo>
                  <a:lnTo>
                    <a:pt x="893039" y="1383643"/>
                  </a:lnTo>
                  <a:lnTo>
                    <a:pt x="893699" y="1325999"/>
                  </a:lnTo>
                  <a:lnTo>
                    <a:pt x="894360" y="1278901"/>
                  </a:lnTo>
                  <a:lnTo>
                    <a:pt x="895021" y="1251683"/>
                  </a:lnTo>
                  <a:lnTo>
                    <a:pt x="895681" y="1251683"/>
                  </a:lnTo>
                  <a:lnTo>
                    <a:pt x="896342" y="1251683"/>
                  </a:lnTo>
                  <a:lnTo>
                    <a:pt x="897002" y="1239695"/>
                  </a:lnTo>
                  <a:lnTo>
                    <a:pt x="897663" y="1239695"/>
                  </a:lnTo>
                  <a:lnTo>
                    <a:pt x="898323" y="1239695"/>
                  </a:lnTo>
                  <a:lnTo>
                    <a:pt x="898984" y="1216141"/>
                  </a:lnTo>
                  <a:lnTo>
                    <a:pt x="899644" y="1205123"/>
                  </a:lnTo>
                  <a:lnTo>
                    <a:pt x="900305" y="1227062"/>
                  </a:lnTo>
                  <a:lnTo>
                    <a:pt x="900965" y="1245304"/>
                  </a:lnTo>
                  <a:lnTo>
                    <a:pt x="901626" y="1271823"/>
                  </a:lnTo>
                  <a:lnTo>
                    <a:pt x="902286" y="1301378"/>
                  </a:lnTo>
                  <a:lnTo>
                    <a:pt x="902947" y="1353217"/>
                  </a:lnTo>
                  <a:lnTo>
                    <a:pt x="903607" y="1353217"/>
                  </a:lnTo>
                  <a:lnTo>
                    <a:pt x="904268" y="1343822"/>
                  </a:lnTo>
                  <a:lnTo>
                    <a:pt x="904928" y="1325999"/>
                  </a:lnTo>
                  <a:lnTo>
                    <a:pt x="905589" y="1325999"/>
                  </a:lnTo>
                  <a:lnTo>
                    <a:pt x="906250" y="1297493"/>
                  </a:lnTo>
                  <a:lnTo>
                    <a:pt x="906910" y="1282514"/>
                  </a:lnTo>
                  <a:lnTo>
                    <a:pt x="907571" y="1254932"/>
                  </a:lnTo>
                  <a:lnTo>
                    <a:pt x="908231" y="1169417"/>
                  </a:lnTo>
                  <a:lnTo>
                    <a:pt x="908892" y="1082497"/>
                  </a:lnTo>
                  <a:lnTo>
                    <a:pt x="909552" y="1055448"/>
                  </a:lnTo>
                  <a:lnTo>
                    <a:pt x="910213" y="1061562"/>
                  </a:lnTo>
                  <a:lnTo>
                    <a:pt x="910873" y="1074243"/>
                  </a:lnTo>
                  <a:lnTo>
                    <a:pt x="911534" y="1130268"/>
                  </a:lnTo>
                  <a:lnTo>
                    <a:pt x="912194" y="1227062"/>
                  </a:lnTo>
                  <a:lnTo>
                    <a:pt x="912855" y="1309327"/>
                  </a:lnTo>
                  <a:lnTo>
                    <a:pt x="913515" y="1343822"/>
                  </a:lnTo>
                  <a:lnTo>
                    <a:pt x="914176" y="1383643"/>
                  </a:lnTo>
                  <a:lnTo>
                    <a:pt x="914836" y="1362966"/>
                  </a:lnTo>
                  <a:lnTo>
                    <a:pt x="915497" y="1343822"/>
                  </a:lnTo>
                  <a:lnTo>
                    <a:pt x="916158" y="1325999"/>
                  </a:lnTo>
                  <a:lnTo>
                    <a:pt x="916818" y="1293666"/>
                  </a:lnTo>
                  <a:lnTo>
                    <a:pt x="917479" y="1251683"/>
                  </a:lnTo>
                  <a:lnTo>
                    <a:pt x="918139" y="1227062"/>
                  </a:lnTo>
                  <a:lnTo>
                    <a:pt x="918800" y="1194039"/>
                  </a:lnTo>
                  <a:lnTo>
                    <a:pt x="919460" y="1164763"/>
                  </a:lnTo>
                  <a:lnTo>
                    <a:pt x="920121" y="1164763"/>
                  </a:lnTo>
                  <a:lnTo>
                    <a:pt x="920781" y="1183907"/>
                  </a:lnTo>
                  <a:lnTo>
                    <a:pt x="921442" y="1183907"/>
                  </a:lnTo>
                  <a:lnTo>
                    <a:pt x="922102" y="1195593"/>
                  </a:lnTo>
                  <a:lnTo>
                    <a:pt x="922763" y="1197157"/>
                  </a:lnTo>
                  <a:lnTo>
                    <a:pt x="923423" y="1173203"/>
                  </a:lnTo>
                  <a:lnTo>
                    <a:pt x="924084" y="1137638"/>
                  </a:lnTo>
                  <a:lnTo>
                    <a:pt x="924744" y="1151282"/>
                  </a:lnTo>
                  <a:lnTo>
                    <a:pt x="925405" y="1187408"/>
                  </a:lnTo>
                  <a:lnTo>
                    <a:pt x="926066" y="1229421"/>
                  </a:lnTo>
                  <a:lnTo>
                    <a:pt x="926726" y="1287658"/>
                  </a:lnTo>
                  <a:lnTo>
                    <a:pt x="927387" y="1370017"/>
                  </a:lnTo>
                  <a:lnTo>
                    <a:pt x="928047" y="1378317"/>
                  </a:lnTo>
                  <a:lnTo>
                    <a:pt x="928708" y="1305322"/>
                  </a:lnTo>
                  <a:lnTo>
                    <a:pt x="929368" y="1272522"/>
                  </a:lnTo>
                  <a:lnTo>
                    <a:pt x="930029" y="1233602"/>
                  </a:lnTo>
                  <a:lnTo>
                    <a:pt x="930689" y="1213342"/>
                  </a:lnTo>
                  <a:lnTo>
                    <a:pt x="931350" y="1224724"/>
                  </a:lnTo>
                  <a:lnTo>
                    <a:pt x="932010" y="1249113"/>
                  </a:lnTo>
                  <a:lnTo>
                    <a:pt x="932671" y="1227062"/>
                  </a:lnTo>
                  <a:lnTo>
                    <a:pt x="933331" y="1227062"/>
                  </a:lnTo>
                  <a:lnTo>
                    <a:pt x="933992" y="1200844"/>
                  </a:lnTo>
                  <a:lnTo>
                    <a:pt x="934652" y="1142670"/>
                  </a:lnTo>
                  <a:lnTo>
                    <a:pt x="935313" y="1089296"/>
                  </a:lnTo>
                  <a:lnTo>
                    <a:pt x="935973" y="1068460"/>
                  </a:lnTo>
                  <a:lnTo>
                    <a:pt x="936634" y="1037645"/>
                  </a:lnTo>
                  <a:lnTo>
                    <a:pt x="937295" y="1006093"/>
                  </a:lnTo>
                  <a:lnTo>
                    <a:pt x="937955" y="995577"/>
                  </a:lnTo>
                  <a:lnTo>
                    <a:pt x="938616" y="1010371"/>
                  </a:lnTo>
                  <a:lnTo>
                    <a:pt x="939276" y="996297"/>
                  </a:lnTo>
                  <a:lnTo>
                    <a:pt x="939937" y="982039"/>
                  </a:lnTo>
                  <a:lnTo>
                    <a:pt x="940597" y="982722"/>
                  </a:lnTo>
                  <a:lnTo>
                    <a:pt x="941258" y="988253"/>
                  </a:lnTo>
                  <a:lnTo>
                    <a:pt x="941918" y="988253"/>
                  </a:lnTo>
                  <a:lnTo>
                    <a:pt x="942579" y="1019935"/>
                  </a:lnTo>
                  <a:lnTo>
                    <a:pt x="943239" y="1078502"/>
                  </a:lnTo>
                  <a:lnTo>
                    <a:pt x="943900" y="1138886"/>
                  </a:lnTo>
                  <a:lnTo>
                    <a:pt x="944560" y="1206204"/>
                  </a:lnTo>
                  <a:lnTo>
                    <a:pt x="945221" y="1265614"/>
                  </a:lnTo>
                  <a:lnTo>
                    <a:pt x="945881" y="1288402"/>
                  </a:lnTo>
                  <a:lnTo>
                    <a:pt x="946542" y="1263577"/>
                  </a:lnTo>
                  <a:lnTo>
                    <a:pt x="947203" y="1250395"/>
                  </a:lnTo>
                  <a:lnTo>
                    <a:pt x="947863" y="1218970"/>
                  </a:lnTo>
                  <a:lnTo>
                    <a:pt x="948524" y="1198205"/>
                  </a:lnTo>
                  <a:lnTo>
                    <a:pt x="949184" y="1178013"/>
                  </a:lnTo>
                  <a:lnTo>
                    <a:pt x="949845" y="1168480"/>
                  </a:lnTo>
                  <a:lnTo>
                    <a:pt x="950505" y="1187912"/>
                  </a:lnTo>
                  <a:lnTo>
                    <a:pt x="951166" y="1227062"/>
                  </a:lnTo>
                  <a:lnTo>
                    <a:pt x="951826" y="1264933"/>
                  </a:lnTo>
                  <a:lnTo>
                    <a:pt x="952487" y="1325999"/>
                  </a:lnTo>
                  <a:lnTo>
                    <a:pt x="953147" y="1406121"/>
                  </a:lnTo>
                  <a:lnTo>
                    <a:pt x="953808" y="1406121"/>
                  </a:lnTo>
                  <a:lnTo>
                    <a:pt x="954468" y="1362966"/>
                  </a:lnTo>
                  <a:lnTo>
                    <a:pt x="955129" y="1325999"/>
                  </a:lnTo>
                  <a:lnTo>
                    <a:pt x="955789" y="1251683"/>
                  </a:lnTo>
                  <a:lnTo>
                    <a:pt x="956450" y="1194039"/>
                  </a:lnTo>
                  <a:lnTo>
                    <a:pt x="957111" y="1164763"/>
                  </a:lnTo>
                  <a:lnTo>
                    <a:pt x="957771" y="1155698"/>
                  </a:lnTo>
                  <a:lnTo>
                    <a:pt x="958432" y="1164763"/>
                  </a:lnTo>
                  <a:lnTo>
                    <a:pt x="959092" y="1215579"/>
                  </a:lnTo>
                  <a:lnTo>
                    <a:pt x="959753" y="1278901"/>
                  </a:lnTo>
                  <a:lnTo>
                    <a:pt x="960413" y="1343822"/>
                  </a:lnTo>
                  <a:lnTo>
                    <a:pt x="961074" y="1406121"/>
                  </a:lnTo>
                  <a:lnTo>
                    <a:pt x="961734" y="1430742"/>
                  </a:lnTo>
                  <a:lnTo>
                    <a:pt x="962395" y="1430742"/>
                  </a:lnTo>
                  <a:lnTo>
                    <a:pt x="963055" y="1430742"/>
                  </a:lnTo>
                  <a:lnTo>
                    <a:pt x="963716" y="1406121"/>
                  </a:lnTo>
                  <a:lnTo>
                    <a:pt x="964376" y="1362966"/>
                  </a:lnTo>
                  <a:lnTo>
                    <a:pt x="965037" y="1325999"/>
                  </a:lnTo>
                  <a:lnTo>
                    <a:pt x="965697" y="1278901"/>
                  </a:lnTo>
                  <a:lnTo>
                    <a:pt x="966358" y="1227062"/>
                  </a:lnTo>
                  <a:lnTo>
                    <a:pt x="967019" y="1204584"/>
                  </a:lnTo>
                  <a:lnTo>
                    <a:pt x="967679" y="1194039"/>
                  </a:lnTo>
                  <a:lnTo>
                    <a:pt x="968340" y="1204584"/>
                  </a:lnTo>
                  <a:lnTo>
                    <a:pt x="969000" y="1215579"/>
                  </a:lnTo>
                  <a:lnTo>
                    <a:pt x="969661" y="1239079"/>
                  </a:lnTo>
                  <a:lnTo>
                    <a:pt x="970321" y="1241551"/>
                  </a:lnTo>
                  <a:lnTo>
                    <a:pt x="970982" y="1254279"/>
                  </a:lnTo>
                  <a:lnTo>
                    <a:pt x="971642" y="1254279"/>
                  </a:lnTo>
                  <a:lnTo>
                    <a:pt x="972303" y="1267667"/>
                  </a:lnTo>
                  <a:lnTo>
                    <a:pt x="972963" y="1217835"/>
                  </a:lnTo>
                  <a:lnTo>
                    <a:pt x="973624" y="1158834"/>
                  </a:lnTo>
                  <a:lnTo>
                    <a:pt x="974284" y="1112338"/>
                  </a:lnTo>
                  <a:lnTo>
                    <a:pt x="974945" y="1086896"/>
                  </a:lnTo>
                  <a:lnTo>
                    <a:pt x="975605" y="1080159"/>
                  </a:lnTo>
                  <a:lnTo>
                    <a:pt x="976266" y="1115749"/>
                  </a:lnTo>
                  <a:lnTo>
                    <a:pt x="976926" y="1179474"/>
                  </a:lnTo>
                  <a:lnTo>
                    <a:pt x="977587" y="1254279"/>
                  </a:lnTo>
                  <a:lnTo>
                    <a:pt x="978248" y="1305322"/>
                  </a:lnTo>
                  <a:lnTo>
                    <a:pt x="978908" y="1321729"/>
                  </a:lnTo>
                  <a:lnTo>
                    <a:pt x="979569" y="1339250"/>
                  </a:lnTo>
                  <a:lnTo>
                    <a:pt x="980229" y="1362966"/>
                  </a:lnTo>
                  <a:lnTo>
                    <a:pt x="980890" y="1383643"/>
                  </a:lnTo>
                  <a:lnTo>
                    <a:pt x="981550" y="1406121"/>
                  </a:lnTo>
                  <a:lnTo>
                    <a:pt x="982211" y="1430742"/>
                  </a:lnTo>
                  <a:lnTo>
                    <a:pt x="982871" y="1430742"/>
                  </a:lnTo>
                  <a:lnTo>
                    <a:pt x="983532" y="1430742"/>
                  </a:lnTo>
                  <a:lnTo>
                    <a:pt x="984192" y="1430742"/>
                  </a:lnTo>
                  <a:lnTo>
                    <a:pt x="984853" y="1430742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30742"/>
                  </a:lnTo>
                  <a:lnTo>
                    <a:pt x="991458" y="1430742"/>
                  </a:lnTo>
                  <a:lnTo>
                    <a:pt x="992119" y="1430742"/>
                  </a:lnTo>
                  <a:lnTo>
                    <a:pt x="992779" y="1430742"/>
                  </a:lnTo>
                  <a:lnTo>
                    <a:pt x="993440" y="1430742"/>
                  </a:lnTo>
                  <a:lnTo>
                    <a:pt x="994100" y="1430742"/>
                  </a:lnTo>
                  <a:lnTo>
                    <a:pt x="994761" y="1406121"/>
                  </a:lnTo>
                  <a:lnTo>
                    <a:pt x="995421" y="1362966"/>
                  </a:lnTo>
                  <a:lnTo>
                    <a:pt x="996082" y="1325999"/>
                  </a:lnTo>
                  <a:lnTo>
                    <a:pt x="996742" y="1321729"/>
                  </a:lnTo>
                  <a:lnTo>
                    <a:pt x="997403" y="1321729"/>
                  </a:lnTo>
                  <a:lnTo>
                    <a:pt x="998064" y="1321729"/>
                  </a:lnTo>
                  <a:lnTo>
                    <a:pt x="998724" y="1305322"/>
                  </a:lnTo>
                  <a:lnTo>
                    <a:pt x="999385" y="1277469"/>
                  </a:lnTo>
                  <a:lnTo>
                    <a:pt x="1000045" y="1253628"/>
                  </a:lnTo>
                  <a:lnTo>
                    <a:pt x="1000706" y="1240931"/>
                  </a:lnTo>
                  <a:lnTo>
                    <a:pt x="1001366" y="1253628"/>
                  </a:lnTo>
                  <a:lnTo>
                    <a:pt x="1002027" y="1295956"/>
                  </a:lnTo>
                  <a:lnTo>
                    <a:pt x="1002687" y="1343822"/>
                  </a:lnTo>
                  <a:lnTo>
                    <a:pt x="1003348" y="1343822"/>
                  </a:lnTo>
                  <a:lnTo>
                    <a:pt x="1004008" y="1325999"/>
                  </a:lnTo>
                  <a:lnTo>
                    <a:pt x="1004669" y="1293666"/>
                  </a:lnTo>
                  <a:lnTo>
                    <a:pt x="1005329" y="1278901"/>
                  </a:lnTo>
                  <a:lnTo>
                    <a:pt x="1005990" y="1282514"/>
                  </a:lnTo>
                  <a:lnTo>
                    <a:pt x="1006650" y="1313395"/>
                  </a:lnTo>
                  <a:lnTo>
                    <a:pt x="1007311" y="1348477"/>
                  </a:lnTo>
                  <a:lnTo>
                    <a:pt x="1007971" y="1389082"/>
                  </a:lnTo>
                  <a:lnTo>
                    <a:pt x="1008632" y="1389082"/>
                  </a:lnTo>
                  <a:lnTo>
                    <a:pt x="1009293" y="1383643"/>
                  </a:lnTo>
                  <a:lnTo>
                    <a:pt x="1009953" y="1343822"/>
                  </a:lnTo>
                  <a:lnTo>
                    <a:pt x="1010614" y="1325999"/>
                  </a:lnTo>
                  <a:lnTo>
                    <a:pt x="1011274" y="1325999"/>
                  </a:lnTo>
                  <a:lnTo>
                    <a:pt x="1011935" y="1343822"/>
                  </a:lnTo>
                  <a:lnTo>
                    <a:pt x="1012595" y="1343822"/>
                  </a:lnTo>
                  <a:lnTo>
                    <a:pt x="1013256" y="1343822"/>
                  </a:lnTo>
                  <a:lnTo>
                    <a:pt x="1013916" y="1325999"/>
                  </a:lnTo>
                  <a:lnTo>
                    <a:pt x="1014577" y="1309327"/>
                  </a:lnTo>
                  <a:lnTo>
                    <a:pt x="1015237" y="1293666"/>
                  </a:lnTo>
                  <a:lnTo>
                    <a:pt x="1015898" y="1293666"/>
                  </a:lnTo>
                  <a:lnTo>
                    <a:pt x="1016558" y="1309327"/>
                  </a:lnTo>
                  <a:lnTo>
                    <a:pt x="1017219" y="1325999"/>
                  </a:lnTo>
                  <a:lnTo>
                    <a:pt x="1017879" y="1325999"/>
                  </a:lnTo>
                  <a:lnTo>
                    <a:pt x="1018540" y="1343822"/>
                  </a:lnTo>
                  <a:lnTo>
                    <a:pt x="1019201" y="1362966"/>
                  </a:lnTo>
                  <a:lnTo>
                    <a:pt x="1019861" y="1383643"/>
                  </a:lnTo>
                  <a:lnTo>
                    <a:pt x="1020522" y="1406121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06121"/>
                  </a:lnTo>
                  <a:lnTo>
                    <a:pt x="1025145" y="1383643"/>
                  </a:lnTo>
                  <a:lnTo>
                    <a:pt x="1025806" y="1343822"/>
                  </a:lnTo>
                  <a:lnTo>
                    <a:pt x="1026466" y="1325999"/>
                  </a:lnTo>
                  <a:lnTo>
                    <a:pt x="1027127" y="1325999"/>
                  </a:lnTo>
                  <a:lnTo>
                    <a:pt x="1027787" y="1343822"/>
                  </a:lnTo>
                  <a:lnTo>
                    <a:pt x="1028448" y="1362966"/>
                  </a:lnTo>
                  <a:lnTo>
                    <a:pt x="1029109" y="1383643"/>
                  </a:lnTo>
                  <a:lnTo>
                    <a:pt x="1029769" y="1362966"/>
                  </a:lnTo>
                  <a:lnTo>
                    <a:pt x="1030430" y="1343822"/>
                  </a:lnTo>
                  <a:lnTo>
                    <a:pt x="1031090" y="1343822"/>
                  </a:lnTo>
                  <a:lnTo>
                    <a:pt x="1031751" y="1343822"/>
                  </a:lnTo>
                  <a:lnTo>
                    <a:pt x="1032411" y="1362966"/>
                  </a:lnTo>
                  <a:lnTo>
                    <a:pt x="1033072" y="1406121"/>
                  </a:lnTo>
                  <a:lnTo>
                    <a:pt x="1033732" y="1406121"/>
                  </a:lnTo>
                  <a:lnTo>
                    <a:pt x="1034393" y="1362966"/>
                  </a:lnTo>
                  <a:lnTo>
                    <a:pt x="1035053" y="1343822"/>
                  </a:lnTo>
                  <a:lnTo>
                    <a:pt x="1035714" y="1343822"/>
                  </a:lnTo>
                  <a:lnTo>
                    <a:pt x="1036374" y="1343822"/>
                  </a:lnTo>
                  <a:lnTo>
                    <a:pt x="1037035" y="1362966"/>
                  </a:lnTo>
                  <a:lnTo>
                    <a:pt x="1037695" y="1406121"/>
                  </a:lnTo>
                  <a:lnTo>
                    <a:pt x="1038356" y="1414474"/>
                  </a:lnTo>
                  <a:lnTo>
                    <a:pt x="1039017" y="1350362"/>
                  </a:lnTo>
                  <a:lnTo>
                    <a:pt x="1039677" y="1283973"/>
                  </a:lnTo>
                  <a:lnTo>
                    <a:pt x="1040338" y="1249753"/>
                  </a:lnTo>
                  <a:lnTo>
                    <a:pt x="1040998" y="1216704"/>
                  </a:lnTo>
                  <a:lnTo>
                    <a:pt x="1041659" y="1191468"/>
                  </a:lnTo>
                  <a:lnTo>
                    <a:pt x="1042319" y="1191468"/>
                  </a:lnTo>
                  <a:lnTo>
                    <a:pt x="1042980" y="1224143"/>
                  </a:lnTo>
                  <a:lnTo>
                    <a:pt x="1043640" y="1242173"/>
                  </a:lnTo>
                  <a:lnTo>
                    <a:pt x="1044301" y="1264933"/>
                  </a:lnTo>
                  <a:lnTo>
                    <a:pt x="1044961" y="1278901"/>
                  </a:lnTo>
                  <a:lnTo>
                    <a:pt x="1045622" y="1293666"/>
                  </a:lnTo>
                  <a:lnTo>
                    <a:pt x="1046282" y="1293666"/>
                  </a:lnTo>
                  <a:lnTo>
                    <a:pt x="1046943" y="1298266"/>
                  </a:lnTo>
                  <a:lnTo>
                    <a:pt x="1047603" y="1298266"/>
                  </a:lnTo>
                  <a:lnTo>
                    <a:pt x="1048264" y="1298266"/>
                  </a:lnTo>
                  <a:lnTo>
                    <a:pt x="1048924" y="1314217"/>
                  </a:lnTo>
                  <a:lnTo>
                    <a:pt x="1049585" y="1298266"/>
                  </a:lnTo>
                  <a:lnTo>
                    <a:pt x="1050246" y="1293666"/>
                  </a:lnTo>
                  <a:lnTo>
                    <a:pt x="1050906" y="1309327"/>
                  </a:lnTo>
                  <a:lnTo>
                    <a:pt x="1051567" y="1343822"/>
                  </a:lnTo>
                  <a:lnTo>
                    <a:pt x="1052227" y="1362966"/>
                  </a:lnTo>
                  <a:lnTo>
                    <a:pt x="1052888" y="1406121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30742"/>
                  </a:lnTo>
                  <a:lnTo>
                    <a:pt x="1056190" y="1430742"/>
                  </a:lnTo>
                  <a:lnTo>
                    <a:pt x="1056851" y="1430742"/>
                  </a:lnTo>
                  <a:lnTo>
                    <a:pt x="1057511" y="1430742"/>
                  </a:lnTo>
                  <a:lnTo>
                    <a:pt x="1058172" y="1406121"/>
                  </a:lnTo>
                  <a:lnTo>
                    <a:pt x="1058832" y="1362966"/>
                  </a:lnTo>
                  <a:lnTo>
                    <a:pt x="1059493" y="1343822"/>
                  </a:lnTo>
                  <a:lnTo>
                    <a:pt x="1060154" y="1325999"/>
                  </a:lnTo>
                  <a:lnTo>
                    <a:pt x="1060814" y="1309327"/>
                  </a:lnTo>
                  <a:lnTo>
                    <a:pt x="1061475" y="1278901"/>
                  </a:lnTo>
                  <a:lnTo>
                    <a:pt x="1062135" y="1264933"/>
                  </a:lnTo>
                  <a:lnTo>
                    <a:pt x="1062796" y="1251683"/>
                  </a:lnTo>
                  <a:lnTo>
                    <a:pt x="1063456" y="1251683"/>
                  </a:lnTo>
                  <a:lnTo>
                    <a:pt x="1064117" y="1264933"/>
                  </a:lnTo>
                  <a:lnTo>
                    <a:pt x="1064777" y="1309327"/>
                  </a:lnTo>
                  <a:lnTo>
                    <a:pt x="1065438" y="1362966"/>
                  </a:lnTo>
                  <a:lnTo>
                    <a:pt x="1066098" y="1406121"/>
                  </a:lnTo>
                  <a:lnTo>
                    <a:pt x="1066759" y="1430742"/>
                  </a:lnTo>
                  <a:lnTo>
                    <a:pt x="1067419" y="1430742"/>
                  </a:lnTo>
                  <a:lnTo>
                    <a:pt x="1068080" y="1430742"/>
                  </a:lnTo>
                  <a:lnTo>
                    <a:pt x="1068740" y="1430742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06121"/>
                  </a:lnTo>
                  <a:lnTo>
                    <a:pt x="1078648" y="1362966"/>
                  </a:lnTo>
                  <a:lnTo>
                    <a:pt x="1079309" y="1325999"/>
                  </a:lnTo>
                  <a:lnTo>
                    <a:pt x="1079969" y="1293666"/>
                  </a:lnTo>
                  <a:lnTo>
                    <a:pt x="1080630" y="1278901"/>
                  </a:lnTo>
                  <a:lnTo>
                    <a:pt x="1081291" y="1293666"/>
                  </a:lnTo>
                  <a:lnTo>
                    <a:pt x="1081951" y="1325999"/>
                  </a:lnTo>
                  <a:lnTo>
                    <a:pt x="1082612" y="1362966"/>
                  </a:lnTo>
                  <a:lnTo>
                    <a:pt x="1083272" y="1406121"/>
                  </a:lnTo>
                  <a:lnTo>
                    <a:pt x="1083933" y="1430742"/>
                  </a:lnTo>
                  <a:lnTo>
                    <a:pt x="1084593" y="1430742"/>
                  </a:lnTo>
                  <a:lnTo>
                    <a:pt x="1085254" y="1430742"/>
                  </a:lnTo>
                  <a:lnTo>
                    <a:pt x="1085914" y="1430742"/>
                  </a:lnTo>
                  <a:lnTo>
                    <a:pt x="1086575" y="1430742"/>
                  </a:lnTo>
                  <a:lnTo>
                    <a:pt x="1087235" y="1430742"/>
                  </a:lnTo>
                  <a:lnTo>
                    <a:pt x="1087896" y="1430742"/>
                  </a:lnTo>
                  <a:lnTo>
                    <a:pt x="1088556" y="1430742"/>
                  </a:lnTo>
                  <a:lnTo>
                    <a:pt x="1089217" y="1430742"/>
                  </a:lnTo>
                  <a:lnTo>
                    <a:pt x="1089877" y="1430742"/>
                  </a:lnTo>
                  <a:lnTo>
                    <a:pt x="1090538" y="1430742"/>
                  </a:lnTo>
                  <a:lnTo>
                    <a:pt x="1091199" y="1430742"/>
                  </a:lnTo>
                  <a:lnTo>
                    <a:pt x="1091859" y="1430742"/>
                  </a:lnTo>
                  <a:lnTo>
                    <a:pt x="1092520" y="1406121"/>
                  </a:lnTo>
                  <a:lnTo>
                    <a:pt x="1093180" y="1362966"/>
                  </a:lnTo>
                  <a:lnTo>
                    <a:pt x="1093841" y="1325999"/>
                  </a:lnTo>
                  <a:lnTo>
                    <a:pt x="1094501" y="1309327"/>
                  </a:lnTo>
                  <a:lnTo>
                    <a:pt x="1095162" y="1309327"/>
                  </a:lnTo>
                  <a:lnTo>
                    <a:pt x="1095822" y="1325999"/>
                  </a:lnTo>
                  <a:lnTo>
                    <a:pt x="1096483" y="1362966"/>
                  </a:lnTo>
                  <a:lnTo>
                    <a:pt x="1097143" y="1406121"/>
                  </a:lnTo>
                  <a:lnTo>
                    <a:pt x="1097804" y="1430742"/>
                  </a:lnTo>
                  <a:lnTo>
                    <a:pt x="1098464" y="1430742"/>
                  </a:lnTo>
                  <a:lnTo>
                    <a:pt x="1099125" y="1430742"/>
                  </a:lnTo>
                  <a:lnTo>
                    <a:pt x="1099785" y="1430742"/>
                  </a:lnTo>
                  <a:lnTo>
                    <a:pt x="1100446" y="1430742"/>
                  </a:lnTo>
                  <a:lnTo>
                    <a:pt x="1101107" y="1430742"/>
                  </a:lnTo>
                  <a:lnTo>
                    <a:pt x="1101767" y="1406121"/>
                  </a:lnTo>
                  <a:lnTo>
                    <a:pt x="1102428" y="1383643"/>
                  </a:lnTo>
                  <a:lnTo>
                    <a:pt x="1103088" y="1362966"/>
                  </a:lnTo>
                  <a:lnTo>
                    <a:pt x="1103749" y="1343822"/>
                  </a:lnTo>
                  <a:lnTo>
                    <a:pt x="1104409" y="1343822"/>
                  </a:lnTo>
                  <a:lnTo>
                    <a:pt x="1105070" y="1362966"/>
                  </a:lnTo>
                  <a:lnTo>
                    <a:pt x="1105730" y="1383643"/>
                  </a:lnTo>
                  <a:lnTo>
                    <a:pt x="1106391" y="1406121"/>
                  </a:lnTo>
                  <a:lnTo>
                    <a:pt x="1107051" y="1430742"/>
                  </a:lnTo>
                  <a:lnTo>
                    <a:pt x="1107712" y="1430742"/>
                  </a:lnTo>
                  <a:lnTo>
                    <a:pt x="1108372" y="1430742"/>
                  </a:lnTo>
                  <a:lnTo>
                    <a:pt x="1109033" y="1430742"/>
                  </a:lnTo>
                  <a:lnTo>
                    <a:pt x="1109693" y="1430742"/>
                  </a:lnTo>
                  <a:lnTo>
                    <a:pt x="1110354" y="1430742"/>
                  </a:lnTo>
                  <a:lnTo>
                    <a:pt x="1111015" y="1430742"/>
                  </a:lnTo>
                  <a:lnTo>
                    <a:pt x="1111675" y="1430742"/>
                  </a:lnTo>
                  <a:lnTo>
                    <a:pt x="1112336" y="1430742"/>
                  </a:lnTo>
                  <a:lnTo>
                    <a:pt x="1112996" y="1430742"/>
                  </a:lnTo>
                  <a:lnTo>
                    <a:pt x="1113657" y="1430742"/>
                  </a:lnTo>
                  <a:lnTo>
                    <a:pt x="1114317" y="1430742"/>
                  </a:lnTo>
                  <a:lnTo>
                    <a:pt x="1114978" y="1383643"/>
                  </a:lnTo>
                  <a:lnTo>
                    <a:pt x="1115638" y="1343822"/>
                  </a:lnTo>
                  <a:lnTo>
                    <a:pt x="1116299" y="1325999"/>
                  </a:lnTo>
                  <a:lnTo>
                    <a:pt x="1116959" y="1325999"/>
                  </a:lnTo>
                  <a:lnTo>
                    <a:pt x="1117620" y="1325999"/>
                  </a:lnTo>
                  <a:lnTo>
                    <a:pt x="1118280" y="1336545"/>
                  </a:lnTo>
                  <a:lnTo>
                    <a:pt x="1118941" y="1319201"/>
                  </a:lnTo>
                  <a:lnTo>
                    <a:pt x="1119601" y="1287658"/>
                  </a:lnTo>
                  <a:lnTo>
                    <a:pt x="1120262" y="1273223"/>
                  </a:lnTo>
                  <a:lnTo>
                    <a:pt x="1120922" y="1273223"/>
                  </a:lnTo>
                  <a:lnTo>
                    <a:pt x="1121583" y="1293666"/>
                  </a:lnTo>
                  <a:lnTo>
                    <a:pt x="1122244" y="1341069"/>
                  </a:lnTo>
                  <a:lnTo>
                    <a:pt x="1122904" y="1360003"/>
                  </a:lnTo>
                  <a:lnTo>
                    <a:pt x="1123565" y="1323429"/>
                  </a:lnTo>
                  <a:lnTo>
                    <a:pt x="1124225" y="1302162"/>
                  </a:lnTo>
                  <a:lnTo>
                    <a:pt x="1124886" y="1245935"/>
                  </a:lnTo>
                  <a:lnTo>
                    <a:pt x="1125546" y="1212231"/>
                  </a:lnTo>
                  <a:lnTo>
                    <a:pt x="1126207" y="1223563"/>
                  </a:lnTo>
                  <a:lnTo>
                    <a:pt x="1126867" y="1260886"/>
                  </a:lnTo>
                  <a:lnTo>
                    <a:pt x="1127528" y="1278901"/>
                  </a:lnTo>
                  <a:lnTo>
                    <a:pt x="1128188" y="1343822"/>
                  </a:lnTo>
                  <a:lnTo>
                    <a:pt x="1128849" y="1406121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06121"/>
                  </a:lnTo>
                  <a:lnTo>
                    <a:pt x="1134794" y="1362966"/>
                  </a:lnTo>
                  <a:lnTo>
                    <a:pt x="1135454" y="1325999"/>
                  </a:lnTo>
                  <a:lnTo>
                    <a:pt x="1136115" y="1325999"/>
                  </a:lnTo>
                  <a:lnTo>
                    <a:pt x="1136775" y="1325999"/>
                  </a:lnTo>
                  <a:lnTo>
                    <a:pt x="1137436" y="1343822"/>
                  </a:lnTo>
                  <a:lnTo>
                    <a:pt x="1138096" y="1383643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30742"/>
                  </a:lnTo>
                  <a:lnTo>
                    <a:pt x="1142720" y="1430742"/>
                  </a:lnTo>
                  <a:lnTo>
                    <a:pt x="1143381" y="1430742"/>
                  </a:lnTo>
                  <a:lnTo>
                    <a:pt x="1144041" y="1430742"/>
                  </a:lnTo>
                  <a:lnTo>
                    <a:pt x="1144702" y="1430742"/>
                  </a:lnTo>
                  <a:lnTo>
                    <a:pt x="1145362" y="1430742"/>
                  </a:lnTo>
                  <a:lnTo>
                    <a:pt x="1146023" y="1430742"/>
                  </a:lnTo>
                  <a:lnTo>
                    <a:pt x="1146683" y="1430742"/>
                  </a:lnTo>
                  <a:lnTo>
                    <a:pt x="1147344" y="1430742"/>
                  </a:lnTo>
                  <a:lnTo>
                    <a:pt x="1148004" y="1430742"/>
                  </a:lnTo>
                  <a:lnTo>
                    <a:pt x="1148665" y="1430742"/>
                  </a:lnTo>
                  <a:lnTo>
                    <a:pt x="1149325" y="1430742"/>
                  </a:lnTo>
                  <a:lnTo>
                    <a:pt x="1149986" y="1430742"/>
                  </a:lnTo>
                  <a:lnTo>
                    <a:pt x="1150646" y="1430742"/>
                  </a:lnTo>
                  <a:lnTo>
                    <a:pt x="1151307" y="1430742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30742"/>
                  </a:lnTo>
                  <a:lnTo>
                    <a:pt x="1155931" y="1430742"/>
                  </a:lnTo>
                  <a:lnTo>
                    <a:pt x="1156591" y="1406121"/>
                  </a:lnTo>
                  <a:lnTo>
                    <a:pt x="1157252" y="1362966"/>
                  </a:lnTo>
                  <a:lnTo>
                    <a:pt x="1157912" y="1325999"/>
                  </a:lnTo>
                  <a:lnTo>
                    <a:pt x="1158573" y="1302162"/>
                  </a:lnTo>
                  <a:lnTo>
                    <a:pt x="1159233" y="1272522"/>
                  </a:lnTo>
                  <a:lnTo>
                    <a:pt x="1159894" y="1272522"/>
                  </a:lnTo>
                  <a:lnTo>
                    <a:pt x="1160554" y="1302162"/>
                  </a:lnTo>
                  <a:lnTo>
                    <a:pt x="1161215" y="1335649"/>
                  </a:lnTo>
                  <a:lnTo>
                    <a:pt x="1161875" y="1362966"/>
                  </a:lnTo>
                  <a:lnTo>
                    <a:pt x="1162536" y="1406121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06121"/>
                  </a:lnTo>
                  <a:lnTo>
                    <a:pt x="1165178" y="1362966"/>
                  </a:lnTo>
                  <a:lnTo>
                    <a:pt x="1165839" y="1325999"/>
                  </a:lnTo>
                  <a:lnTo>
                    <a:pt x="1166499" y="1309327"/>
                  </a:lnTo>
                  <a:lnTo>
                    <a:pt x="1167160" y="1309327"/>
                  </a:lnTo>
                  <a:lnTo>
                    <a:pt x="1167820" y="1325999"/>
                  </a:lnTo>
                  <a:lnTo>
                    <a:pt x="1168481" y="1362966"/>
                  </a:lnTo>
                  <a:lnTo>
                    <a:pt x="1169141" y="1406121"/>
                  </a:lnTo>
                  <a:lnTo>
                    <a:pt x="1169802" y="1383643"/>
                  </a:lnTo>
                  <a:lnTo>
                    <a:pt x="1170462" y="1325999"/>
                  </a:lnTo>
                  <a:lnTo>
                    <a:pt x="1171123" y="1293666"/>
                  </a:lnTo>
                  <a:lnTo>
                    <a:pt x="1171783" y="1264933"/>
                  </a:lnTo>
                  <a:lnTo>
                    <a:pt x="1172444" y="1227062"/>
                  </a:lnTo>
                  <a:lnTo>
                    <a:pt x="1173105" y="1227062"/>
                  </a:lnTo>
                  <a:lnTo>
                    <a:pt x="1173765" y="1258887"/>
                  </a:lnTo>
                  <a:lnTo>
                    <a:pt x="1174426" y="1286917"/>
                  </a:lnTo>
                  <a:lnTo>
                    <a:pt x="1175086" y="1318363"/>
                  </a:lnTo>
                  <a:lnTo>
                    <a:pt x="1175747" y="1374133"/>
                  </a:lnTo>
                  <a:lnTo>
                    <a:pt x="1176407" y="1419371"/>
                  </a:lnTo>
                  <a:lnTo>
                    <a:pt x="1177068" y="1430742"/>
                  </a:lnTo>
                  <a:lnTo>
                    <a:pt x="1177728" y="1430742"/>
                  </a:lnTo>
                  <a:lnTo>
                    <a:pt x="1178389" y="1430742"/>
                  </a:lnTo>
                  <a:lnTo>
                    <a:pt x="1179049" y="1430742"/>
                  </a:lnTo>
                  <a:lnTo>
                    <a:pt x="1179710" y="1430742"/>
                  </a:lnTo>
                  <a:lnTo>
                    <a:pt x="1180370" y="1430742"/>
                  </a:lnTo>
                  <a:lnTo>
                    <a:pt x="1181031" y="1430742"/>
                  </a:lnTo>
                  <a:lnTo>
                    <a:pt x="1181691" y="1430742"/>
                  </a:lnTo>
                  <a:lnTo>
                    <a:pt x="1182352" y="1430742"/>
                  </a:lnTo>
                  <a:lnTo>
                    <a:pt x="1183013" y="1430742"/>
                  </a:lnTo>
                  <a:lnTo>
                    <a:pt x="1183673" y="1406121"/>
                  </a:lnTo>
                  <a:lnTo>
                    <a:pt x="1184334" y="1362966"/>
                  </a:lnTo>
                  <a:lnTo>
                    <a:pt x="1184994" y="1343822"/>
                  </a:lnTo>
                  <a:lnTo>
                    <a:pt x="1185655" y="1343822"/>
                  </a:lnTo>
                  <a:lnTo>
                    <a:pt x="1186315" y="1343822"/>
                  </a:lnTo>
                  <a:lnTo>
                    <a:pt x="1186976" y="1362966"/>
                  </a:lnTo>
                  <a:lnTo>
                    <a:pt x="1187636" y="1406121"/>
                  </a:lnTo>
                  <a:lnTo>
                    <a:pt x="1188297" y="1430742"/>
                  </a:lnTo>
                  <a:lnTo>
                    <a:pt x="1188957" y="1430742"/>
                  </a:lnTo>
                  <a:lnTo>
                    <a:pt x="1189618" y="1430742"/>
                  </a:lnTo>
                  <a:lnTo>
                    <a:pt x="1190278" y="1430742"/>
                  </a:lnTo>
                  <a:lnTo>
                    <a:pt x="1190939" y="1430742"/>
                  </a:lnTo>
                  <a:lnTo>
                    <a:pt x="1191599" y="1430742"/>
                  </a:lnTo>
                  <a:lnTo>
                    <a:pt x="1192260" y="1430742"/>
                  </a:lnTo>
                  <a:lnTo>
                    <a:pt x="1192920" y="1430742"/>
                  </a:lnTo>
                  <a:lnTo>
                    <a:pt x="1193581" y="1430742"/>
                  </a:lnTo>
                  <a:lnTo>
                    <a:pt x="1194242" y="1430742"/>
                  </a:lnTo>
                  <a:lnTo>
                    <a:pt x="1194902" y="1430742"/>
                  </a:lnTo>
                  <a:lnTo>
                    <a:pt x="1195563" y="1430742"/>
                  </a:lnTo>
                  <a:lnTo>
                    <a:pt x="1196223" y="1430742"/>
                  </a:lnTo>
                  <a:lnTo>
                    <a:pt x="1196884" y="1430742"/>
                  </a:lnTo>
                  <a:lnTo>
                    <a:pt x="1197544" y="1430742"/>
                  </a:lnTo>
                  <a:lnTo>
                    <a:pt x="1198205" y="1430742"/>
                  </a:lnTo>
                  <a:lnTo>
                    <a:pt x="1198865" y="1430742"/>
                  </a:lnTo>
                  <a:lnTo>
                    <a:pt x="1199526" y="1430742"/>
                  </a:lnTo>
                  <a:lnTo>
                    <a:pt x="1200186" y="1430742"/>
                  </a:lnTo>
                  <a:lnTo>
                    <a:pt x="1200847" y="1430742"/>
                  </a:lnTo>
                  <a:lnTo>
                    <a:pt x="1201507" y="1430742"/>
                  </a:lnTo>
                  <a:lnTo>
                    <a:pt x="1202168" y="1430742"/>
                  </a:lnTo>
                  <a:lnTo>
                    <a:pt x="1202828" y="1430742"/>
                  </a:lnTo>
                  <a:lnTo>
                    <a:pt x="1203489" y="1430742"/>
                  </a:lnTo>
                  <a:lnTo>
                    <a:pt x="1204150" y="1430742"/>
                  </a:lnTo>
                  <a:lnTo>
                    <a:pt x="1204810" y="1430742"/>
                  </a:lnTo>
                  <a:lnTo>
                    <a:pt x="1205471" y="1430742"/>
                  </a:lnTo>
                  <a:lnTo>
                    <a:pt x="1206131" y="1430742"/>
                  </a:lnTo>
                  <a:lnTo>
                    <a:pt x="1206792" y="1430742"/>
                  </a:lnTo>
                  <a:lnTo>
                    <a:pt x="1207452" y="1430742"/>
                  </a:lnTo>
                  <a:lnTo>
                    <a:pt x="1208113" y="1430742"/>
                  </a:lnTo>
                  <a:lnTo>
                    <a:pt x="1208773" y="1430742"/>
                  </a:lnTo>
                  <a:lnTo>
                    <a:pt x="1209434" y="1430742"/>
                  </a:lnTo>
                  <a:lnTo>
                    <a:pt x="1210094" y="1430742"/>
                  </a:lnTo>
                  <a:lnTo>
                    <a:pt x="1210755" y="1430742"/>
                  </a:lnTo>
                  <a:lnTo>
                    <a:pt x="1211415" y="1430742"/>
                  </a:lnTo>
                  <a:lnTo>
                    <a:pt x="1212076" y="1430742"/>
                  </a:lnTo>
                  <a:lnTo>
                    <a:pt x="1212736" y="1430742"/>
                  </a:lnTo>
                  <a:lnTo>
                    <a:pt x="1213397" y="1430742"/>
                  </a:lnTo>
                  <a:lnTo>
                    <a:pt x="1214058" y="1430742"/>
                  </a:lnTo>
                  <a:lnTo>
                    <a:pt x="1214718" y="1430742"/>
                  </a:lnTo>
                  <a:lnTo>
                    <a:pt x="1215379" y="1430742"/>
                  </a:lnTo>
                  <a:lnTo>
                    <a:pt x="1216039" y="1430742"/>
                  </a:lnTo>
                  <a:lnTo>
                    <a:pt x="1216700" y="1430742"/>
                  </a:lnTo>
                  <a:lnTo>
                    <a:pt x="1217360" y="1430742"/>
                  </a:lnTo>
                  <a:lnTo>
                    <a:pt x="1218021" y="1430742"/>
                  </a:lnTo>
                  <a:lnTo>
                    <a:pt x="1218681" y="1430742"/>
                  </a:lnTo>
                  <a:lnTo>
                    <a:pt x="1219342" y="1430742"/>
                  </a:lnTo>
                  <a:lnTo>
                    <a:pt x="1220002" y="1430742"/>
                  </a:lnTo>
                  <a:lnTo>
                    <a:pt x="1220663" y="1430742"/>
                  </a:lnTo>
                  <a:lnTo>
                    <a:pt x="1221323" y="1430742"/>
                  </a:lnTo>
                  <a:lnTo>
                    <a:pt x="1221984" y="1430742"/>
                  </a:lnTo>
                  <a:lnTo>
                    <a:pt x="1222644" y="1430742"/>
                  </a:lnTo>
                  <a:lnTo>
                    <a:pt x="1223305" y="1430742"/>
                  </a:lnTo>
                  <a:lnTo>
                    <a:pt x="1223965" y="1430742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383643"/>
                  </a:lnTo>
                  <a:lnTo>
                    <a:pt x="1227268" y="1343822"/>
                  </a:lnTo>
                  <a:lnTo>
                    <a:pt x="1227929" y="1325999"/>
                  </a:lnTo>
                  <a:lnTo>
                    <a:pt x="1228589" y="1325999"/>
                  </a:lnTo>
                  <a:lnTo>
                    <a:pt x="1229250" y="1325999"/>
                  </a:lnTo>
                  <a:lnTo>
                    <a:pt x="1229910" y="1362966"/>
                  </a:lnTo>
                  <a:lnTo>
                    <a:pt x="1230571" y="1406121"/>
                  </a:lnTo>
                  <a:lnTo>
                    <a:pt x="1231231" y="1430742"/>
                  </a:lnTo>
                  <a:lnTo>
                    <a:pt x="1231892" y="1430742"/>
                  </a:lnTo>
                  <a:lnTo>
                    <a:pt x="1232552" y="1430742"/>
                  </a:lnTo>
                  <a:lnTo>
                    <a:pt x="1233213" y="1430742"/>
                  </a:lnTo>
                  <a:lnTo>
                    <a:pt x="1233873" y="1430742"/>
                  </a:lnTo>
                  <a:lnTo>
                    <a:pt x="1234534" y="1430742"/>
                  </a:lnTo>
                  <a:lnTo>
                    <a:pt x="1235195" y="1430742"/>
                  </a:lnTo>
                  <a:lnTo>
                    <a:pt x="1235855" y="1430742"/>
                  </a:lnTo>
                  <a:lnTo>
                    <a:pt x="1236516" y="1430742"/>
                  </a:lnTo>
                  <a:lnTo>
                    <a:pt x="1237176" y="1430742"/>
                  </a:lnTo>
                  <a:lnTo>
                    <a:pt x="1237837" y="1430742"/>
                  </a:lnTo>
                  <a:lnTo>
                    <a:pt x="1238497" y="1430742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06121"/>
                  </a:lnTo>
                  <a:lnTo>
                    <a:pt x="1241139" y="1362966"/>
                  </a:lnTo>
                  <a:lnTo>
                    <a:pt x="1241800" y="1343822"/>
                  </a:lnTo>
                  <a:lnTo>
                    <a:pt x="1242460" y="1343822"/>
                  </a:lnTo>
                  <a:lnTo>
                    <a:pt x="1243121" y="1325999"/>
                  </a:lnTo>
                  <a:lnTo>
                    <a:pt x="1243781" y="1309327"/>
                  </a:lnTo>
                  <a:lnTo>
                    <a:pt x="1244442" y="1325999"/>
                  </a:lnTo>
                  <a:lnTo>
                    <a:pt x="1245103" y="1343822"/>
                  </a:lnTo>
                  <a:lnTo>
                    <a:pt x="1245763" y="1343822"/>
                  </a:lnTo>
                  <a:lnTo>
                    <a:pt x="1246424" y="1362966"/>
                  </a:lnTo>
                  <a:lnTo>
                    <a:pt x="1247084" y="1406121"/>
                  </a:lnTo>
                  <a:lnTo>
                    <a:pt x="1247745" y="1430742"/>
                  </a:lnTo>
                  <a:lnTo>
                    <a:pt x="1248405" y="1430742"/>
                  </a:lnTo>
                  <a:lnTo>
                    <a:pt x="1249066" y="1406121"/>
                  </a:lnTo>
                  <a:lnTo>
                    <a:pt x="1249726" y="1383643"/>
                  </a:lnTo>
                  <a:lnTo>
                    <a:pt x="1250387" y="1346605"/>
                  </a:lnTo>
                  <a:lnTo>
                    <a:pt x="1251047" y="1311760"/>
                  </a:lnTo>
                  <a:lnTo>
                    <a:pt x="1251708" y="1281062"/>
                  </a:lnTo>
                  <a:lnTo>
                    <a:pt x="1252368" y="1266981"/>
                  </a:lnTo>
                  <a:lnTo>
                    <a:pt x="1253029" y="1228829"/>
                  </a:lnTo>
                  <a:lnTo>
                    <a:pt x="1253689" y="1216704"/>
                  </a:lnTo>
                  <a:lnTo>
                    <a:pt x="1254350" y="1216704"/>
                  </a:lnTo>
                  <a:lnTo>
                    <a:pt x="1255011" y="1228239"/>
                  </a:lnTo>
                  <a:lnTo>
                    <a:pt x="1255671" y="1252978"/>
                  </a:lnTo>
                  <a:lnTo>
                    <a:pt x="1256332" y="1295190"/>
                  </a:lnTo>
                  <a:lnTo>
                    <a:pt x="1256992" y="1309327"/>
                  </a:lnTo>
                  <a:lnTo>
                    <a:pt x="1257653" y="1325999"/>
                  </a:lnTo>
                  <a:lnTo>
                    <a:pt x="1258313" y="1343822"/>
                  </a:lnTo>
                  <a:lnTo>
                    <a:pt x="1258974" y="1343822"/>
                  </a:lnTo>
                  <a:lnTo>
                    <a:pt x="1259634" y="1362966"/>
                  </a:lnTo>
                  <a:lnTo>
                    <a:pt x="1260295" y="1406121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30742"/>
                  </a:lnTo>
                  <a:lnTo>
                    <a:pt x="1262937" y="1430742"/>
                  </a:lnTo>
                  <a:lnTo>
                    <a:pt x="1263597" y="1430742"/>
                  </a:lnTo>
                  <a:lnTo>
                    <a:pt x="1264258" y="1430742"/>
                  </a:lnTo>
                  <a:lnTo>
                    <a:pt x="1264918" y="1430742"/>
                  </a:lnTo>
                  <a:lnTo>
                    <a:pt x="1265579" y="1430742"/>
                  </a:lnTo>
                  <a:lnTo>
                    <a:pt x="1266240" y="1430742"/>
                  </a:lnTo>
                  <a:lnTo>
                    <a:pt x="1266900" y="1430742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30742"/>
                  </a:lnTo>
                  <a:lnTo>
                    <a:pt x="1270863" y="1430742"/>
                  </a:lnTo>
                  <a:lnTo>
                    <a:pt x="1271524" y="1430742"/>
                  </a:lnTo>
                  <a:lnTo>
                    <a:pt x="1272184" y="1430742"/>
                  </a:lnTo>
                  <a:lnTo>
                    <a:pt x="1272845" y="1430742"/>
                  </a:lnTo>
                  <a:lnTo>
                    <a:pt x="1273505" y="1430742"/>
                  </a:lnTo>
                  <a:lnTo>
                    <a:pt x="1274166" y="1430742"/>
                  </a:lnTo>
                  <a:lnTo>
                    <a:pt x="1274826" y="1430742"/>
                  </a:lnTo>
                  <a:lnTo>
                    <a:pt x="1275487" y="1430742"/>
                  </a:lnTo>
                  <a:lnTo>
                    <a:pt x="1276148" y="1430742"/>
                  </a:lnTo>
                  <a:lnTo>
                    <a:pt x="1276808" y="1430742"/>
                  </a:lnTo>
                  <a:lnTo>
                    <a:pt x="1277469" y="1430742"/>
                  </a:lnTo>
                  <a:lnTo>
                    <a:pt x="1278129" y="1430742"/>
                  </a:lnTo>
                  <a:lnTo>
                    <a:pt x="1278790" y="1430742"/>
                  </a:lnTo>
                  <a:lnTo>
                    <a:pt x="1279450" y="1430742"/>
                  </a:lnTo>
                  <a:lnTo>
                    <a:pt x="1280111" y="1430742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30742"/>
                  </a:lnTo>
                  <a:lnTo>
                    <a:pt x="1283413" y="1430742"/>
                  </a:lnTo>
                  <a:lnTo>
                    <a:pt x="1284074" y="1430742"/>
                  </a:lnTo>
                  <a:lnTo>
                    <a:pt x="1284734" y="1430742"/>
                  </a:lnTo>
                  <a:lnTo>
                    <a:pt x="1285395" y="1430742"/>
                  </a:lnTo>
                  <a:lnTo>
                    <a:pt x="1286056" y="1430742"/>
                  </a:lnTo>
                  <a:lnTo>
                    <a:pt x="1286716" y="1430742"/>
                  </a:lnTo>
                  <a:lnTo>
                    <a:pt x="1287377" y="1430742"/>
                  </a:lnTo>
                  <a:lnTo>
                    <a:pt x="1288037" y="1430742"/>
                  </a:lnTo>
                  <a:lnTo>
                    <a:pt x="1288698" y="1406121"/>
                  </a:lnTo>
                  <a:lnTo>
                    <a:pt x="1289358" y="1362966"/>
                  </a:lnTo>
                  <a:lnTo>
                    <a:pt x="1290019" y="1325999"/>
                  </a:lnTo>
                  <a:lnTo>
                    <a:pt x="1290679" y="1309327"/>
                  </a:lnTo>
                  <a:lnTo>
                    <a:pt x="1291340" y="1309327"/>
                  </a:lnTo>
                  <a:lnTo>
                    <a:pt x="1292000" y="1325999"/>
                  </a:lnTo>
                  <a:lnTo>
                    <a:pt x="1292661" y="1362966"/>
                  </a:lnTo>
                  <a:lnTo>
                    <a:pt x="1293321" y="1362966"/>
                  </a:lnTo>
                  <a:lnTo>
                    <a:pt x="1293982" y="1343822"/>
                  </a:lnTo>
                  <a:lnTo>
                    <a:pt x="1294642" y="1325999"/>
                  </a:lnTo>
                  <a:lnTo>
                    <a:pt x="1295303" y="1325999"/>
                  </a:lnTo>
                  <a:lnTo>
                    <a:pt x="1295963" y="1325999"/>
                  </a:lnTo>
                  <a:lnTo>
                    <a:pt x="1296624" y="1362966"/>
                  </a:lnTo>
                  <a:lnTo>
                    <a:pt x="1297285" y="1406121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06121"/>
                  </a:lnTo>
                  <a:lnTo>
                    <a:pt x="1303890" y="1362966"/>
                  </a:lnTo>
                  <a:lnTo>
                    <a:pt x="1304550" y="1309327"/>
                  </a:lnTo>
                  <a:lnTo>
                    <a:pt x="1305211" y="1264933"/>
                  </a:lnTo>
                  <a:lnTo>
                    <a:pt x="1305871" y="1239079"/>
                  </a:lnTo>
                  <a:lnTo>
                    <a:pt x="1306532" y="1218970"/>
                  </a:lnTo>
                  <a:lnTo>
                    <a:pt x="1307193" y="1230609"/>
                  </a:lnTo>
                  <a:lnTo>
                    <a:pt x="1307853" y="1269045"/>
                  </a:lnTo>
                  <a:lnTo>
                    <a:pt x="1308514" y="1314217"/>
                  </a:lnTo>
                  <a:lnTo>
                    <a:pt x="1309174" y="1331218"/>
                  </a:lnTo>
                  <a:lnTo>
                    <a:pt x="1309835" y="1343822"/>
                  </a:lnTo>
                  <a:lnTo>
                    <a:pt x="1310495" y="1343822"/>
                  </a:lnTo>
                  <a:lnTo>
                    <a:pt x="1311156" y="1343822"/>
                  </a:lnTo>
                  <a:lnTo>
                    <a:pt x="1311816" y="1325999"/>
                  </a:lnTo>
                  <a:lnTo>
                    <a:pt x="1312477" y="1309327"/>
                  </a:lnTo>
                  <a:lnTo>
                    <a:pt x="1313137" y="1325999"/>
                  </a:lnTo>
                  <a:lnTo>
                    <a:pt x="1313798" y="1325999"/>
                  </a:lnTo>
                  <a:lnTo>
                    <a:pt x="1314458" y="1309327"/>
                  </a:lnTo>
                  <a:lnTo>
                    <a:pt x="1315119" y="1309327"/>
                  </a:lnTo>
                  <a:lnTo>
                    <a:pt x="1315779" y="1343822"/>
                  </a:lnTo>
                  <a:lnTo>
                    <a:pt x="1316440" y="1343822"/>
                  </a:lnTo>
                  <a:lnTo>
                    <a:pt x="1317101" y="1309327"/>
                  </a:lnTo>
                  <a:lnTo>
                    <a:pt x="1317761" y="1278901"/>
                  </a:lnTo>
                  <a:lnTo>
                    <a:pt x="1318422" y="1251683"/>
                  </a:lnTo>
                  <a:lnTo>
                    <a:pt x="1319082" y="1218970"/>
                  </a:lnTo>
                  <a:lnTo>
                    <a:pt x="1319743" y="1207834"/>
                  </a:lnTo>
                  <a:lnTo>
                    <a:pt x="1320403" y="1197157"/>
                  </a:lnTo>
                  <a:lnTo>
                    <a:pt x="1321064" y="1177044"/>
                  </a:lnTo>
                  <a:lnTo>
                    <a:pt x="1321724" y="1153480"/>
                  </a:lnTo>
                  <a:lnTo>
                    <a:pt x="1322385" y="1150844"/>
                  </a:lnTo>
                  <a:lnTo>
                    <a:pt x="1323045" y="1118049"/>
                  </a:lnTo>
                  <a:lnTo>
                    <a:pt x="1323706" y="1103091"/>
                  </a:lnTo>
                  <a:lnTo>
                    <a:pt x="1324366" y="1118049"/>
                  </a:lnTo>
                  <a:lnTo>
                    <a:pt x="1325027" y="1146940"/>
                  </a:lnTo>
                  <a:lnTo>
                    <a:pt x="1325687" y="1146940"/>
                  </a:lnTo>
                  <a:lnTo>
                    <a:pt x="1326348" y="1194039"/>
                  </a:lnTo>
                  <a:lnTo>
                    <a:pt x="1327009" y="1239079"/>
                  </a:lnTo>
                  <a:lnTo>
                    <a:pt x="1327669" y="1264933"/>
                  </a:lnTo>
                  <a:lnTo>
                    <a:pt x="1328330" y="1278901"/>
                  </a:lnTo>
                  <a:lnTo>
                    <a:pt x="1328990" y="1289147"/>
                  </a:lnTo>
                  <a:lnTo>
                    <a:pt x="1329651" y="1254279"/>
                  </a:lnTo>
                  <a:lnTo>
                    <a:pt x="1330311" y="1229421"/>
                  </a:lnTo>
                  <a:lnTo>
                    <a:pt x="1330972" y="1228829"/>
                  </a:lnTo>
                  <a:lnTo>
                    <a:pt x="1331632" y="1240931"/>
                  </a:lnTo>
                  <a:lnTo>
                    <a:pt x="1332293" y="1271125"/>
                  </a:lnTo>
                  <a:lnTo>
                    <a:pt x="1332953" y="1325140"/>
                  </a:lnTo>
                  <a:lnTo>
                    <a:pt x="1333614" y="1404949"/>
                  </a:lnTo>
                  <a:lnTo>
                    <a:pt x="1334274" y="1406121"/>
                  </a:lnTo>
                  <a:lnTo>
                    <a:pt x="1334935" y="1362966"/>
                  </a:lnTo>
                  <a:lnTo>
                    <a:pt x="1335595" y="1325999"/>
                  </a:lnTo>
                  <a:lnTo>
                    <a:pt x="1336256" y="1309327"/>
                  </a:lnTo>
                  <a:lnTo>
                    <a:pt x="1336916" y="1309327"/>
                  </a:lnTo>
                  <a:lnTo>
                    <a:pt x="1337577" y="1325999"/>
                  </a:lnTo>
                  <a:lnTo>
                    <a:pt x="1338238" y="1362966"/>
                  </a:lnTo>
                  <a:lnTo>
                    <a:pt x="1338898" y="1406121"/>
                  </a:lnTo>
                  <a:lnTo>
                    <a:pt x="1339559" y="1430742"/>
                  </a:lnTo>
                  <a:lnTo>
                    <a:pt x="1340219" y="1383643"/>
                  </a:lnTo>
                  <a:lnTo>
                    <a:pt x="1340880" y="1278901"/>
                  </a:lnTo>
                  <a:lnTo>
                    <a:pt x="1341540" y="1207834"/>
                  </a:lnTo>
                  <a:lnTo>
                    <a:pt x="1342201" y="1149536"/>
                  </a:lnTo>
                  <a:lnTo>
                    <a:pt x="1342861" y="1098410"/>
                  </a:lnTo>
                  <a:lnTo>
                    <a:pt x="1343522" y="1081493"/>
                  </a:lnTo>
                  <a:lnTo>
                    <a:pt x="1344182" y="1102365"/>
                  </a:lnTo>
                  <a:lnTo>
                    <a:pt x="1344843" y="1147371"/>
                  </a:lnTo>
                  <a:lnTo>
                    <a:pt x="1345503" y="1205123"/>
                  </a:lnTo>
                  <a:lnTo>
                    <a:pt x="1346164" y="1286917"/>
                  </a:lnTo>
                  <a:lnTo>
                    <a:pt x="1346824" y="1362966"/>
                  </a:lnTo>
                  <a:lnTo>
                    <a:pt x="1347485" y="1430742"/>
                  </a:lnTo>
                  <a:lnTo>
                    <a:pt x="1348146" y="1368998"/>
                  </a:lnTo>
                  <a:lnTo>
                    <a:pt x="1348806" y="1298266"/>
                  </a:lnTo>
                  <a:lnTo>
                    <a:pt x="1349467" y="1230609"/>
                  </a:lnTo>
                  <a:lnTo>
                    <a:pt x="1350127" y="1197157"/>
                  </a:lnTo>
                  <a:lnTo>
                    <a:pt x="1350788" y="1177044"/>
                  </a:lnTo>
                  <a:lnTo>
                    <a:pt x="1351448" y="1174158"/>
                  </a:lnTo>
                  <a:lnTo>
                    <a:pt x="1352109" y="1174158"/>
                  </a:lnTo>
                  <a:lnTo>
                    <a:pt x="1352769" y="1183907"/>
                  </a:lnTo>
                  <a:lnTo>
                    <a:pt x="1353430" y="1202975"/>
                  </a:lnTo>
                  <a:lnTo>
                    <a:pt x="1354090" y="1225306"/>
                  </a:lnTo>
                  <a:lnTo>
                    <a:pt x="1354751" y="1262902"/>
                  </a:lnTo>
                  <a:lnTo>
                    <a:pt x="1355411" y="1323429"/>
                  </a:lnTo>
                  <a:lnTo>
                    <a:pt x="1356072" y="1402622"/>
                  </a:lnTo>
                  <a:lnTo>
                    <a:pt x="1356732" y="1406121"/>
                  </a:lnTo>
                  <a:lnTo>
                    <a:pt x="1357393" y="1362966"/>
                  </a:lnTo>
                  <a:lnTo>
                    <a:pt x="1358054" y="1333868"/>
                  </a:lnTo>
                  <a:lnTo>
                    <a:pt x="1358714" y="1316697"/>
                  </a:lnTo>
                  <a:lnTo>
                    <a:pt x="1359375" y="1316697"/>
                  </a:lnTo>
                  <a:lnTo>
                    <a:pt x="1360035" y="1333868"/>
                  </a:lnTo>
                  <a:lnTo>
                    <a:pt x="1360696" y="1372067"/>
                  </a:lnTo>
                  <a:lnTo>
                    <a:pt x="1361356" y="1406121"/>
                  </a:lnTo>
                  <a:lnTo>
                    <a:pt x="1362017" y="1430742"/>
                  </a:lnTo>
                  <a:lnTo>
                    <a:pt x="1362677" y="1430742"/>
                  </a:lnTo>
                  <a:lnTo>
                    <a:pt x="1363338" y="1430742"/>
                  </a:lnTo>
                  <a:lnTo>
                    <a:pt x="1363998" y="1430742"/>
                  </a:lnTo>
                  <a:lnTo>
                    <a:pt x="1364659" y="1430742"/>
                  </a:lnTo>
                  <a:lnTo>
                    <a:pt x="1365319" y="1430742"/>
                  </a:lnTo>
                  <a:lnTo>
                    <a:pt x="1365980" y="1430742"/>
                  </a:lnTo>
                  <a:lnTo>
                    <a:pt x="1366640" y="1430742"/>
                  </a:lnTo>
                  <a:lnTo>
                    <a:pt x="1367301" y="1430742"/>
                  </a:lnTo>
                  <a:lnTo>
                    <a:pt x="1367961" y="1430742"/>
                  </a:lnTo>
                  <a:lnTo>
                    <a:pt x="1368622" y="1430742"/>
                  </a:lnTo>
                  <a:lnTo>
                    <a:pt x="1369283" y="1430742"/>
                  </a:lnTo>
                  <a:lnTo>
                    <a:pt x="1369943" y="1383643"/>
                  </a:lnTo>
                  <a:lnTo>
                    <a:pt x="1370604" y="1343822"/>
                  </a:lnTo>
                  <a:lnTo>
                    <a:pt x="1371264" y="1341983"/>
                  </a:lnTo>
                  <a:lnTo>
                    <a:pt x="1371925" y="1332098"/>
                  </a:lnTo>
                  <a:lnTo>
                    <a:pt x="1372585" y="1315041"/>
                  </a:lnTo>
                  <a:lnTo>
                    <a:pt x="1373246" y="1315041"/>
                  </a:lnTo>
                  <a:lnTo>
                    <a:pt x="1373906" y="1332098"/>
                  </a:lnTo>
                  <a:lnTo>
                    <a:pt x="1374567" y="1320041"/>
                  </a:lnTo>
                  <a:lnTo>
                    <a:pt x="1375227" y="1312577"/>
                  </a:lnTo>
                  <a:lnTo>
                    <a:pt x="1375888" y="1296723"/>
                  </a:lnTo>
                  <a:lnTo>
                    <a:pt x="1376548" y="1312577"/>
                  </a:lnTo>
                  <a:lnTo>
                    <a:pt x="1377209" y="1312577"/>
                  </a:lnTo>
                  <a:lnTo>
                    <a:pt x="1377869" y="1293666"/>
                  </a:lnTo>
                  <a:lnTo>
                    <a:pt x="1378530" y="1278901"/>
                  </a:lnTo>
                  <a:lnTo>
                    <a:pt x="1379191" y="1278901"/>
                  </a:lnTo>
                  <a:lnTo>
                    <a:pt x="1379851" y="1264933"/>
                  </a:lnTo>
                  <a:lnTo>
                    <a:pt x="1380512" y="1251683"/>
                  </a:lnTo>
                  <a:lnTo>
                    <a:pt x="1381172" y="1261557"/>
                  </a:lnTo>
                  <a:lnTo>
                    <a:pt x="1381833" y="1264933"/>
                  </a:lnTo>
                  <a:lnTo>
                    <a:pt x="1382493" y="1264933"/>
                  </a:lnTo>
                  <a:lnTo>
                    <a:pt x="1383154" y="1278901"/>
                  </a:lnTo>
                  <a:lnTo>
                    <a:pt x="1383814" y="1309327"/>
                  </a:lnTo>
                  <a:lnTo>
                    <a:pt x="1384475" y="1330341"/>
                  </a:lnTo>
                  <a:lnTo>
                    <a:pt x="1385135" y="1362966"/>
                  </a:lnTo>
                  <a:lnTo>
                    <a:pt x="1385796" y="1406121"/>
                  </a:lnTo>
                  <a:lnTo>
                    <a:pt x="1386456" y="1430742"/>
                  </a:lnTo>
                  <a:lnTo>
                    <a:pt x="1387117" y="1406121"/>
                  </a:lnTo>
                  <a:lnTo>
                    <a:pt x="1387777" y="1362966"/>
                  </a:lnTo>
                  <a:lnTo>
                    <a:pt x="1388438" y="1343822"/>
                  </a:lnTo>
                  <a:lnTo>
                    <a:pt x="1389099" y="1315041"/>
                  </a:lnTo>
                  <a:lnTo>
                    <a:pt x="1389759" y="1283973"/>
                  </a:lnTo>
                  <a:lnTo>
                    <a:pt x="1390420" y="1269737"/>
                  </a:lnTo>
                  <a:lnTo>
                    <a:pt x="1391080" y="1256244"/>
                  </a:lnTo>
                  <a:lnTo>
                    <a:pt x="1391741" y="1231205"/>
                  </a:lnTo>
                  <a:lnTo>
                    <a:pt x="1392401" y="1183907"/>
                  </a:lnTo>
                  <a:lnTo>
                    <a:pt x="1393062" y="1138469"/>
                  </a:lnTo>
                  <a:lnTo>
                    <a:pt x="1393722" y="1116131"/>
                  </a:lnTo>
                  <a:lnTo>
                    <a:pt x="1394383" y="1116131"/>
                  </a:lnTo>
                  <a:lnTo>
                    <a:pt x="1395043" y="1131888"/>
                  </a:lnTo>
                  <a:lnTo>
                    <a:pt x="1395704" y="1176078"/>
                  </a:lnTo>
                  <a:lnTo>
                    <a:pt x="1396364" y="1233602"/>
                  </a:lnTo>
                  <a:lnTo>
                    <a:pt x="1397025" y="1269737"/>
                  </a:lnTo>
                  <a:lnTo>
                    <a:pt x="1397685" y="1283973"/>
                  </a:lnTo>
                  <a:lnTo>
                    <a:pt x="1398346" y="1283973"/>
                  </a:lnTo>
                  <a:lnTo>
                    <a:pt x="1399007" y="1269737"/>
                  </a:lnTo>
                  <a:lnTo>
                    <a:pt x="1399667" y="1278901"/>
                  </a:lnTo>
                  <a:lnTo>
                    <a:pt x="1400328" y="1293666"/>
                  </a:lnTo>
                  <a:lnTo>
                    <a:pt x="1400988" y="1309327"/>
                  </a:lnTo>
                  <a:lnTo>
                    <a:pt x="1401649" y="1325999"/>
                  </a:lnTo>
                  <a:lnTo>
                    <a:pt x="1402309" y="1362966"/>
                  </a:lnTo>
                  <a:lnTo>
                    <a:pt x="1402970" y="1383643"/>
                  </a:lnTo>
                  <a:lnTo>
                    <a:pt x="1403630" y="1406121"/>
                  </a:lnTo>
                  <a:lnTo>
                    <a:pt x="1404291" y="1430742"/>
                  </a:lnTo>
                  <a:lnTo>
                    <a:pt x="1404951" y="1430742"/>
                  </a:lnTo>
                  <a:lnTo>
                    <a:pt x="1405612" y="1430742"/>
                  </a:lnTo>
                  <a:lnTo>
                    <a:pt x="1406272" y="1406121"/>
                  </a:lnTo>
                  <a:lnTo>
                    <a:pt x="1406933" y="1383643"/>
                  </a:lnTo>
                  <a:lnTo>
                    <a:pt x="1407593" y="1362966"/>
                  </a:lnTo>
                  <a:lnTo>
                    <a:pt x="1408254" y="1343822"/>
                  </a:lnTo>
                  <a:lnTo>
                    <a:pt x="1408914" y="1343822"/>
                  </a:lnTo>
                  <a:lnTo>
                    <a:pt x="1409575" y="1362966"/>
                  </a:lnTo>
                  <a:lnTo>
                    <a:pt x="1410236" y="1383643"/>
                  </a:lnTo>
                  <a:lnTo>
                    <a:pt x="1410896" y="1406121"/>
                  </a:lnTo>
                  <a:lnTo>
                    <a:pt x="1411557" y="1430742"/>
                  </a:lnTo>
                  <a:lnTo>
                    <a:pt x="1412217" y="1430742"/>
                  </a:lnTo>
                  <a:lnTo>
                    <a:pt x="1412878" y="1430742"/>
                  </a:lnTo>
                  <a:lnTo>
                    <a:pt x="1413538" y="1406121"/>
                  </a:lnTo>
                  <a:lnTo>
                    <a:pt x="1414199" y="1383643"/>
                  </a:lnTo>
                  <a:lnTo>
                    <a:pt x="1414859" y="1362966"/>
                  </a:lnTo>
                  <a:lnTo>
                    <a:pt x="1415520" y="1343822"/>
                  </a:lnTo>
                  <a:lnTo>
                    <a:pt x="1416180" y="1343822"/>
                  </a:lnTo>
                  <a:lnTo>
                    <a:pt x="1416841" y="1362966"/>
                  </a:lnTo>
                  <a:lnTo>
                    <a:pt x="1417501" y="1383643"/>
                  </a:lnTo>
                  <a:lnTo>
                    <a:pt x="1418162" y="1406121"/>
                  </a:lnTo>
                  <a:lnTo>
                    <a:pt x="1418822" y="1430742"/>
                  </a:lnTo>
                  <a:lnTo>
                    <a:pt x="1419483" y="1430742"/>
                  </a:lnTo>
                  <a:lnTo>
                    <a:pt x="1420144" y="1430742"/>
                  </a:lnTo>
                  <a:lnTo>
                    <a:pt x="1420804" y="1430742"/>
                  </a:lnTo>
                  <a:lnTo>
                    <a:pt x="1421465" y="1430742"/>
                  </a:lnTo>
                  <a:lnTo>
                    <a:pt x="1422125" y="1430742"/>
                  </a:lnTo>
                  <a:lnTo>
                    <a:pt x="1422786" y="1430742"/>
                  </a:lnTo>
                  <a:lnTo>
                    <a:pt x="1423446" y="1430742"/>
                  </a:lnTo>
                  <a:lnTo>
                    <a:pt x="1424107" y="1430742"/>
                  </a:lnTo>
                  <a:lnTo>
                    <a:pt x="1424767" y="1430742"/>
                  </a:lnTo>
                  <a:lnTo>
                    <a:pt x="1425428" y="1430742"/>
                  </a:lnTo>
                  <a:lnTo>
                    <a:pt x="1426088" y="1430742"/>
                  </a:lnTo>
                  <a:lnTo>
                    <a:pt x="1426749" y="1430742"/>
                  </a:lnTo>
                  <a:lnTo>
                    <a:pt x="1427409" y="1406121"/>
                  </a:lnTo>
                  <a:lnTo>
                    <a:pt x="1428070" y="1383643"/>
                  </a:lnTo>
                  <a:lnTo>
                    <a:pt x="1428730" y="1343822"/>
                  </a:lnTo>
                  <a:lnTo>
                    <a:pt x="1429391" y="1309327"/>
                  </a:lnTo>
                  <a:lnTo>
                    <a:pt x="1430052" y="1269045"/>
                  </a:lnTo>
                  <a:lnTo>
                    <a:pt x="1430712" y="1255587"/>
                  </a:lnTo>
                  <a:lnTo>
                    <a:pt x="1431373" y="1242796"/>
                  </a:lnTo>
                  <a:lnTo>
                    <a:pt x="1432033" y="1233001"/>
                  </a:lnTo>
                  <a:lnTo>
                    <a:pt x="1432694" y="1233001"/>
                  </a:lnTo>
                  <a:lnTo>
                    <a:pt x="1433354" y="1241551"/>
                  </a:lnTo>
                  <a:lnTo>
                    <a:pt x="1434015" y="1254279"/>
                  </a:lnTo>
                  <a:lnTo>
                    <a:pt x="1434675" y="1267667"/>
                  </a:lnTo>
                  <a:lnTo>
                    <a:pt x="1435336" y="1309327"/>
                  </a:lnTo>
                  <a:lnTo>
                    <a:pt x="1435996" y="1343822"/>
                  </a:lnTo>
                  <a:lnTo>
                    <a:pt x="1436657" y="1383643"/>
                  </a:lnTo>
                  <a:lnTo>
                    <a:pt x="1437317" y="1383643"/>
                  </a:lnTo>
                  <a:lnTo>
                    <a:pt x="1437978" y="1362966"/>
                  </a:lnTo>
                  <a:lnTo>
                    <a:pt x="1438638" y="1325999"/>
                  </a:lnTo>
                  <a:lnTo>
                    <a:pt x="1439299" y="1324283"/>
                  </a:lnTo>
                  <a:lnTo>
                    <a:pt x="1439959" y="1324283"/>
                  </a:lnTo>
                  <a:lnTo>
                    <a:pt x="1440620" y="1341983"/>
                  </a:lnTo>
                  <a:lnTo>
                    <a:pt x="1441281" y="1381500"/>
                  </a:lnTo>
                  <a:lnTo>
                    <a:pt x="1441941" y="1428172"/>
                  </a:lnTo>
                  <a:lnTo>
                    <a:pt x="1442602" y="1430742"/>
                  </a:lnTo>
                  <a:lnTo>
                    <a:pt x="1443262" y="1430742"/>
                  </a:lnTo>
                  <a:lnTo>
                    <a:pt x="1443923" y="1430742"/>
                  </a:lnTo>
                  <a:lnTo>
                    <a:pt x="1444583" y="1430742"/>
                  </a:lnTo>
                  <a:lnTo>
                    <a:pt x="1445244" y="1406121"/>
                  </a:lnTo>
                  <a:lnTo>
                    <a:pt x="1445904" y="1362966"/>
                  </a:lnTo>
                  <a:lnTo>
                    <a:pt x="1446565" y="1343822"/>
                  </a:lnTo>
                  <a:lnTo>
                    <a:pt x="1447225" y="1293666"/>
                  </a:lnTo>
                  <a:lnTo>
                    <a:pt x="1447886" y="1218970"/>
                  </a:lnTo>
                  <a:lnTo>
                    <a:pt x="1448546" y="1177044"/>
                  </a:lnTo>
                  <a:lnTo>
                    <a:pt x="1449207" y="1167546"/>
                  </a:lnTo>
                  <a:lnTo>
                    <a:pt x="1449867" y="1149536"/>
                  </a:lnTo>
                  <a:lnTo>
                    <a:pt x="1450528" y="1140982"/>
                  </a:lnTo>
                  <a:lnTo>
                    <a:pt x="1451189" y="1174158"/>
                  </a:lnTo>
                  <a:lnTo>
                    <a:pt x="1451849" y="1227062"/>
                  </a:lnTo>
                  <a:lnTo>
                    <a:pt x="1452510" y="1251683"/>
                  </a:lnTo>
                  <a:lnTo>
                    <a:pt x="1453170" y="1264933"/>
                  </a:lnTo>
                  <a:lnTo>
                    <a:pt x="1453831" y="1309327"/>
                  </a:lnTo>
                  <a:lnTo>
                    <a:pt x="1454491" y="1343822"/>
                  </a:lnTo>
                  <a:lnTo>
                    <a:pt x="1455152" y="1343822"/>
                  </a:lnTo>
                  <a:lnTo>
                    <a:pt x="1455812" y="1362966"/>
                  </a:lnTo>
                  <a:lnTo>
                    <a:pt x="1456473" y="1406121"/>
                  </a:lnTo>
                  <a:lnTo>
                    <a:pt x="1457133" y="1430742"/>
                  </a:lnTo>
                  <a:lnTo>
                    <a:pt x="1457794" y="1430742"/>
                  </a:lnTo>
                  <a:lnTo>
                    <a:pt x="1458454" y="1430742"/>
                  </a:lnTo>
                  <a:lnTo>
                    <a:pt x="1459115" y="1430742"/>
                  </a:lnTo>
                  <a:lnTo>
                    <a:pt x="1459775" y="1406121"/>
                  </a:lnTo>
                  <a:lnTo>
                    <a:pt x="1460436" y="1362966"/>
                  </a:lnTo>
                  <a:lnTo>
                    <a:pt x="1461097" y="1325999"/>
                  </a:lnTo>
                  <a:lnTo>
                    <a:pt x="1461757" y="1309327"/>
                  </a:lnTo>
                  <a:lnTo>
                    <a:pt x="1462418" y="1278901"/>
                  </a:lnTo>
                  <a:lnTo>
                    <a:pt x="1463078" y="1239079"/>
                  </a:lnTo>
                  <a:lnTo>
                    <a:pt x="1463739" y="1216141"/>
                  </a:lnTo>
                  <a:lnTo>
                    <a:pt x="1464399" y="1210573"/>
                  </a:lnTo>
                  <a:lnTo>
                    <a:pt x="1465060" y="1178986"/>
                  </a:lnTo>
                  <a:lnTo>
                    <a:pt x="1465720" y="1134336"/>
                  </a:lnTo>
                  <a:lnTo>
                    <a:pt x="1466381" y="1082497"/>
                  </a:lnTo>
                  <a:lnTo>
                    <a:pt x="1467041" y="1017315"/>
                  </a:lnTo>
                  <a:lnTo>
                    <a:pt x="1467702" y="948000"/>
                  </a:lnTo>
                  <a:lnTo>
                    <a:pt x="1468362" y="863713"/>
                  </a:lnTo>
                  <a:lnTo>
                    <a:pt x="1469023" y="787319"/>
                  </a:lnTo>
                  <a:lnTo>
                    <a:pt x="1469683" y="758970"/>
                  </a:lnTo>
                  <a:lnTo>
                    <a:pt x="1470344" y="747712"/>
                  </a:lnTo>
                  <a:lnTo>
                    <a:pt x="1471005" y="735957"/>
                  </a:lnTo>
                  <a:lnTo>
                    <a:pt x="1471665" y="723541"/>
                  </a:lnTo>
                  <a:lnTo>
                    <a:pt x="1472326" y="696650"/>
                  </a:lnTo>
                  <a:lnTo>
                    <a:pt x="1472986" y="653716"/>
                  </a:lnTo>
                  <a:lnTo>
                    <a:pt x="1473647" y="628336"/>
                  </a:lnTo>
                  <a:lnTo>
                    <a:pt x="1474307" y="607139"/>
                  </a:lnTo>
                  <a:lnTo>
                    <a:pt x="1474968" y="594355"/>
                  </a:lnTo>
                  <a:lnTo>
                    <a:pt x="1475628" y="599682"/>
                  </a:lnTo>
                  <a:lnTo>
                    <a:pt x="1476289" y="617797"/>
                  </a:lnTo>
                  <a:lnTo>
                    <a:pt x="1476949" y="633417"/>
                  </a:lnTo>
                  <a:lnTo>
                    <a:pt x="1477610" y="658156"/>
                  </a:lnTo>
                  <a:lnTo>
                    <a:pt x="1478270" y="693580"/>
                  </a:lnTo>
                  <a:lnTo>
                    <a:pt x="1478931" y="756773"/>
                  </a:lnTo>
                  <a:lnTo>
                    <a:pt x="1479591" y="814133"/>
                  </a:lnTo>
                  <a:lnTo>
                    <a:pt x="1480252" y="830299"/>
                  </a:lnTo>
                  <a:lnTo>
                    <a:pt x="1480912" y="823809"/>
                  </a:lnTo>
                  <a:lnTo>
                    <a:pt x="1481573" y="815322"/>
                  </a:lnTo>
                  <a:lnTo>
                    <a:pt x="1482234" y="778586"/>
                  </a:lnTo>
                  <a:lnTo>
                    <a:pt x="1482894" y="745973"/>
                  </a:lnTo>
                  <a:lnTo>
                    <a:pt x="1483555" y="716938"/>
                  </a:lnTo>
                  <a:lnTo>
                    <a:pt x="1484215" y="705774"/>
                  </a:lnTo>
                  <a:lnTo>
                    <a:pt x="1484876" y="696499"/>
                  </a:lnTo>
                  <a:lnTo>
                    <a:pt x="1485536" y="697027"/>
                  </a:lnTo>
                  <a:lnTo>
                    <a:pt x="1486197" y="698313"/>
                  </a:lnTo>
                  <a:lnTo>
                    <a:pt x="1486857" y="718984"/>
                  </a:lnTo>
                  <a:lnTo>
                    <a:pt x="1487518" y="735870"/>
                  </a:lnTo>
                  <a:lnTo>
                    <a:pt x="1488178" y="759449"/>
                  </a:lnTo>
                  <a:lnTo>
                    <a:pt x="1488839" y="780872"/>
                  </a:lnTo>
                  <a:lnTo>
                    <a:pt x="1489499" y="798137"/>
                  </a:lnTo>
                  <a:lnTo>
                    <a:pt x="1490160" y="803549"/>
                  </a:lnTo>
                  <a:lnTo>
                    <a:pt x="1490820" y="816638"/>
                  </a:lnTo>
                  <a:lnTo>
                    <a:pt x="1491481" y="847004"/>
                  </a:lnTo>
                  <a:lnTo>
                    <a:pt x="1492142" y="886242"/>
                  </a:lnTo>
                  <a:lnTo>
                    <a:pt x="1492802" y="934600"/>
                  </a:lnTo>
                  <a:lnTo>
                    <a:pt x="1493463" y="1006342"/>
                  </a:lnTo>
                  <a:lnTo>
                    <a:pt x="1494123" y="1064675"/>
                  </a:lnTo>
                  <a:lnTo>
                    <a:pt x="1494784" y="1063737"/>
                  </a:lnTo>
                  <a:lnTo>
                    <a:pt x="1495444" y="1033727"/>
                  </a:lnTo>
                  <a:lnTo>
                    <a:pt x="1496105" y="1012153"/>
                  </a:lnTo>
                  <a:lnTo>
                    <a:pt x="1496765" y="1000415"/>
                  </a:lnTo>
                  <a:lnTo>
                    <a:pt x="1497426" y="1000415"/>
                  </a:lnTo>
                  <a:lnTo>
                    <a:pt x="1498086" y="1015497"/>
                  </a:lnTo>
                  <a:lnTo>
                    <a:pt x="1498747" y="1061253"/>
                  </a:lnTo>
                  <a:lnTo>
                    <a:pt x="1499407" y="1131888"/>
                  </a:lnTo>
                  <a:lnTo>
                    <a:pt x="1500068" y="1215579"/>
                  </a:lnTo>
                  <a:lnTo>
                    <a:pt x="1500728" y="1278901"/>
                  </a:lnTo>
                  <a:lnTo>
                    <a:pt x="1501389" y="1227062"/>
                  </a:lnTo>
                  <a:lnTo>
                    <a:pt x="1502050" y="1040766"/>
                  </a:lnTo>
                  <a:lnTo>
                    <a:pt x="1502710" y="863138"/>
                  </a:lnTo>
                  <a:lnTo>
                    <a:pt x="1503371" y="749369"/>
                  </a:lnTo>
                  <a:lnTo>
                    <a:pt x="1504031" y="692243"/>
                  </a:lnTo>
                  <a:lnTo>
                    <a:pt x="1504692" y="682505"/>
                  </a:lnTo>
                  <a:lnTo>
                    <a:pt x="1505352" y="710341"/>
                  </a:lnTo>
                  <a:lnTo>
                    <a:pt x="1506013" y="782758"/>
                  </a:lnTo>
                  <a:lnTo>
                    <a:pt x="1506673" y="899939"/>
                  </a:lnTo>
                  <a:lnTo>
                    <a:pt x="1507334" y="995098"/>
                  </a:lnTo>
                  <a:lnTo>
                    <a:pt x="1507994" y="1018622"/>
                  </a:lnTo>
                  <a:lnTo>
                    <a:pt x="1508655" y="992717"/>
                  </a:lnTo>
                  <a:lnTo>
                    <a:pt x="1509315" y="997501"/>
                  </a:lnTo>
                  <a:lnTo>
                    <a:pt x="1509976" y="1006592"/>
                  </a:lnTo>
                  <a:lnTo>
                    <a:pt x="1510636" y="1071979"/>
                  </a:lnTo>
                  <a:lnTo>
                    <a:pt x="1511297" y="1137638"/>
                  </a:lnTo>
                  <a:lnTo>
                    <a:pt x="1511957" y="1225306"/>
                  </a:lnTo>
                  <a:lnTo>
                    <a:pt x="1512618" y="1237240"/>
                  </a:lnTo>
                  <a:lnTo>
                    <a:pt x="1513279" y="1239079"/>
                  </a:lnTo>
                  <a:lnTo>
                    <a:pt x="1513939" y="1239079"/>
                  </a:lnTo>
                  <a:lnTo>
                    <a:pt x="1514600" y="1251683"/>
                  </a:lnTo>
                  <a:lnTo>
                    <a:pt x="1515260" y="1264933"/>
                  </a:lnTo>
                  <a:lnTo>
                    <a:pt x="1515921" y="1271125"/>
                  </a:lnTo>
                  <a:lnTo>
                    <a:pt x="1516581" y="1257562"/>
                  </a:lnTo>
                  <a:lnTo>
                    <a:pt x="1517242" y="1178499"/>
                  </a:lnTo>
                  <a:lnTo>
                    <a:pt x="1517902" y="1103091"/>
                  </a:lnTo>
                  <a:lnTo>
                    <a:pt x="1518563" y="1082162"/>
                  </a:lnTo>
                  <a:lnTo>
                    <a:pt x="1519223" y="1060020"/>
                  </a:lnTo>
                  <a:lnTo>
                    <a:pt x="1519884" y="1036519"/>
                  </a:lnTo>
                  <a:lnTo>
                    <a:pt x="1520544" y="1042197"/>
                  </a:lnTo>
                  <a:lnTo>
                    <a:pt x="1521205" y="1075546"/>
                  </a:lnTo>
                  <a:lnTo>
                    <a:pt x="1521865" y="1062803"/>
                  </a:lnTo>
                  <a:lnTo>
                    <a:pt x="1522526" y="1088952"/>
                  </a:lnTo>
                  <a:lnTo>
                    <a:pt x="1523187" y="1107858"/>
                  </a:lnTo>
                  <a:lnTo>
                    <a:pt x="1523847" y="1086555"/>
                  </a:lnTo>
                  <a:lnTo>
                    <a:pt x="1524508" y="1061253"/>
                  </a:lnTo>
                  <a:lnTo>
                    <a:pt x="1525168" y="1072947"/>
                  </a:lnTo>
                  <a:lnTo>
                    <a:pt x="1525829" y="1060328"/>
                  </a:lnTo>
                  <a:lnTo>
                    <a:pt x="1526489" y="1066560"/>
                  </a:lnTo>
                  <a:lnTo>
                    <a:pt x="1527150" y="1100200"/>
                  </a:lnTo>
                  <a:lnTo>
                    <a:pt x="1527810" y="1135158"/>
                  </a:lnTo>
                  <a:lnTo>
                    <a:pt x="1528471" y="1136395"/>
                  </a:lnTo>
                  <a:lnTo>
                    <a:pt x="1529131" y="1153480"/>
                  </a:lnTo>
                  <a:lnTo>
                    <a:pt x="1529792" y="1175116"/>
                  </a:lnTo>
                  <a:lnTo>
                    <a:pt x="1530452" y="1216704"/>
                  </a:lnTo>
                  <a:lnTo>
                    <a:pt x="1531113" y="1236630"/>
                  </a:lnTo>
                  <a:lnTo>
                    <a:pt x="1531773" y="1217835"/>
                  </a:lnTo>
                  <a:lnTo>
                    <a:pt x="1532434" y="1131888"/>
                  </a:lnTo>
                  <a:lnTo>
                    <a:pt x="1533095" y="1013948"/>
                  </a:lnTo>
                  <a:lnTo>
                    <a:pt x="1533755" y="849443"/>
                  </a:lnTo>
                  <a:lnTo>
                    <a:pt x="1534416" y="693878"/>
                  </a:lnTo>
                  <a:lnTo>
                    <a:pt x="1535076" y="577952"/>
                  </a:lnTo>
                  <a:lnTo>
                    <a:pt x="1535737" y="479616"/>
                  </a:lnTo>
                  <a:lnTo>
                    <a:pt x="1536397" y="394435"/>
                  </a:lnTo>
                  <a:lnTo>
                    <a:pt x="1537058" y="323941"/>
                  </a:lnTo>
                  <a:lnTo>
                    <a:pt x="1537718" y="275313"/>
                  </a:lnTo>
                  <a:lnTo>
                    <a:pt x="1538379" y="231626"/>
                  </a:lnTo>
                  <a:lnTo>
                    <a:pt x="1539039" y="197762"/>
                  </a:lnTo>
                  <a:lnTo>
                    <a:pt x="1539700" y="176703"/>
                  </a:lnTo>
                  <a:lnTo>
                    <a:pt x="1540360" y="168236"/>
                  </a:lnTo>
                  <a:lnTo>
                    <a:pt x="1541021" y="163554"/>
                  </a:lnTo>
                  <a:lnTo>
                    <a:pt x="1541681" y="169104"/>
                  </a:lnTo>
                  <a:lnTo>
                    <a:pt x="1542342" y="179160"/>
                  </a:lnTo>
                  <a:lnTo>
                    <a:pt x="1543003" y="184531"/>
                  </a:lnTo>
                  <a:lnTo>
                    <a:pt x="1543663" y="185675"/>
                  </a:lnTo>
                  <a:lnTo>
                    <a:pt x="1544324" y="186803"/>
                  </a:lnTo>
                  <a:lnTo>
                    <a:pt x="1544984" y="179394"/>
                  </a:lnTo>
                  <a:lnTo>
                    <a:pt x="1545645" y="172143"/>
                  </a:lnTo>
                  <a:lnTo>
                    <a:pt x="1546305" y="173213"/>
                  </a:lnTo>
                  <a:lnTo>
                    <a:pt x="1546966" y="181283"/>
                  </a:lnTo>
                  <a:lnTo>
                    <a:pt x="1547626" y="187652"/>
                  </a:lnTo>
                  <a:lnTo>
                    <a:pt x="1548287" y="199394"/>
                  </a:lnTo>
                  <a:lnTo>
                    <a:pt x="1548947" y="208568"/>
                  </a:lnTo>
                  <a:lnTo>
                    <a:pt x="1549608" y="221385"/>
                  </a:lnTo>
                  <a:lnTo>
                    <a:pt x="1550268" y="230321"/>
                  </a:lnTo>
                  <a:lnTo>
                    <a:pt x="1550929" y="240312"/>
                  </a:lnTo>
                  <a:lnTo>
                    <a:pt x="1551589" y="261517"/>
                  </a:lnTo>
                  <a:lnTo>
                    <a:pt x="1552250" y="293453"/>
                  </a:lnTo>
                  <a:lnTo>
                    <a:pt x="1552910" y="324654"/>
                  </a:lnTo>
                  <a:lnTo>
                    <a:pt x="1553571" y="360598"/>
                  </a:lnTo>
                  <a:lnTo>
                    <a:pt x="1554232" y="410249"/>
                  </a:lnTo>
                  <a:lnTo>
                    <a:pt x="1554892" y="455629"/>
                  </a:lnTo>
                  <a:lnTo>
                    <a:pt x="1555553" y="494198"/>
                  </a:lnTo>
                  <a:lnTo>
                    <a:pt x="1556213" y="528910"/>
                  </a:lnTo>
                  <a:lnTo>
                    <a:pt x="1556874" y="570264"/>
                  </a:lnTo>
                  <a:lnTo>
                    <a:pt x="1557534" y="617742"/>
                  </a:lnTo>
                  <a:lnTo>
                    <a:pt x="1558195" y="658936"/>
                  </a:lnTo>
                  <a:lnTo>
                    <a:pt x="1558855" y="725471"/>
                  </a:lnTo>
                  <a:lnTo>
                    <a:pt x="1559516" y="787426"/>
                  </a:lnTo>
                  <a:lnTo>
                    <a:pt x="1560176" y="833350"/>
                  </a:lnTo>
                  <a:lnTo>
                    <a:pt x="1560837" y="852868"/>
                  </a:lnTo>
                  <a:lnTo>
                    <a:pt x="1561497" y="876691"/>
                  </a:lnTo>
                  <a:lnTo>
                    <a:pt x="1562158" y="888291"/>
                  </a:lnTo>
                  <a:lnTo>
                    <a:pt x="1562818" y="910581"/>
                  </a:lnTo>
                  <a:lnTo>
                    <a:pt x="1563479" y="933467"/>
                  </a:lnTo>
                  <a:lnTo>
                    <a:pt x="1564140" y="974642"/>
                  </a:lnTo>
                  <a:lnTo>
                    <a:pt x="1564800" y="1019935"/>
                  </a:lnTo>
                  <a:lnTo>
                    <a:pt x="1565461" y="1060020"/>
                  </a:lnTo>
                  <a:lnTo>
                    <a:pt x="1566121" y="1097342"/>
                  </a:lnTo>
                  <a:lnTo>
                    <a:pt x="1566782" y="1136808"/>
                  </a:lnTo>
                  <a:lnTo>
                    <a:pt x="1567442" y="1113848"/>
                  </a:lnTo>
                  <a:lnTo>
                    <a:pt x="1568103" y="1104548"/>
                  </a:lnTo>
                  <a:lnTo>
                    <a:pt x="1568763" y="1104548"/>
                  </a:lnTo>
                  <a:lnTo>
                    <a:pt x="1569424" y="1092763"/>
                  </a:lnTo>
                  <a:lnTo>
                    <a:pt x="1570084" y="1071657"/>
                  </a:lnTo>
                  <a:lnTo>
                    <a:pt x="1570745" y="1084180"/>
                  </a:lnTo>
                  <a:lnTo>
                    <a:pt x="1571405" y="1103454"/>
                  </a:lnTo>
                  <a:lnTo>
                    <a:pt x="1572066" y="1126263"/>
                  </a:lnTo>
                  <a:lnTo>
                    <a:pt x="1572726" y="1178986"/>
                  </a:lnTo>
                  <a:lnTo>
                    <a:pt x="1573387" y="1286178"/>
                  </a:lnTo>
                  <a:lnTo>
                    <a:pt x="1574048" y="1394638"/>
                  </a:lnTo>
                  <a:lnTo>
                    <a:pt x="1574708" y="1430742"/>
                  </a:lnTo>
                  <a:lnTo>
                    <a:pt x="1575369" y="1430742"/>
                  </a:lnTo>
                  <a:lnTo>
                    <a:pt x="1576029" y="1406121"/>
                  </a:lnTo>
                  <a:lnTo>
                    <a:pt x="1576690" y="1362966"/>
                  </a:lnTo>
                  <a:lnTo>
                    <a:pt x="1577350" y="1325999"/>
                  </a:lnTo>
                  <a:lnTo>
                    <a:pt x="1578011" y="1254932"/>
                  </a:lnTo>
                  <a:lnTo>
                    <a:pt x="1578671" y="1196635"/>
                  </a:lnTo>
                  <a:lnTo>
                    <a:pt x="1579332" y="1151282"/>
                  </a:lnTo>
                  <a:lnTo>
                    <a:pt x="1579992" y="1062803"/>
                  </a:lnTo>
                  <a:lnTo>
                    <a:pt x="1580653" y="1012153"/>
                  </a:lnTo>
                  <a:lnTo>
                    <a:pt x="1581313" y="1002622"/>
                  </a:lnTo>
                  <a:lnTo>
                    <a:pt x="1581974" y="1007595"/>
                  </a:lnTo>
                  <a:lnTo>
                    <a:pt x="1582634" y="1027145"/>
                  </a:lnTo>
                  <a:lnTo>
                    <a:pt x="1583295" y="1117280"/>
                  </a:lnTo>
                  <a:lnTo>
                    <a:pt x="1583955" y="1219540"/>
                  </a:lnTo>
                  <a:lnTo>
                    <a:pt x="1584616" y="1309327"/>
                  </a:lnTo>
                  <a:lnTo>
                    <a:pt x="1585277" y="1383643"/>
                  </a:lnTo>
                  <a:lnTo>
                    <a:pt x="1585937" y="1416911"/>
                  </a:lnTo>
                  <a:lnTo>
                    <a:pt x="1586598" y="1372067"/>
                  </a:lnTo>
                  <a:lnTo>
                    <a:pt x="1587258" y="1332982"/>
                  </a:lnTo>
                  <a:lnTo>
                    <a:pt x="1587919" y="1284706"/>
                  </a:lnTo>
                  <a:lnTo>
                    <a:pt x="1588579" y="1231802"/>
                  </a:lnTo>
                  <a:lnTo>
                    <a:pt x="1589240" y="1193523"/>
                  </a:lnTo>
                  <a:lnTo>
                    <a:pt x="1589900" y="1164302"/>
                  </a:lnTo>
                  <a:lnTo>
                    <a:pt x="1590561" y="1146940"/>
                  </a:lnTo>
                  <a:lnTo>
                    <a:pt x="1591221" y="1163842"/>
                  </a:lnTo>
                  <a:lnTo>
                    <a:pt x="1591882" y="1182421"/>
                  </a:lnTo>
                  <a:lnTo>
                    <a:pt x="1592542" y="1182421"/>
                  </a:lnTo>
                  <a:lnTo>
                    <a:pt x="1593203" y="1145652"/>
                  </a:lnTo>
                  <a:lnTo>
                    <a:pt x="1593863" y="1137223"/>
                  </a:lnTo>
                  <a:lnTo>
                    <a:pt x="1594524" y="1129865"/>
                  </a:lnTo>
                  <a:lnTo>
                    <a:pt x="1595185" y="1138469"/>
                  </a:lnTo>
                  <a:lnTo>
                    <a:pt x="1595845" y="1154808"/>
                  </a:lnTo>
                  <a:lnTo>
                    <a:pt x="1596506" y="1193008"/>
                  </a:lnTo>
                  <a:lnTo>
                    <a:pt x="1597166" y="1203510"/>
                  </a:lnTo>
                  <a:lnTo>
                    <a:pt x="1597827" y="1212786"/>
                  </a:lnTo>
                  <a:lnTo>
                    <a:pt x="1598487" y="1224143"/>
                  </a:lnTo>
                  <a:lnTo>
                    <a:pt x="1599148" y="1249753"/>
                  </a:lnTo>
                  <a:lnTo>
                    <a:pt x="1599808" y="1323429"/>
                  </a:lnTo>
                  <a:lnTo>
                    <a:pt x="1600469" y="1402622"/>
                  </a:lnTo>
                  <a:lnTo>
                    <a:pt x="1601129" y="1430742"/>
                  </a:lnTo>
                  <a:lnTo>
                    <a:pt x="1601790" y="1430742"/>
                  </a:lnTo>
                  <a:lnTo>
                    <a:pt x="1602450" y="1430742"/>
                  </a:lnTo>
                  <a:lnTo>
                    <a:pt x="1603111" y="1430742"/>
                  </a:lnTo>
                  <a:lnTo>
                    <a:pt x="1603771" y="1430742"/>
                  </a:lnTo>
                  <a:lnTo>
                    <a:pt x="1604432" y="1430742"/>
                  </a:lnTo>
                  <a:lnTo>
                    <a:pt x="1605093" y="1430742"/>
                  </a:lnTo>
                  <a:lnTo>
                    <a:pt x="1605753" y="1430742"/>
                  </a:lnTo>
                  <a:lnTo>
                    <a:pt x="1606414" y="1406121"/>
                  </a:lnTo>
                  <a:lnTo>
                    <a:pt x="1607074" y="1343822"/>
                  </a:lnTo>
                  <a:lnTo>
                    <a:pt x="1607735" y="1293666"/>
                  </a:lnTo>
                  <a:lnTo>
                    <a:pt x="1608395" y="1264933"/>
                  </a:lnTo>
                  <a:lnTo>
                    <a:pt x="1609056" y="1239079"/>
                  </a:lnTo>
                  <a:lnTo>
                    <a:pt x="1609716" y="1215579"/>
                  </a:lnTo>
                  <a:lnTo>
                    <a:pt x="1610377" y="1227062"/>
                  </a:lnTo>
                  <a:lnTo>
                    <a:pt x="1611037" y="1239079"/>
                  </a:lnTo>
                  <a:lnTo>
                    <a:pt x="1611698" y="1251683"/>
                  </a:lnTo>
                  <a:lnTo>
                    <a:pt x="1612358" y="1264255"/>
                  </a:lnTo>
                  <a:lnTo>
                    <a:pt x="1613019" y="1264255"/>
                  </a:lnTo>
                  <a:lnTo>
                    <a:pt x="1613679" y="1238465"/>
                  </a:lnTo>
                  <a:lnTo>
                    <a:pt x="1614340" y="1226475"/>
                  </a:lnTo>
                  <a:lnTo>
                    <a:pt x="1615001" y="1225890"/>
                  </a:lnTo>
                  <a:lnTo>
                    <a:pt x="1615661" y="1204047"/>
                  </a:lnTo>
                  <a:lnTo>
                    <a:pt x="1616322" y="1193523"/>
                  </a:lnTo>
                  <a:lnTo>
                    <a:pt x="1616982" y="1145652"/>
                  </a:lnTo>
                  <a:lnTo>
                    <a:pt x="1617643" y="1080825"/>
                  </a:lnTo>
                  <a:lnTo>
                    <a:pt x="1618303" y="962343"/>
                  </a:lnTo>
                  <a:lnTo>
                    <a:pt x="1618964" y="865444"/>
                  </a:lnTo>
                  <a:lnTo>
                    <a:pt x="1619624" y="812476"/>
                  </a:lnTo>
                  <a:lnTo>
                    <a:pt x="1620285" y="780143"/>
                  </a:lnTo>
                  <a:lnTo>
                    <a:pt x="1620945" y="771746"/>
                  </a:lnTo>
                  <a:lnTo>
                    <a:pt x="1621606" y="791853"/>
                  </a:lnTo>
                  <a:lnTo>
                    <a:pt x="1622266" y="824056"/>
                  </a:lnTo>
                  <a:lnTo>
                    <a:pt x="1622927" y="849715"/>
                  </a:lnTo>
                  <a:lnTo>
                    <a:pt x="1623587" y="897469"/>
                  </a:lnTo>
                  <a:lnTo>
                    <a:pt x="1624248" y="915104"/>
                  </a:lnTo>
                  <a:lnTo>
                    <a:pt x="1624908" y="908349"/>
                  </a:lnTo>
                  <a:lnTo>
                    <a:pt x="1625569" y="901100"/>
                  </a:lnTo>
                  <a:lnTo>
                    <a:pt x="1626230" y="897961"/>
                  </a:lnTo>
                  <a:lnTo>
                    <a:pt x="1626890" y="900270"/>
                  </a:lnTo>
                  <a:lnTo>
                    <a:pt x="1627551" y="937646"/>
                  </a:lnTo>
                  <a:lnTo>
                    <a:pt x="1628211" y="1002376"/>
                  </a:lnTo>
                  <a:lnTo>
                    <a:pt x="1628872" y="1104548"/>
                  </a:lnTo>
                  <a:lnTo>
                    <a:pt x="1629532" y="1227062"/>
                  </a:lnTo>
                  <a:lnTo>
                    <a:pt x="1630193" y="1319201"/>
                  </a:lnTo>
                  <a:lnTo>
                    <a:pt x="1630853" y="1319201"/>
                  </a:lnTo>
                  <a:lnTo>
                    <a:pt x="1631514" y="1302948"/>
                  </a:lnTo>
                  <a:lnTo>
                    <a:pt x="1632174" y="1269045"/>
                  </a:lnTo>
                  <a:lnTo>
                    <a:pt x="1632835" y="1191468"/>
                  </a:lnTo>
                  <a:lnTo>
                    <a:pt x="1633495" y="1115749"/>
                  </a:lnTo>
                  <a:lnTo>
                    <a:pt x="1634156" y="1080159"/>
                  </a:lnTo>
                  <a:lnTo>
                    <a:pt x="1634816" y="1080159"/>
                  </a:lnTo>
                  <a:lnTo>
                    <a:pt x="1635477" y="1082162"/>
                  </a:lnTo>
                  <a:lnTo>
                    <a:pt x="1636138" y="1100200"/>
                  </a:lnTo>
                  <a:lnTo>
                    <a:pt x="1636798" y="1122710"/>
                  </a:lnTo>
                  <a:lnTo>
                    <a:pt x="1637459" y="1138886"/>
                  </a:lnTo>
                  <a:lnTo>
                    <a:pt x="1638119" y="1138886"/>
                  </a:lnTo>
                  <a:lnTo>
                    <a:pt x="1638780" y="1157485"/>
                  </a:lnTo>
                  <a:lnTo>
                    <a:pt x="1639440" y="1195593"/>
                  </a:lnTo>
                  <a:lnTo>
                    <a:pt x="1640101" y="1221831"/>
                  </a:lnTo>
                  <a:lnTo>
                    <a:pt x="1640761" y="1221831"/>
                  </a:lnTo>
                  <a:lnTo>
                    <a:pt x="1641422" y="1189430"/>
                  </a:lnTo>
                  <a:lnTo>
                    <a:pt x="1642082" y="1159286"/>
                  </a:lnTo>
                  <a:lnTo>
                    <a:pt x="1642743" y="1141824"/>
                  </a:lnTo>
                  <a:lnTo>
                    <a:pt x="1643403" y="1155698"/>
                  </a:lnTo>
                  <a:lnTo>
                    <a:pt x="1644064" y="1183907"/>
                  </a:lnTo>
                  <a:lnTo>
                    <a:pt x="1644724" y="1239079"/>
                  </a:lnTo>
                  <a:lnTo>
                    <a:pt x="1645385" y="1309327"/>
                  </a:lnTo>
                  <a:lnTo>
                    <a:pt x="1646046" y="1383643"/>
                  </a:lnTo>
                  <a:lnTo>
                    <a:pt x="1646706" y="1406121"/>
                  </a:lnTo>
                  <a:lnTo>
                    <a:pt x="1647367" y="1362966"/>
                  </a:lnTo>
                  <a:lnTo>
                    <a:pt x="1648027" y="1338345"/>
                  </a:lnTo>
                  <a:lnTo>
                    <a:pt x="1648688" y="1338345"/>
                  </a:lnTo>
                  <a:lnTo>
                    <a:pt x="1649348" y="1320884"/>
                  </a:lnTo>
                  <a:lnTo>
                    <a:pt x="1650009" y="1320884"/>
                  </a:lnTo>
                  <a:lnTo>
                    <a:pt x="1650669" y="1338345"/>
                  </a:lnTo>
                  <a:lnTo>
                    <a:pt x="1651330" y="1343822"/>
                  </a:lnTo>
                  <a:lnTo>
                    <a:pt x="1651990" y="1322578"/>
                  </a:lnTo>
                  <a:lnTo>
                    <a:pt x="1652651" y="1322578"/>
                  </a:lnTo>
                  <a:lnTo>
                    <a:pt x="1653311" y="1322578"/>
                  </a:lnTo>
                  <a:lnTo>
                    <a:pt x="1653972" y="1322578"/>
                  </a:lnTo>
                  <a:lnTo>
                    <a:pt x="1654632" y="1340158"/>
                  </a:lnTo>
                  <a:lnTo>
                    <a:pt x="1655293" y="1362966"/>
                  </a:lnTo>
                  <a:lnTo>
                    <a:pt x="1655953" y="1373098"/>
                  </a:lnTo>
                  <a:lnTo>
                    <a:pt x="1656614" y="1353217"/>
                  </a:lnTo>
                  <a:lnTo>
                    <a:pt x="1657275" y="1334757"/>
                  </a:lnTo>
                  <a:lnTo>
                    <a:pt x="1657935" y="1303737"/>
                  </a:lnTo>
                  <a:lnTo>
                    <a:pt x="1658596" y="1288402"/>
                  </a:lnTo>
                  <a:lnTo>
                    <a:pt x="1659256" y="1253628"/>
                  </a:lnTo>
                  <a:lnTo>
                    <a:pt x="1659917" y="1195593"/>
                  </a:lnTo>
                  <a:lnTo>
                    <a:pt x="1660577" y="1148235"/>
                  </a:lnTo>
                  <a:lnTo>
                    <a:pt x="1661238" y="1128258"/>
                  </a:lnTo>
                  <a:lnTo>
                    <a:pt x="1661898" y="1097342"/>
                  </a:lnTo>
                  <a:lnTo>
                    <a:pt x="1662559" y="1097342"/>
                  </a:lnTo>
                  <a:lnTo>
                    <a:pt x="1663219" y="1111961"/>
                  </a:lnTo>
                  <a:lnTo>
                    <a:pt x="1663880" y="1135569"/>
                  </a:lnTo>
                  <a:lnTo>
                    <a:pt x="1664540" y="1146080"/>
                  </a:lnTo>
                  <a:lnTo>
                    <a:pt x="1665201" y="1183907"/>
                  </a:lnTo>
                  <a:lnTo>
                    <a:pt x="1665861" y="1204584"/>
                  </a:lnTo>
                  <a:lnTo>
                    <a:pt x="1666522" y="1227062"/>
                  </a:lnTo>
                  <a:lnTo>
                    <a:pt x="1667183" y="1204584"/>
                  </a:lnTo>
                  <a:lnTo>
                    <a:pt x="1667843" y="1174158"/>
                  </a:lnTo>
                  <a:lnTo>
                    <a:pt x="1668504" y="1135982"/>
                  </a:lnTo>
                  <a:lnTo>
                    <a:pt x="1669164" y="1104914"/>
                  </a:lnTo>
                  <a:lnTo>
                    <a:pt x="1669825" y="1112338"/>
                  </a:lnTo>
                  <a:lnTo>
                    <a:pt x="1670485" y="1140982"/>
                  </a:lnTo>
                  <a:lnTo>
                    <a:pt x="1671146" y="1177044"/>
                  </a:lnTo>
                  <a:lnTo>
                    <a:pt x="1671806" y="1200314"/>
                  </a:lnTo>
                  <a:lnTo>
                    <a:pt x="1672467" y="1211125"/>
                  </a:lnTo>
                  <a:lnTo>
                    <a:pt x="1673127" y="1200314"/>
                  </a:lnTo>
                  <a:lnTo>
                    <a:pt x="1673788" y="1194039"/>
                  </a:lnTo>
                  <a:lnTo>
                    <a:pt x="1674448" y="1122319"/>
                  </a:lnTo>
                  <a:lnTo>
                    <a:pt x="1675109" y="1053941"/>
                  </a:lnTo>
                  <a:lnTo>
                    <a:pt x="1675769" y="970260"/>
                  </a:lnTo>
                  <a:lnTo>
                    <a:pt x="1676430" y="908691"/>
                  </a:lnTo>
                  <a:lnTo>
                    <a:pt x="1677091" y="875785"/>
                  </a:lnTo>
                  <a:lnTo>
                    <a:pt x="1677751" y="890674"/>
                  </a:lnTo>
                  <a:lnTo>
                    <a:pt x="1678412" y="922582"/>
                  </a:lnTo>
                  <a:lnTo>
                    <a:pt x="1679072" y="1004599"/>
                  </a:lnTo>
                  <a:lnTo>
                    <a:pt x="1679733" y="1121928"/>
                  </a:lnTo>
                  <a:lnTo>
                    <a:pt x="1680393" y="1254279"/>
                  </a:lnTo>
                  <a:lnTo>
                    <a:pt x="1681054" y="1299817"/>
                  </a:lnTo>
                  <a:lnTo>
                    <a:pt x="1681714" y="1278901"/>
                  </a:lnTo>
                  <a:lnTo>
                    <a:pt x="1682375" y="1215579"/>
                  </a:lnTo>
                  <a:lnTo>
                    <a:pt x="1683035" y="1138469"/>
                  </a:lnTo>
                  <a:lnTo>
                    <a:pt x="1683696" y="1085874"/>
                  </a:lnTo>
                  <a:lnTo>
                    <a:pt x="1684356" y="1066245"/>
                  </a:lnTo>
                  <a:lnTo>
                    <a:pt x="1685017" y="1079164"/>
                  </a:lnTo>
                  <a:lnTo>
                    <a:pt x="1685677" y="1114607"/>
                  </a:lnTo>
                  <a:lnTo>
                    <a:pt x="1686338" y="1183907"/>
                  </a:lnTo>
                  <a:lnTo>
                    <a:pt x="1686998" y="1264933"/>
                  </a:lnTo>
                  <a:lnTo>
                    <a:pt x="1687659" y="1293666"/>
                  </a:lnTo>
                  <a:lnTo>
                    <a:pt x="1688320" y="1251683"/>
                  </a:lnTo>
                  <a:lnTo>
                    <a:pt x="1688980" y="1174158"/>
                  </a:lnTo>
                  <a:lnTo>
                    <a:pt x="1689641" y="1138469"/>
                  </a:lnTo>
                  <a:lnTo>
                    <a:pt x="1690301" y="1089986"/>
                  </a:lnTo>
                  <a:lnTo>
                    <a:pt x="1690962" y="1045665"/>
                  </a:lnTo>
                  <a:lnTo>
                    <a:pt x="1691622" y="1009358"/>
                  </a:lnTo>
                  <a:lnTo>
                    <a:pt x="1692283" y="989889"/>
                  </a:lnTo>
                  <a:lnTo>
                    <a:pt x="1692943" y="953642"/>
                  </a:lnTo>
                  <a:lnTo>
                    <a:pt x="1693604" y="936881"/>
                  </a:lnTo>
                  <a:lnTo>
                    <a:pt x="1694264" y="948598"/>
                  </a:lnTo>
                  <a:lnTo>
                    <a:pt x="1694925" y="955482"/>
                  </a:lnTo>
                  <a:lnTo>
                    <a:pt x="1695585" y="955482"/>
                  </a:lnTo>
                  <a:lnTo>
                    <a:pt x="1696246" y="968096"/>
                  </a:lnTo>
                  <a:lnTo>
                    <a:pt x="1696906" y="984323"/>
                  </a:lnTo>
                  <a:lnTo>
                    <a:pt x="1697567" y="1007344"/>
                  </a:lnTo>
                  <a:lnTo>
                    <a:pt x="1698228" y="1045083"/>
                  </a:lnTo>
                  <a:lnTo>
                    <a:pt x="1698888" y="1089296"/>
                  </a:lnTo>
                  <a:lnTo>
                    <a:pt x="1699549" y="1113092"/>
                  </a:lnTo>
                  <a:lnTo>
                    <a:pt x="1700209" y="1105647"/>
                  </a:lnTo>
                  <a:lnTo>
                    <a:pt x="1700870" y="1046831"/>
                  </a:lnTo>
                  <a:lnTo>
                    <a:pt x="1701530" y="1003856"/>
                  </a:lnTo>
                  <a:lnTo>
                    <a:pt x="1702191" y="973539"/>
                  </a:lnTo>
                  <a:lnTo>
                    <a:pt x="1702851" y="973539"/>
                  </a:lnTo>
                  <a:lnTo>
                    <a:pt x="1703512" y="987091"/>
                  </a:lnTo>
                  <a:lnTo>
                    <a:pt x="1704172" y="1039343"/>
                  </a:lnTo>
                  <a:lnTo>
                    <a:pt x="1704833" y="1110836"/>
                  </a:lnTo>
                  <a:lnTo>
                    <a:pt x="1705493" y="1215579"/>
                  </a:lnTo>
                  <a:lnTo>
                    <a:pt x="1706154" y="1293666"/>
                  </a:lnTo>
                  <a:lnTo>
                    <a:pt x="1706814" y="1383643"/>
                  </a:lnTo>
                  <a:lnTo>
                    <a:pt x="1707475" y="1406121"/>
                  </a:lnTo>
                  <a:lnTo>
                    <a:pt x="1708136" y="1406121"/>
                  </a:lnTo>
                  <a:lnTo>
                    <a:pt x="1708796" y="1383643"/>
                  </a:lnTo>
                  <a:lnTo>
                    <a:pt x="1709457" y="1362966"/>
                  </a:lnTo>
                  <a:lnTo>
                    <a:pt x="1710117" y="1353217"/>
                  </a:lnTo>
                  <a:lnTo>
                    <a:pt x="1710778" y="1301378"/>
                  </a:lnTo>
                  <a:lnTo>
                    <a:pt x="1711438" y="1258223"/>
                  </a:lnTo>
                  <a:lnTo>
                    <a:pt x="1712099" y="1239695"/>
                  </a:lnTo>
                  <a:lnTo>
                    <a:pt x="1712759" y="1227649"/>
                  </a:lnTo>
                  <a:lnTo>
                    <a:pt x="1713420" y="1221831"/>
                  </a:lnTo>
                  <a:lnTo>
                    <a:pt x="1714080" y="1245935"/>
                  </a:lnTo>
                  <a:lnTo>
                    <a:pt x="1714741" y="1286917"/>
                  </a:lnTo>
                  <a:lnTo>
                    <a:pt x="1715401" y="1258223"/>
                  </a:lnTo>
                  <a:lnTo>
                    <a:pt x="1716062" y="1210023"/>
                  </a:lnTo>
                  <a:lnTo>
                    <a:pt x="1716722" y="1160191"/>
                  </a:lnTo>
                  <a:lnTo>
                    <a:pt x="1717383" y="1139304"/>
                  </a:lnTo>
                  <a:lnTo>
                    <a:pt x="1718044" y="1131076"/>
                  </a:lnTo>
                  <a:lnTo>
                    <a:pt x="1718704" y="1143518"/>
                  </a:lnTo>
                  <a:lnTo>
                    <a:pt x="1719365" y="1179963"/>
                  </a:lnTo>
                  <a:lnTo>
                    <a:pt x="1720025" y="1189938"/>
                  </a:lnTo>
                  <a:lnTo>
                    <a:pt x="1720686" y="1137223"/>
                  </a:lnTo>
                  <a:lnTo>
                    <a:pt x="1721346" y="1071657"/>
                  </a:lnTo>
                  <a:lnTo>
                    <a:pt x="1722007" y="1002868"/>
                  </a:lnTo>
                  <a:lnTo>
                    <a:pt x="1722667" y="961922"/>
                  </a:lnTo>
                  <a:lnTo>
                    <a:pt x="1723328" y="945619"/>
                  </a:lnTo>
                  <a:lnTo>
                    <a:pt x="1723988" y="945816"/>
                  </a:lnTo>
                  <a:lnTo>
                    <a:pt x="1724649" y="941116"/>
                  </a:lnTo>
                  <a:lnTo>
                    <a:pt x="1725309" y="929911"/>
                  </a:lnTo>
                  <a:lnTo>
                    <a:pt x="1725970" y="850397"/>
                  </a:lnTo>
                  <a:lnTo>
                    <a:pt x="1726630" y="761959"/>
                  </a:lnTo>
                  <a:lnTo>
                    <a:pt x="1727291" y="678260"/>
                  </a:lnTo>
                  <a:lnTo>
                    <a:pt x="1727951" y="607885"/>
                  </a:lnTo>
                  <a:lnTo>
                    <a:pt x="1728612" y="566777"/>
                  </a:lnTo>
                  <a:lnTo>
                    <a:pt x="1729273" y="539555"/>
                  </a:lnTo>
                  <a:lnTo>
                    <a:pt x="1729933" y="521615"/>
                  </a:lnTo>
                  <a:lnTo>
                    <a:pt x="1730594" y="519443"/>
                  </a:lnTo>
                  <a:lnTo>
                    <a:pt x="1731254" y="538532"/>
                  </a:lnTo>
                  <a:lnTo>
                    <a:pt x="1731915" y="554323"/>
                  </a:lnTo>
                  <a:lnTo>
                    <a:pt x="1732575" y="582900"/>
                  </a:lnTo>
                  <a:lnTo>
                    <a:pt x="1733236" y="613175"/>
                  </a:lnTo>
                  <a:lnTo>
                    <a:pt x="1733896" y="646109"/>
                  </a:lnTo>
                  <a:lnTo>
                    <a:pt x="1734557" y="667272"/>
                  </a:lnTo>
                  <a:lnTo>
                    <a:pt x="1735217" y="694475"/>
                  </a:lnTo>
                  <a:lnTo>
                    <a:pt x="1735878" y="731781"/>
                  </a:lnTo>
                  <a:lnTo>
                    <a:pt x="1736538" y="793492"/>
                  </a:lnTo>
                  <a:lnTo>
                    <a:pt x="1737199" y="862278"/>
                  </a:lnTo>
                  <a:lnTo>
                    <a:pt x="1737859" y="946410"/>
                  </a:lnTo>
                  <a:lnTo>
                    <a:pt x="1738520" y="1029047"/>
                  </a:lnTo>
                  <a:lnTo>
                    <a:pt x="1739181" y="1060020"/>
                  </a:lnTo>
                  <a:lnTo>
                    <a:pt x="1739841" y="1072624"/>
                  </a:lnTo>
                  <a:lnTo>
                    <a:pt x="1740502" y="1085874"/>
                  </a:lnTo>
                  <a:lnTo>
                    <a:pt x="1741162" y="1079827"/>
                  </a:lnTo>
                  <a:lnTo>
                    <a:pt x="1741823" y="1061253"/>
                  </a:lnTo>
                  <a:lnTo>
                    <a:pt x="1742483" y="1074568"/>
                  </a:lnTo>
                  <a:lnTo>
                    <a:pt x="1743144" y="1109342"/>
                  </a:lnTo>
                  <a:lnTo>
                    <a:pt x="1743804" y="1131888"/>
                  </a:lnTo>
                  <a:lnTo>
                    <a:pt x="1744465" y="1140142"/>
                  </a:lnTo>
                  <a:lnTo>
                    <a:pt x="1745125" y="1176078"/>
                  </a:lnTo>
                  <a:lnTo>
                    <a:pt x="1745786" y="1203510"/>
                  </a:lnTo>
                  <a:lnTo>
                    <a:pt x="1746446" y="1203510"/>
                  </a:lnTo>
                  <a:lnTo>
                    <a:pt x="1747107" y="1215579"/>
                  </a:lnTo>
                  <a:lnTo>
                    <a:pt x="1747767" y="1264933"/>
                  </a:lnTo>
                  <a:lnTo>
                    <a:pt x="1748428" y="1309327"/>
                  </a:lnTo>
                  <a:lnTo>
                    <a:pt x="1749089" y="1362966"/>
                  </a:lnTo>
                  <a:lnTo>
                    <a:pt x="1749749" y="1406121"/>
                  </a:lnTo>
                  <a:lnTo>
                    <a:pt x="1750410" y="1430742"/>
                  </a:lnTo>
                  <a:lnTo>
                    <a:pt x="1751070" y="1430742"/>
                  </a:lnTo>
                  <a:lnTo>
                    <a:pt x="1751731" y="1430742"/>
                  </a:lnTo>
                  <a:lnTo>
                    <a:pt x="1752391" y="1430742"/>
                  </a:lnTo>
                  <a:lnTo>
                    <a:pt x="1753052" y="1430742"/>
                  </a:lnTo>
                  <a:lnTo>
                    <a:pt x="1753712" y="1383643"/>
                  </a:lnTo>
                  <a:lnTo>
                    <a:pt x="1754373" y="1343822"/>
                  </a:lnTo>
                  <a:lnTo>
                    <a:pt x="1755033" y="1343822"/>
                  </a:lnTo>
                  <a:lnTo>
                    <a:pt x="1755694" y="1343822"/>
                  </a:lnTo>
                  <a:lnTo>
                    <a:pt x="1756354" y="1343822"/>
                  </a:lnTo>
                  <a:lnTo>
                    <a:pt x="1757015" y="1383643"/>
                  </a:lnTo>
                  <a:lnTo>
                    <a:pt x="1757675" y="1430742"/>
                  </a:lnTo>
                  <a:lnTo>
                    <a:pt x="1758336" y="1406121"/>
                  </a:lnTo>
                  <a:lnTo>
                    <a:pt x="1758996" y="1347539"/>
                  </a:lnTo>
                  <a:lnTo>
                    <a:pt x="1759657" y="1254279"/>
                  </a:lnTo>
                  <a:lnTo>
                    <a:pt x="1760318" y="1185902"/>
                  </a:lnTo>
                  <a:lnTo>
                    <a:pt x="1760978" y="1145652"/>
                  </a:lnTo>
                  <a:lnTo>
                    <a:pt x="1761639" y="1142670"/>
                  </a:lnTo>
                  <a:lnTo>
                    <a:pt x="1762299" y="1158384"/>
                  </a:lnTo>
                  <a:lnTo>
                    <a:pt x="1762960" y="1218970"/>
                  </a:lnTo>
                  <a:lnTo>
                    <a:pt x="1763620" y="1298266"/>
                  </a:lnTo>
                  <a:lnTo>
                    <a:pt x="1764281" y="1376217"/>
                  </a:lnTo>
                  <a:lnTo>
                    <a:pt x="1764941" y="1406121"/>
                  </a:lnTo>
                  <a:lnTo>
                    <a:pt x="1765602" y="1406121"/>
                  </a:lnTo>
                  <a:lnTo>
                    <a:pt x="1766262" y="1383643"/>
                  </a:lnTo>
                  <a:lnTo>
                    <a:pt x="1766923" y="1333868"/>
                  </a:lnTo>
                  <a:lnTo>
                    <a:pt x="1767583" y="1285441"/>
                  </a:lnTo>
                  <a:lnTo>
                    <a:pt x="1768244" y="1271125"/>
                  </a:lnTo>
                  <a:lnTo>
                    <a:pt x="1768904" y="1285441"/>
                  </a:lnTo>
                  <a:lnTo>
                    <a:pt x="1769565" y="1300596"/>
                  </a:lnTo>
                  <a:lnTo>
                    <a:pt x="1770226" y="1343822"/>
                  </a:lnTo>
                  <a:lnTo>
                    <a:pt x="1770886" y="1406121"/>
                  </a:lnTo>
                  <a:lnTo>
                    <a:pt x="1771547" y="1430742"/>
                  </a:lnTo>
                  <a:lnTo>
                    <a:pt x="1772207" y="1426896"/>
                  </a:lnTo>
                  <a:lnTo>
                    <a:pt x="1772868" y="1402622"/>
                  </a:lnTo>
                  <a:lnTo>
                    <a:pt x="1773528" y="1360003"/>
                  </a:lnTo>
                  <a:lnTo>
                    <a:pt x="1774189" y="1341069"/>
                  </a:lnTo>
                  <a:lnTo>
                    <a:pt x="1774849" y="1341069"/>
                  </a:lnTo>
                  <a:lnTo>
                    <a:pt x="1775510" y="1343822"/>
                  </a:lnTo>
                  <a:lnTo>
                    <a:pt x="1776170" y="1362966"/>
                  </a:lnTo>
                  <a:lnTo>
                    <a:pt x="1776831" y="1406121"/>
                  </a:lnTo>
                  <a:lnTo>
                    <a:pt x="1777491" y="1430742"/>
                  </a:lnTo>
                  <a:lnTo>
                    <a:pt x="1778152" y="1430742"/>
                  </a:lnTo>
                  <a:lnTo>
                    <a:pt x="1778812" y="1430742"/>
                  </a:lnTo>
                  <a:lnTo>
                    <a:pt x="1779473" y="1430742"/>
                  </a:lnTo>
                  <a:lnTo>
                    <a:pt x="1780134" y="1430742"/>
                  </a:lnTo>
                  <a:lnTo>
                    <a:pt x="1780794" y="1430742"/>
                  </a:lnTo>
                  <a:lnTo>
                    <a:pt x="1781455" y="1430742"/>
                  </a:lnTo>
                  <a:lnTo>
                    <a:pt x="1782115" y="1430742"/>
                  </a:lnTo>
                  <a:lnTo>
                    <a:pt x="1782776" y="1406121"/>
                  </a:lnTo>
                  <a:lnTo>
                    <a:pt x="1783436" y="1362966"/>
                  </a:lnTo>
                  <a:lnTo>
                    <a:pt x="1784097" y="1325999"/>
                  </a:lnTo>
                  <a:lnTo>
                    <a:pt x="1784757" y="1309327"/>
                  </a:lnTo>
                  <a:lnTo>
                    <a:pt x="1785418" y="1293666"/>
                  </a:lnTo>
                  <a:lnTo>
                    <a:pt x="1786078" y="1278901"/>
                  </a:lnTo>
                  <a:lnTo>
                    <a:pt x="1786739" y="1251683"/>
                  </a:lnTo>
                  <a:lnTo>
                    <a:pt x="1787399" y="1239079"/>
                  </a:lnTo>
                  <a:lnTo>
                    <a:pt x="1788060" y="1251683"/>
                  </a:lnTo>
                  <a:lnTo>
                    <a:pt x="1788720" y="1264933"/>
                  </a:lnTo>
                  <a:lnTo>
                    <a:pt x="1789381" y="1284706"/>
                  </a:lnTo>
                  <a:lnTo>
                    <a:pt x="1790042" y="1315867"/>
                  </a:lnTo>
                  <a:lnTo>
                    <a:pt x="1790702" y="1299817"/>
                  </a:lnTo>
                  <a:lnTo>
                    <a:pt x="1791363" y="1270430"/>
                  </a:lnTo>
                  <a:lnTo>
                    <a:pt x="1792023" y="1256902"/>
                  </a:lnTo>
                  <a:lnTo>
                    <a:pt x="1792684" y="1239079"/>
                  </a:lnTo>
                  <a:lnTo>
                    <a:pt x="1793344" y="1221831"/>
                  </a:lnTo>
                  <a:lnTo>
                    <a:pt x="1794005" y="1233602"/>
                  </a:lnTo>
                  <a:lnTo>
                    <a:pt x="1794665" y="1245935"/>
                  </a:lnTo>
                  <a:lnTo>
                    <a:pt x="1795326" y="1245935"/>
                  </a:lnTo>
                  <a:lnTo>
                    <a:pt x="1795986" y="1258887"/>
                  </a:lnTo>
                  <a:lnTo>
                    <a:pt x="1796647" y="1293666"/>
                  </a:lnTo>
                  <a:lnTo>
                    <a:pt x="1797307" y="1325999"/>
                  </a:lnTo>
                  <a:lnTo>
                    <a:pt x="1797968" y="1343822"/>
                  </a:lnTo>
                  <a:lnTo>
                    <a:pt x="1798628" y="1362966"/>
                  </a:lnTo>
                  <a:lnTo>
                    <a:pt x="1799289" y="1383643"/>
                  </a:lnTo>
                  <a:lnTo>
                    <a:pt x="1799949" y="1406121"/>
                  </a:lnTo>
                  <a:lnTo>
                    <a:pt x="1800610" y="1430742"/>
                  </a:lnTo>
                  <a:lnTo>
                    <a:pt x="1801271" y="1430742"/>
                  </a:lnTo>
                  <a:lnTo>
                    <a:pt x="1801931" y="1406121"/>
                  </a:lnTo>
                  <a:lnTo>
                    <a:pt x="1802592" y="1362966"/>
                  </a:lnTo>
                  <a:lnTo>
                    <a:pt x="1803252" y="1325999"/>
                  </a:lnTo>
                  <a:lnTo>
                    <a:pt x="1803913" y="1309327"/>
                  </a:lnTo>
                  <a:lnTo>
                    <a:pt x="1804573" y="1293666"/>
                  </a:lnTo>
                  <a:lnTo>
                    <a:pt x="1805234" y="1293666"/>
                  </a:lnTo>
                  <a:lnTo>
                    <a:pt x="1805894" y="1325999"/>
                  </a:lnTo>
                  <a:lnTo>
                    <a:pt x="1806555" y="1362966"/>
                  </a:lnTo>
                  <a:lnTo>
                    <a:pt x="1807215" y="1383643"/>
                  </a:lnTo>
                  <a:lnTo>
                    <a:pt x="1807876" y="1406121"/>
                  </a:lnTo>
                  <a:lnTo>
                    <a:pt x="1808536" y="1430742"/>
                  </a:lnTo>
                  <a:lnTo>
                    <a:pt x="1809197" y="1430742"/>
                  </a:lnTo>
                  <a:lnTo>
                    <a:pt x="1809857" y="1430742"/>
                  </a:lnTo>
                  <a:lnTo>
                    <a:pt x="1810518" y="1430742"/>
                  </a:lnTo>
                  <a:lnTo>
                    <a:pt x="1811179" y="1430742"/>
                  </a:lnTo>
                  <a:lnTo>
                    <a:pt x="1811839" y="1430742"/>
                  </a:lnTo>
                  <a:lnTo>
                    <a:pt x="1812500" y="1430742"/>
                  </a:lnTo>
                  <a:lnTo>
                    <a:pt x="1813160" y="1430742"/>
                  </a:lnTo>
                  <a:lnTo>
                    <a:pt x="1813821" y="1430742"/>
                  </a:lnTo>
                  <a:lnTo>
                    <a:pt x="1814481" y="1430742"/>
                  </a:lnTo>
                  <a:lnTo>
                    <a:pt x="1815142" y="1430742"/>
                  </a:lnTo>
                  <a:lnTo>
                    <a:pt x="1815802" y="1430742"/>
                  </a:lnTo>
                  <a:lnTo>
                    <a:pt x="1816463" y="1430742"/>
                  </a:lnTo>
                  <a:lnTo>
                    <a:pt x="1817123" y="1430742"/>
                  </a:lnTo>
                  <a:lnTo>
                    <a:pt x="1817784" y="1430742"/>
                  </a:lnTo>
                  <a:lnTo>
                    <a:pt x="1818444" y="1430742"/>
                  </a:lnTo>
                  <a:lnTo>
                    <a:pt x="1819105" y="1430742"/>
                  </a:lnTo>
                  <a:lnTo>
                    <a:pt x="1819765" y="1430742"/>
                  </a:lnTo>
                  <a:lnTo>
                    <a:pt x="1820426" y="1430742"/>
                  </a:lnTo>
                  <a:lnTo>
                    <a:pt x="1821087" y="1392401"/>
                  </a:lnTo>
                  <a:lnTo>
                    <a:pt x="1821747" y="1351310"/>
                  </a:lnTo>
                  <a:lnTo>
                    <a:pt x="1822408" y="1332982"/>
                  </a:lnTo>
                  <a:lnTo>
                    <a:pt x="1823068" y="1332982"/>
                  </a:lnTo>
                  <a:lnTo>
                    <a:pt x="1823729" y="1332982"/>
                  </a:lnTo>
                  <a:lnTo>
                    <a:pt x="1824389" y="1362966"/>
                  </a:lnTo>
                  <a:lnTo>
                    <a:pt x="1825050" y="1406121"/>
                  </a:lnTo>
                  <a:lnTo>
                    <a:pt x="1825710" y="1406121"/>
                  </a:lnTo>
                  <a:lnTo>
                    <a:pt x="1826371" y="1362966"/>
                  </a:lnTo>
                  <a:lnTo>
                    <a:pt x="1827031" y="1343822"/>
                  </a:lnTo>
                  <a:lnTo>
                    <a:pt x="1827692" y="1343822"/>
                  </a:lnTo>
                  <a:lnTo>
                    <a:pt x="1828352" y="1343822"/>
                  </a:lnTo>
                  <a:lnTo>
                    <a:pt x="1829013" y="1362966"/>
                  </a:lnTo>
                  <a:lnTo>
                    <a:pt x="1829673" y="1406121"/>
                  </a:lnTo>
                  <a:lnTo>
                    <a:pt x="1830334" y="1430742"/>
                  </a:lnTo>
                  <a:lnTo>
                    <a:pt x="1830994" y="1430742"/>
                  </a:lnTo>
                  <a:lnTo>
                    <a:pt x="1831655" y="1383643"/>
                  </a:lnTo>
                  <a:lnTo>
                    <a:pt x="1832316" y="1311760"/>
                  </a:lnTo>
                  <a:lnTo>
                    <a:pt x="1832976" y="1240931"/>
                  </a:lnTo>
                  <a:lnTo>
                    <a:pt x="1833637" y="1195593"/>
                  </a:lnTo>
                  <a:lnTo>
                    <a:pt x="1834297" y="1185402"/>
                  </a:lnTo>
                  <a:lnTo>
                    <a:pt x="1834958" y="1190957"/>
                  </a:lnTo>
                  <a:lnTo>
                    <a:pt x="1835618" y="1210573"/>
                  </a:lnTo>
                  <a:lnTo>
                    <a:pt x="1836279" y="1258887"/>
                  </a:lnTo>
                  <a:lnTo>
                    <a:pt x="1836939" y="1302162"/>
                  </a:lnTo>
                  <a:lnTo>
                    <a:pt x="1837600" y="1318363"/>
                  </a:lnTo>
                  <a:lnTo>
                    <a:pt x="1838260" y="1343822"/>
                  </a:lnTo>
                  <a:lnTo>
                    <a:pt x="1838921" y="1383643"/>
                  </a:lnTo>
                  <a:lnTo>
                    <a:pt x="1839581" y="1406121"/>
                  </a:lnTo>
                  <a:lnTo>
                    <a:pt x="1840242" y="1430742"/>
                  </a:lnTo>
                  <a:lnTo>
                    <a:pt x="1840902" y="1430742"/>
                  </a:lnTo>
                  <a:lnTo>
                    <a:pt x="1841563" y="1430742"/>
                  </a:lnTo>
                  <a:lnTo>
                    <a:pt x="1842224" y="1406121"/>
                  </a:lnTo>
                  <a:lnTo>
                    <a:pt x="1842884" y="1362966"/>
                  </a:lnTo>
                  <a:lnTo>
                    <a:pt x="1843545" y="1343822"/>
                  </a:lnTo>
                  <a:lnTo>
                    <a:pt x="1844205" y="1325999"/>
                  </a:lnTo>
                  <a:lnTo>
                    <a:pt x="1844866" y="1325999"/>
                  </a:lnTo>
                  <a:lnTo>
                    <a:pt x="1845526" y="1343822"/>
                  </a:lnTo>
                  <a:lnTo>
                    <a:pt x="1846187" y="1362966"/>
                  </a:lnTo>
                  <a:lnTo>
                    <a:pt x="1846847" y="1343822"/>
                  </a:lnTo>
                  <a:lnTo>
                    <a:pt x="1847508" y="1343822"/>
                  </a:lnTo>
                  <a:lnTo>
                    <a:pt x="1848168" y="1343822"/>
                  </a:lnTo>
                  <a:lnTo>
                    <a:pt x="1848829" y="1343822"/>
                  </a:lnTo>
                  <a:lnTo>
                    <a:pt x="1849489" y="1362966"/>
                  </a:lnTo>
                  <a:lnTo>
                    <a:pt x="1850150" y="1406121"/>
                  </a:lnTo>
                  <a:lnTo>
                    <a:pt x="1850810" y="1406121"/>
                  </a:lnTo>
                  <a:lnTo>
                    <a:pt x="1851471" y="1362966"/>
                  </a:lnTo>
                  <a:lnTo>
                    <a:pt x="1852132" y="1309327"/>
                  </a:lnTo>
                  <a:lnTo>
                    <a:pt x="1852792" y="1264933"/>
                  </a:lnTo>
                  <a:lnTo>
                    <a:pt x="1853453" y="1227062"/>
                  </a:lnTo>
                  <a:lnTo>
                    <a:pt x="1854113" y="1233602"/>
                  </a:lnTo>
                  <a:lnTo>
                    <a:pt x="1854774" y="1245935"/>
                  </a:lnTo>
                  <a:lnTo>
                    <a:pt x="1855434" y="1272522"/>
                  </a:lnTo>
                  <a:lnTo>
                    <a:pt x="1856095" y="1302162"/>
                  </a:lnTo>
                  <a:lnTo>
                    <a:pt x="1856755" y="1318363"/>
                  </a:lnTo>
                  <a:lnTo>
                    <a:pt x="1857416" y="1264933"/>
                  </a:lnTo>
                  <a:lnTo>
                    <a:pt x="1858076" y="1239079"/>
                  </a:lnTo>
                  <a:lnTo>
                    <a:pt x="1858737" y="1241551"/>
                  </a:lnTo>
                  <a:lnTo>
                    <a:pt x="1859397" y="1254279"/>
                  </a:lnTo>
                  <a:lnTo>
                    <a:pt x="1860058" y="1281787"/>
                  </a:lnTo>
                  <a:lnTo>
                    <a:pt x="1860718" y="1347539"/>
                  </a:lnTo>
                  <a:lnTo>
                    <a:pt x="1861379" y="1410861"/>
                  </a:lnTo>
                  <a:lnTo>
                    <a:pt x="1862040" y="1430742"/>
                  </a:lnTo>
                  <a:lnTo>
                    <a:pt x="1862700" y="1430742"/>
                  </a:lnTo>
                  <a:lnTo>
                    <a:pt x="1863361" y="1430742"/>
                  </a:lnTo>
                  <a:lnTo>
                    <a:pt x="1864021" y="1430742"/>
                  </a:lnTo>
                  <a:lnTo>
                    <a:pt x="1864682" y="1430742"/>
                  </a:lnTo>
                  <a:lnTo>
                    <a:pt x="1865342" y="1430742"/>
                  </a:lnTo>
                  <a:lnTo>
                    <a:pt x="1866003" y="1430742"/>
                  </a:lnTo>
                  <a:lnTo>
                    <a:pt x="1866663" y="1343822"/>
                  </a:lnTo>
                  <a:lnTo>
                    <a:pt x="1867324" y="1265614"/>
                  </a:lnTo>
                  <a:lnTo>
                    <a:pt x="1867984" y="1220683"/>
                  </a:lnTo>
                  <a:lnTo>
                    <a:pt x="1868645" y="1142247"/>
                  </a:lnTo>
                  <a:lnTo>
                    <a:pt x="1869305" y="1079164"/>
                  </a:lnTo>
                  <a:lnTo>
                    <a:pt x="1869966" y="1053941"/>
                  </a:lnTo>
                  <a:lnTo>
                    <a:pt x="1870626" y="1053641"/>
                  </a:lnTo>
                  <a:lnTo>
                    <a:pt x="1871287" y="1057267"/>
                  </a:lnTo>
                  <a:lnTo>
                    <a:pt x="1871947" y="1089640"/>
                  </a:lnTo>
                  <a:lnTo>
                    <a:pt x="1872608" y="1146940"/>
                  </a:lnTo>
                  <a:lnTo>
                    <a:pt x="1873269" y="1215579"/>
                  </a:lnTo>
                  <a:lnTo>
                    <a:pt x="1873929" y="1278901"/>
                  </a:lnTo>
                  <a:lnTo>
                    <a:pt x="1874590" y="1275337"/>
                  </a:lnTo>
                  <a:lnTo>
                    <a:pt x="1875250" y="1160644"/>
                  </a:lnTo>
                  <a:lnTo>
                    <a:pt x="1875911" y="979100"/>
                  </a:lnTo>
                  <a:lnTo>
                    <a:pt x="1876571" y="849715"/>
                  </a:lnTo>
                  <a:lnTo>
                    <a:pt x="1877232" y="753373"/>
                  </a:lnTo>
                  <a:lnTo>
                    <a:pt x="1877892" y="704296"/>
                  </a:lnTo>
                  <a:lnTo>
                    <a:pt x="1878553" y="697178"/>
                  </a:lnTo>
                  <a:lnTo>
                    <a:pt x="1879213" y="723625"/>
                  </a:lnTo>
                  <a:lnTo>
                    <a:pt x="1879874" y="773972"/>
                  </a:lnTo>
                  <a:lnTo>
                    <a:pt x="1880534" y="865300"/>
                  </a:lnTo>
                  <a:lnTo>
                    <a:pt x="1881195" y="971348"/>
                  </a:lnTo>
                  <a:lnTo>
                    <a:pt x="1881855" y="1045956"/>
                  </a:lnTo>
                  <a:lnTo>
                    <a:pt x="1882516" y="1099841"/>
                  </a:lnTo>
                  <a:lnTo>
                    <a:pt x="1883177" y="1164302"/>
                  </a:lnTo>
                  <a:lnTo>
                    <a:pt x="1883837" y="1193523"/>
                  </a:lnTo>
                  <a:lnTo>
                    <a:pt x="1884498" y="1204047"/>
                  </a:lnTo>
                  <a:lnTo>
                    <a:pt x="1885158" y="1231205"/>
                  </a:lnTo>
                  <a:lnTo>
                    <a:pt x="1885819" y="1299040"/>
                  </a:lnTo>
                  <a:lnTo>
                    <a:pt x="1886479" y="1351310"/>
                  </a:lnTo>
                  <a:lnTo>
                    <a:pt x="1887140" y="1387985"/>
                  </a:lnTo>
                  <a:lnTo>
                    <a:pt x="1887800" y="1366971"/>
                  </a:lnTo>
                  <a:lnTo>
                    <a:pt x="1888461" y="1340158"/>
                  </a:lnTo>
                  <a:lnTo>
                    <a:pt x="1889121" y="1306118"/>
                  </a:lnTo>
                  <a:lnTo>
                    <a:pt x="1889782" y="1276046"/>
                  </a:lnTo>
                  <a:lnTo>
                    <a:pt x="1890442" y="1264933"/>
                  </a:lnTo>
                  <a:lnTo>
                    <a:pt x="1891103" y="1284706"/>
                  </a:lnTo>
                  <a:lnTo>
                    <a:pt x="1891763" y="1315867"/>
                  </a:lnTo>
                  <a:lnTo>
                    <a:pt x="1892424" y="1351310"/>
                  </a:lnTo>
                  <a:lnTo>
                    <a:pt x="1893085" y="1386893"/>
                  </a:lnTo>
                  <a:lnTo>
                    <a:pt x="1893745" y="1365964"/>
                  </a:lnTo>
                  <a:lnTo>
                    <a:pt x="1894406" y="1289895"/>
                  </a:lnTo>
                  <a:lnTo>
                    <a:pt x="1895066" y="1212786"/>
                  </a:lnTo>
                  <a:lnTo>
                    <a:pt x="1895727" y="1153480"/>
                  </a:lnTo>
                  <a:lnTo>
                    <a:pt x="1896387" y="1122319"/>
                  </a:lnTo>
                  <a:lnTo>
                    <a:pt x="1897048" y="1109715"/>
                  </a:lnTo>
                  <a:lnTo>
                    <a:pt x="1897708" y="1117280"/>
                  </a:lnTo>
                  <a:lnTo>
                    <a:pt x="1898369" y="1141403"/>
                  </a:lnTo>
                  <a:lnTo>
                    <a:pt x="1899029" y="1187408"/>
                  </a:lnTo>
                  <a:lnTo>
                    <a:pt x="1899690" y="1231205"/>
                  </a:lnTo>
                  <a:lnTo>
                    <a:pt x="1900350" y="1251683"/>
                  </a:lnTo>
                  <a:lnTo>
                    <a:pt x="1901011" y="1227062"/>
                  </a:lnTo>
                  <a:lnTo>
                    <a:pt x="1901671" y="1194039"/>
                  </a:lnTo>
                  <a:lnTo>
                    <a:pt x="1902332" y="1151720"/>
                  </a:lnTo>
                  <a:lnTo>
                    <a:pt x="1902992" y="1111210"/>
                  </a:lnTo>
                  <a:lnTo>
                    <a:pt x="1903653" y="1103818"/>
                  </a:lnTo>
                  <a:lnTo>
                    <a:pt x="1904314" y="1140982"/>
                  </a:lnTo>
                  <a:lnTo>
                    <a:pt x="1904974" y="1186905"/>
                  </a:lnTo>
                  <a:lnTo>
                    <a:pt x="1905635" y="1224143"/>
                  </a:lnTo>
                  <a:lnTo>
                    <a:pt x="1906295" y="1261557"/>
                  </a:lnTo>
                  <a:lnTo>
                    <a:pt x="1906956" y="1289895"/>
                  </a:lnTo>
                  <a:lnTo>
                    <a:pt x="1907616" y="1293666"/>
                  </a:lnTo>
                  <a:lnTo>
                    <a:pt x="1908277" y="1264933"/>
                  </a:lnTo>
                  <a:lnTo>
                    <a:pt x="1908937" y="1250395"/>
                  </a:lnTo>
                  <a:lnTo>
                    <a:pt x="1909598" y="1242173"/>
                  </a:lnTo>
                  <a:lnTo>
                    <a:pt x="1910258" y="1242173"/>
                  </a:lnTo>
                  <a:lnTo>
                    <a:pt x="1910919" y="1242173"/>
                  </a:lnTo>
                  <a:lnTo>
                    <a:pt x="1911579" y="1254932"/>
                  </a:lnTo>
                  <a:lnTo>
                    <a:pt x="1912240" y="1283973"/>
                  </a:lnTo>
                  <a:lnTo>
                    <a:pt x="1912900" y="1325999"/>
                  </a:lnTo>
                  <a:lnTo>
                    <a:pt x="1913561" y="1343822"/>
                  </a:lnTo>
                  <a:lnTo>
                    <a:pt x="1914222" y="1362966"/>
                  </a:lnTo>
                  <a:lnTo>
                    <a:pt x="1914882" y="1406121"/>
                  </a:lnTo>
                  <a:lnTo>
                    <a:pt x="1915543" y="1406121"/>
                  </a:lnTo>
                  <a:lnTo>
                    <a:pt x="1916203" y="1371040"/>
                  </a:lnTo>
                  <a:lnTo>
                    <a:pt x="1916864" y="1344746"/>
                  </a:lnTo>
                  <a:lnTo>
                    <a:pt x="1917524" y="1326862"/>
                  </a:lnTo>
                  <a:lnTo>
                    <a:pt x="1918185" y="1326862"/>
                  </a:lnTo>
                  <a:lnTo>
                    <a:pt x="1918845" y="1344746"/>
                  </a:lnTo>
                  <a:lnTo>
                    <a:pt x="1919506" y="1376217"/>
                  </a:lnTo>
                  <a:lnTo>
                    <a:pt x="1920166" y="1406121"/>
                  </a:lnTo>
                  <a:lnTo>
                    <a:pt x="1920827" y="1430742"/>
                  </a:lnTo>
                  <a:lnTo>
                    <a:pt x="1921487" y="1430742"/>
                  </a:lnTo>
                  <a:lnTo>
                    <a:pt x="1922148" y="1430742"/>
                  </a:lnTo>
                  <a:lnTo>
                    <a:pt x="1922808" y="1430742"/>
                  </a:lnTo>
                  <a:lnTo>
                    <a:pt x="1923469" y="1430742"/>
                  </a:lnTo>
                  <a:lnTo>
                    <a:pt x="1924130" y="1430742"/>
                  </a:lnTo>
                  <a:lnTo>
                    <a:pt x="1924790" y="1430742"/>
                  </a:lnTo>
                  <a:lnTo>
                    <a:pt x="1925451" y="1430742"/>
                  </a:lnTo>
                  <a:lnTo>
                    <a:pt x="1926111" y="1430742"/>
                  </a:lnTo>
                  <a:lnTo>
                    <a:pt x="1926772" y="1430742"/>
                  </a:lnTo>
                  <a:lnTo>
                    <a:pt x="1927432" y="1406121"/>
                  </a:lnTo>
                  <a:lnTo>
                    <a:pt x="1928093" y="1362966"/>
                  </a:lnTo>
                  <a:lnTo>
                    <a:pt x="1928753" y="1343822"/>
                  </a:lnTo>
                  <a:lnTo>
                    <a:pt x="1929414" y="1343822"/>
                  </a:lnTo>
                  <a:lnTo>
                    <a:pt x="1930074" y="1329467"/>
                  </a:lnTo>
                  <a:lnTo>
                    <a:pt x="1930735" y="1280340"/>
                  </a:lnTo>
                  <a:lnTo>
                    <a:pt x="1931395" y="1228239"/>
                  </a:lnTo>
                  <a:lnTo>
                    <a:pt x="1932056" y="1184902"/>
                  </a:lnTo>
                  <a:lnTo>
                    <a:pt x="1932716" y="1165687"/>
                  </a:lnTo>
                  <a:lnTo>
                    <a:pt x="1933377" y="1146080"/>
                  </a:lnTo>
                  <a:lnTo>
                    <a:pt x="1934038" y="1164763"/>
                  </a:lnTo>
                  <a:lnTo>
                    <a:pt x="1934698" y="1215579"/>
                  </a:lnTo>
                  <a:lnTo>
                    <a:pt x="1935359" y="1251683"/>
                  </a:lnTo>
                  <a:lnTo>
                    <a:pt x="1936019" y="1241551"/>
                  </a:lnTo>
                  <a:lnTo>
                    <a:pt x="1936680" y="1241551"/>
                  </a:lnTo>
                  <a:lnTo>
                    <a:pt x="1937340" y="1254279"/>
                  </a:lnTo>
                  <a:lnTo>
                    <a:pt x="1938001" y="1254279"/>
                  </a:lnTo>
                  <a:lnTo>
                    <a:pt x="1938661" y="1254279"/>
                  </a:lnTo>
                  <a:lnTo>
                    <a:pt x="1939322" y="1264933"/>
                  </a:lnTo>
                  <a:lnTo>
                    <a:pt x="1939982" y="1293666"/>
                  </a:lnTo>
                  <a:lnTo>
                    <a:pt x="1940643" y="1278901"/>
                  </a:lnTo>
                  <a:lnTo>
                    <a:pt x="1941303" y="1239079"/>
                  </a:lnTo>
                  <a:lnTo>
                    <a:pt x="1941964" y="1236022"/>
                  </a:lnTo>
                  <a:lnTo>
                    <a:pt x="1942624" y="1249753"/>
                  </a:lnTo>
                  <a:lnTo>
                    <a:pt x="1943285" y="1262902"/>
                  </a:lnTo>
                  <a:lnTo>
                    <a:pt x="1943945" y="1291397"/>
                  </a:lnTo>
                  <a:lnTo>
                    <a:pt x="1944606" y="1360003"/>
                  </a:lnTo>
                  <a:lnTo>
                    <a:pt x="1945267" y="1408480"/>
                  </a:lnTo>
                  <a:lnTo>
                    <a:pt x="1945927" y="1430742"/>
                  </a:lnTo>
                  <a:lnTo>
                    <a:pt x="1946588" y="1430742"/>
                  </a:lnTo>
                  <a:lnTo>
                    <a:pt x="1947248" y="1430742"/>
                  </a:lnTo>
                  <a:lnTo>
                    <a:pt x="1947909" y="1406121"/>
                  </a:lnTo>
                  <a:lnTo>
                    <a:pt x="1948569" y="1299817"/>
                  </a:lnTo>
                  <a:lnTo>
                    <a:pt x="1949230" y="1220111"/>
                  </a:lnTo>
                  <a:lnTo>
                    <a:pt x="1949890" y="1174636"/>
                  </a:lnTo>
                  <a:lnTo>
                    <a:pt x="1950551" y="1138886"/>
                  </a:lnTo>
                  <a:lnTo>
                    <a:pt x="1951211" y="1122710"/>
                  </a:lnTo>
                  <a:lnTo>
                    <a:pt x="1951872" y="1161554"/>
                  </a:lnTo>
                  <a:lnTo>
                    <a:pt x="1952532" y="1200844"/>
                  </a:lnTo>
                  <a:lnTo>
                    <a:pt x="1953193" y="1201375"/>
                  </a:lnTo>
                  <a:lnTo>
                    <a:pt x="1953853" y="1165225"/>
                  </a:lnTo>
                  <a:lnTo>
                    <a:pt x="1954514" y="1120758"/>
                  </a:lnTo>
                  <a:lnTo>
                    <a:pt x="1955175" y="1084518"/>
                  </a:lnTo>
                  <a:lnTo>
                    <a:pt x="1955835" y="1058793"/>
                  </a:lnTo>
                  <a:lnTo>
                    <a:pt x="1956496" y="1048590"/>
                  </a:lnTo>
                  <a:lnTo>
                    <a:pt x="1957156" y="1082162"/>
                  </a:lnTo>
                  <a:lnTo>
                    <a:pt x="1957817" y="1133517"/>
                  </a:lnTo>
                  <a:lnTo>
                    <a:pt x="1958477" y="1168480"/>
                  </a:lnTo>
                  <a:lnTo>
                    <a:pt x="1959138" y="1220111"/>
                  </a:lnTo>
                  <a:lnTo>
                    <a:pt x="1959798" y="1284706"/>
                  </a:lnTo>
                  <a:lnTo>
                    <a:pt x="1960459" y="1320884"/>
                  </a:lnTo>
                  <a:lnTo>
                    <a:pt x="1961119" y="1343822"/>
                  </a:lnTo>
                  <a:lnTo>
                    <a:pt x="1961780" y="1362966"/>
                  </a:lnTo>
                  <a:lnTo>
                    <a:pt x="1962440" y="1343822"/>
                  </a:lnTo>
                  <a:lnTo>
                    <a:pt x="1963101" y="1309327"/>
                  </a:lnTo>
                  <a:lnTo>
                    <a:pt x="1963761" y="1264933"/>
                  </a:lnTo>
                  <a:lnTo>
                    <a:pt x="1964422" y="1227062"/>
                  </a:lnTo>
                  <a:lnTo>
                    <a:pt x="1965083" y="1215579"/>
                  </a:lnTo>
                  <a:lnTo>
                    <a:pt x="1965743" y="1227062"/>
                  </a:lnTo>
                  <a:lnTo>
                    <a:pt x="1966404" y="1239079"/>
                  </a:lnTo>
                  <a:lnTo>
                    <a:pt x="1967064" y="1264933"/>
                  </a:lnTo>
                  <a:lnTo>
                    <a:pt x="1967725" y="1309327"/>
                  </a:lnTo>
                  <a:lnTo>
                    <a:pt x="1968385" y="1325999"/>
                  </a:lnTo>
                  <a:lnTo>
                    <a:pt x="1969046" y="1309327"/>
                  </a:lnTo>
                  <a:lnTo>
                    <a:pt x="1969706" y="1293666"/>
                  </a:lnTo>
                  <a:lnTo>
                    <a:pt x="1970367" y="1278901"/>
                  </a:lnTo>
                  <a:lnTo>
                    <a:pt x="1971027" y="1264933"/>
                  </a:lnTo>
                  <a:lnTo>
                    <a:pt x="1971688" y="1278901"/>
                  </a:lnTo>
                  <a:lnTo>
                    <a:pt x="1972348" y="1309327"/>
                  </a:lnTo>
                  <a:lnTo>
                    <a:pt x="1973009" y="1343822"/>
                  </a:lnTo>
                  <a:lnTo>
                    <a:pt x="1973669" y="1362966"/>
                  </a:lnTo>
                  <a:lnTo>
                    <a:pt x="1974330" y="1343822"/>
                  </a:lnTo>
                  <a:lnTo>
                    <a:pt x="1974990" y="1309327"/>
                  </a:lnTo>
                  <a:lnTo>
                    <a:pt x="1975651" y="1278901"/>
                  </a:lnTo>
                  <a:lnTo>
                    <a:pt x="1976312" y="1278901"/>
                  </a:lnTo>
                  <a:lnTo>
                    <a:pt x="1976972" y="1293666"/>
                  </a:lnTo>
                  <a:lnTo>
                    <a:pt x="1977633" y="1325999"/>
                  </a:lnTo>
                  <a:lnTo>
                    <a:pt x="1978293" y="1362966"/>
                  </a:lnTo>
                  <a:lnTo>
                    <a:pt x="1978954" y="1406121"/>
                  </a:lnTo>
                  <a:lnTo>
                    <a:pt x="1979614" y="1430742"/>
                  </a:lnTo>
                  <a:lnTo>
                    <a:pt x="1980275" y="1430742"/>
                  </a:lnTo>
                  <a:lnTo>
                    <a:pt x="1980935" y="1430742"/>
                  </a:lnTo>
                  <a:lnTo>
                    <a:pt x="1981596" y="1430742"/>
                  </a:lnTo>
                  <a:lnTo>
                    <a:pt x="1982256" y="1430742"/>
                  </a:lnTo>
                  <a:lnTo>
                    <a:pt x="1982917" y="1430742"/>
                  </a:lnTo>
                  <a:lnTo>
                    <a:pt x="1983577" y="1430742"/>
                  </a:lnTo>
                  <a:lnTo>
                    <a:pt x="1984238" y="1430742"/>
                  </a:lnTo>
                  <a:lnTo>
                    <a:pt x="1984898" y="1406121"/>
                  </a:lnTo>
                  <a:lnTo>
                    <a:pt x="1985559" y="1383643"/>
                  </a:lnTo>
                  <a:lnTo>
                    <a:pt x="1986220" y="1354175"/>
                  </a:lnTo>
                  <a:lnTo>
                    <a:pt x="1986880" y="1335649"/>
                  </a:lnTo>
                  <a:lnTo>
                    <a:pt x="1987541" y="1302162"/>
                  </a:lnTo>
                  <a:lnTo>
                    <a:pt x="1988201" y="1273223"/>
                  </a:lnTo>
                  <a:lnTo>
                    <a:pt x="1988862" y="1234809"/>
                  </a:lnTo>
                  <a:lnTo>
                    <a:pt x="1989522" y="1211677"/>
                  </a:lnTo>
                  <a:lnTo>
                    <a:pt x="1990183" y="1190447"/>
                  </a:lnTo>
                  <a:lnTo>
                    <a:pt x="1990843" y="1200844"/>
                  </a:lnTo>
                  <a:lnTo>
                    <a:pt x="1991504" y="1234205"/>
                  </a:lnTo>
                  <a:lnTo>
                    <a:pt x="1992164" y="1286917"/>
                  </a:lnTo>
                  <a:lnTo>
                    <a:pt x="1992825" y="1343822"/>
                  </a:lnTo>
                  <a:lnTo>
                    <a:pt x="1993485" y="1406121"/>
                  </a:lnTo>
                  <a:lnTo>
                    <a:pt x="1994146" y="1430742"/>
                  </a:lnTo>
                  <a:lnTo>
                    <a:pt x="1994806" y="1430742"/>
                  </a:lnTo>
                  <a:lnTo>
                    <a:pt x="1995467" y="1406121"/>
                  </a:lnTo>
                  <a:lnTo>
                    <a:pt x="1996128" y="1362966"/>
                  </a:lnTo>
                  <a:lnTo>
                    <a:pt x="1996788" y="1278901"/>
                  </a:lnTo>
                  <a:lnTo>
                    <a:pt x="1997449" y="1204584"/>
                  </a:lnTo>
                  <a:lnTo>
                    <a:pt x="1998109" y="1168012"/>
                  </a:lnTo>
                  <a:lnTo>
                    <a:pt x="1998770" y="1126660"/>
                  </a:lnTo>
                  <a:lnTo>
                    <a:pt x="1999430" y="1074894"/>
                  </a:lnTo>
                  <a:lnTo>
                    <a:pt x="2000091" y="1050066"/>
                  </a:lnTo>
                  <a:lnTo>
                    <a:pt x="2000751" y="1056053"/>
                  </a:lnTo>
                  <a:lnTo>
                    <a:pt x="2001412" y="1072947"/>
                  </a:lnTo>
                  <a:lnTo>
                    <a:pt x="2002072" y="1113470"/>
                  </a:lnTo>
                  <a:lnTo>
                    <a:pt x="2002733" y="1194556"/>
                  </a:lnTo>
                  <a:lnTo>
                    <a:pt x="2003393" y="1310136"/>
                  </a:lnTo>
                  <a:lnTo>
                    <a:pt x="2004054" y="1407298"/>
                  </a:lnTo>
                  <a:lnTo>
                    <a:pt x="2004714" y="1430742"/>
                  </a:lnTo>
                  <a:lnTo>
                    <a:pt x="2005375" y="1430742"/>
                  </a:lnTo>
                  <a:lnTo>
                    <a:pt x="2006036" y="1430742"/>
                  </a:lnTo>
                  <a:lnTo>
                    <a:pt x="2006696" y="1430742"/>
                  </a:lnTo>
                  <a:lnTo>
                    <a:pt x="2007357" y="1430742"/>
                  </a:lnTo>
                  <a:lnTo>
                    <a:pt x="2008017" y="1430742"/>
                  </a:lnTo>
                  <a:lnTo>
                    <a:pt x="2008678" y="1430742"/>
                  </a:lnTo>
                  <a:lnTo>
                    <a:pt x="2009338" y="1362966"/>
                  </a:lnTo>
                  <a:lnTo>
                    <a:pt x="2009999" y="1274631"/>
                  </a:lnTo>
                  <a:lnTo>
                    <a:pt x="2010659" y="1235415"/>
                  </a:lnTo>
                  <a:lnTo>
                    <a:pt x="2011320" y="1223563"/>
                  </a:lnTo>
                  <a:lnTo>
                    <a:pt x="2011980" y="1223563"/>
                  </a:lnTo>
                  <a:lnTo>
                    <a:pt x="2012641" y="1260886"/>
                  </a:lnTo>
                  <a:lnTo>
                    <a:pt x="2013301" y="1343822"/>
                  </a:lnTo>
                  <a:lnTo>
                    <a:pt x="2013962" y="1406121"/>
                  </a:lnTo>
                  <a:lnTo>
                    <a:pt x="2014622" y="1430742"/>
                  </a:lnTo>
                  <a:lnTo>
                    <a:pt x="2015283" y="1430742"/>
                  </a:lnTo>
                  <a:lnTo>
                    <a:pt x="2015943" y="1430742"/>
                  </a:lnTo>
                  <a:lnTo>
                    <a:pt x="2016604" y="1430742"/>
                  </a:lnTo>
                  <a:lnTo>
                    <a:pt x="2017265" y="1430742"/>
                  </a:lnTo>
                  <a:lnTo>
                    <a:pt x="2017925" y="1430742"/>
                  </a:lnTo>
                  <a:lnTo>
                    <a:pt x="2018586" y="1430742"/>
                  </a:lnTo>
                  <a:lnTo>
                    <a:pt x="2019246" y="1406121"/>
                  </a:lnTo>
                  <a:lnTo>
                    <a:pt x="2019907" y="1380434"/>
                  </a:lnTo>
                  <a:lnTo>
                    <a:pt x="2020567" y="1360003"/>
                  </a:lnTo>
                  <a:lnTo>
                    <a:pt x="2021228" y="1323429"/>
                  </a:lnTo>
                  <a:lnTo>
                    <a:pt x="2021888" y="1306917"/>
                  </a:lnTo>
                  <a:lnTo>
                    <a:pt x="2022549" y="1323429"/>
                  </a:lnTo>
                  <a:lnTo>
                    <a:pt x="2023209" y="1325999"/>
                  </a:lnTo>
                  <a:lnTo>
                    <a:pt x="2023870" y="1325999"/>
                  </a:lnTo>
                  <a:lnTo>
                    <a:pt x="2024530" y="1362966"/>
                  </a:lnTo>
                  <a:lnTo>
                    <a:pt x="2025191" y="1334757"/>
                  </a:lnTo>
                  <a:lnTo>
                    <a:pt x="2025851" y="1271823"/>
                  </a:lnTo>
                  <a:lnTo>
                    <a:pt x="2026512" y="1233001"/>
                  </a:lnTo>
                  <a:lnTo>
                    <a:pt x="2027173" y="1221256"/>
                  </a:lnTo>
                  <a:lnTo>
                    <a:pt x="2027833" y="1200314"/>
                  </a:lnTo>
                  <a:lnTo>
                    <a:pt x="2028494" y="1216704"/>
                  </a:lnTo>
                  <a:lnTo>
                    <a:pt x="2029154" y="1266297"/>
                  </a:lnTo>
                  <a:lnTo>
                    <a:pt x="2029815" y="1327727"/>
                  </a:lnTo>
                  <a:lnTo>
                    <a:pt x="2030475" y="1364961"/>
                  </a:lnTo>
                  <a:lnTo>
                    <a:pt x="2031136" y="1406121"/>
                  </a:lnTo>
                  <a:lnTo>
                    <a:pt x="2031796" y="1430742"/>
                  </a:lnTo>
                  <a:lnTo>
                    <a:pt x="2032457" y="1430742"/>
                  </a:lnTo>
                  <a:lnTo>
                    <a:pt x="2033117" y="1430742"/>
                  </a:lnTo>
                  <a:lnTo>
                    <a:pt x="2033778" y="1430742"/>
                  </a:lnTo>
                  <a:lnTo>
                    <a:pt x="2034438" y="1430742"/>
                  </a:lnTo>
                  <a:lnTo>
                    <a:pt x="2035099" y="1430742"/>
                  </a:lnTo>
                  <a:lnTo>
                    <a:pt x="2035759" y="1430742"/>
                  </a:lnTo>
                  <a:lnTo>
                    <a:pt x="2036420" y="1430742"/>
                  </a:lnTo>
                  <a:lnTo>
                    <a:pt x="2037081" y="1406121"/>
                  </a:lnTo>
                  <a:lnTo>
                    <a:pt x="2037741" y="1362966"/>
                  </a:lnTo>
                  <a:lnTo>
                    <a:pt x="2038402" y="1325999"/>
                  </a:lnTo>
                  <a:lnTo>
                    <a:pt x="2039062" y="1278901"/>
                  </a:lnTo>
                  <a:lnTo>
                    <a:pt x="2039723" y="1188417"/>
                  </a:lnTo>
                  <a:lnTo>
                    <a:pt x="2040383" y="1110461"/>
                  </a:lnTo>
                  <a:lnTo>
                    <a:pt x="2041044" y="1069415"/>
                  </a:lnTo>
                  <a:lnTo>
                    <a:pt x="2041704" y="1044793"/>
                  </a:lnTo>
                  <a:lnTo>
                    <a:pt x="2042365" y="1027958"/>
                  </a:lnTo>
                  <a:lnTo>
                    <a:pt x="2043025" y="1048002"/>
                  </a:lnTo>
                  <a:lnTo>
                    <a:pt x="2043686" y="1107119"/>
                  </a:lnTo>
                  <a:lnTo>
                    <a:pt x="2044346" y="1164302"/>
                  </a:lnTo>
                  <a:lnTo>
                    <a:pt x="2045007" y="1204584"/>
                  </a:lnTo>
                  <a:lnTo>
                    <a:pt x="2045667" y="1264933"/>
                  </a:lnTo>
                  <a:lnTo>
                    <a:pt x="2046328" y="1278901"/>
                  </a:lnTo>
                  <a:lnTo>
                    <a:pt x="2046988" y="1239079"/>
                  </a:lnTo>
                  <a:lnTo>
                    <a:pt x="2047649" y="1194039"/>
                  </a:lnTo>
                  <a:lnTo>
                    <a:pt x="2048310" y="1174158"/>
                  </a:lnTo>
                  <a:lnTo>
                    <a:pt x="2048970" y="1138469"/>
                  </a:lnTo>
                  <a:lnTo>
                    <a:pt x="2049631" y="1145652"/>
                  </a:lnTo>
                  <a:lnTo>
                    <a:pt x="2050291" y="1172726"/>
                  </a:lnTo>
                  <a:lnTo>
                    <a:pt x="2050952" y="1213899"/>
                  </a:lnTo>
                  <a:lnTo>
                    <a:pt x="2051612" y="1225306"/>
                  </a:lnTo>
                  <a:lnTo>
                    <a:pt x="2052273" y="1249753"/>
                  </a:lnTo>
                  <a:lnTo>
                    <a:pt x="2052933" y="1239079"/>
                  </a:lnTo>
                  <a:lnTo>
                    <a:pt x="2053594" y="1204584"/>
                  </a:lnTo>
                  <a:lnTo>
                    <a:pt x="2054254" y="1188417"/>
                  </a:lnTo>
                  <a:lnTo>
                    <a:pt x="2054915" y="1209474"/>
                  </a:lnTo>
                  <a:lnTo>
                    <a:pt x="2055575" y="1232400"/>
                  </a:lnTo>
                  <a:lnTo>
                    <a:pt x="2056236" y="1257562"/>
                  </a:lnTo>
                  <a:lnTo>
                    <a:pt x="2056896" y="1285441"/>
                  </a:lnTo>
                  <a:lnTo>
                    <a:pt x="2057557" y="1309327"/>
                  </a:lnTo>
                  <a:lnTo>
                    <a:pt x="2058218" y="1325999"/>
                  </a:lnTo>
                  <a:lnTo>
                    <a:pt x="2058878" y="1343822"/>
                  </a:lnTo>
                  <a:lnTo>
                    <a:pt x="2059539" y="1343822"/>
                  </a:lnTo>
                  <a:lnTo>
                    <a:pt x="2060199" y="1309327"/>
                  </a:lnTo>
                  <a:lnTo>
                    <a:pt x="2060860" y="1264933"/>
                  </a:lnTo>
                  <a:lnTo>
                    <a:pt x="2061520" y="1227062"/>
                  </a:lnTo>
                  <a:lnTo>
                    <a:pt x="2062181" y="1174158"/>
                  </a:lnTo>
                  <a:lnTo>
                    <a:pt x="2062841" y="1146940"/>
                  </a:lnTo>
                  <a:lnTo>
                    <a:pt x="2063502" y="1148668"/>
                  </a:lnTo>
                  <a:lnTo>
                    <a:pt x="2064162" y="1166615"/>
                  </a:lnTo>
                  <a:lnTo>
                    <a:pt x="2064823" y="1176078"/>
                  </a:lnTo>
                  <a:lnTo>
                    <a:pt x="2065483" y="1217835"/>
                  </a:lnTo>
                  <a:lnTo>
                    <a:pt x="2066144" y="1254279"/>
                  </a:lnTo>
                  <a:lnTo>
                    <a:pt x="2066804" y="1293666"/>
                  </a:lnTo>
                  <a:lnTo>
                    <a:pt x="2067465" y="1309327"/>
                  </a:lnTo>
                  <a:lnTo>
                    <a:pt x="2068126" y="1343822"/>
                  </a:lnTo>
                  <a:lnTo>
                    <a:pt x="2068786" y="1362966"/>
                  </a:lnTo>
                  <a:lnTo>
                    <a:pt x="2069447" y="1362966"/>
                  </a:lnTo>
                  <a:lnTo>
                    <a:pt x="2070107" y="1343822"/>
                  </a:lnTo>
                  <a:lnTo>
                    <a:pt x="2070768" y="1343822"/>
                  </a:lnTo>
                  <a:lnTo>
                    <a:pt x="2071428" y="1343822"/>
                  </a:lnTo>
                  <a:lnTo>
                    <a:pt x="2072089" y="1343822"/>
                  </a:lnTo>
                  <a:lnTo>
                    <a:pt x="2072749" y="1362966"/>
                  </a:lnTo>
                  <a:lnTo>
                    <a:pt x="2073410" y="1406121"/>
                  </a:lnTo>
                  <a:lnTo>
                    <a:pt x="2074070" y="1430742"/>
                  </a:lnTo>
                  <a:lnTo>
                    <a:pt x="2074731" y="1430742"/>
                  </a:lnTo>
                  <a:lnTo>
                    <a:pt x="2075391" y="1430742"/>
                  </a:lnTo>
                  <a:lnTo>
                    <a:pt x="2076052" y="1430742"/>
                  </a:lnTo>
                  <a:lnTo>
                    <a:pt x="2076712" y="1430742"/>
                  </a:lnTo>
                  <a:lnTo>
                    <a:pt x="2077373" y="1414474"/>
                  </a:lnTo>
                  <a:lnTo>
                    <a:pt x="2078034" y="1391290"/>
                  </a:lnTo>
                  <a:lnTo>
                    <a:pt x="2078694" y="1350362"/>
                  </a:lnTo>
                  <a:lnTo>
                    <a:pt x="2079355" y="1332098"/>
                  </a:lnTo>
                  <a:lnTo>
                    <a:pt x="2080015" y="1332098"/>
                  </a:lnTo>
                  <a:lnTo>
                    <a:pt x="2080676" y="1343822"/>
                  </a:lnTo>
                  <a:lnTo>
                    <a:pt x="2081336" y="1354175"/>
                  </a:lnTo>
                  <a:lnTo>
                    <a:pt x="2081997" y="1374133"/>
                  </a:lnTo>
                  <a:lnTo>
                    <a:pt x="2082657" y="1374133"/>
                  </a:lnTo>
                  <a:lnTo>
                    <a:pt x="2083318" y="1335649"/>
                  </a:lnTo>
                  <a:lnTo>
                    <a:pt x="2083978" y="1286917"/>
                  </a:lnTo>
                  <a:lnTo>
                    <a:pt x="2084639" y="1270430"/>
                  </a:lnTo>
                  <a:lnTo>
                    <a:pt x="2085299" y="1242173"/>
                  </a:lnTo>
                  <a:lnTo>
                    <a:pt x="2085960" y="1218402"/>
                  </a:lnTo>
                  <a:lnTo>
                    <a:pt x="2086620" y="1218402"/>
                  </a:lnTo>
                  <a:lnTo>
                    <a:pt x="2087281" y="1242173"/>
                  </a:lnTo>
                  <a:lnTo>
                    <a:pt x="2087941" y="1262902"/>
                  </a:lnTo>
                  <a:lnTo>
                    <a:pt x="2088602" y="1293666"/>
                  </a:lnTo>
                  <a:lnTo>
                    <a:pt x="2089263" y="1325999"/>
                  </a:lnTo>
                  <a:lnTo>
                    <a:pt x="2089923" y="1343822"/>
                  </a:lnTo>
                  <a:lnTo>
                    <a:pt x="2090584" y="1343822"/>
                  </a:lnTo>
                  <a:lnTo>
                    <a:pt x="2091244" y="1315867"/>
                  </a:lnTo>
                  <a:lnTo>
                    <a:pt x="2091905" y="1299817"/>
                  </a:lnTo>
                  <a:lnTo>
                    <a:pt x="2092565" y="1299817"/>
                  </a:lnTo>
                  <a:lnTo>
                    <a:pt x="2093226" y="1299817"/>
                  </a:lnTo>
                  <a:lnTo>
                    <a:pt x="2093886" y="1299817"/>
                  </a:lnTo>
                  <a:lnTo>
                    <a:pt x="2094547" y="1325999"/>
                  </a:lnTo>
                  <a:lnTo>
                    <a:pt x="2095207" y="1362966"/>
                  </a:lnTo>
                  <a:lnTo>
                    <a:pt x="2095868" y="1383643"/>
                  </a:lnTo>
                  <a:lnTo>
                    <a:pt x="2096528" y="1406121"/>
                  </a:lnTo>
                  <a:lnTo>
                    <a:pt x="2097189" y="1430742"/>
                  </a:lnTo>
                  <a:lnTo>
                    <a:pt x="2097849" y="1430742"/>
                  </a:lnTo>
                  <a:lnTo>
                    <a:pt x="2098510" y="1430742"/>
                  </a:lnTo>
                  <a:lnTo>
                    <a:pt x="2099171" y="1430742"/>
                  </a:lnTo>
                  <a:lnTo>
                    <a:pt x="2099831" y="1430742"/>
                  </a:lnTo>
                  <a:lnTo>
                    <a:pt x="2100492" y="1430742"/>
                  </a:lnTo>
                  <a:lnTo>
                    <a:pt x="2101152" y="1430742"/>
                  </a:lnTo>
                  <a:lnTo>
                    <a:pt x="2101813" y="1430742"/>
                  </a:lnTo>
                  <a:lnTo>
                    <a:pt x="2102473" y="1430742"/>
                  </a:lnTo>
                  <a:lnTo>
                    <a:pt x="2103134" y="1430742"/>
                  </a:lnTo>
                  <a:lnTo>
                    <a:pt x="2103794" y="1430742"/>
                  </a:lnTo>
                  <a:lnTo>
                    <a:pt x="2104455" y="1430742"/>
                  </a:lnTo>
                  <a:lnTo>
                    <a:pt x="2105115" y="1430742"/>
                  </a:lnTo>
                  <a:lnTo>
                    <a:pt x="2105776" y="1430742"/>
                  </a:lnTo>
                  <a:lnTo>
                    <a:pt x="2106436" y="1406121"/>
                  </a:lnTo>
                  <a:lnTo>
                    <a:pt x="2107097" y="1362966"/>
                  </a:lnTo>
                  <a:lnTo>
                    <a:pt x="2107757" y="1343822"/>
                  </a:lnTo>
                  <a:lnTo>
                    <a:pt x="2108418" y="1325999"/>
                  </a:lnTo>
                  <a:lnTo>
                    <a:pt x="2109079" y="1309327"/>
                  </a:lnTo>
                  <a:lnTo>
                    <a:pt x="2109739" y="1309327"/>
                  </a:lnTo>
                  <a:lnTo>
                    <a:pt x="2110400" y="1325999"/>
                  </a:lnTo>
                  <a:lnTo>
                    <a:pt x="2111060" y="1325999"/>
                  </a:lnTo>
                  <a:lnTo>
                    <a:pt x="2111721" y="1343822"/>
                  </a:lnTo>
                  <a:lnTo>
                    <a:pt x="2112381" y="1362966"/>
                  </a:lnTo>
                  <a:lnTo>
                    <a:pt x="2113042" y="1383643"/>
                  </a:lnTo>
                  <a:lnTo>
                    <a:pt x="2113702" y="1406121"/>
                  </a:lnTo>
                  <a:lnTo>
                    <a:pt x="2114363" y="1430742"/>
                  </a:lnTo>
                  <a:lnTo>
                    <a:pt x="2115023" y="1430742"/>
                  </a:lnTo>
                  <a:lnTo>
                    <a:pt x="2115684" y="1430742"/>
                  </a:lnTo>
                  <a:lnTo>
                    <a:pt x="2116344" y="1430742"/>
                  </a:lnTo>
                  <a:lnTo>
                    <a:pt x="2117005" y="1430742"/>
                  </a:lnTo>
                  <a:lnTo>
                    <a:pt x="2117665" y="1430742"/>
                  </a:lnTo>
                  <a:lnTo>
                    <a:pt x="2118326" y="1406121"/>
                  </a:lnTo>
                  <a:lnTo>
                    <a:pt x="2118986" y="1362966"/>
                  </a:lnTo>
                  <a:lnTo>
                    <a:pt x="2119647" y="1343822"/>
                  </a:lnTo>
                  <a:lnTo>
                    <a:pt x="2120308" y="1333868"/>
                  </a:lnTo>
                  <a:lnTo>
                    <a:pt x="2120968" y="1300596"/>
                  </a:lnTo>
                  <a:lnTo>
                    <a:pt x="2121629" y="1285441"/>
                  </a:lnTo>
                  <a:lnTo>
                    <a:pt x="2122289" y="1300596"/>
                  </a:lnTo>
                  <a:lnTo>
                    <a:pt x="2122950" y="1316697"/>
                  </a:lnTo>
                  <a:lnTo>
                    <a:pt x="2123610" y="1325999"/>
                  </a:lnTo>
                  <a:lnTo>
                    <a:pt x="2124271" y="1362966"/>
                  </a:lnTo>
                  <a:lnTo>
                    <a:pt x="2124931" y="1406121"/>
                  </a:lnTo>
                  <a:lnTo>
                    <a:pt x="2125592" y="1406121"/>
                  </a:lnTo>
                  <a:lnTo>
                    <a:pt x="2126252" y="1383643"/>
                  </a:lnTo>
                  <a:lnTo>
                    <a:pt x="2126913" y="1362966"/>
                  </a:lnTo>
                  <a:lnTo>
                    <a:pt x="2127573" y="1325999"/>
                  </a:lnTo>
                  <a:lnTo>
                    <a:pt x="2128234" y="1293666"/>
                  </a:lnTo>
                  <a:lnTo>
                    <a:pt x="2128894" y="1282514"/>
                  </a:lnTo>
                  <a:lnTo>
                    <a:pt x="2129555" y="1297493"/>
                  </a:lnTo>
                  <a:lnTo>
                    <a:pt x="2130216" y="1297493"/>
                  </a:lnTo>
                  <a:lnTo>
                    <a:pt x="2130876" y="1297493"/>
                  </a:lnTo>
                  <a:lnTo>
                    <a:pt x="2131537" y="1282514"/>
                  </a:lnTo>
                  <a:lnTo>
                    <a:pt x="2132197" y="1278901"/>
                  </a:lnTo>
                  <a:lnTo>
                    <a:pt x="2132858" y="1251683"/>
                  </a:lnTo>
                  <a:lnTo>
                    <a:pt x="2133518" y="1264933"/>
                  </a:lnTo>
                  <a:lnTo>
                    <a:pt x="2134179" y="1293666"/>
                  </a:lnTo>
                  <a:lnTo>
                    <a:pt x="2134839" y="1343822"/>
                  </a:lnTo>
                  <a:lnTo>
                    <a:pt x="2135500" y="1383643"/>
                  </a:lnTo>
                  <a:lnTo>
                    <a:pt x="2136160" y="1406121"/>
                  </a:lnTo>
                  <a:lnTo>
                    <a:pt x="2136821" y="1383643"/>
                  </a:lnTo>
                  <a:lnTo>
                    <a:pt x="2137481" y="1343822"/>
                  </a:lnTo>
                  <a:lnTo>
                    <a:pt x="2138142" y="1293666"/>
                  </a:lnTo>
                  <a:lnTo>
                    <a:pt x="2138802" y="1278901"/>
                  </a:lnTo>
                  <a:lnTo>
                    <a:pt x="2139463" y="1282514"/>
                  </a:lnTo>
                  <a:lnTo>
                    <a:pt x="2140124" y="1297493"/>
                  </a:lnTo>
                  <a:lnTo>
                    <a:pt x="2140784" y="1330341"/>
                  </a:lnTo>
                  <a:lnTo>
                    <a:pt x="2141445" y="1389082"/>
                  </a:lnTo>
                  <a:lnTo>
                    <a:pt x="2142105" y="1389082"/>
                  </a:lnTo>
                  <a:lnTo>
                    <a:pt x="2142766" y="1343822"/>
                  </a:lnTo>
                  <a:lnTo>
                    <a:pt x="2143426" y="1282514"/>
                  </a:lnTo>
                  <a:lnTo>
                    <a:pt x="2144087" y="1247201"/>
                  </a:lnTo>
                  <a:lnTo>
                    <a:pt x="2144747" y="1234809"/>
                  </a:lnTo>
                  <a:lnTo>
                    <a:pt x="2145408" y="1222984"/>
                  </a:lnTo>
                  <a:lnTo>
                    <a:pt x="2146068" y="1211677"/>
                  </a:lnTo>
                  <a:lnTo>
                    <a:pt x="2146729" y="1198205"/>
                  </a:lnTo>
                  <a:lnTo>
                    <a:pt x="2147389" y="1194039"/>
                  </a:lnTo>
                  <a:lnTo>
                    <a:pt x="2148050" y="1164763"/>
                  </a:lnTo>
                  <a:lnTo>
                    <a:pt x="2148710" y="1130268"/>
                  </a:lnTo>
                  <a:lnTo>
                    <a:pt x="2149371" y="1109715"/>
                  </a:lnTo>
                  <a:lnTo>
                    <a:pt x="2150032" y="1109715"/>
                  </a:lnTo>
                  <a:lnTo>
                    <a:pt x="2150692" y="1102365"/>
                  </a:lnTo>
                  <a:lnTo>
                    <a:pt x="2151353" y="1109715"/>
                  </a:lnTo>
                  <a:lnTo>
                    <a:pt x="2152013" y="1131888"/>
                  </a:lnTo>
                  <a:lnTo>
                    <a:pt x="2152674" y="1105280"/>
                  </a:lnTo>
                  <a:lnTo>
                    <a:pt x="2153334" y="1027687"/>
                  </a:lnTo>
                  <a:lnTo>
                    <a:pt x="2153995" y="940728"/>
                  </a:lnTo>
                  <a:lnTo>
                    <a:pt x="2154655" y="868064"/>
                  </a:lnTo>
                  <a:lnTo>
                    <a:pt x="2155316" y="846062"/>
                  </a:lnTo>
                  <a:lnTo>
                    <a:pt x="2155976" y="860141"/>
                  </a:lnTo>
                  <a:lnTo>
                    <a:pt x="2156637" y="911099"/>
                  </a:lnTo>
                  <a:lnTo>
                    <a:pt x="2157297" y="1006342"/>
                  </a:lnTo>
                  <a:lnTo>
                    <a:pt x="2157958" y="1146510"/>
                  </a:lnTo>
                  <a:lnTo>
                    <a:pt x="2158618" y="1225890"/>
                  </a:lnTo>
                  <a:lnTo>
                    <a:pt x="2159279" y="1277469"/>
                  </a:lnTo>
                  <a:lnTo>
                    <a:pt x="2159939" y="1251038"/>
                  </a:lnTo>
                  <a:lnTo>
                    <a:pt x="2160600" y="1217269"/>
                  </a:lnTo>
                  <a:lnTo>
                    <a:pt x="2161261" y="1240931"/>
                  </a:lnTo>
                  <a:lnTo>
                    <a:pt x="2161921" y="1229421"/>
                  </a:lnTo>
                  <a:lnTo>
                    <a:pt x="2162582" y="1176078"/>
                  </a:lnTo>
                  <a:lnTo>
                    <a:pt x="2163242" y="1140142"/>
                  </a:lnTo>
                  <a:lnTo>
                    <a:pt x="2163903" y="1115749"/>
                  </a:lnTo>
                  <a:lnTo>
                    <a:pt x="2164563" y="1086896"/>
                  </a:lnTo>
                  <a:lnTo>
                    <a:pt x="2165224" y="1093113"/>
                  </a:lnTo>
                  <a:lnTo>
                    <a:pt x="2165884" y="1114987"/>
                  </a:lnTo>
                  <a:lnTo>
                    <a:pt x="2166545" y="1156144"/>
                  </a:lnTo>
                  <a:lnTo>
                    <a:pt x="2167205" y="1193008"/>
                  </a:lnTo>
                  <a:lnTo>
                    <a:pt x="2167866" y="1214458"/>
                  </a:lnTo>
                  <a:lnTo>
                    <a:pt x="2168526" y="1208379"/>
                  </a:lnTo>
                  <a:lnTo>
                    <a:pt x="2169187" y="1168012"/>
                  </a:lnTo>
                  <a:lnTo>
                    <a:pt x="2169847" y="1119206"/>
                  </a:lnTo>
                  <a:lnTo>
                    <a:pt x="2170508" y="1096987"/>
                  </a:lnTo>
                  <a:lnTo>
                    <a:pt x="2171169" y="1087579"/>
                  </a:lnTo>
                  <a:lnTo>
                    <a:pt x="2171829" y="1071979"/>
                  </a:lnTo>
                  <a:lnTo>
                    <a:pt x="2172490" y="1078502"/>
                  </a:lnTo>
                  <a:lnTo>
                    <a:pt x="2173150" y="1115749"/>
                  </a:lnTo>
                  <a:lnTo>
                    <a:pt x="2173811" y="1139723"/>
                  </a:lnTo>
                  <a:lnTo>
                    <a:pt x="2174471" y="1169417"/>
                  </a:lnTo>
                  <a:lnTo>
                    <a:pt x="2175132" y="1233001"/>
                  </a:lnTo>
                  <a:lnTo>
                    <a:pt x="2175792" y="1317529"/>
                  </a:lnTo>
                  <a:lnTo>
                    <a:pt x="2176453" y="1343822"/>
                  </a:lnTo>
                  <a:lnTo>
                    <a:pt x="2177113" y="1343822"/>
                  </a:lnTo>
                  <a:lnTo>
                    <a:pt x="2177774" y="1343822"/>
                  </a:lnTo>
                  <a:lnTo>
                    <a:pt x="2178434" y="1325999"/>
                  </a:lnTo>
                  <a:lnTo>
                    <a:pt x="2179095" y="1325999"/>
                  </a:lnTo>
                  <a:lnTo>
                    <a:pt x="2179755" y="1343822"/>
                  </a:lnTo>
                  <a:lnTo>
                    <a:pt x="2180416" y="1383643"/>
                  </a:lnTo>
                  <a:lnTo>
                    <a:pt x="2181077" y="1406121"/>
                  </a:lnTo>
                  <a:lnTo>
                    <a:pt x="2181737" y="1430742"/>
                  </a:lnTo>
                  <a:lnTo>
                    <a:pt x="2182398" y="1406121"/>
                  </a:lnTo>
                  <a:lnTo>
                    <a:pt x="2183058" y="1380434"/>
                  </a:lnTo>
                  <a:lnTo>
                    <a:pt x="2183719" y="1341069"/>
                  </a:lnTo>
                  <a:lnTo>
                    <a:pt x="2184379" y="1323429"/>
                  </a:lnTo>
                  <a:lnTo>
                    <a:pt x="2185040" y="1323429"/>
                  </a:lnTo>
                  <a:lnTo>
                    <a:pt x="2185700" y="1341069"/>
                  </a:lnTo>
                  <a:lnTo>
                    <a:pt x="2186361" y="1362966"/>
                  </a:lnTo>
                  <a:lnTo>
                    <a:pt x="2187021" y="1406121"/>
                  </a:lnTo>
                  <a:lnTo>
                    <a:pt x="2187682" y="1406121"/>
                  </a:lnTo>
                  <a:lnTo>
                    <a:pt x="2188342" y="1362966"/>
                  </a:lnTo>
                  <a:lnTo>
                    <a:pt x="2189003" y="1325999"/>
                  </a:lnTo>
                  <a:lnTo>
                    <a:pt x="2189663" y="1278901"/>
                  </a:lnTo>
                  <a:lnTo>
                    <a:pt x="2190324" y="1227062"/>
                  </a:lnTo>
                  <a:lnTo>
                    <a:pt x="2190984" y="1204584"/>
                  </a:lnTo>
                  <a:lnTo>
                    <a:pt x="2191645" y="1224724"/>
                  </a:lnTo>
                  <a:lnTo>
                    <a:pt x="2192306" y="1249113"/>
                  </a:lnTo>
                  <a:lnTo>
                    <a:pt x="2192966" y="1276046"/>
                  </a:lnTo>
                  <a:lnTo>
                    <a:pt x="2193627" y="1306118"/>
                  </a:lnTo>
                  <a:lnTo>
                    <a:pt x="2194287" y="1328596"/>
                  </a:lnTo>
                  <a:lnTo>
                    <a:pt x="2194948" y="1289895"/>
                  </a:lnTo>
                  <a:lnTo>
                    <a:pt x="2195608" y="1201907"/>
                  </a:lnTo>
                  <a:lnTo>
                    <a:pt x="2196269" y="1108228"/>
                  </a:lnTo>
                  <a:lnTo>
                    <a:pt x="2196929" y="1048885"/>
                  </a:lnTo>
                  <a:lnTo>
                    <a:pt x="2197590" y="1011643"/>
                  </a:lnTo>
                  <a:lnTo>
                    <a:pt x="2198250" y="1004599"/>
                  </a:lnTo>
                  <a:lnTo>
                    <a:pt x="2198911" y="1025256"/>
                  </a:lnTo>
                  <a:lnTo>
                    <a:pt x="2199571" y="1080825"/>
                  </a:lnTo>
                  <a:lnTo>
                    <a:pt x="2200232" y="1132294"/>
                  </a:lnTo>
                  <a:lnTo>
                    <a:pt x="2200892" y="1136808"/>
                  </a:lnTo>
                  <a:lnTo>
                    <a:pt x="2201553" y="1079827"/>
                  </a:lnTo>
                  <a:lnTo>
                    <a:pt x="2202214" y="966592"/>
                  </a:lnTo>
                  <a:lnTo>
                    <a:pt x="2202874" y="842461"/>
                  </a:lnTo>
                  <a:lnTo>
                    <a:pt x="2203535" y="757726"/>
                  </a:lnTo>
                  <a:lnTo>
                    <a:pt x="2204195" y="692540"/>
                  </a:lnTo>
                  <a:lnTo>
                    <a:pt x="2204856" y="643643"/>
                  </a:lnTo>
                  <a:lnTo>
                    <a:pt x="2205516" y="587846"/>
                  </a:lnTo>
                  <a:lnTo>
                    <a:pt x="2206177" y="533195"/>
                  </a:lnTo>
                  <a:lnTo>
                    <a:pt x="2206837" y="506134"/>
                  </a:lnTo>
                  <a:lnTo>
                    <a:pt x="2207498" y="494267"/>
                  </a:lnTo>
                  <a:lnTo>
                    <a:pt x="2208158" y="492279"/>
                  </a:lnTo>
                  <a:lnTo>
                    <a:pt x="2208819" y="511707"/>
                  </a:lnTo>
                  <a:lnTo>
                    <a:pt x="2209479" y="573564"/>
                  </a:lnTo>
                  <a:lnTo>
                    <a:pt x="2210140" y="633889"/>
                  </a:lnTo>
                  <a:lnTo>
                    <a:pt x="2210800" y="694325"/>
                  </a:lnTo>
                  <a:lnTo>
                    <a:pt x="2211461" y="751876"/>
                  </a:lnTo>
                  <a:lnTo>
                    <a:pt x="2212122" y="791635"/>
                  </a:lnTo>
                  <a:lnTo>
                    <a:pt x="2212782" y="767846"/>
                  </a:lnTo>
                  <a:lnTo>
                    <a:pt x="2213443" y="707340"/>
                  </a:lnTo>
                  <a:lnTo>
                    <a:pt x="2214103" y="653652"/>
                  </a:lnTo>
                  <a:lnTo>
                    <a:pt x="2214764" y="609386"/>
                  </a:lnTo>
                  <a:lnTo>
                    <a:pt x="2215424" y="584311"/>
                  </a:lnTo>
                  <a:lnTo>
                    <a:pt x="2216085" y="573050"/>
                  </a:lnTo>
                  <a:lnTo>
                    <a:pt x="2216745" y="568744"/>
                  </a:lnTo>
                  <a:lnTo>
                    <a:pt x="2217406" y="576907"/>
                  </a:lnTo>
                  <a:lnTo>
                    <a:pt x="2218066" y="585435"/>
                  </a:lnTo>
                  <a:lnTo>
                    <a:pt x="2218727" y="599734"/>
                  </a:lnTo>
                  <a:lnTo>
                    <a:pt x="2219387" y="614159"/>
                  </a:lnTo>
                  <a:lnTo>
                    <a:pt x="2220048" y="641869"/>
                  </a:lnTo>
                  <a:lnTo>
                    <a:pt x="2220708" y="655508"/>
                  </a:lnTo>
                  <a:lnTo>
                    <a:pt x="2221369" y="669094"/>
                  </a:lnTo>
                  <a:lnTo>
                    <a:pt x="2222030" y="680586"/>
                  </a:lnTo>
                  <a:lnTo>
                    <a:pt x="2222690" y="701287"/>
                  </a:lnTo>
                  <a:lnTo>
                    <a:pt x="2223351" y="718082"/>
                  </a:lnTo>
                  <a:lnTo>
                    <a:pt x="2224011" y="731350"/>
                  </a:lnTo>
                  <a:lnTo>
                    <a:pt x="2224672" y="735782"/>
                  </a:lnTo>
                  <a:lnTo>
                    <a:pt x="2225332" y="729718"/>
                  </a:lnTo>
                  <a:lnTo>
                    <a:pt x="2225993" y="724883"/>
                  </a:lnTo>
                  <a:lnTo>
                    <a:pt x="2226653" y="752156"/>
                  </a:lnTo>
                  <a:lnTo>
                    <a:pt x="2227314" y="790333"/>
                  </a:lnTo>
                  <a:lnTo>
                    <a:pt x="2227974" y="826286"/>
                  </a:lnTo>
                  <a:lnTo>
                    <a:pt x="2228635" y="847409"/>
                  </a:lnTo>
                  <a:lnTo>
                    <a:pt x="2229295" y="835146"/>
                  </a:lnTo>
                  <a:lnTo>
                    <a:pt x="2229956" y="781813"/>
                  </a:lnTo>
                  <a:lnTo>
                    <a:pt x="2230616" y="742801"/>
                  </a:lnTo>
                  <a:lnTo>
                    <a:pt x="2231277" y="737453"/>
                  </a:lnTo>
                  <a:lnTo>
                    <a:pt x="2231937" y="757821"/>
                  </a:lnTo>
                  <a:lnTo>
                    <a:pt x="2232598" y="779831"/>
                  </a:lnTo>
                  <a:lnTo>
                    <a:pt x="2233259" y="829541"/>
                  </a:lnTo>
                  <a:lnTo>
                    <a:pt x="2233919" y="889718"/>
                  </a:lnTo>
                  <a:lnTo>
                    <a:pt x="2234580" y="913007"/>
                  </a:lnTo>
                  <a:lnTo>
                    <a:pt x="2235240" y="900270"/>
                  </a:lnTo>
                  <a:lnTo>
                    <a:pt x="2235901" y="902100"/>
                  </a:lnTo>
                  <a:lnTo>
                    <a:pt x="2236561" y="889559"/>
                  </a:lnTo>
                  <a:lnTo>
                    <a:pt x="2237222" y="890994"/>
                  </a:lnTo>
                  <a:lnTo>
                    <a:pt x="2237882" y="926221"/>
                  </a:lnTo>
                  <a:lnTo>
                    <a:pt x="2238543" y="974421"/>
                  </a:lnTo>
                  <a:lnTo>
                    <a:pt x="2239203" y="1023648"/>
                  </a:lnTo>
                  <a:lnTo>
                    <a:pt x="2239864" y="1052444"/>
                  </a:lnTo>
                  <a:lnTo>
                    <a:pt x="2240524" y="1051252"/>
                  </a:lnTo>
                  <a:lnTo>
                    <a:pt x="2241185" y="1042484"/>
                  </a:lnTo>
                  <a:lnTo>
                    <a:pt x="2241845" y="1066560"/>
                  </a:lnTo>
                  <a:lnTo>
                    <a:pt x="2242506" y="1099125"/>
                  </a:lnTo>
                  <a:lnTo>
                    <a:pt x="2243167" y="1146080"/>
                  </a:lnTo>
                  <a:lnTo>
                    <a:pt x="2243827" y="1194556"/>
                  </a:lnTo>
                  <a:lnTo>
                    <a:pt x="2244488" y="1242173"/>
                  </a:lnTo>
                  <a:lnTo>
                    <a:pt x="2245148" y="1268355"/>
                  </a:lnTo>
                  <a:lnTo>
                    <a:pt x="2245809" y="1308521"/>
                  </a:lnTo>
                  <a:lnTo>
                    <a:pt x="2246469" y="1325140"/>
                  </a:lnTo>
                  <a:lnTo>
                    <a:pt x="2247130" y="1306118"/>
                  </a:lnTo>
                  <a:lnTo>
                    <a:pt x="2247790" y="1236630"/>
                  </a:lnTo>
                  <a:lnTo>
                    <a:pt x="2248451" y="1202440"/>
                  </a:lnTo>
                  <a:lnTo>
                    <a:pt x="2249111" y="1204584"/>
                  </a:lnTo>
                  <a:lnTo>
                    <a:pt x="2249772" y="1215579"/>
                  </a:lnTo>
                  <a:lnTo>
                    <a:pt x="2250432" y="1251683"/>
                  </a:lnTo>
                  <a:lnTo>
                    <a:pt x="2251093" y="1278901"/>
                  </a:lnTo>
                  <a:lnTo>
                    <a:pt x="2251753" y="1251683"/>
                  </a:lnTo>
                  <a:lnTo>
                    <a:pt x="2252414" y="1215579"/>
                  </a:lnTo>
                  <a:lnTo>
                    <a:pt x="2253075" y="1215579"/>
                  </a:lnTo>
                  <a:lnTo>
                    <a:pt x="2253735" y="1215579"/>
                  </a:lnTo>
                  <a:lnTo>
                    <a:pt x="2254396" y="1227062"/>
                  </a:lnTo>
                  <a:lnTo>
                    <a:pt x="2255056" y="1278901"/>
                  </a:lnTo>
                  <a:lnTo>
                    <a:pt x="2255717" y="1278901"/>
                  </a:lnTo>
                  <a:lnTo>
                    <a:pt x="2256377" y="1251683"/>
                  </a:lnTo>
                  <a:lnTo>
                    <a:pt x="2257038" y="1188923"/>
                  </a:lnTo>
                  <a:lnTo>
                    <a:pt x="2257698" y="1144370"/>
                  </a:lnTo>
                  <a:lnTo>
                    <a:pt x="2258359" y="1097697"/>
                  </a:lnTo>
                  <a:lnTo>
                    <a:pt x="2259019" y="1064362"/>
                  </a:lnTo>
                  <a:lnTo>
                    <a:pt x="2259680" y="1046247"/>
                  </a:lnTo>
                  <a:lnTo>
                    <a:pt x="2260340" y="1073919"/>
                  </a:lnTo>
                  <a:lnTo>
                    <a:pt x="2261001" y="1107119"/>
                  </a:lnTo>
                  <a:lnTo>
                    <a:pt x="2261661" y="1138469"/>
                  </a:lnTo>
                  <a:lnTo>
                    <a:pt x="2262322" y="1194039"/>
                  </a:lnTo>
                  <a:lnTo>
                    <a:pt x="2262982" y="1240312"/>
                  </a:lnTo>
                  <a:lnTo>
                    <a:pt x="2263643" y="1240312"/>
                  </a:lnTo>
                  <a:lnTo>
                    <a:pt x="2264304" y="1252978"/>
                  </a:lnTo>
                  <a:lnTo>
                    <a:pt x="2264964" y="1295190"/>
                  </a:lnTo>
                  <a:lnTo>
                    <a:pt x="2265625" y="1327727"/>
                  </a:lnTo>
                  <a:lnTo>
                    <a:pt x="2266285" y="1343822"/>
                  </a:lnTo>
                  <a:lnTo>
                    <a:pt x="2266946" y="1309327"/>
                  </a:lnTo>
                  <a:lnTo>
                    <a:pt x="2267606" y="1251683"/>
                  </a:lnTo>
                  <a:lnTo>
                    <a:pt x="2268267" y="1204584"/>
                  </a:lnTo>
                  <a:lnTo>
                    <a:pt x="2268927" y="1194556"/>
                  </a:lnTo>
                  <a:lnTo>
                    <a:pt x="2269588" y="1204047"/>
                  </a:lnTo>
                  <a:lnTo>
                    <a:pt x="2270248" y="1215018"/>
                  </a:lnTo>
                  <a:lnTo>
                    <a:pt x="2270909" y="1204047"/>
                  </a:lnTo>
                  <a:lnTo>
                    <a:pt x="2271569" y="1202975"/>
                  </a:lnTo>
                  <a:lnTo>
                    <a:pt x="2272230" y="1181927"/>
                  </a:lnTo>
                  <a:lnTo>
                    <a:pt x="2272890" y="1173203"/>
                  </a:lnTo>
                  <a:lnTo>
                    <a:pt x="2273551" y="1203510"/>
                  </a:lnTo>
                  <a:lnTo>
                    <a:pt x="2274212" y="1277469"/>
                  </a:lnTo>
                  <a:lnTo>
                    <a:pt x="2274872" y="1343822"/>
                  </a:lnTo>
                  <a:lnTo>
                    <a:pt x="2275533" y="1404949"/>
                  </a:lnTo>
                  <a:lnTo>
                    <a:pt x="2276193" y="1404949"/>
                  </a:lnTo>
                  <a:lnTo>
                    <a:pt x="2276854" y="1361975"/>
                  </a:lnTo>
                  <a:lnTo>
                    <a:pt x="2277514" y="1342901"/>
                  </a:lnTo>
                  <a:lnTo>
                    <a:pt x="2278175" y="1306118"/>
                  </a:lnTo>
                  <a:lnTo>
                    <a:pt x="2278835" y="1228239"/>
                  </a:lnTo>
                  <a:lnTo>
                    <a:pt x="2279496" y="1093462"/>
                  </a:lnTo>
                  <a:lnTo>
                    <a:pt x="2280156" y="986165"/>
                  </a:lnTo>
                  <a:lnTo>
                    <a:pt x="2280817" y="943651"/>
                  </a:lnTo>
                  <a:lnTo>
                    <a:pt x="2281477" y="925124"/>
                  </a:lnTo>
                  <a:lnTo>
                    <a:pt x="2282138" y="903942"/>
                  </a:lnTo>
                  <a:lnTo>
                    <a:pt x="2282798" y="900270"/>
                  </a:lnTo>
                  <a:lnTo>
                    <a:pt x="2283459" y="915104"/>
                  </a:lnTo>
                  <a:lnTo>
                    <a:pt x="2284120" y="904784"/>
                  </a:lnTo>
                  <a:lnTo>
                    <a:pt x="2284780" y="901599"/>
                  </a:lnTo>
                  <a:lnTo>
                    <a:pt x="2285441" y="929169"/>
                  </a:lnTo>
                  <a:lnTo>
                    <a:pt x="2286101" y="977754"/>
                  </a:lnTo>
                  <a:lnTo>
                    <a:pt x="2286762" y="1013178"/>
                  </a:lnTo>
                  <a:lnTo>
                    <a:pt x="2287422" y="1026874"/>
                  </a:lnTo>
                  <a:lnTo>
                    <a:pt x="2288083" y="1023381"/>
                  </a:lnTo>
                  <a:lnTo>
                    <a:pt x="2288743" y="1027145"/>
                  </a:lnTo>
                  <a:lnTo>
                    <a:pt x="2289404" y="1044793"/>
                  </a:lnTo>
                  <a:lnTo>
                    <a:pt x="2290064" y="1090677"/>
                  </a:lnTo>
                  <a:lnTo>
                    <a:pt x="2290725" y="1175116"/>
                  </a:lnTo>
                  <a:lnTo>
                    <a:pt x="2291385" y="1261557"/>
                  </a:lnTo>
                  <a:lnTo>
                    <a:pt x="2292046" y="1309327"/>
                  </a:lnTo>
                  <a:lnTo>
                    <a:pt x="2292706" y="1343822"/>
                  </a:lnTo>
                  <a:lnTo>
                    <a:pt x="2293367" y="1383643"/>
                  </a:lnTo>
                  <a:lnTo>
                    <a:pt x="2294028" y="1406121"/>
                  </a:lnTo>
                  <a:lnTo>
                    <a:pt x="2294688" y="1430742"/>
                  </a:lnTo>
                  <a:lnTo>
                    <a:pt x="2295349" y="1430742"/>
                  </a:lnTo>
                  <a:lnTo>
                    <a:pt x="2296009" y="1430742"/>
                  </a:lnTo>
                  <a:lnTo>
                    <a:pt x="2296670" y="1430742"/>
                  </a:lnTo>
                  <a:lnTo>
                    <a:pt x="2297330" y="1406121"/>
                  </a:lnTo>
                  <a:lnTo>
                    <a:pt x="2297991" y="1362966"/>
                  </a:lnTo>
                  <a:lnTo>
                    <a:pt x="2298651" y="1343822"/>
                  </a:lnTo>
                  <a:lnTo>
                    <a:pt x="2299312" y="1325999"/>
                  </a:lnTo>
                  <a:lnTo>
                    <a:pt x="2299972" y="1309327"/>
                  </a:lnTo>
                  <a:lnTo>
                    <a:pt x="2300633" y="1309327"/>
                  </a:lnTo>
                  <a:lnTo>
                    <a:pt x="2301293" y="1309327"/>
                  </a:lnTo>
                  <a:lnTo>
                    <a:pt x="2301954" y="1278901"/>
                  </a:lnTo>
                  <a:lnTo>
                    <a:pt x="2302614" y="1278901"/>
                  </a:lnTo>
                  <a:lnTo>
                    <a:pt x="2303275" y="1278901"/>
                  </a:lnTo>
                  <a:lnTo>
                    <a:pt x="2303935" y="1278901"/>
                  </a:lnTo>
                  <a:lnTo>
                    <a:pt x="2304596" y="1278901"/>
                  </a:lnTo>
                  <a:lnTo>
                    <a:pt x="2305257" y="1278901"/>
                  </a:lnTo>
                  <a:lnTo>
                    <a:pt x="2305917" y="1264933"/>
                  </a:lnTo>
                  <a:lnTo>
                    <a:pt x="2306578" y="1264933"/>
                  </a:lnTo>
                  <a:lnTo>
                    <a:pt x="2307238" y="1264933"/>
                  </a:lnTo>
                  <a:lnTo>
                    <a:pt x="2307899" y="1264933"/>
                  </a:lnTo>
                  <a:lnTo>
                    <a:pt x="2308559" y="1278901"/>
                  </a:lnTo>
                  <a:lnTo>
                    <a:pt x="2309220" y="1278901"/>
                  </a:lnTo>
                  <a:lnTo>
                    <a:pt x="2309880" y="1264933"/>
                  </a:lnTo>
                  <a:lnTo>
                    <a:pt x="2310541" y="1225306"/>
                  </a:lnTo>
                  <a:lnTo>
                    <a:pt x="2311201" y="1194556"/>
                  </a:lnTo>
                  <a:lnTo>
                    <a:pt x="2311862" y="1174636"/>
                  </a:lnTo>
                  <a:lnTo>
                    <a:pt x="2312522" y="1174636"/>
                  </a:lnTo>
                  <a:lnTo>
                    <a:pt x="2313183" y="1184404"/>
                  </a:lnTo>
                  <a:lnTo>
                    <a:pt x="2313843" y="1188923"/>
                  </a:lnTo>
                  <a:lnTo>
                    <a:pt x="2314504" y="1158384"/>
                  </a:lnTo>
                  <a:lnTo>
                    <a:pt x="2315165" y="1120369"/>
                  </a:lnTo>
                  <a:lnTo>
                    <a:pt x="2315825" y="1091024"/>
                  </a:lnTo>
                  <a:lnTo>
                    <a:pt x="2316486" y="1084180"/>
                  </a:lnTo>
                  <a:lnTo>
                    <a:pt x="2317146" y="1107119"/>
                  </a:lnTo>
                  <a:lnTo>
                    <a:pt x="2317807" y="1168480"/>
                  </a:lnTo>
                  <a:lnTo>
                    <a:pt x="2318467" y="1238465"/>
                  </a:lnTo>
                  <a:lnTo>
                    <a:pt x="2319128" y="1292907"/>
                  </a:lnTo>
                  <a:lnTo>
                    <a:pt x="2319788" y="1308521"/>
                  </a:lnTo>
                  <a:lnTo>
                    <a:pt x="2320449" y="1315867"/>
                  </a:lnTo>
                  <a:lnTo>
                    <a:pt x="2321109" y="1325999"/>
                  </a:lnTo>
                  <a:lnTo>
                    <a:pt x="2321770" y="1362966"/>
                  </a:lnTo>
                  <a:lnTo>
                    <a:pt x="2322430" y="1406121"/>
                  </a:lnTo>
                  <a:lnTo>
                    <a:pt x="2323091" y="1430742"/>
                  </a:lnTo>
                  <a:lnTo>
                    <a:pt x="2323751" y="1430742"/>
                  </a:lnTo>
                  <a:lnTo>
                    <a:pt x="2324412" y="1430742"/>
                  </a:lnTo>
                  <a:lnTo>
                    <a:pt x="2325073" y="1430742"/>
                  </a:lnTo>
                  <a:lnTo>
                    <a:pt x="2325733" y="1430742"/>
                  </a:lnTo>
                  <a:lnTo>
                    <a:pt x="2326394" y="1430742"/>
                  </a:lnTo>
                  <a:lnTo>
                    <a:pt x="2327054" y="1430742"/>
                  </a:lnTo>
                  <a:lnTo>
                    <a:pt x="2327715" y="1430742"/>
                  </a:lnTo>
                  <a:lnTo>
                    <a:pt x="2328375" y="1425627"/>
                  </a:lnTo>
                  <a:lnTo>
                    <a:pt x="2329036" y="1401466"/>
                  </a:lnTo>
                  <a:lnTo>
                    <a:pt x="2329696" y="1359022"/>
                  </a:lnTo>
                  <a:lnTo>
                    <a:pt x="2330357" y="1340158"/>
                  </a:lnTo>
                  <a:lnTo>
                    <a:pt x="2331017" y="1276046"/>
                  </a:lnTo>
                  <a:lnTo>
                    <a:pt x="2331678" y="1215579"/>
                  </a:lnTo>
                  <a:lnTo>
                    <a:pt x="2332338" y="1183907"/>
                  </a:lnTo>
                  <a:lnTo>
                    <a:pt x="2332999" y="1183907"/>
                  </a:lnTo>
                  <a:lnTo>
                    <a:pt x="2333659" y="1164763"/>
                  </a:lnTo>
                  <a:lnTo>
                    <a:pt x="2334320" y="1194039"/>
                  </a:lnTo>
                  <a:lnTo>
                    <a:pt x="2334980" y="1251683"/>
                  </a:lnTo>
                  <a:lnTo>
                    <a:pt x="2335641" y="1295956"/>
                  </a:lnTo>
                  <a:lnTo>
                    <a:pt x="2336302" y="1295956"/>
                  </a:lnTo>
                  <a:lnTo>
                    <a:pt x="2336962" y="1295956"/>
                  </a:lnTo>
                  <a:lnTo>
                    <a:pt x="2337623" y="1281062"/>
                  </a:lnTo>
                  <a:lnTo>
                    <a:pt x="2338283" y="1266981"/>
                  </a:lnTo>
                  <a:lnTo>
                    <a:pt x="2338944" y="1278901"/>
                  </a:lnTo>
                  <a:lnTo>
                    <a:pt x="2339604" y="1309327"/>
                  </a:lnTo>
                  <a:lnTo>
                    <a:pt x="2340265" y="1362966"/>
                  </a:lnTo>
                  <a:lnTo>
                    <a:pt x="2340925" y="1406121"/>
                  </a:lnTo>
                  <a:lnTo>
                    <a:pt x="2341586" y="1430742"/>
                  </a:lnTo>
                  <a:lnTo>
                    <a:pt x="2342246" y="1430742"/>
                  </a:lnTo>
                  <a:lnTo>
                    <a:pt x="2342907" y="1430742"/>
                  </a:lnTo>
                  <a:lnTo>
                    <a:pt x="2343567" y="1430742"/>
                  </a:lnTo>
                  <a:lnTo>
                    <a:pt x="2344228" y="1430742"/>
                  </a:lnTo>
                  <a:lnTo>
                    <a:pt x="2344888" y="1430742"/>
                  </a:lnTo>
                  <a:lnTo>
                    <a:pt x="2345549" y="1430742"/>
                  </a:lnTo>
                  <a:lnTo>
                    <a:pt x="2346210" y="1430742"/>
                  </a:lnTo>
                  <a:lnTo>
                    <a:pt x="2346870" y="1430742"/>
                  </a:lnTo>
                  <a:lnTo>
                    <a:pt x="2347531" y="1430742"/>
                  </a:lnTo>
                  <a:lnTo>
                    <a:pt x="2348191" y="1430742"/>
                  </a:lnTo>
                  <a:lnTo>
                    <a:pt x="2348852" y="1430742"/>
                  </a:lnTo>
                  <a:lnTo>
                    <a:pt x="2349512" y="1430742"/>
                  </a:lnTo>
                  <a:lnTo>
                    <a:pt x="2350173" y="1430742"/>
                  </a:lnTo>
                  <a:lnTo>
                    <a:pt x="2350833" y="1430742"/>
                  </a:lnTo>
                  <a:lnTo>
                    <a:pt x="2351494" y="1406121"/>
                  </a:lnTo>
                  <a:lnTo>
                    <a:pt x="2352154" y="1362966"/>
                  </a:lnTo>
                  <a:lnTo>
                    <a:pt x="2352815" y="1307718"/>
                  </a:lnTo>
                  <a:lnTo>
                    <a:pt x="2353475" y="1244047"/>
                  </a:lnTo>
                  <a:lnTo>
                    <a:pt x="2354136" y="1206204"/>
                  </a:lnTo>
                  <a:lnTo>
                    <a:pt x="2354796" y="1206204"/>
                  </a:lnTo>
                  <a:lnTo>
                    <a:pt x="2355457" y="1228829"/>
                  </a:lnTo>
                  <a:lnTo>
                    <a:pt x="2356118" y="1268355"/>
                  </a:lnTo>
                  <a:lnTo>
                    <a:pt x="2356778" y="1339250"/>
                  </a:lnTo>
                  <a:lnTo>
                    <a:pt x="2357439" y="1384722"/>
                  </a:lnTo>
                  <a:lnTo>
                    <a:pt x="2358099" y="1384722"/>
                  </a:lnTo>
                  <a:lnTo>
                    <a:pt x="2358760" y="1344746"/>
                  </a:lnTo>
                  <a:lnTo>
                    <a:pt x="2359420" y="1326862"/>
                  </a:lnTo>
                  <a:lnTo>
                    <a:pt x="2360081" y="1310136"/>
                  </a:lnTo>
                  <a:lnTo>
                    <a:pt x="2360741" y="1298266"/>
                  </a:lnTo>
                  <a:lnTo>
                    <a:pt x="2361402" y="1298266"/>
                  </a:lnTo>
                  <a:lnTo>
                    <a:pt x="2362062" y="1283242"/>
                  </a:lnTo>
                  <a:lnTo>
                    <a:pt x="2362723" y="1242796"/>
                  </a:lnTo>
                  <a:lnTo>
                    <a:pt x="2363383" y="1178499"/>
                  </a:lnTo>
                  <a:lnTo>
                    <a:pt x="2364044" y="1139723"/>
                  </a:lnTo>
                  <a:lnTo>
                    <a:pt x="2364704" y="1095571"/>
                  </a:lnTo>
                  <a:lnTo>
                    <a:pt x="2365365" y="1095571"/>
                  </a:lnTo>
                  <a:lnTo>
                    <a:pt x="2366026" y="1117664"/>
                  </a:lnTo>
                  <a:lnTo>
                    <a:pt x="2366686" y="1176561"/>
                  </a:lnTo>
                  <a:lnTo>
                    <a:pt x="2367347" y="1219540"/>
                  </a:lnTo>
                  <a:lnTo>
                    <a:pt x="2368007" y="1266297"/>
                  </a:lnTo>
                  <a:lnTo>
                    <a:pt x="2368668" y="1266297"/>
                  </a:lnTo>
                  <a:lnTo>
                    <a:pt x="2369328" y="1237852"/>
                  </a:lnTo>
                  <a:lnTo>
                    <a:pt x="2369989" y="1164763"/>
                  </a:lnTo>
                  <a:lnTo>
                    <a:pt x="2370649" y="1111210"/>
                  </a:lnTo>
                  <a:lnTo>
                    <a:pt x="2371310" y="1039627"/>
                  </a:lnTo>
                  <a:lnTo>
                    <a:pt x="2371970" y="974642"/>
                  </a:lnTo>
                  <a:lnTo>
                    <a:pt x="2372631" y="934978"/>
                  </a:lnTo>
                  <a:lnTo>
                    <a:pt x="2373291" y="930842"/>
                  </a:lnTo>
                  <a:lnTo>
                    <a:pt x="2373952" y="941893"/>
                  </a:lnTo>
                  <a:lnTo>
                    <a:pt x="2374612" y="979550"/>
                  </a:lnTo>
                  <a:lnTo>
                    <a:pt x="2375273" y="1023915"/>
                  </a:lnTo>
                  <a:lnTo>
                    <a:pt x="2375933" y="1010117"/>
                  </a:lnTo>
                  <a:lnTo>
                    <a:pt x="2376594" y="959827"/>
                  </a:lnTo>
                  <a:lnTo>
                    <a:pt x="2377255" y="892919"/>
                  </a:lnTo>
                  <a:lnTo>
                    <a:pt x="2377915" y="865444"/>
                  </a:lnTo>
                  <a:lnTo>
                    <a:pt x="2378576" y="856060"/>
                  </a:lnTo>
                  <a:lnTo>
                    <a:pt x="2379236" y="893726"/>
                  </a:lnTo>
                  <a:lnTo>
                    <a:pt x="2379897" y="955277"/>
                  </a:lnTo>
                  <a:lnTo>
                    <a:pt x="2380557" y="1052444"/>
                  </a:lnTo>
                  <a:lnTo>
                    <a:pt x="2381218" y="1086555"/>
                  </a:lnTo>
                  <a:lnTo>
                    <a:pt x="2381878" y="1081493"/>
                  </a:lnTo>
                  <a:lnTo>
                    <a:pt x="2382539" y="1039627"/>
                  </a:lnTo>
                  <a:lnTo>
                    <a:pt x="2383199" y="1018622"/>
                  </a:lnTo>
                  <a:lnTo>
                    <a:pt x="2383860" y="1018622"/>
                  </a:lnTo>
                  <a:lnTo>
                    <a:pt x="2384520" y="1056053"/>
                  </a:lnTo>
                  <a:lnTo>
                    <a:pt x="2385181" y="1117280"/>
                  </a:lnTo>
                  <a:lnTo>
                    <a:pt x="2385841" y="1195593"/>
                  </a:lnTo>
                  <a:lnTo>
                    <a:pt x="2386502" y="1260886"/>
                  </a:lnTo>
                  <a:lnTo>
                    <a:pt x="2387163" y="1289147"/>
                  </a:lnTo>
                  <a:lnTo>
                    <a:pt x="2387823" y="1274631"/>
                  </a:lnTo>
                  <a:lnTo>
                    <a:pt x="2388484" y="1274631"/>
                  </a:lnTo>
                  <a:lnTo>
                    <a:pt x="2389144" y="1260886"/>
                  </a:lnTo>
                  <a:lnTo>
                    <a:pt x="2389805" y="1251683"/>
                  </a:lnTo>
                  <a:lnTo>
                    <a:pt x="2390465" y="1264933"/>
                  </a:lnTo>
                  <a:lnTo>
                    <a:pt x="2391126" y="1239079"/>
                  </a:lnTo>
                  <a:lnTo>
                    <a:pt x="2391786" y="1215579"/>
                  </a:lnTo>
                  <a:lnTo>
                    <a:pt x="2392447" y="1194039"/>
                  </a:lnTo>
                  <a:lnTo>
                    <a:pt x="2393107" y="1164763"/>
                  </a:lnTo>
                  <a:lnTo>
                    <a:pt x="2393768" y="1107119"/>
                  </a:lnTo>
                  <a:lnTo>
                    <a:pt x="2394428" y="1066245"/>
                  </a:lnTo>
                  <a:lnTo>
                    <a:pt x="2395089" y="1016274"/>
                  </a:lnTo>
                  <a:lnTo>
                    <a:pt x="2395749" y="977754"/>
                  </a:lnTo>
                  <a:lnTo>
                    <a:pt x="2396410" y="935928"/>
                  </a:lnTo>
                  <a:lnTo>
                    <a:pt x="2397071" y="897141"/>
                  </a:lnTo>
                  <a:lnTo>
                    <a:pt x="2397731" y="872788"/>
                  </a:lnTo>
                  <a:lnTo>
                    <a:pt x="2398392" y="875032"/>
                  </a:lnTo>
                  <a:lnTo>
                    <a:pt x="2399052" y="889877"/>
                  </a:lnTo>
                  <a:lnTo>
                    <a:pt x="2399713" y="927691"/>
                  </a:lnTo>
                  <a:lnTo>
                    <a:pt x="2400373" y="1004351"/>
                  </a:lnTo>
                  <a:lnTo>
                    <a:pt x="2401034" y="1117664"/>
                  </a:lnTo>
                  <a:lnTo>
                    <a:pt x="2401694" y="1231802"/>
                  </a:lnTo>
                  <a:lnTo>
                    <a:pt x="2402355" y="1336545"/>
                  </a:lnTo>
                  <a:lnTo>
                    <a:pt x="2403015" y="1357073"/>
                  </a:lnTo>
                  <a:lnTo>
                    <a:pt x="2403676" y="1320884"/>
                  </a:lnTo>
                  <a:lnTo>
                    <a:pt x="2404336" y="1264933"/>
                  </a:lnTo>
                  <a:lnTo>
                    <a:pt x="2404997" y="1227062"/>
                  </a:lnTo>
                  <a:lnTo>
                    <a:pt x="2405657" y="1146940"/>
                  </a:lnTo>
                  <a:lnTo>
                    <a:pt x="2406318" y="1072624"/>
                  </a:lnTo>
                  <a:lnTo>
                    <a:pt x="2406978" y="997743"/>
                  </a:lnTo>
                  <a:lnTo>
                    <a:pt x="2407639" y="970260"/>
                  </a:lnTo>
                  <a:lnTo>
                    <a:pt x="2408300" y="965951"/>
                  </a:lnTo>
                  <a:lnTo>
                    <a:pt x="2408960" y="992717"/>
                  </a:lnTo>
                  <a:lnTo>
                    <a:pt x="2409621" y="1039343"/>
                  </a:lnTo>
                  <a:lnTo>
                    <a:pt x="2410281" y="1129865"/>
                  </a:lnTo>
                  <a:lnTo>
                    <a:pt x="2410942" y="1212231"/>
                  </a:lnTo>
                  <a:lnTo>
                    <a:pt x="2411602" y="1235415"/>
                  </a:lnTo>
                  <a:lnTo>
                    <a:pt x="2412263" y="1236022"/>
                  </a:lnTo>
                  <a:lnTo>
                    <a:pt x="2412923" y="1254279"/>
                  </a:lnTo>
                  <a:lnTo>
                    <a:pt x="2413584" y="1281787"/>
                  </a:lnTo>
                  <a:lnTo>
                    <a:pt x="2414244" y="1285441"/>
                  </a:lnTo>
                  <a:lnTo>
                    <a:pt x="2414905" y="1300596"/>
                  </a:lnTo>
                  <a:lnTo>
                    <a:pt x="2415565" y="1285441"/>
                  </a:lnTo>
                  <a:lnTo>
                    <a:pt x="2416226" y="1251683"/>
                  </a:lnTo>
                  <a:lnTo>
                    <a:pt x="2416886" y="1239079"/>
                  </a:lnTo>
                  <a:lnTo>
                    <a:pt x="2417547" y="1235415"/>
                  </a:lnTo>
                  <a:lnTo>
                    <a:pt x="2418208" y="1223563"/>
                  </a:lnTo>
                  <a:lnTo>
                    <a:pt x="2418868" y="1247837"/>
                  </a:lnTo>
                  <a:lnTo>
                    <a:pt x="2419529" y="1304528"/>
                  </a:lnTo>
                  <a:lnTo>
                    <a:pt x="2420189" y="1338345"/>
                  </a:lnTo>
                  <a:lnTo>
                    <a:pt x="2420850" y="1325999"/>
                  </a:lnTo>
                  <a:lnTo>
                    <a:pt x="2421510" y="1293666"/>
                  </a:lnTo>
                  <a:lnTo>
                    <a:pt x="2422171" y="1251683"/>
                  </a:lnTo>
                  <a:lnTo>
                    <a:pt x="2422831" y="1215579"/>
                  </a:lnTo>
                  <a:lnTo>
                    <a:pt x="2423492" y="1177528"/>
                  </a:lnTo>
                  <a:lnTo>
                    <a:pt x="2424152" y="1118434"/>
                  </a:lnTo>
                  <a:lnTo>
                    <a:pt x="2424813" y="1067825"/>
                  </a:lnTo>
                  <a:lnTo>
                    <a:pt x="2425473" y="1016274"/>
                  </a:lnTo>
                  <a:lnTo>
                    <a:pt x="2426134" y="974863"/>
                  </a:lnTo>
                  <a:lnTo>
                    <a:pt x="2426794" y="968959"/>
                  </a:lnTo>
                  <a:lnTo>
                    <a:pt x="2427455" y="1000415"/>
                  </a:lnTo>
                  <a:lnTo>
                    <a:pt x="2428116" y="1062182"/>
                  </a:lnTo>
                  <a:lnTo>
                    <a:pt x="2428776" y="1149972"/>
                  </a:lnTo>
                  <a:lnTo>
                    <a:pt x="2429437" y="1260886"/>
                  </a:lnTo>
                  <a:lnTo>
                    <a:pt x="2430097" y="1289147"/>
                  </a:lnTo>
                  <a:lnTo>
                    <a:pt x="2430758" y="1274631"/>
                  </a:lnTo>
                  <a:lnTo>
                    <a:pt x="2431418" y="1247837"/>
                  </a:lnTo>
                  <a:lnTo>
                    <a:pt x="2432079" y="1228829"/>
                  </a:lnTo>
                  <a:lnTo>
                    <a:pt x="2432739" y="1153922"/>
                  </a:lnTo>
                  <a:lnTo>
                    <a:pt x="2433400" y="1098410"/>
                  </a:lnTo>
                  <a:lnTo>
                    <a:pt x="2434060" y="1046539"/>
                  </a:lnTo>
                  <a:lnTo>
                    <a:pt x="2434721" y="1018884"/>
                  </a:lnTo>
                  <a:lnTo>
                    <a:pt x="2435381" y="1014206"/>
                  </a:lnTo>
                  <a:lnTo>
                    <a:pt x="2436042" y="1045083"/>
                  </a:lnTo>
                  <a:lnTo>
                    <a:pt x="2436702" y="1089296"/>
                  </a:lnTo>
                  <a:lnTo>
                    <a:pt x="2437363" y="1151282"/>
                  </a:lnTo>
                  <a:lnTo>
                    <a:pt x="2438024" y="1188923"/>
                  </a:lnTo>
                  <a:lnTo>
                    <a:pt x="2438684" y="1186905"/>
                  </a:lnTo>
                  <a:lnTo>
                    <a:pt x="2439345" y="1186905"/>
                  </a:lnTo>
                  <a:lnTo>
                    <a:pt x="2440005" y="1186905"/>
                  </a:lnTo>
                  <a:lnTo>
                    <a:pt x="2440666" y="1177528"/>
                  </a:lnTo>
                  <a:lnTo>
                    <a:pt x="2441326" y="1168012"/>
                  </a:lnTo>
                  <a:lnTo>
                    <a:pt x="2441987" y="1174158"/>
                  </a:lnTo>
                  <a:lnTo>
                    <a:pt x="2442647" y="1194039"/>
                  </a:lnTo>
                  <a:lnTo>
                    <a:pt x="2443308" y="1215579"/>
                  </a:lnTo>
                  <a:lnTo>
                    <a:pt x="2443968" y="1227062"/>
                  </a:lnTo>
                  <a:lnTo>
                    <a:pt x="2444629" y="1227062"/>
                  </a:lnTo>
                  <a:lnTo>
                    <a:pt x="2445289" y="1239079"/>
                  </a:lnTo>
                  <a:lnTo>
                    <a:pt x="2445950" y="1215579"/>
                  </a:lnTo>
                  <a:lnTo>
                    <a:pt x="2446610" y="1194039"/>
                  </a:lnTo>
                  <a:lnTo>
                    <a:pt x="2447271" y="1186403"/>
                  </a:lnTo>
                  <a:lnTo>
                    <a:pt x="2447931" y="1176561"/>
                  </a:lnTo>
                  <a:lnTo>
                    <a:pt x="2448592" y="1151282"/>
                  </a:lnTo>
                  <a:lnTo>
                    <a:pt x="2449253" y="1160191"/>
                  </a:lnTo>
                  <a:lnTo>
                    <a:pt x="2449913" y="1169417"/>
                  </a:lnTo>
                  <a:lnTo>
                    <a:pt x="2450574" y="1140561"/>
                  </a:lnTo>
                  <a:lnTo>
                    <a:pt x="2451234" y="1080825"/>
                  </a:lnTo>
                  <a:lnTo>
                    <a:pt x="2451895" y="990358"/>
                  </a:lnTo>
                  <a:lnTo>
                    <a:pt x="2452555" y="930842"/>
                  </a:lnTo>
                  <a:lnTo>
                    <a:pt x="2453216" y="905967"/>
                  </a:lnTo>
                  <a:lnTo>
                    <a:pt x="2453876" y="897797"/>
                  </a:lnTo>
                  <a:lnTo>
                    <a:pt x="2454537" y="921861"/>
                  </a:lnTo>
                  <a:lnTo>
                    <a:pt x="2455197" y="977978"/>
                  </a:lnTo>
                  <a:lnTo>
                    <a:pt x="2455858" y="1013178"/>
                  </a:lnTo>
                  <a:lnTo>
                    <a:pt x="2456518" y="1000171"/>
                  </a:lnTo>
                  <a:lnTo>
                    <a:pt x="2457179" y="948000"/>
                  </a:lnTo>
                  <a:lnTo>
                    <a:pt x="2457839" y="819167"/>
                  </a:lnTo>
                  <a:lnTo>
                    <a:pt x="2458500" y="714102"/>
                  </a:lnTo>
                  <a:lnTo>
                    <a:pt x="2459161" y="617409"/>
                  </a:lnTo>
                  <a:lnTo>
                    <a:pt x="2459821" y="554584"/>
                  </a:lnTo>
                  <a:lnTo>
                    <a:pt x="2460482" y="504267"/>
                  </a:lnTo>
                  <a:lnTo>
                    <a:pt x="2461142" y="474147"/>
                  </a:lnTo>
                  <a:lnTo>
                    <a:pt x="2461803" y="456876"/>
                  </a:lnTo>
                  <a:lnTo>
                    <a:pt x="2462463" y="440800"/>
                  </a:lnTo>
                  <a:lnTo>
                    <a:pt x="2463124" y="384098"/>
                  </a:lnTo>
                  <a:lnTo>
                    <a:pt x="2463784" y="318167"/>
                  </a:lnTo>
                  <a:lnTo>
                    <a:pt x="2464445" y="278130"/>
                  </a:lnTo>
                  <a:lnTo>
                    <a:pt x="2465105" y="253209"/>
                  </a:lnTo>
                  <a:lnTo>
                    <a:pt x="2465766" y="234430"/>
                  </a:lnTo>
                  <a:lnTo>
                    <a:pt x="2466426" y="232861"/>
                  </a:lnTo>
                  <a:lnTo>
                    <a:pt x="2467087" y="237609"/>
                  </a:lnTo>
                  <a:lnTo>
                    <a:pt x="2467747" y="226399"/>
                  </a:lnTo>
                  <a:lnTo>
                    <a:pt x="2468408" y="202624"/>
                  </a:lnTo>
                  <a:lnTo>
                    <a:pt x="2469069" y="174178"/>
                  </a:lnTo>
                  <a:lnTo>
                    <a:pt x="2469729" y="154344"/>
                  </a:lnTo>
                  <a:lnTo>
                    <a:pt x="2470390" y="147134"/>
                  </a:lnTo>
                  <a:lnTo>
                    <a:pt x="2471050" y="149787"/>
                  </a:lnTo>
                  <a:lnTo>
                    <a:pt x="2471711" y="142278"/>
                  </a:lnTo>
                  <a:lnTo>
                    <a:pt x="2472371" y="136192"/>
                  </a:lnTo>
                  <a:lnTo>
                    <a:pt x="2473032" y="128010"/>
                  </a:lnTo>
                  <a:lnTo>
                    <a:pt x="2473692" y="117801"/>
                  </a:lnTo>
                  <a:lnTo>
                    <a:pt x="2474353" y="107765"/>
                  </a:lnTo>
                  <a:lnTo>
                    <a:pt x="2475013" y="109761"/>
                  </a:lnTo>
                  <a:lnTo>
                    <a:pt x="2475674" y="113904"/>
                  </a:lnTo>
                  <a:lnTo>
                    <a:pt x="2476334" y="107433"/>
                  </a:lnTo>
                  <a:lnTo>
                    <a:pt x="2476995" y="95429"/>
                  </a:lnTo>
                  <a:lnTo>
                    <a:pt x="2477655" y="85644"/>
                  </a:lnTo>
                  <a:lnTo>
                    <a:pt x="2478316" y="82262"/>
                  </a:lnTo>
                  <a:lnTo>
                    <a:pt x="2478976" y="83088"/>
                  </a:lnTo>
                  <a:lnTo>
                    <a:pt x="2479637" y="97643"/>
                  </a:lnTo>
                  <a:lnTo>
                    <a:pt x="2480298" y="109171"/>
                  </a:lnTo>
                  <a:lnTo>
                    <a:pt x="2480958" y="107857"/>
                  </a:lnTo>
                  <a:lnTo>
                    <a:pt x="2481619" y="88268"/>
                  </a:lnTo>
                  <a:lnTo>
                    <a:pt x="2482279" y="64511"/>
                  </a:lnTo>
                  <a:lnTo>
                    <a:pt x="2482940" y="41203"/>
                  </a:lnTo>
                  <a:lnTo>
                    <a:pt x="2483600" y="28174"/>
                  </a:lnTo>
                  <a:lnTo>
                    <a:pt x="2484261" y="26053"/>
                  </a:lnTo>
                  <a:lnTo>
                    <a:pt x="2484921" y="35709"/>
                  </a:lnTo>
                  <a:lnTo>
                    <a:pt x="2485582" y="48312"/>
                  </a:lnTo>
                  <a:lnTo>
                    <a:pt x="2486242" y="63698"/>
                  </a:lnTo>
                  <a:lnTo>
                    <a:pt x="2486903" y="91520"/>
                  </a:lnTo>
                  <a:lnTo>
                    <a:pt x="2487563" y="124647"/>
                  </a:lnTo>
                  <a:lnTo>
                    <a:pt x="2488224" y="158373"/>
                  </a:lnTo>
                  <a:lnTo>
                    <a:pt x="2488884" y="197194"/>
                  </a:lnTo>
                  <a:lnTo>
                    <a:pt x="2489545" y="228347"/>
                  </a:lnTo>
                  <a:lnTo>
                    <a:pt x="2490206" y="218599"/>
                  </a:lnTo>
                  <a:lnTo>
                    <a:pt x="2490866" y="181847"/>
                  </a:lnTo>
                  <a:lnTo>
                    <a:pt x="2491527" y="132908"/>
                  </a:lnTo>
                  <a:lnTo>
                    <a:pt x="2492187" y="88361"/>
                  </a:lnTo>
                  <a:lnTo>
                    <a:pt x="2492848" y="56677"/>
                  </a:lnTo>
                  <a:lnTo>
                    <a:pt x="2493508" y="39741"/>
                  </a:lnTo>
                  <a:lnTo>
                    <a:pt x="2494169" y="28764"/>
                  </a:lnTo>
                  <a:lnTo>
                    <a:pt x="2494829" y="33589"/>
                  </a:lnTo>
                  <a:lnTo>
                    <a:pt x="2495490" y="42421"/>
                  </a:lnTo>
                  <a:lnTo>
                    <a:pt x="2496150" y="56607"/>
                  </a:lnTo>
                  <a:lnTo>
                    <a:pt x="2496811" y="65066"/>
                  </a:lnTo>
                  <a:lnTo>
                    <a:pt x="2497471" y="78821"/>
                  </a:lnTo>
                  <a:lnTo>
                    <a:pt x="2498132" y="76680"/>
                  </a:lnTo>
                  <a:lnTo>
                    <a:pt x="2498792" y="72746"/>
                  </a:lnTo>
                  <a:lnTo>
                    <a:pt x="2499453" y="64811"/>
                  </a:lnTo>
                  <a:lnTo>
                    <a:pt x="2500114" y="60976"/>
                  </a:lnTo>
                  <a:lnTo>
                    <a:pt x="2500774" y="58811"/>
                  </a:lnTo>
                  <a:lnTo>
                    <a:pt x="2501435" y="64192"/>
                  </a:lnTo>
                  <a:lnTo>
                    <a:pt x="2502095" y="73096"/>
                  </a:lnTo>
                  <a:lnTo>
                    <a:pt x="2502756" y="81649"/>
                  </a:lnTo>
                  <a:lnTo>
                    <a:pt x="2503416" y="100663"/>
                  </a:lnTo>
                  <a:lnTo>
                    <a:pt x="2504077" y="111898"/>
                  </a:lnTo>
                  <a:lnTo>
                    <a:pt x="2504737" y="120905"/>
                  </a:lnTo>
                  <a:lnTo>
                    <a:pt x="2505398" y="115273"/>
                  </a:lnTo>
                  <a:lnTo>
                    <a:pt x="2506058" y="110095"/>
                  </a:lnTo>
                  <a:lnTo>
                    <a:pt x="2506719" y="93103"/>
                  </a:lnTo>
                  <a:lnTo>
                    <a:pt x="2507379" y="78966"/>
                  </a:lnTo>
                  <a:lnTo>
                    <a:pt x="2508040" y="58556"/>
                  </a:lnTo>
                  <a:lnTo>
                    <a:pt x="2508700" y="44151"/>
                  </a:lnTo>
                  <a:lnTo>
                    <a:pt x="2509361" y="26193"/>
                  </a:lnTo>
                  <a:lnTo>
                    <a:pt x="2510022" y="14392"/>
                  </a:lnTo>
                  <a:lnTo>
                    <a:pt x="2510682" y="14634"/>
                  </a:lnTo>
                  <a:lnTo>
                    <a:pt x="2511343" y="32112"/>
                  </a:lnTo>
                  <a:lnTo>
                    <a:pt x="2512003" y="50835"/>
                  </a:lnTo>
                  <a:lnTo>
                    <a:pt x="2512664" y="61188"/>
                  </a:lnTo>
                  <a:lnTo>
                    <a:pt x="2513324" y="63055"/>
                  </a:lnTo>
                  <a:lnTo>
                    <a:pt x="2513985" y="46208"/>
                  </a:lnTo>
                  <a:lnTo>
                    <a:pt x="2514645" y="20066"/>
                  </a:lnTo>
                  <a:lnTo>
                    <a:pt x="2515306" y="5435"/>
                  </a:lnTo>
                  <a:lnTo>
                    <a:pt x="2515966" y="752"/>
                  </a:lnTo>
                  <a:lnTo>
                    <a:pt x="2516627" y="0"/>
                  </a:lnTo>
                  <a:lnTo>
                    <a:pt x="2517287" y="13572"/>
                  </a:lnTo>
                  <a:lnTo>
                    <a:pt x="2517948" y="41769"/>
                  </a:lnTo>
                  <a:lnTo>
                    <a:pt x="2518608" y="76468"/>
                  </a:lnTo>
                  <a:lnTo>
                    <a:pt x="2519269" y="122345"/>
                  </a:lnTo>
                  <a:lnTo>
                    <a:pt x="2519929" y="176411"/>
                  </a:lnTo>
                  <a:lnTo>
                    <a:pt x="2520590" y="221301"/>
                  </a:lnTo>
                  <a:lnTo>
                    <a:pt x="2521251" y="230309"/>
                  </a:lnTo>
                  <a:lnTo>
                    <a:pt x="2521911" y="210041"/>
                  </a:lnTo>
                  <a:lnTo>
                    <a:pt x="2522572" y="167876"/>
                  </a:lnTo>
                  <a:lnTo>
                    <a:pt x="2523232" y="126787"/>
                  </a:lnTo>
                  <a:lnTo>
                    <a:pt x="2523893" y="90278"/>
                  </a:lnTo>
                  <a:lnTo>
                    <a:pt x="2524553" y="67984"/>
                  </a:lnTo>
                  <a:lnTo>
                    <a:pt x="2525214" y="52460"/>
                  </a:lnTo>
                  <a:lnTo>
                    <a:pt x="2525874" y="47078"/>
                  </a:lnTo>
                  <a:lnTo>
                    <a:pt x="2526535" y="44857"/>
                  </a:lnTo>
                  <a:lnTo>
                    <a:pt x="2527195" y="52753"/>
                  </a:lnTo>
                  <a:lnTo>
                    <a:pt x="2527856" y="64857"/>
                  </a:lnTo>
                  <a:lnTo>
                    <a:pt x="2528516" y="75480"/>
                  </a:lnTo>
                  <a:lnTo>
                    <a:pt x="2529177" y="86800"/>
                  </a:lnTo>
                  <a:lnTo>
                    <a:pt x="2529837" y="109699"/>
                  </a:lnTo>
                  <a:lnTo>
                    <a:pt x="2530498" y="141645"/>
                  </a:lnTo>
                  <a:lnTo>
                    <a:pt x="2531159" y="173611"/>
                  </a:lnTo>
                  <a:lnTo>
                    <a:pt x="2531819" y="222188"/>
                  </a:lnTo>
                  <a:lnTo>
                    <a:pt x="2532480" y="275874"/>
                  </a:lnTo>
                  <a:lnTo>
                    <a:pt x="2533140" y="327399"/>
                  </a:lnTo>
                  <a:lnTo>
                    <a:pt x="2533801" y="366407"/>
                  </a:lnTo>
                  <a:lnTo>
                    <a:pt x="2534461" y="400827"/>
                  </a:lnTo>
                  <a:lnTo>
                    <a:pt x="2535122" y="409653"/>
                  </a:lnTo>
                  <a:lnTo>
                    <a:pt x="2535782" y="434935"/>
                  </a:lnTo>
                  <a:lnTo>
                    <a:pt x="2536443" y="457891"/>
                  </a:lnTo>
                  <a:lnTo>
                    <a:pt x="2537103" y="473225"/>
                  </a:lnTo>
                  <a:lnTo>
                    <a:pt x="2537764" y="511891"/>
                  </a:lnTo>
                  <a:lnTo>
                    <a:pt x="2538424" y="593242"/>
                  </a:lnTo>
                  <a:lnTo>
                    <a:pt x="2539085" y="683577"/>
                  </a:lnTo>
                  <a:lnTo>
                    <a:pt x="2539745" y="762251"/>
                  </a:lnTo>
                  <a:lnTo>
                    <a:pt x="2540406" y="811769"/>
                  </a:lnTo>
                  <a:lnTo>
                    <a:pt x="2541067" y="846062"/>
                  </a:lnTo>
                  <a:lnTo>
                    <a:pt x="2541727" y="893081"/>
                  </a:lnTo>
                  <a:lnTo>
                    <a:pt x="2542388" y="940341"/>
                  </a:lnTo>
                  <a:lnTo>
                    <a:pt x="2543048" y="1017837"/>
                  </a:lnTo>
                  <a:lnTo>
                    <a:pt x="2543709" y="1109342"/>
                  </a:lnTo>
                  <a:lnTo>
                    <a:pt x="2544369" y="1134747"/>
                  </a:lnTo>
                  <a:lnTo>
                    <a:pt x="2545030" y="1127059"/>
                  </a:lnTo>
                  <a:lnTo>
                    <a:pt x="2545690" y="1132701"/>
                  </a:lnTo>
                  <a:lnTo>
                    <a:pt x="2546351" y="1158384"/>
                  </a:lnTo>
                  <a:lnTo>
                    <a:pt x="2547011" y="1197157"/>
                  </a:lnTo>
                  <a:lnTo>
                    <a:pt x="2547672" y="1252330"/>
                  </a:lnTo>
                  <a:lnTo>
                    <a:pt x="2548332" y="1293666"/>
                  </a:lnTo>
                  <a:lnTo>
                    <a:pt x="2548993" y="1278901"/>
                  </a:lnTo>
                  <a:lnTo>
                    <a:pt x="2549653" y="1243421"/>
                  </a:lnTo>
                  <a:lnTo>
                    <a:pt x="2550314" y="1208379"/>
                  </a:lnTo>
                  <a:lnTo>
                    <a:pt x="2550974" y="1177528"/>
                  </a:lnTo>
                  <a:lnTo>
                    <a:pt x="2551635" y="1119981"/>
                  </a:lnTo>
                  <a:lnTo>
                    <a:pt x="2552296" y="1038492"/>
                  </a:lnTo>
                  <a:lnTo>
                    <a:pt x="2552956" y="947204"/>
                  </a:lnTo>
                  <a:lnTo>
                    <a:pt x="2553617" y="828535"/>
                  </a:lnTo>
                  <a:lnTo>
                    <a:pt x="2554277" y="730232"/>
                  </a:lnTo>
                  <a:lnTo>
                    <a:pt x="2554938" y="675955"/>
                  </a:lnTo>
                  <a:lnTo>
                    <a:pt x="2555598" y="643766"/>
                  </a:lnTo>
                  <a:lnTo>
                    <a:pt x="2556259" y="624775"/>
                  </a:lnTo>
                  <a:lnTo>
                    <a:pt x="2556919" y="603962"/>
                  </a:lnTo>
                  <a:lnTo>
                    <a:pt x="2557580" y="578381"/>
                  </a:lnTo>
                  <a:lnTo>
                    <a:pt x="2558240" y="529422"/>
                  </a:lnTo>
                  <a:lnTo>
                    <a:pt x="2558901" y="480137"/>
                  </a:lnTo>
                  <a:lnTo>
                    <a:pt x="2559561" y="434771"/>
                  </a:lnTo>
                  <a:lnTo>
                    <a:pt x="2560222" y="396454"/>
                  </a:lnTo>
                  <a:lnTo>
                    <a:pt x="2560882" y="349713"/>
                  </a:lnTo>
                  <a:lnTo>
                    <a:pt x="2561543" y="316658"/>
                  </a:lnTo>
                  <a:lnTo>
                    <a:pt x="2562204" y="294277"/>
                  </a:lnTo>
                  <a:lnTo>
                    <a:pt x="2562864" y="289435"/>
                  </a:lnTo>
                  <a:lnTo>
                    <a:pt x="2563525" y="289871"/>
                  </a:lnTo>
                  <a:lnTo>
                    <a:pt x="2564185" y="296684"/>
                  </a:lnTo>
                  <a:lnTo>
                    <a:pt x="2564846" y="308952"/>
                  </a:lnTo>
                  <a:lnTo>
                    <a:pt x="2565506" y="327417"/>
                  </a:lnTo>
                  <a:lnTo>
                    <a:pt x="2566167" y="351390"/>
                  </a:lnTo>
                  <a:lnTo>
                    <a:pt x="2566827" y="395020"/>
                  </a:lnTo>
                  <a:lnTo>
                    <a:pt x="2567488" y="469071"/>
                  </a:lnTo>
                  <a:lnTo>
                    <a:pt x="2568148" y="561455"/>
                  </a:lnTo>
                  <a:lnTo>
                    <a:pt x="2568809" y="658156"/>
                  </a:lnTo>
                  <a:lnTo>
                    <a:pt x="2569469" y="703366"/>
                  </a:lnTo>
                  <a:lnTo>
                    <a:pt x="2570130" y="695973"/>
                  </a:lnTo>
                  <a:lnTo>
                    <a:pt x="2570790" y="684869"/>
                  </a:lnTo>
                  <a:lnTo>
                    <a:pt x="2571451" y="677910"/>
                  </a:lnTo>
                  <a:lnTo>
                    <a:pt x="2572112" y="671270"/>
                  </a:lnTo>
                  <a:lnTo>
                    <a:pt x="2572772" y="662938"/>
                  </a:lnTo>
                  <a:lnTo>
                    <a:pt x="2573433" y="653907"/>
                  </a:lnTo>
                  <a:lnTo>
                    <a:pt x="2574093" y="652888"/>
                  </a:lnTo>
                  <a:lnTo>
                    <a:pt x="2574754" y="655123"/>
                  </a:lnTo>
                  <a:lnTo>
                    <a:pt x="2575414" y="675539"/>
                  </a:lnTo>
                  <a:lnTo>
                    <a:pt x="2576075" y="714990"/>
                  </a:lnTo>
                  <a:lnTo>
                    <a:pt x="2576735" y="786145"/>
                  </a:lnTo>
                  <a:lnTo>
                    <a:pt x="2577396" y="867042"/>
                  </a:lnTo>
                  <a:lnTo>
                    <a:pt x="2578056" y="962554"/>
                  </a:lnTo>
                  <a:lnTo>
                    <a:pt x="2578717" y="1053641"/>
                  </a:lnTo>
                  <a:lnTo>
                    <a:pt x="2579377" y="1140982"/>
                  </a:lnTo>
                  <a:lnTo>
                    <a:pt x="2580038" y="1186905"/>
                  </a:lnTo>
                  <a:lnTo>
                    <a:pt x="2580698" y="1174636"/>
                  </a:lnTo>
                  <a:lnTo>
                    <a:pt x="2581359" y="1147371"/>
                  </a:lnTo>
                  <a:lnTo>
                    <a:pt x="2582020" y="1125866"/>
                  </a:lnTo>
                  <a:lnTo>
                    <a:pt x="2582680" y="1123103"/>
                  </a:lnTo>
                  <a:lnTo>
                    <a:pt x="2583341" y="1139304"/>
                  </a:lnTo>
                  <a:lnTo>
                    <a:pt x="2584001" y="1184902"/>
                  </a:lnTo>
                  <a:lnTo>
                    <a:pt x="2584662" y="1252978"/>
                  </a:lnTo>
                  <a:lnTo>
                    <a:pt x="2585322" y="1343822"/>
                  </a:lnTo>
                  <a:lnTo>
                    <a:pt x="2585983" y="1406121"/>
                  </a:lnTo>
                  <a:lnTo>
                    <a:pt x="2586643" y="1383643"/>
                  </a:lnTo>
                  <a:lnTo>
                    <a:pt x="2587304" y="1309327"/>
                  </a:lnTo>
                  <a:lnTo>
                    <a:pt x="2587964" y="1239079"/>
                  </a:lnTo>
                  <a:lnTo>
                    <a:pt x="2588625" y="1204584"/>
                  </a:lnTo>
                  <a:lnTo>
                    <a:pt x="2589285" y="1146940"/>
                  </a:lnTo>
                  <a:lnTo>
                    <a:pt x="2589946" y="1094866"/>
                  </a:lnTo>
                  <a:lnTo>
                    <a:pt x="2590606" y="1055750"/>
                  </a:lnTo>
                  <a:lnTo>
                    <a:pt x="2591267" y="1043925"/>
                  </a:lnTo>
                  <a:lnTo>
                    <a:pt x="2591927" y="1027145"/>
                  </a:lnTo>
                  <a:lnTo>
                    <a:pt x="2592588" y="1043925"/>
                  </a:lnTo>
                  <a:lnTo>
                    <a:pt x="2593249" y="1073919"/>
                  </a:lnTo>
                  <a:lnTo>
                    <a:pt x="2593909" y="1116131"/>
                  </a:lnTo>
                  <a:lnTo>
                    <a:pt x="2594570" y="1131888"/>
                  </a:lnTo>
                  <a:lnTo>
                    <a:pt x="2595230" y="1166615"/>
                  </a:lnTo>
                  <a:lnTo>
                    <a:pt x="2595891" y="1176078"/>
                  </a:lnTo>
                  <a:lnTo>
                    <a:pt x="2596551" y="1158834"/>
                  </a:lnTo>
                  <a:lnTo>
                    <a:pt x="2597212" y="1117280"/>
                  </a:lnTo>
                  <a:lnTo>
                    <a:pt x="2597872" y="1109715"/>
                  </a:lnTo>
                  <a:lnTo>
                    <a:pt x="2598533" y="1088265"/>
                  </a:lnTo>
                  <a:lnTo>
                    <a:pt x="2599193" y="1084180"/>
                  </a:lnTo>
                  <a:lnTo>
                    <a:pt x="2599854" y="1117664"/>
                  </a:lnTo>
                  <a:lnTo>
                    <a:pt x="2600514" y="1178013"/>
                  </a:lnTo>
                  <a:lnTo>
                    <a:pt x="2601175" y="1208926"/>
                  </a:lnTo>
                  <a:lnTo>
                    <a:pt x="2601835" y="1197681"/>
                  </a:lnTo>
                  <a:lnTo>
                    <a:pt x="2602496" y="1138053"/>
                  </a:lnTo>
                  <a:lnTo>
                    <a:pt x="2603157" y="1030689"/>
                  </a:lnTo>
                  <a:lnTo>
                    <a:pt x="2603817" y="963399"/>
                  </a:lnTo>
                  <a:lnTo>
                    <a:pt x="2604478" y="932902"/>
                  </a:lnTo>
                  <a:lnTo>
                    <a:pt x="2605138" y="898454"/>
                  </a:lnTo>
                  <a:lnTo>
                    <a:pt x="2605799" y="861707"/>
                  </a:lnTo>
                  <a:lnTo>
                    <a:pt x="2606459" y="865300"/>
                  </a:lnTo>
                  <a:lnTo>
                    <a:pt x="2607120" y="883277"/>
                  </a:lnTo>
                  <a:lnTo>
                    <a:pt x="2607780" y="902768"/>
                  </a:lnTo>
                  <a:lnTo>
                    <a:pt x="2608441" y="947402"/>
                  </a:lnTo>
                  <a:lnTo>
                    <a:pt x="2609101" y="990593"/>
                  </a:lnTo>
                  <a:lnTo>
                    <a:pt x="2609762" y="994143"/>
                  </a:lnTo>
                  <a:lnTo>
                    <a:pt x="2610422" y="989421"/>
                  </a:lnTo>
                  <a:lnTo>
                    <a:pt x="2611083" y="994859"/>
                  </a:lnTo>
                  <a:lnTo>
                    <a:pt x="2611743" y="995817"/>
                  </a:lnTo>
                  <a:lnTo>
                    <a:pt x="2612404" y="1026334"/>
                  </a:lnTo>
                  <a:lnTo>
                    <a:pt x="2613065" y="1060944"/>
                  </a:lnTo>
                  <a:lnTo>
                    <a:pt x="2613725" y="1080160"/>
                  </a:lnTo>
                  <a:lnTo>
                    <a:pt x="2614386" y="1071335"/>
                  </a:lnTo>
                  <a:lnTo>
                    <a:pt x="2615046" y="1087237"/>
                  </a:lnTo>
                  <a:lnTo>
                    <a:pt x="2615707" y="1116131"/>
                  </a:lnTo>
                  <a:lnTo>
                    <a:pt x="2616367" y="1196114"/>
                  </a:lnTo>
                  <a:lnTo>
                    <a:pt x="2617028" y="1296723"/>
                  </a:lnTo>
                  <a:lnTo>
                    <a:pt x="2617688" y="1343822"/>
                  </a:lnTo>
                  <a:lnTo>
                    <a:pt x="2618349" y="1278901"/>
                  </a:lnTo>
                  <a:lnTo>
                    <a:pt x="2619009" y="1215579"/>
                  </a:lnTo>
                  <a:lnTo>
                    <a:pt x="2619670" y="1177044"/>
                  </a:lnTo>
                  <a:lnTo>
                    <a:pt x="2620330" y="1154365"/>
                  </a:lnTo>
                  <a:lnTo>
                    <a:pt x="2620991" y="1098767"/>
                  </a:lnTo>
                  <a:lnTo>
                    <a:pt x="2621651" y="1056356"/>
                  </a:lnTo>
                  <a:lnTo>
                    <a:pt x="2622312" y="1018622"/>
                  </a:lnTo>
                  <a:lnTo>
                    <a:pt x="2622972" y="1001884"/>
                  </a:lnTo>
                  <a:lnTo>
                    <a:pt x="2623633" y="999197"/>
                  </a:lnTo>
                  <a:lnTo>
                    <a:pt x="2624294" y="1035678"/>
                  </a:lnTo>
                  <a:lnTo>
                    <a:pt x="2624954" y="1081159"/>
                  </a:lnTo>
                  <a:lnTo>
                    <a:pt x="2625615" y="1120758"/>
                  </a:lnTo>
                  <a:lnTo>
                    <a:pt x="2626275" y="1058793"/>
                  </a:lnTo>
                  <a:lnTo>
                    <a:pt x="2626936" y="989421"/>
                  </a:lnTo>
                  <a:lnTo>
                    <a:pt x="2627596" y="954050"/>
                  </a:lnTo>
                  <a:lnTo>
                    <a:pt x="2628257" y="946014"/>
                  </a:lnTo>
                  <a:lnTo>
                    <a:pt x="2628917" y="963188"/>
                  </a:lnTo>
                  <a:lnTo>
                    <a:pt x="2629578" y="1034283"/>
                  </a:lnTo>
                  <a:lnTo>
                    <a:pt x="2630238" y="1137638"/>
                  </a:lnTo>
                  <a:lnTo>
                    <a:pt x="2630899" y="1227062"/>
                  </a:lnTo>
                  <a:lnTo>
                    <a:pt x="2631559" y="1278901"/>
                  </a:lnTo>
                  <a:lnTo>
                    <a:pt x="2632220" y="1309327"/>
                  </a:lnTo>
                  <a:lnTo>
                    <a:pt x="2632880" y="1331218"/>
                  </a:lnTo>
                  <a:lnTo>
                    <a:pt x="2633541" y="1343822"/>
                  </a:lnTo>
                  <a:lnTo>
                    <a:pt x="2634202" y="1362966"/>
                  </a:lnTo>
                  <a:lnTo>
                    <a:pt x="2634862" y="1406121"/>
                  </a:lnTo>
                  <a:lnTo>
                    <a:pt x="2635523" y="1430742"/>
                  </a:lnTo>
                  <a:lnTo>
                    <a:pt x="2636183" y="1406121"/>
                  </a:lnTo>
                  <a:lnTo>
                    <a:pt x="2636844" y="1362966"/>
                  </a:lnTo>
                  <a:lnTo>
                    <a:pt x="2637504" y="1343822"/>
                  </a:lnTo>
                  <a:lnTo>
                    <a:pt x="2638165" y="1343822"/>
                  </a:lnTo>
                  <a:lnTo>
                    <a:pt x="2638825" y="1343822"/>
                  </a:lnTo>
                  <a:lnTo>
                    <a:pt x="2639486" y="1362966"/>
                  </a:lnTo>
                  <a:lnTo>
                    <a:pt x="2640146" y="1362966"/>
                  </a:lnTo>
                  <a:lnTo>
                    <a:pt x="2640807" y="1305322"/>
                  </a:lnTo>
                  <a:lnTo>
                    <a:pt x="2641467" y="1224143"/>
                  </a:lnTo>
                  <a:lnTo>
                    <a:pt x="2642128" y="1181435"/>
                  </a:lnTo>
                  <a:lnTo>
                    <a:pt x="2642788" y="1162467"/>
                  </a:lnTo>
                  <a:lnTo>
                    <a:pt x="2643449" y="1171777"/>
                  </a:lnTo>
                  <a:lnTo>
                    <a:pt x="2644110" y="1215579"/>
                  </a:lnTo>
                  <a:lnTo>
                    <a:pt x="2644770" y="1293666"/>
                  </a:lnTo>
                  <a:lnTo>
                    <a:pt x="2645431" y="1362966"/>
                  </a:lnTo>
                  <a:lnTo>
                    <a:pt x="2646091" y="1406121"/>
                  </a:lnTo>
                  <a:lnTo>
                    <a:pt x="2646752" y="1430742"/>
                  </a:lnTo>
                  <a:lnTo>
                    <a:pt x="2647412" y="1430742"/>
                  </a:lnTo>
                  <a:lnTo>
                    <a:pt x="2648073" y="1430742"/>
                  </a:lnTo>
                  <a:lnTo>
                    <a:pt x="2648733" y="1430742"/>
                  </a:lnTo>
                  <a:lnTo>
                    <a:pt x="2649394" y="1430742"/>
                  </a:lnTo>
                  <a:lnTo>
                    <a:pt x="2650054" y="1430742"/>
                  </a:lnTo>
                  <a:lnTo>
                    <a:pt x="2650715" y="1430742"/>
                  </a:lnTo>
                  <a:lnTo>
                    <a:pt x="2651375" y="1430742"/>
                  </a:lnTo>
                  <a:lnTo>
                    <a:pt x="2652036" y="1430742"/>
                  </a:lnTo>
                  <a:lnTo>
                    <a:pt x="2652696" y="1406121"/>
                  </a:lnTo>
                  <a:lnTo>
                    <a:pt x="2653357" y="1362966"/>
                  </a:lnTo>
                  <a:lnTo>
                    <a:pt x="2654018" y="1343822"/>
                  </a:lnTo>
                  <a:lnTo>
                    <a:pt x="2654678" y="1343822"/>
                  </a:lnTo>
                  <a:lnTo>
                    <a:pt x="2655339" y="1343822"/>
                  </a:lnTo>
                  <a:lnTo>
                    <a:pt x="2655999" y="1362966"/>
                  </a:lnTo>
                  <a:lnTo>
                    <a:pt x="2656660" y="1406121"/>
                  </a:lnTo>
                  <a:lnTo>
                    <a:pt x="2657320" y="1406121"/>
                  </a:lnTo>
                  <a:lnTo>
                    <a:pt x="2657981" y="1371040"/>
                  </a:lnTo>
                  <a:lnTo>
                    <a:pt x="2658641" y="1299817"/>
                  </a:lnTo>
                  <a:lnTo>
                    <a:pt x="2659302" y="1256902"/>
                  </a:lnTo>
                  <a:lnTo>
                    <a:pt x="2659962" y="1231802"/>
                  </a:lnTo>
                  <a:lnTo>
                    <a:pt x="2660623" y="1208926"/>
                  </a:lnTo>
                  <a:lnTo>
                    <a:pt x="2661283" y="1183907"/>
                  </a:lnTo>
                  <a:lnTo>
                    <a:pt x="2661944" y="1204584"/>
                  </a:lnTo>
                  <a:lnTo>
                    <a:pt x="2662604" y="1227062"/>
                  </a:lnTo>
                  <a:lnTo>
                    <a:pt x="2663265" y="1227062"/>
                  </a:lnTo>
                  <a:lnTo>
                    <a:pt x="2663925" y="1229421"/>
                  </a:lnTo>
                  <a:lnTo>
                    <a:pt x="2664586" y="1241551"/>
                  </a:lnTo>
                  <a:lnTo>
                    <a:pt x="2665247" y="1196114"/>
                  </a:lnTo>
                  <a:lnTo>
                    <a:pt x="2665907" y="1157485"/>
                  </a:lnTo>
                  <a:lnTo>
                    <a:pt x="2666568" y="1148668"/>
                  </a:lnTo>
                  <a:lnTo>
                    <a:pt x="2667228" y="1146940"/>
                  </a:lnTo>
                  <a:lnTo>
                    <a:pt x="2667889" y="1164763"/>
                  </a:lnTo>
                  <a:lnTo>
                    <a:pt x="2668549" y="1215579"/>
                  </a:lnTo>
                  <a:lnTo>
                    <a:pt x="2669210" y="1251683"/>
                  </a:lnTo>
                  <a:lnTo>
                    <a:pt x="2669870" y="1264933"/>
                  </a:lnTo>
                  <a:lnTo>
                    <a:pt x="2670531" y="1291397"/>
                  </a:lnTo>
                  <a:lnTo>
                    <a:pt x="2671191" y="1249753"/>
                  </a:lnTo>
                  <a:lnTo>
                    <a:pt x="2671852" y="1192493"/>
                  </a:lnTo>
                  <a:lnTo>
                    <a:pt x="2672512" y="1171303"/>
                  </a:lnTo>
                  <a:lnTo>
                    <a:pt x="2673173" y="1153039"/>
                  </a:lnTo>
                  <a:lnTo>
                    <a:pt x="2673833" y="1145652"/>
                  </a:lnTo>
                  <a:lnTo>
                    <a:pt x="2674494" y="1157037"/>
                  </a:lnTo>
                  <a:lnTo>
                    <a:pt x="2675155" y="1175597"/>
                  </a:lnTo>
                  <a:lnTo>
                    <a:pt x="2675815" y="1158384"/>
                  </a:lnTo>
                  <a:lnTo>
                    <a:pt x="2676476" y="1167546"/>
                  </a:lnTo>
                  <a:lnTo>
                    <a:pt x="2677136" y="1177044"/>
                  </a:lnTo>
                  <a:lnTo>
                    <a:pt x="2677797" y="1175116"/>
                  </a:lnTo>
                  <a:lnTo>
                    <a:pt x="2678457" y="1156590"/>
                  </a:lnTo>
                  <a:lnTo>
                    <a:pt x="2679118" y="1107858"/>
                  </a:lnTo>
                  <a:lnTo>
                    <a:pt x="2679778" y="1029320"/>
                  </a:lnTo>
                  <a:lnTo>
                    <a:pt x="2680439" y="856899"/>
                  </a:lnTo>
                  <a:lnTo>
                    <a:pt x="2681099" y="728011"/>
                  </a:lnTo>
                  <a:lnTo>
                    <a:pt x="2681760" y="647662"/>
                  </a:lnTo>
                  <a:lnTo>
                    <a:pt x="2682420" y="608795"/>
                  </a:lnTo>
                  <a:lnTo>
                    <a:pt x="2683081" y="594761"/>
                  </a:lnTo>
                  <a:lnTo>
                    <a:pt x="2683741" y="621769"/>
                  </a:lnTo>
                  <a:lnTo>
                    <a:pt x="2684402" y="689078"/>
                  </a:lnTo>
                  <a:lnTo>
                    <a:pt x="2685063" y="786358"/>
                  </a:lnTo>
                  <a:lnTo>
                    <a:pt x="2685723" y="903942"/>
                  </a:lnTo>
                  <a:lnTo>
                    <a:pt x="2686384" y="1014980"/>
                  </a:lnTo>
                  <a:lnTo>
                    <a:pt x="2687044" y="1135569"/>
                  </a:lnTo>
                  <a:lnTo>
                    <a:pt x="2687705" y="1211677"/>
                  </a:lnTo>
                  <a:lnTo>
                    <a:pt x="2688365" y="1273926"/>
                  </a:lnTo>
                  <a:lnTo>
                    <a:pt x="2689026" y="1234205"/>
                  </a:lnTo>
                  <a:lnTo>
                    <a:pt x="2689686" y="1200314"/>
                  </a:lnTo>
                  <a:lnTo>
                    <a:pt x="2690347" y="1189938"/>
                  </a:lnTo>
                  <a:lnTo>
                    <a:pt x="2691007" y="1161099"/>
                  </a:lnTo>
                  <a:lnTo>
                    <a:pt x="2691668" y="1127059"/>
                  </a:lnTo>
                  <a:lnTo>
                    <a:pt x="2692328" y="1114607"/>
                  </a:lnTo>
                  <a:lnTo>
                    <a:pt x="2692989" y="1119593"/>
                  </a:lnTo>
                  <a:lnTo>
                    <a:pt x="2693649" y="1083506"/>
                  </a:lnTo>
                  <a:lnTo>
                    <a:pt x="2694310" y="1075220"/>
                  </a:lnTo>
                  <a:lnTo>
                    <a:pt x="2694970" y="1078172"/>
                  </a:lnTo>
                  <a:lnTo>
                    <a:pt x="2695631" y="1103091"/>
                  </a:lnTo>
                  <a:lnTo>
                    <a:pt x="2696292" y="1098410"/>
                  </a:lnTo>
                  <a:lnTo>
                    <a:pt x="2696952" y="1111585"/>
                  </a:lnTo>
                  <a:lnTo>
                    <a:pt x="2697613" y="1121147"/>
                  </a:lnTo>
                  <a:lnTo>
                    <a:pt x="2698273" y="1133517"/>
                  </a:lnTo>
                  <a:lnTo>
                    <a:pt x="2698934" y="1133926"/>
                  </a:lnTo>
                  <a:lnTo>
                    <a:pt x="2699594" y="1150844"/>
                  </a:lnTo>
                  <a:lnTo>
                    <a:pt x="2700255" y="1182421"/>
                  </a:lnTo>
                  <a:lnTo>
                    <a:pt x="2700915" y="1225306"/>
                  </a:lnTo>
                  <a:lnTo>
                    <a:pt x="2701576" y="1237240"/>
                  </a:lnTo>
                  <a:lnTo>
                    <a:pt x="2702236" y="1241551"/>
                  </a:lnTo>
                  <a:lnTo>
                    <a:pt x="2702897" y="1262228"/>
                  </a:lnTo>
                  <a:lnTo>
                    <a:pt x="2703557" y="1287658"/>
                  </a:lnTo>
                  <a:lnTo>
                    <a:pt x="2704218" y="1287658"/>
                  </a:lnTo>
                  <a:lnTo>
                    <a:pt x="2704878" y="1302948"/>
                  </a:lnTo>
                  <a:lnTo>
                    <a:pt x="2705539" y="1319201"/>
                  </a:lnTo>
                  <a:lnTo>
                    <a:pt x="2706200" y="1325999"/>
                  </a:lnTo>
                  <a:lnTo>
                    <a:pt x="2706860" y="1343822"/>
                  </a:lnTo>
                  <a:lnTo>
                    <a:pt x="2707521" y="1362966"/>
                  </a:lnTo>
                  <a:lnTo>
                    <a:pt x="2708181" y="1383643"/>
                  </a:lnTo>
                  <a:lnTo>
                    <a:pt x="2708842" y="1406121"/>
                  </a:lnTo>
                  <a:lnTo>
                    <a:pt x="2709502" y="1430742"/>
                  </a:lnTo>
                  <a:lnTo>
                    <a:pt x="2710163" y="1430742"/>
                  </a:lnTo>
                  <a:lnTo>
                    <a:pt x="2710823" y="1406121"/>
                  </a:lnTo>
                  <a:lnTo>
                    <a:pt x="2711484" y="1362966"/>
                  </a:lnTo>
                  <a:lnTo>
                    <a:pt x="2712144" y="1343822"/>
                  </a:lnTo>
                  <a:lnTo>
                    <a:pt x="2712805" y="1325999"/>
                  </a:lnTo>
                  <a:lnTo>
                    <a:pt x="2713465" y="1293666"/>
                  </a:lnTo>
                  <a:lnTo>
                    <a:pt x="2714126" y="1278901"/>
                  </a:lnTo>
                  <a:lnTo>
                    <a:pt x="2714786" y="1293666"/>
                  </a:lnTo>
                  <a:lnTo>
                    <a:pt x="2715447" y="1309327"/>
                  </a:lnTo>
                  <a:lnTo>
                    <a:pt x="2716108" y="1309327"/>
                  </a:lnTo>
                  <a:lnTo>
                    <a:pt x="2716768" y="1309327"/>
                  </a:lnTo>
                  <a:lnTo>
                    <a:pt x="2717429" y="1278901"/>
                  </a:lnTo>
                  <a:lnTo>
                    <a:pt x="2718089" y="1215579"/>
                  </a:lnTo>
                  <a:lnTo>
                    <a:pt x="2718750" y="1146940"/>
                  </a:lnTo>
                  <a:lnTo>
                    <a:pt x="2719410" y="1121147"/>
                  </a:lnTo>
                  <a:lnTo>
                    <a:pt x="2720071" y="1121147"/>
                  </a:lnTo>
                  <a:lnTo>
                    <a:pt x="2720731" y="1145652"/>
                  </a:lnTo>
                  <a:lnTo>
                    <a:pt x="2721392" y="1202975"/>
                  </a:lnTo>
                  <a:lnTo>
                    <a:pt x="2722052" y="1291397"/>
                  </a:lnTo>
                  <a:lnTo>
                    <a:pt x="2722713" y="1362966"/>
                  </a:lnTo>
                  <a:lnTo>
                    <a:pt x="2723373" y="1406121"/>
                  </a:lnTo>
                  <a:lnTo>
                    <a:pt x="2724034" y="1430742"/>
                  </a:lnTo>
                  <a:lnTo>
                    <a:pt x="2724694" y="1430742"/>
                  </a:lnTo>
                  <a:lnTo>
                    <a:pt x="2725355" y="1362966"/>
                  </a:lnTo>
                  <a:lnTo>
                    <a:pt x="2726016" y="1288402"/>
                  </a:lnTo>
                  <a:lnTo>
                    <a:pt x="2726676" y="1207289"/>
                  </a:lnTo>
                  <a:lnTo>
                    <a:pt x="2727337" y="1122319"/>
                  </a:lnTo>
                  <a:lnTo>
                    <a:pt x="2727997" y="1060020"/>
                  </a:lnTo>
                  <a:lnTo>
                    <a:pt x="2728658" y="1014980"/>
                  </a:lnTo>
                  <a:lnTo>
                    <a:pt x="2729318" y="978202"/>
                  </a:lnTo>
                  <a:lnTo>
                    <a:pt x="2729979" y="964459"/>
                  </a:lnTo>
                  <a:lnTo>
                    <a:pt x="2730639" y="986396"/>
                  </a:lnTo>
                  <a:lnTo>
                    <a:pt x="2731300" y="1010625"/>
                  </a:lnTo>
                  <a:lnTo>
                    <a:pt x="2731960" y="1048885"/>
                  </a:lnTo>
                  <a:lnTo>
                    <a:pt x="2732621" y="1115749"/>
                  </a:lnTo>
                  <a:lnTo>
                    <a:pt x="2733281" y="1190957"/>
                  </a:lnTo>
                  <a:lnTo>
                    <a:pt x="2733942" y="1227062"/>
                  </a:lnTo>
                  <a:lnTo>
                    <a:pt x="2734602" y="1251683"/>
                  </a:lnTo>
                  <a:lnTo>
                    <a:pt x="2735263" y="1278901"/>
                  </a:lnTo>
                  <a:lnTo>
                    <a:pt x="2735923" y="1293666"/>
                  </a:lnTo>
                  <a:lnTo>
                    <a:pt x="2736584" y="1293666"/>
                  </a:lnTo>
                  <a:lnTo>
                    <a:pt x="2737245" y="1293666"/>
                  </a:lnTo>
                  <a:lnTo>
                    <a:pt x="2737905" y="1325999"/>
                  </a:lnTo>
                  <a:lnTo>
                    <a:pt x="2738566" y="1362966"/>
                  </a:lnTo>
                  <a:lnTo>
                    <a:pt x="2739226" y="1362966"/>
                  </a:lnTo>
                  <a:lnTo>
                    <a:pt x="2739887" y="1343822"/>
                  </a:lnTo>
                  <a:lnTo>
                    <a:pt x="2740547" y="1343822"/>
                  </a:lnTo>
                  <a:lnTo>
                    <a:pt x="2741208" y="1343822"/>
                  </a:lnTo>
                  <a:lnTo>
                    <a:pt x="2741868" y="1343822"/>
                  </a:lnTo>
                  <a:lnTo>
                    <a:pt x="2742529" y="1362966"/>
                  </a:lnTo>
                  <a:lnTo>
                    <a:pt x="2743189" y="1406121"/>
                  </a:lnTo>
                  <a:lnTo>
                    <a:pt x="2743850" y="1430742"/>
                  </a:lnTo>
                  <a:lnTo>
                    <a:pt x="2744510" y="1430742"/>
                  </a:lnTo>
                  <a:lnTo>
                    <a:pt x="2745171" y="1430742"/>
                  </a:lnTo>
                  <a:lnTo>
                    <a:pt x="2745831" y="1362966"/>
                  </a:lnTo>
                  <a:lnTo>
                    <a:pt x="2746492" y="1258887"/>
                  </a:lnTo>
                  <a:lnTo>
                    <a:pt x="2747153" y="1180453"/>
                  </a:lnTo>
                  <a:lnTo>
                    <a:pt x="2747813" y="1158384"/>
                  </a:lnTo>
                  <a:lnTo>
                    <a:pt x="2748474" y="1158384"/>
                  </a:lnTo>
                  <a:lnTo>
                    <a:pt x="2749134" y="1186905"/>
                  </a:lnTo>
                  <a:lnTo>
                    <a:pt x="2749795" y="1248474"/>
                  </a:lnTo>
                  <a:lnTo>
                    <a:pt x="2750455" y="1303737"/>
                  </a:lnTo>
                  <a:lnTo>
                    <a:pt x="2751116" y="1278901"/>
                  </a:lnTo>
                  <a:lnTo>
                    <a:pt x="2751776" y="1227062"/>
                  </a:lnTo>
                  <a:lnTo>
                    <a:pt x="2752437" y="1193523"/>
                  </a:lnTo>
                  <a:lnTo>
                    <a:pt x="2753097" y="1173680"/>
                  </a:lnTo>
                  <a:lnTo>
                    <a:pt x="2753758" y="1146510"/>
                  </a:lnTo>
                  <a:lnTo>
                    <a:pt x="2754418" y="1138053"/>
                  </a:lnTo>
                  <a:lnTo>
                    <a:pt x="2755079" y="1161099"/>
                  </a:lnTo>
                  <a:lnTo>
                    <a:pt x="2755739" y="1180453"/>
                  </a:lnTo>
                  <a:lnTo>
                    <a:pt x="2756400" y="1205663"/>
                  </a:lnTo>
                  <a:lnTo>
                    <a:pt x="2757061" y="1280340"/>
                  </a:lnTo>
                  <a:lnTo>
                    <a:pt x="2757721" y="1364961"/>
                  </a:lnTo>
                  <a:lnTo>
                    <a:pt x="2758382" y="1393517"/>
                  </a:lnTo>
                  <a:lnTo>
                    <a:pt x="2759042" y="1416911"/>
                  </a:lnTo>
                  <a:lnTo>
                    <a:pt x="2759703" y="1430742"/>
                  </a:lnTo>
                  <a:lnTo>
                    <a:pt x="2760363" y="1430742"/>
                  </a:lnTo>
                  <a:lnTo>
                    <a:pt x="2761024" y="1430742"/>
                  </a:lnTo>
                  <a:lnTo>
                    <a:pt x="2761684" y="1430742"/>
                  </a:lnTo>
                  <a:lnTo>
                    <a:pt x="2762345" y="1430742"/>
                  </a:lnTo>
                  <a:lnTo>
                    <a:pt x="2763005" y="1406121"/>
                  </a:lnTo>
                  <a:lnTo>
                    <a:pt x="2763666" y="1325999"/>
                  </a:lnTo>
                  <a:lnTo>
                    <a:pt x="2764326" y="1194039"/>
                  </a:lnTo>
                  <a:lnTo>
                    <a:pt x="2764987" y="1099841"/>
                  </a:lnTo>
                  <a:lnTo>
                    <a:pt x="2765647" y="1072624"/>
                  </a:lnTo>
                  <a:lnTo>
                    <a:pt x="2766308" y="1079164"/>
                  </a:lnTo>
                  <a:lnTo>
                    <a:pt x="2766968" y="1107119"/>
                  </a:lnTo>
                  <a:lnTo>
                    <a:pt x="2767629" y="1194039"/>
                  </a:lnTo>
                  <a:lnTo>
                    <a:pt x="2768290" y="1343822"/>
                  </a:lnTo>
                  <a:lnTo>
                    <a:pt x="2768950" y="1430742"/>
                  </a:lnTo>
                  <a:lnTo>
                    <a:pt x="2769611" y="1430742"/>
                  </a:lnTo>
                  <a:lnTo>
                    <a:pt x="2770271" y="1430742"/>
                  </a:lnTo>
                  <a:lnTo>
                    <a:pt x="2770932" y="1430742"/>
                  </a:lnTo>
                  <a:lnTo>
                    <a:pt x="2771592" y="1430742"/>
                  </a:lnTo>
                  <a:lnTo>
                    <a:pt x="2772253" y="1406121"/>
                  </a:lnTo>
                  <a:lnTo>
                    <a:pt x="2772913" y="1383643"/>
                  </a:lnTo>
                  <a:lnTo>
                    <a:pt x="2773574" y="1353217"/>
                  </a:lnTo>
                  <a:lnTo>
                    <a:pt x="2774234" y="1317529"/>
                  </a:lnTo>
                  <a:lnTo>
                    <a:pt x="2774895" y="1276757"/>
                  </a:lnTo>
                  <a:lnTo>
                    <a:pt x="2775555" y="1262902"/>
                  </a:lnTo>
                  <a:lnTo>
                    <a:pt x="2776216" y="1262902"/>
                  </a:lnTo>
                  <a:lnTo>
                    <a:pt x="2776876" y="1283973"/>
                  </a:lnTo>
                  <a:lnTo>
                    <a:pt x="2777537" y="1315041"/>
                  </a:lnTo>
                  <a:lnTo>
                    <a:pt x="2778198" y="1362966"/>
                  </a:lnTo>
                  <a:lnTo>
                    <a:pt x="2778858" y="1406121"/>
                  </a:lnTo>
                  <a:lnTo>
                    <a:pt x="2779519" y="1430742"/>
                  </a:lnTo>
                  <a:lnTo>
                    <a:pt x="2780179" y="1430742"/>
                  </a:lnTo>
                  <a:lnTo>
                    <a:pt x="2780840" y="1430742"/>
                  </a:lnTo>
                  <a:lnTo>
                    <a:pt x="2781500" y="1430742"/>
                  </a:lnTo>
                  <a:lnTo>
                    <a:pt x="2782161" y="1430742"/>
                  </a:lnTo>
                  <a:lnTo>
                    <a:pt x="2782821" y="1430742"/>
                  </a:lnTo>
                  <a:lnTo>
                    <a:pt x="2783482" y="1430742"/>
                  </a:lnTo>
                  <a:lnTo>
                    <a:pt x="2784142" y="1430742"/>
                  </a:lnTo>
                  <a:lnTo>
                    <a:pt x="2784803" y="1430742"/>
                  </a:lnTo>
                  <a:lnTo>
                    <a:pt x="2785463" y="1383643"/>
                  </a:lnTo>
                  <a:lnTo>
                    <a:pt x="2786124" y="1325999"/>
                  </a:lnTo>
                  <a:lnTo>
                    <a:pt x="2786784" y="1239079"/>
                  </a:lnTo>
                  <a:lnTo>
                    <a:pt x="2787445" y="1174158"/>
                  </a:lnTo>
                  <a:lnTo>
                    <a:pt x="2788106" y="1138469"/>
                  </a:lnTo>
                  <a:lnTo>
                    <a:pt x="2788766" y="1138469"/>
                  </a:lnTo>
                  <a:lnTo>
                    <a:pt x="2789427" y="1146940"/>
                  </a:lnTo>
                  <a:lnTo>
                    <a:pt x="2790087" y="1204584"/>
                  </a:lnTo>
                  <a:lnTo>
                    <a:pt x="2790748" y="1278901"/>
                  </a:lnTo>
                  <a:lnTo>
                    <a:pt x="2791408" y="1343822"/>
                  </a:lnTo>
                  <a:lnTo>
                    <a:pt x="2792069" y="1383643"/>
                  </a:lnTo>
                  <a:lnTo>
                    <a:pt x="2792729" y="1430742"/>
                  </a:lnTo>
                  <a:lnTo>
                    <a:pt x="2793390" y="1430742"/>
                  </a:lnTo>
                  <a:lnTo>
                    <a:pt x="2794050" y="1430742"/>
                  </a:lnTo>
                  <a:lnTo>
                    <a:pt x="2794711" y="1430742"/>
                  </a:lnTo>
                  <a:lnTo>
                    <a:pt x="2795371" y="1430742"/>
                  </a:lnTo>
                  <a:lnTo>
                    <a:pt x="2796032" y="1430742"/>
                  </a:lnTo>
                  <a:lnTo>
                    <a:pt x="2796692" y="1430742"/>
                  </a:lnTo>
                  <a:lnTo>
                    <a:pt x="2797353" y="1406121"/>
                  </a:lnTo>
                  <a:lnTo>
                    <a:pt x="2798014" y="1362966"/>
                  </a:lnTo>
                  <a:lnTo>
                    <a:pt x="2798674" y="1343822"/>
                  </a:lnTo>
                  <a:lnTo>
                    <a:pt x="2799335" y="1309327"/>
                  </a:lnTo>
                  <a:lnTo>
                    <a:pt x="2799995" y="1251683"/>
                  </a:lnTo>
                  <a:lnTo>
                    <a:pt x="2800656" y="1164763"/>
                  </a:lnTo>
                  <a:lnTo>
                    <a:pt x="2801316" y="1107119"/>
                  </a:lnTo>
                  <a:lnTo>
                    <a:pt x="2801977" y="1072624"/>
                  </a:lnTo>
                  <a:lnTo>
                    <a:pt x="2802637" y="1072624"/>
                  </a:lnTo>
                  <a:lnTo>
                    <a:pt x="2803298" y="1099841"/>
                  </a:lnTo>
                  <a:lnTo>
                    <a:pt x="2803958" y="1174158"/>
                  </a:lnTo>
                  <a:lnTo>
                    <a:pt x="2804619" y="1278901"/>
                  </a:lnTo>
                  <a:lnTo>
                    <a:pt x="2805279" y="1383643"/>
                  </a:lnTo>
                  <a:lnTo>
                    <a:pt x="2805940" y="1406121"/>
                  </a:lnTo>
                  <a:lnTo>
                    <a:pt x="2806600" y="1362966"/>
                  </a:lnTo>
                  <a:lnTo>
                    <a:pt x="2807261" y="1343822"/>
                  </a:lnTo>
                  <a:lnTo>
                    <a:pt x="2807921" y="1301378"/>
                  </a:lnTo>
                  <a:lnTo>
                    <a:pt x="2808582" y="1233001"/>
                  </a:lnTo>
                  <a:lnTo>
                    <a:pt x="2809243" y="1188923"/>
                  </a:lnTo>
                  <a:lnTo>
                    <a:pt x="2809903" y="1169417"/>
                  </a:lnTo>
                  <a:lnTo>
                    <a:pt x="2810564" y="1142670"/>
                  </a:lnTo>
                  <a:lnTo>
                    <a:pt x="2811224" y="1114607"/>
                  </a:lnTo>
                  <a:lnTo>
                    <a:pt x="2811885" y="1114607"/>
                  </a:lnTo>
                  <a:lnTo>
                    <a:pt x="2812545" y="1138469"/>
                  </a:lnTo>
                  <a:lnTo>
                    <a:pt x="2813206" y="1173203"/>
                  </a:lnTo>
                  <a:lnTo>
                    <a:pt x="2813866" y="1214458"/>
                  </a:lnTo>
                  <a:lnTo>
                    <a:pt x="2814527" y="1250395"/>
                  </a:lnTo>
                  <a:lnTo>
                    <a:pt x="2815187" y="1277469"/>
                  </a:lnTo>
                  <a:lnTo>
                    <a:pt x="2815848" y="1252978"/>
                  </a:lnTo>
                  <a:lnTo>
                    <a:pt x="2816508" y="1229421"/>
                  </a:lnTo>
                  <a:lnTo>
                    <a:pt x="2817169" y="1196114"/>
                  </a:lnTo>
                  <a:lnTo>
                    <a:pt x="2817829" y="1206746"/>
                  </a:lnTo>
                  <a:lnTo>
                    <a:pt x="2818490" y="1206746"/>
                  </a:lnTo>
                  <a:lnTo>
                    <a:pt x="2819151" y="1227062"/>
                  </a:lnTo>
                  <a:lnTo>
                    <a:pt x="2819811" y="1216141"/>
                  </a:lnTo>
                  <a:lnTo>
                    <a:pt x="2820472" y="1239695"/>
                  </a:lnTo>
                  <a:lnTo>
                    <a:pt x="2821132" y="1254279"/>
                  </a:lnTo>
                  <a:lnTo>
                    <a:pt x="2821793" y="1217835"/>
                  </a:lnTo>
                  <a:lnTo>
                    <a:pt x="2822453" y="1116131"/>
                  </a:lnTo>
                  <a:lnTo>
                    <a:pt x="2823114" y="1048885"/>
                  </a:lnTo>
                  <a:lnTo>
                    <a:pt x="2823774" y="979550"/>
                  </a:lnTo>
                  <a:lnTo>
                    <a:pt x="2824435" y="937454"/>
                  </a:lnTo>
                  <a:lnTo>
                    <a:pt x="2825095" y="926221"/>
                  </a:lnTo>
                  <a:lnTo>
                    <a:pt x="2825756" y="951613"/>
                  </a:lnTo>
                  <a:lnTo>
                    <a:pt x="2826416" y="995577"/>
                  </a:lnTo>
                  <a:lnTo>
                    <a:pt x="2827077" y="1045665"/>
                  </a:lnTo>
                  <a:lnTo>
                    <a:pt x="2827737" y="1078172"/>
                  </a:lnTo>
                  <a:lnTo>
                    <a:pt x="2828398" y="1105647"/>
                  </a:lnTo>
                  <a:lnTo>
                    <a:pt x="2829059" y="1123889"/>
                  </a:lnTo>
                  <a:lnTo>
                    <a:pt x="2829719" y="1123889"/>
                  </a:lnTo>
                  <a:lnTo>
                    <a:pt x="2830380" y="1148668"/>
                  </a:lnTo>
                  <a:lnTo>
                    <a:pt x="2831040" y="1193523"/>
                  </a:lnTo>
                  <a:lnTo>
                    <a:pt x="2831701" y="1239079"/>
                  </a:lnTo>
                  <a:lnTo>
                    <a:pt x="2832361" y="1233602"/>
                  </a:lnTo>
                  <a:lnTo>
                    <a:pt x="2833022" y="1201907"/>
                  </a:lnTo>
                  <a:lnTo>
                    <a:pt x="2833682" y="1181435"/>
                  </a:lnTo>
                  <a:lnTo>
                    <a:pt x="2834343" y="1171777"/>
                  </a:lnTo>
                  <a:lnTo>
                    <a:pt x="2835003" y="1153480"/>
                  </a:lnTo>
                  <a:lnTo>
                    <a:pt x="2835664" y="1123889"/>
                  </a:lnTo>
                  <a:lnTo>
                    <a:pt x="2836324" y="1099841"/>
                  </a:lnTo>
                  <a:lnTo>
                    <a:pt x="2836985" y="1099841"/>
                  </a:lnTo>
                  <a:lnTo>
                    <a:pt x="2837645" y="1085874"/>
                  </a:lnTo>
                  <a:lnTo>
                    <a:pt x="2838306" y="1079164"/>
                  </a:lnTo>
                  <a:lnTo>
                    <a:pt x="2838966" y="1130268"/>
                  </a:lnTo>
                  <a:lnTo>
                    <a:pt x="2839627" y="1194039"/>
                  </a:lnTo>
                  <a:lnTo>
                    <a:pt x="2840288" y="1183907"/>
                  </a:lnTo>
                  <a:lnTo>
                    <a:pt x="2840948" y="1143094"/>
                  </a:lnTo>
                  <a:lnTo>
                    <a:pt x="2841609" y="1109342"/>
                  </a:lnTo>
                  <a:lnTo>
                    <a:pt x="2842269" y="1061872"/>
                  </a:lnTo>
                  <a:lnTo>
                    <a:pt x="2842930" y="1038210"/>
                  </a:lnTo>
                  <a:lnTo>
                    <a:pt x="2843590" y="1032618"/>
                  </a:lnTo>
                  <a:lnTo>
                    <a:pt x="2844251" y="1058487"/>
                  </a:lnTo>
                  <a:lnTo>
                    <a:pt x="2844911" y="1101641"/>
                  </a:lnTo>
                  <a:lnTo>
                    <a:pt x="2845572" y="1140561"/>
                  </a:lnTo>
                  <a:lnTo>
                    <a:pt x="2846232" y="1167080"/>
                  </a:lnTo>
                  <a:lnTo>
                    <a:pt x="2846893" y="1207289"/>
                  </a:lnTo>
                  <a:lnTo>
                    <a:pt x="2847553" y="1207289"/>
                  </a:lnTo>
                  <a:lnTo>
                    <a:pt x="2848214" y="1173203"/>
                  </a:lnTo>
                  <a:lnTo>
                    <a:pt x="2848874" y="1160191"/>
                  </a:lnTo>
                  <a:lnTo>
                    <a:pt x="2849535" y="1134336"/>
                  </a:lnTo>
                  <a:lnTo>
                    <a:pt x="2850196" y="1089296"/>
                  </a:lnTo>
                  <a:lnTo>
                    <a:pt x="2850856" y="1050955"/>
                  </a:lnTo>
                  <a:lnTo>
                    <a:pt x="2851517" y="1017315"/>
                  </a:lnTo>
                  <a:lnTo>
                    <a:pt x="2852177" y="989655"/>
                  </a:lnTo>
                  <a:lnTo>
                    <a:pt x="2852838" y="987788"/>
                  </a:lnTo>
                  <a:lnTo>
                    <a:pt x="2853498" y="1004351"/>
                  </a:lnTo>
                  <a:lnTo>
                    <a:pt x="2854159" y="1024987"/>
                  </a:lnTo>
                  <a:lnTo>
                    <a:pt x="2854819" y="1037363"/>
                  </a:lnTo>
                  <a:lnTo>
                    <a:pt x="2855480" y="1067192"/>
                  </a:lnTo>
                  <a:lnTo>
                    <a:pt x="2856140" y="1103818"/>
                  </a:lnTo>
                  <a:lnTo>
                    <a:pt x="2856801" y="1131076"/>
                  </a:lnTo>
                  <a:lnTo>
                    <a:pt x="2857461" y="1165687"/>
                  </a:lnTo>
                  <a:lnTo>
                    <a:pt x="2858122" y="1239079"/>
                  </a:lnTo>
                  <a:lnTo>
                    <a:pt x="2858782" y="1293666"/>
                  </a:lnTo>
                  <a:lnTo>
                    <a:pt x="2859443" y="1309327"/>
                  </a:lnTo>
                  <a:lnTo>
                    <a:pt x="2860104" y="1309327"/>
                  </a:lnTo>
                  <a:lnTo>
                    <a:pt x="2860764" y="1325999"/>
                  </a:lnTo>
                  <a:lnTo>
                    <a:pt x="2861425" y="1362966"/>
                  </a:lnTo>
                  <a:lnTo>
                    <a:pt x="2862085" y="1383643"/>
                  </a:lnTo>
                  <a:lnTo>
                    <a:pt x="2862746" y="1383643"/>
                  </a:lnTo>
                  <a:lnTo>
                    <a:pt x="2863406" y="1406121"/>
                  </a:lnTo>
                  <a:lnTo>
                    <a:pt x="2864067" y="1430742"/>
                  </a:lnTo>
                  <a:lnTo>
                    <a:pt x="2864727" y="1430742"/>
                  </a:lnTo>
                  <a:lnTo>
                    <a:pt x="2865388" y="1430742"/>
                  </a:lnTo>
                  <a:lnTo>
                    <a:pt x="2866048" y="1430742"/>
                  </a:lnTo>
                  <a:lnTo>
                    <a:pt x="2866709" y="1430742"/>
                  </a:lnTo>
                  <a:lnTo>
                    <a:pt x="2867369" y="1430742"/>
                  </a:lnTo>
                  <a:lnTo>
                    <a:pt x="2868030" y="1430742"/>
                  </a:lnTo>
                  <a:lnTo>
                    <a:pt x="2868690" y="1430742"/>
                  </a:lnTo>
                  <a:lnTo>
                    <a:pt x="2869351" y="1430742"/>
                  </a:lnTo>
                  <a:lnTo>
                    <a:pt x="2870012" y="1430742"/>
                  </a:lnTo>
                  <a:lnTo>
                    <a:pt x="2870672" y="1430742"/>
                  </a:lnTo>
                  <a:lnTo>
                    <a:pt x="2871333" y="1406121"/>
                  </a:lnTo>
                  <a:lnTo>
                    <a:pt x="2871993" y="1383643"/>
                  </a:lnTo>
                  <a:lnTo>
                    <a:pt x="2872654" y="1343822"/>
                  </a:lnTo>
                  <a:lnTo>
                    <a:pt x="2873314" y="1325999"/>
                  </a:lnTo>
                  <a:lnTo>
                    <a:pt x="2873975" y="1320884"/>
                  </a:lnTo>
                  <a:lnTo>
                    <a:pt x="2874635" y="1304528"/>
                  </a:lnTo>
                  <a:lnTo>
                    <a:pt x="2875296" y="1289147"/>
                  </a:lnTo>
                  <a:lnTo>
                    <a:pt x="2875956" y="1304528"/>
                  </a:lnTo>
                  <a:lnTo>
                    <a:pt x="2876617" y="1320884"/>
                  </a:lnTo>
                  <a:lnTo>
                    <a:pt x="2877277" y="1325999"/>
                  </a:lnTo>
                  <a:lnTo>
                    <a:pt x="2877938" y="1362966"/>
                  </a:lnTo>
                  <a:lnTo>
                    <a:pt x="2878598" y="1406121"/>
                  </a:lnTo>
                  <a:lnTo>
                    <a:pt x="2879259" y="1430742"/>
                  </a:lnTo>
                  <a:lnTo>
                    <a:pt x="2879919" y="1430742"/>
                  </a:lnTo>
                  <a:lnTo>
                    <a:pt x="2880580" y="1430742"/>
                  </a:lnTo>
                  <a:lnTo>
                    <a:pt x="2881241" y="1430742"/>
                  </a:lnTo>
                  <a:lnTo>
                    <a:pt x="2881901" y="1430742"/>
                  </a:lnTo>
                  <a:lnTo>
                    <a:pt x="2882562" y="1430742"/>
                  </a:lnTo>
                  <a:lnTo>
                    <a:pt x="2883222" y="1406121"/>
                  </a:lnTo>
                  <a:lnTo>
                    <a:pt x="2883883" y="1362966"/>
                  </a:lnTo>
                  <a:lnTo>
                    <a:pt x="2884543" y="1343822"/>
                  </a:lnTo>
                  <a:lnTo>
                    <a:pt x="2885204" y="1343822"/>
                  </a:lnTo>
                  <a:lnTo>
                    <a:pt x="2885864" y="1343822"/>
                  </a:lnTo>
                  <a:lnTo>
                    <a:pt x="2886525" y="1362966"/>
                  </a:lnTo>
                  <a:lnTo>
                    <a:pt x="2887185" y="1406121"/>
                  </a:lnTo>
                  <a:lnTo>
                    <a:pt x="2887846" y="1430742"/>
                  </a:lnTo>
                  <a:lnTo>
                    <a:pt x="2888506" y="1362966"/>
                  </a:lnTo>
                  <a:lnTo>
                    <a:pt x="2889167" y="1278901"/>
                  </a:lnTo>
                  <a:lnTo>
                    <a:pt x="2889827" y="1194039"/>
                  </a:lnTo>
                  <a:lnTo>
                    <a:pt x="2890488" y="1146940"/>
                  </a:lnTo>
                  <a:lnTo>
                    <a:pt x="2891149" y="1104548"/>
                  </a:lnTo>
                  <a:lnTo>
                    <a:pt x="2891809" y="1097342"/>
                  </a:lnTo>
                  <a:lnTo>
                    <a:pt x="2892470" y="1111961"/>
                  </a:lnTo>
                  <a:lnTo>
                    <a:pt x="2893130" y="1161554"/>
                  </a:lnTo>
                  <a:lnTo>
                    <a:pt x="2893791" y="1211677"/>
                  </a:lnTo>
                  <a:lnTo>
                    <a:pt x="2894451" y="1278901"/>
                  </a:lnTo>
                  <a:lnTo>
                    <a:pt x="2895112" y="1343822"/>
                  </a:lnTo>
                  <a:lnTo>
                    <a:pt x="2895772" y="1406121"/>
                  </a:lnTo>
                  <a:lnTo>
                    <a:pt x="2896433" y="1430742"/>
                  </a:lnTo>
                  <a:lnTo>
                    <a:pt x="2897093" y="1430742"/>
                  </a:lnTo>
                  <a:lnTo>
                    <a:pt x="2897754" y="1430742"/>
                  </a:lnTo>
                  <a:lnTo>
                    <a:pt x="2898414" y="1430742"/>
                  </a:lnTo>
                  <a:lnTo>
                    <a:pt x="2899075" y="1430742"/>
                  </a:lnTo>
                  <a:lnTo>
                    <a:pt x="2899735" y="1430742"/>
                  </a:lnTo>
                  <a:lnTo>
                    <a:pt x="2900396" y="1430742"/>
                  </a:lnTo>
                  <a:lnTo>
                    <a:pt x="2901057" y="1430742"/>
                  </a:lnTo>
                  <a:lnTo>
                    <a:pt x="2901717" y="1430742"/>
                  </a:lnTo>
                  <a:lnTo>
                    <a:pt x="2902378" y="1430742"/>
                  </a:lnTo>
                  <a:lnTo>
                    <a:pt x="2903038" y="1430742"/>
                  </a:lnTo>
                  <a:lnTo>
                    <a:pt x="2903699" y="1430742"/>
                  </a:lnTo>
                  <a:lnTo>
                    <a:pt x="2904359" y="1406121"/>
                  </a:lnTo>
                  <a:lnTo>
                    <a:pt x="2905020" y="1383643"/>
                  </a:lnTo>
                  <a:lnTo>
                    <a:pt x="2905680" y="1343822"/>
                  </a:lnTo>
                  <a:lnTo>
                    <a:pt x="2906341" y="1325999"/>
                  </a:lnTo>
                  <a:lnTo>
                    <a:pt x="2907001" y="1309327"/>
                  </a:lnTo>
                  <a:lnTo>
                    <a:pt x="2907662" y="1325999"/>
                  </a:lnTo>
                  <a:lnTo>
                    <a:pt x="2908322" y="1343822"/>
                  </a:lnTo>
                  <a:lnTo>
                    <a:pt x="2908983" y="1383643"/>
                  </a:lnTo>
                  <a:lnTo>
                    <a:pt x="2909643" y="1406121"/>
                  </a:lnTo>
                  <a:lnTo>
                    <a:pt x="2910304" y="1430742"/>
                  </a:lnTo>
                  <a:lnTo>
                    <a:pt x="2910964" y="1430742"/>
                  </a:lnTo>
                  <a:lnTo>
                    <a:pt x="2911625" y="1430742"/>
                  </a:lnTo>
                  <a:lnTo>
                    <a:pt x="2912286" y="1430742"/>
                  </a:lnTo>
                  <a:lnTo>
                    <a:pt x="2912946" y="1430742"/>
                  </a:lnTo>
                  <a:lnTo>
                    <a:pt x="2913607" y="1430742"/>
                  </a:lnTo>
                  <a:lnTo>
                    <a:pt x="2914267" y="1430742"/>
                  </a:lnTo>
                  <a:lnTo>
                    <a:pt x="2914928" y="1430742"/>
                  </a:lnTo>
                  <a:lnTo>
                    <a:pt x="2915588" y="1430742"/>
                  </a:lnTo>
                  <a:lnTo>
                    <a:pt x="2916249" y="1406121"/>
                  </a:lnTo>
                  <a:lnTo>
                    <a:pt x="2916909" y="1383643"/>
                  </a:lnTo>
                  <a:lnTo>
                    <a:pt x="2917570" y="1343822"/>
                  </a:lnTo>
                  <a:lnTo>
                    <a:pt x="2918230" y="1325999"/>
                  </a:lnTo>
                  <a:lnTo>
                    <a:pt x="2918891" y="1325999"/>
                  </a:lnTo>
                  <a:lnTo>
                    <a:pt x="2919551" y="1343822"/>
                  </a:lnTo>
                  <a:lnTo>
                    <a:pt x="2920212" y="1362966"/>
                  </a:lnTo>
                  <a:lnTo>
                    <a:pt x="2920872" y="1406121"/>
                  </a:lnTo>
                  <a:lnTo>
                    <a:pt x="2921533" y="1425627"/>
                  </a:lnTo>
                  <a:lnTo>
                    <a:pt x="2922194" y="1379374"/>
                  </a:lnTo>
                  <a:lnTo>
                    <a:pt x="2922854" y="1340158"/>
                  </a:lnTo>
                  <a:lnTo>
                    <a:pt x="2923515" y="1340158"/>
                  </a:lnTo>
                  <a:lnTo>
                    <a:pt x="2924175" y="1340158"/>
                  </a:lnTo>
                  <a:lnTo>
                    <a:pt x="2924836" y="1343822"/>
                  </a:lnTo>
                  <a:lnTo>
                    <a:pt x="2925496" y="1383643"/>
                  </a:lnTo>
                  <a:lnTo>
                    <a:pt x="2926157" y="1430742"/>
                  </a:lnTo>
                  <a:lnTo>
                    <a:pt x="2926817" y="1430742"/>
                  </a:lnTo>
                  <a:lnTo>
                    <a:pt x="2927478" y="1430742"/>
                  </a:lnTo>
                  <a:lnTo>
                    <a:pt x="2928138" y="1430742"/>
                  </a:lnTo>
                  <a:lnTo>
                    <a:pt x="2928799" y="1430742"/>
                  </a:lnTo>
                  <a:lnTo>
                    <a:pt x="2929459" y="1430742"/>
                  </a:lnTo>
                  <a:lnTo>
                    <a:pt x="2930120" y="1421855"/>
                  </a:lnTo>
                  <a:lnTo>
                    <a:pt x="2930780" y="1398029"/>
                  </a:lnTo>
                  <a:lnTo>
                    <a:pt x="2931441" y="1356103"/>
                  </a:lnTo>
                  <a:lnTo>
                    <a:pt x="2932102" y="1337443"/>
                  </a:lnTo>
                  <a:lnTo>
                    <a:pt x="2932762" y="1320041"/>
                  </a:lnTo>
                  <a:lnTo>
                    <a:pt x="2933423" y="1325999"/>
                  </a:lnTo>
                  <a:lnTo>
                    <a:pt x="2934083" y="1343822"/>
                  </a:lnTo>
                  <a:lnTo>
                    <a:pt x="2934744" y="1383643"/>
                  </a:lnTo>
                  <a:lnTo>
                    <a:pt x="2935404" y="1406121"/>
                  </a:lnTo>
                  <a:lnTo>
                    <a:pt x="2936065" y="1430742"/>
                  </a:lnTo>
                  <a:lnTo>
                    <a:pt x="2936725" y="1430742"/>
                  </a:lnTo>
                  <a:lnTo>
                    <a:pt x="2937386" y="1430742"/>
                  </a:lnTo>
                  <a:lnTo>
                    <a:pt x="2938046" y="1430742"/>
                  </a:lnTo>
                  <a:lnTo>
                    <a:pt x="2938707" y="1430742"/>
                  </a:lnTo>
                  <a:lnTo>
                    <a:pt x="2939367" y="1430742"/>
                  </a:lnTo>
                  <a:lnTo>
                    <a:pt x="2940028" y="1430742"/>
                  </a:lnTo>
                  <a:lnTo>
                    <a:pt x="2940688" y="1430742"/>
                  </a:lnTo>
                  <a:lnTo>
                    <a:pt x="2941349" y="1406121"/>
                  </a:lnTo>
                  <a:lnTo>
                    <a:pt x="2942010" y="1362966"/>
                  </a:lnTo>
                  <a:lnTo>
                    <a:pt x="2942670" y="1343822"/>
                  </a:lnTo>
                  <a:lnTo>
                    <a:pt x="2943331" y="1343822"/>
                  </a:lnTo>
                  <a:lnTo>
                    <a:pt x="2943991" y="1343822"/>
                  </a:lnTo>
                  <a:lnTo>
                    <a:pt x="2944652" y="1362966"/>
                  </a:lnTo>
                  <a:lnTo>
                    <a:pt x="2945312" y="1406121"/>
                  </a:lnTo>
                  <a:lnTo>
                    <a:pt x="2945973" y="1406121"/>
                  </a:lnTo>
                  <a:lnTo>
                    <a:pt x="2946633" y="1362966"/>
                  </a:lnTo>
                  <a:lnTo>
                    <a:pt x="2947294" y="1296723"/>
                  </a:lnTo>
                  <a:lnTo>
                    <a:pt x="2947954" y="1267667"/>
                  </a:lnTo>
                  <a:lnTo>
                    <a:pt x="2948615" y="1267667"/>
                  </a:lnTo>
                  <a:lnTo>
                    <a:pt x="2949275" y="1267667"/>
                  </a:lnTo>
                  <a:lnTo>
                    <a:pt x="2949936" y="1281787"/>
                  </a:lnTo>
                  <a:lnTo>
                    <a:pt x="2950596" y="1325999"/>
                  </a:lnTo>
                  <a:lnTo>
                    <a:pt x="2951257" y="1343822"/>
                  </a:lnTo>
                  <a:lnTo>
                    <a:pt x="2951917" y="1343822"/>
                  </a:lnTo>
                  <a:lnTo>
                    <a:pt x="2952578" y="1362966"/>
                  </a:lnTo>
                  <a:lnTo>
                    <a:pt x="2953239" y="1383643"/>
                  </a:lnTo>
                  <a:lnTo>
                    <a:pt x="2953899" y="1383643"/>
                  </a:lnTo>
                  <a:lnTo>
                    <a:pt x="2954560" y="1383643"/>
                  </a:lnTo>
                  <a:lnTo>
                    <a:pt x="2955220" y="1362966"/>
                  </a:lnTo>
                  <a:lnTo>
                    <a:pt x="2955881" y="1343822"/>
                  </a:lnTo>
                  <a:lnTo>
                    <a:pt x="2956541" y="1343822"/>
                  </a:lnTo>
                  <a:lnTo>
                    <a:pt x="2957202" y="1362966"/>
                  </a:lnTo>
                  <a:lnTo>
                    <a:pt x="2957862" y="1383643"/>
                  </a:lnTo>
                  <a:lnTo>
                    <a:pt x="2958523" y="1406121"/>
                  </a:lnTo>
                  <a:lnTo>
                    <a:pt x="2959183" y="1406121"/>
                  </a:lnTo>
                  <a:lnTo>
                    <a:pt x="2959844" y="1383643"/>
                  </a:lnTo>
                  <a:lnTo>
                    <a:pt x="2960504" y="1343822"/>
                  </a:lnTo>
                  <a:lnTo>
                    <a:pt x="2961165" y="1309327"/>
                  </a:lnTo>
                  <a:lnTo>
                    <a:pt x="2961825" y="1278901"/>
                  </a:lnTo>
                  <a:lnTo>
                    <a:pt x="2962486" y="1264933"/>
                  </a:lnTo>
                  <a:lnTo>
                    <a:pt x="2963147" y="1264933"/>
                  </a:lnTo>
                  <a:lnTo>
                    <a:pt x="2963807" y="1293666"/>
                  </a:lnTo>
                  <a:lnTo>
                    <a:pt x="2964468" y="1325999"/>
                  </a:lnTo>
                  <a:lnTo>
                    <a:pt x="2965128" y="1362966"/>
                  </a:lnTo>
                  <a:lnTo>
                    <a:pt x="2965789" y="1406121"/>
                  </a:lnTo>
                  <a:lnTo>
                    <a:pt x="2966449" y="1430742"/>
                  </a:lnTo>
                  <a:lnTo>
                    <a:pt x="2967110" y="1430742"/>
                  </a:lnTo>
                  <a:lnTo>
                    <a:pt x="2967770" y="1430742"/>
                  </a:lnTo>
                  <a:lnTo>
                    <a:pt x="2968431" y="1430742"/>
                  </a:lnTo>
                  <a:lnTo>
                    <a:pt x="2969091" y="1430742"/>
                  </a:lnTo>
                  <a:lnTo>
                    <a:pt x="2969752" y="1430742"/>
                  </a:lnTo>
                  <a:lnTo>
                    <a:pt x="2970412" y="1430742"/>
                  </a:lnTo>
                  <a:lnTo>
                    <a:pt x="2971073" y="1430742"/>
                  </a:lnTo>
                  <a:lnTo>
                    <a:pt x="2971733" y="1430742"/>
                  </a:lnTo>
                  <a:lnTo>
                    <a:pt x="2972394" y="1430742"/>
                  </a:lnTo>
                  <a:lnTo>
                    <a:pt x="2973055" y="1430742"/>
                  </a:lnTo>
                  <a:lnTo>
                    <a:pt x="2973715" y="1430742"/>
                  </a:lnTo>
                  <a:lnTo>
                    <a:pt x="2974376" y="1430742"/>
                  </a:lnTo>
                  <a:lnTo>
                    <a:pt x="2975036" y="1430742"/>
                  </a:lnTo>
                  <a:lnTo>
                    <a:pt x="2975697" y="1430742"/>
                  </a:lnTo>
                  <a:lnTo>
                    <a:pt x="2976357" y="1430742"/>
                  </a:lnTo>
                  <a:lnTo>
                    <a:pt x="2977018" y="1430742"/>
                  </a:lnTo>
                  <a:lnTo>
                    <a:pt x="2977678" y="1430742"/>
                  </a:lnTo>
                  <a:lnTo>
                    <a:pt x="2978339" y="1430742"/>
                  </a:lnTo>
                  <a:lnTo>
                    <a:pt x="2978999" y="1430742"/>
                  </a:lnTo>
                  <a:lnTo>
                    <a:pt x="2979660" y="1430742"/>
                  </a:lnTo>
                  <a:lnTo>
                    <a:pt x="2980320" y="1430742"/>
                  </a:lnTo>
                  <a:lnTo>
                    <a:pt x="2980981" y="1430742"/>
                  </a:lnTo>
                  <a:lnTo>
                    <a:pt x="2981641" y="1430742"/>
                  </a:lnTo>
                  <a:lnTo>
                    <a:pt x="2982302" y="1430742"/>
                  </a:lnTo>
                  <a:lnTo>
                    <a:pt x="2982962" y="1430742"/>
                  </a:lnTo>
                  <a:lnTo>
                    <a:pt x="2983623" y="1430742"/>
                  </a:lnTo>
                  <a:lnTo>
                    <a:pt x="2984284" y="1416911"/>
                  </a:lnTo>
                  <a:lnTo>
                    <a:pt x="2984944" y="1372067"/>
                  </a:lnTo>
                  <a:lnTo>
                    <a:pt x="2985605" y="1333868"/>
                  </a:lnTo>
                  <a:lnTo>
                    <a:pt x="2986265" y="1330341"/>
                  </a:lnTo>
                  <a:lnTo>
                    <a:pt x="2986926" y="1282514"/>
                  </a:lnTo>
                  <a:lnTo>
                    <a:pt x="2987586" y="1213342"/>
                  </a:lnTo>
                  <a:lnTo>
                    <a:pt x="2988247" y="1128658"/>
                  </a:lnTo>
                  <a:lnTo>
                    <a:pt x="2988907" y="1077843"/>
                  </a:lnTo>
                  <a:lnTo>
                    <a:pt x="2989568" y="1026874"/>
                  </a:lnTo>
                  <a:lnTo>
                    <a:pt x="2990228" y="1032341"/>
                  </a:lnTo>
                  <a:lnTo>
                    <a:pt x="2990889" y="1067825"/>
                  </a:lnTo>
                  <a:lnTo>
                    <a:pt x="2991549" y="1149102"/>
                  </a:lnTo>
                  <a:lnTo>
                    <a:pt x="2992210" y="1242173"/>
                  </a:lnTo>
                  <a:lnTo>
                    <a:pt x="2992870" y="1383643"/>
                  </a:lnTo>
                  <a:lnTo>
                    <a:pt x="2993531" y="1430742"/>
                  </a:lnTo>
                  <a:lnTo>
                    <a:pt x="2994192" y="1406121"/>
                  </a:lnTo>
                  <a:lnTo>
                    <a:pt x="2994852" y="1343822"/>
                  </a:lnTo>
                  <a:lnTo>
                    <a:pt x="2995513" y="1278901"/>
                  </a:lnTo>
                  <a:lnTo>
                    <a:pt x="2996173" y="1264933"/>
                  </a:lnTo>
                  <a:lnTo>
                    <a:pt x="2996834" y="1251683"/>
                  </a:lnTo>
                  <a:lnTo>
                    <a:pt x="2997494" y="1264933"/>
                  </a:lnTo>
                  <a:lnTo>
                    <a:pt x="2998155" y="1309327"/>
                  </a:lnTo>
                  <a:lnTo>
                    <a:pt x="2998815" y="1364961"/>
                  </a:lnTo>
                  <a:lnTo>
                    <a:pt x="2999476" y="1364961"/>
                  </a:lnTo>
                  <a:lnTo>
                    <a:pt x="3000136" y="1345674"/>
                  </a:lnTo>
                  <a:lnTo>
                    <a:pt x="3000797" y="1310947"/>
                  </a:lnTo>
                  <a:lnTo>
                    <a:pt x="3001457" y="1266297"/>
                  </a:lnTo>
                  <a:lnTo>
                    <a:pt x="3002118" y="1251683"/>
                  </a:lnTo>
                  <a:lnTo>
                    <a:pt x="3002778" y="1251683"/>
                  </a:lnTo>
                  <a:lnTo>
                    <a:pt x="3003439" y="1278901"/>
                  </a:lnTo>
                  <a:lnTo>
                    <a:pt x="3004100" y="1309327"/>
                  </a:lnTo>
                  <a:lnTo>
                    <a:pt x="3004760" y="1362966"/>
                  </a:lnTo>
                  <a:lnTo>
                    <a:pt x="3005421" y="1406121"/>
                  </a:lnTo>
                  <a:lnTo>
                    <a:pt x="3006081" y="1430742"/>
                  </a:lnTo>
                  <a:lnTo>
                    <a:pt x="3006742" y="1430742"/>
                  </a:lnTo>
                  <a:lnTo>
                    <a:pt x="3007402" y="1430742"/>
                  </a:lnTo>
                  <a:lnTo>
                    <a:pt x="3008063" y="1430742"/>
                  </a:lnTo>
                  <a:lnTo>
                    <a:pt x="3008723" y="1430742"/>
                  </a:lnTo>
                  <a:lnTo>
                    <a:pt x="3009384" y="1430742"/>
                  </a:lnTo>
                  <a:lnTo>
                    <a:pt x="3010044" y="1383643"/>
                  </a:lnTo>
                  <a:lnTo>
                    <a:pt x="3010705" y="1308521"/>
                  </a:lnTo>
                  <a:lnTo>
                    <a:pt x="3011365" y="1242173"/>
                  </a:lnTo>
                  <a:lnTo>
                    <a:pt x="3012026" y="1207289"/>
                  </a:lnTo>
                  <a:lnTo>
                    <a:pt x="3012686" y="1202975"/>
                  </a:lnTo>
                  <a:lnTo>
                    <a:pt x="3013347" y="1225306"/>
                  </a:lnTo>
                  <a:lnTo>
                    <a:pt x="3014008" y="1277469"/>
                  </a:lnTo>
                  <a:lnTo>
                    <a:pt x="3014668" y="1355138"/>
                  </a:lnTo>
                  <a:lnTo>
                    <a:pt x="3015329" y="1420610"/>
                  </a:lnTo>
                  <a:lnTo>
                    <a:pt x="3015989" y="1430742"/>
                  </a:lnTo>
                  <a:lnTo>
                    <a:pt x="3016650" y="1430742"/>
                  </a:lnTo>
                  <a:lnTo>
                    <a:pt x="3017310" y="1430742"/>
                  </a:lnTo>
                  <a:lnTo>
                    <a:pt x="3017971" y="1430742"/>
                  </a:lnTo>
                  <a:lnTo>
                    <a:pt x="3018631" y="1430742"/>
                  </a:lnTo>
                  <a:lnTo>
                    <a:pt x="3019292" y="1430742"/>
                  </a:lnTo>
                  <a:lnTo>
                    <a:pt x="3019952" y="1430742"/>
                  </a:lnTo>
                  <a:lnTo>
                    <a:pt x="3020613" y="1430742"/>
                  </a:lnTo>
                  <a:lnTo>
                    <a:pt x="3021273" y="1430742"/>
                  </a:lnTo>
                  <a:lnTo>
                    <a:pt x="3021934" y="1430742"/>
                  </a:lnTo>
                  <a:lnTo>
                    <a:pt x="3022594" y="1430742"/>
                  </a:lnTo>
                  <a:lnTo>
                    <a:pt x="3023255" y="1430742"/>
                  </a:lnTo>
                  <a:lnTo>
                    <a:pt x="3023915" y="1430742"/>
                  </a:lnTo>
                  <a:lnTo>
                    <a:pt x="3024576" y="1430742"/>
                  </a:lnTo>
                  <a:lnTo>
                    <a:pt x="3025237" y="1406121"/>
                  </a:lnTo>
                  <a:lnTo>
                    <a:pt x="3025897" y="1362966"/>
                  </a:lnTo>
                  <a:lnTo>
                    <a:pt x="3026558" y="1343822"/>
                  </a:lnTo>
                  <a:lnTo>
                    <a:pt x="3027218" y="1325999"/>
                  </a:lnTo>
                  <a:lnTo>
                    <a:pt x="3027879" y="1325999"/>
                  </a:lnTo>
                  <a:lnTo>
                    <a:pt x="3028539" y="1343822"/>
                  </a:lnTo>
                  <a:lnTo>
                    <a:pt x="3029200" y="1383643"/>
                  </a:lnTo>
                  <a:lnTo>
                    <a:pt x="3029860" y="1406121"/>
                  </a:lnTo>
                  <a:lnTo>
                    <a:pt x="3030521" y="1430742"/>
                  </a:lnTo>
                  <a:lnTo>
                    <a:pt x="3031181" y="1430742"/>
                  </a:lnTo>
                  <a:lnTo>
                    <a:pt x="3031842" y="1430742"/>
                  </a:lnTo>
                  <a:lnTo>
                    <a:pt x="3032502" y="1430742"/>
                  </a:lnTo>
                  <a:lnTo>
                    <a:pt x="3033163" y="1430742"/>
                  </a:lnTo>
                  <a:lnTo>
                    <a:pt x="3033823" y="1430742"/>
                  </a:lnTo>
                  <a:lnTo>
                    <a:pt x="3034484" y="1430742"/>
                  </a:lnTo>
                  <a:lnTo>
                    <a:pt x="3035145" y="1430742"/>
                  </a:lnTo>
                  <a:lnTo>
                    <a:pt x="3035805" y="1430742"/>
                  </a:lnTo>
                  <a:lnTo>
                    <a:pt x="3036466" y="1430742"/>
                  </a:lnTo>
                  <a:lnTo>
                    <a:pt x="3037126" y="1430742"/>
                  </a:lnTo>
                  <a:lnTo>
                    <a:pt x="3037787" y="1430742"/>
                  </a:lnTo>
                  <a:lnTo>
                    <a:pt x="3038447" y="1406121"/>
                  </a:lnTo>
                  <a:lnTo>
                    <a:pt x="3039108" y="1383643"/>
                  </a:lnTo>
                  <a:lnTo>
                    <a:pt x="3039768" y="1362966"/>
                  </a:lnTo>
                  <a:lnTo>
                    <a:pt x="3040429" y="1343822"/>
                  </a:lnTo>
                  <a:lnTo>
                    <a:pt x="3041089" y="1343822"/>
                  </a:lnTo>
                  <a:lnTo>
                    <a:pt x="3041750" y="1362966"/>
                  </a:lnTo>
                  <a:lnTo>
                    <a:pt x="3042410" y="1383643"/>
                  </a:lnTo>
                  <a:lnTo>
                    <a:pt x="3043071" y="1406121"/>
                  </a:lnTo>
                  <a:lnTo>
                    <a:pt x="3043731" y="1430742"/>
                  </a:lnTo>
                  <a:lnTo>
                    <a:pt x="3044392" y="1430742"/>
                  </a:lnTo>
                  <a:lnTo>
                    <a:pt x="3045053" y="1430742"/>
                  </a:lnTo>
                  <a:lnTo>
                    <a:pt x="3045713" y="1406121"/>
                  </a:lnTo>
                  <a:lnTo>
                    <a:pt x="3046374" y="1362966"/>
                  </a:lnTo>
                  <a:lnTo>
                    <a:pt x="3047034" y="1343822"/>
                  </a:lnTo>
                  <a:lnTo>
                    <a:pt x="3047695" y="1325999"/>
                  </a:lnTo>
                  <a:lnTo>
                    <a:pt x="3048355" y="1325999"/>
                  </a:lnTo>
                  <a:lnTo>
                    <a:pt x="3049016" y="1343822"/>
                  </a:lnTo>
                  <a:lnTo>
                    <a:pt x="3049676" y="1383643"/>
                  </a:lnTo>
                  <a:lnTo>
                    <a:pt x="3050337" y="1406121"/>
                  </a:lnTo>
                  <a:lnTo>
                    <a:pt x="3050997" y="1430742"/>
                  </a:lnTo>
                  <a:lnTo>
                    <a:pt x="3051658" y="1430742"/>
                  </a:lnTo>
                  <a:lnTo>
                    <a:pt x="3052318" y="1430742"/>
                  </a:lnTo>
                  <a:lnTo>
                    <a:pt x="3052979" y="1430742"/>
                  </a:lnTo>
                  <a:lnTo>
                    <a:pt x="3053639" y="1430742"/>
                  </a:lnTo>
                  <a:lnTo>
                    <a:pt x="3054300" y="1430742"/>
                  </a:lnTo>
                  <a:lnTo>
                    <a:pt x="3054960" y="1430742"/>
                  </a:lnTo>
                  <a:lnTo>
                    <a:pt x="3055621" y="1430742"/>
                  </a:lnTo>
                  <a:lnTo>
                    <a:pt x="3056282" y="1430742"/>
                  </a:lnTo>
                  <a:lnTo>
                    <a:pt x="3056942" y="1430742"/>
                  </a:lnTo>
                  <a:lnTo>
                    <a:pt x="3057603" y="1430742"/>
                  </a:lnTo>
                  <a:lnTo>
                    <a:pt x="3058263" y="1430742"/>
                  </a:lnTo>
                  <a:lnTo>
                    <a:pt x="3058924" y="1430742"/>
                  </a:lnTo>
                  <a:lnTo>
                    <a:pt x="3059584" y="1430742"/>
                  </a:lnTo>
                  <a:lnTo>
                    <a:pt x="3060245" y="1430742"/>
                  </a:lnTo>
                  <a:lnTo>
                    <a:pt x="3060905" y="1430742"/>
                  </a:lnTo>
                  <a:lnTo>
                    <a:pt x="3061566" y="1430742"/>
                  </a:lnTo>
                  <a:lnTo>
                    <a:pt x="3062226" y="1430742"/>
                  </a:lnTo>
                  <a:lnTo>
                    <a:pt x="3062887" y="1430742"/>
                  </a:lnTo>
                  <a:lnTo>
                    <a:pt x="3063547" y="1430742"/>
                  </a:lnTo>
                  <a:lnTo>
                    <a:pt x="3064208" y="1430742"/>
                  </a:lnTo>
                  <a:lnTo>
                    <a:pt x="3064868" y="1430742"/>
                  </a:lnTo>
                  <a:lnTo>
                    <a:pt x="3065529" y="1430742"/>
                  </a:lnTo>
                  <a:lnTo>
                    <a:pt x="3066190" y="1430742"/>
                  </a:lnTo>
                  <a:lnTo>
                    <a:pt x="3066850" y="1430742"/>
                  </a:lnTo>
                  <a:lnTo>
                    <a:pt x="3067511" y="1406121"/>
                  </a:lnTo>
                  <a:lnTo>
                    <a:pt x="3068171" y="1383643"/>
                  </a:lnTo>
                  <a:lnTo>
                    <a:pt x="3068832" y="1362966"/>
                  </a:lnTo>
                  <a:lnTo>
                    <a:pt x="3069492" y="1309327"/>
                  </a:lnTo>
                  <a:lnTo>
                    <a:pt x="3070153" y="1264933"/>
                  </a:lnTo>
                  <a:lnTo>
                    <a:pt x="3070813" y="1227062"/>
                  </a:lnTo>
                  <a:lnTo>
                    <a:pt x="3071474" y="1227062"/>
                  </a:lnTo>
                  <a:lnTo>
                    <a:pt x="3072134" y="1239079"/>
                  </a:lnTo>
                  <a:lnTo>
                    <a:pt x="3072795" y="1278901"/>
                  </a:lnTo>
                  <a:lnTo>
                    <a:pt x="3073455" y="1325999"/>
                  </a:lnTo>
                  <a:lnTo>
                    <a:pt x="3074116" y="1406121"/>
                  </a:lnTo>
                  <a:lnTo>
                    <a:pt x="3074776" y="1430742"/>
                  </a:lnTo>
                  <a:lnTo>
                    <a:pt x="3075437" y="1430742"/>
                  </a:lnTo>
                  <a:lnTo>
                    <a:pt x="3076098" y="1430742"/>
                  </a:lnTo>
                  <a:lnTo>
                    <a:pt x="3076758" y="1430742"/>
                  </a:lnTo>
                  <a:lnTo>
                    <a:pt x="3077419" y="1430742"/>
                  </a:lnTo>
                  <a:lnTo>
                    <a:pt x="3078079" y="1430742"/>
                  </a:lnTo>
                  <a:lnTo>
                    <a:pt x="3078740" y="1430742"/>
                  </a:lnTo>
                  <a:lnTo>
                    <a:pt x="3079400" y="1430742"/>
                  </a:lnTo>
                  <a:lnTo>
                    <a:pt x="3080061" y="1413264"/>
                  </a:lnTo>
                  <a:lnTo>
                    <a:pt x="3080721" y="1390184"/>
                  </a:lnTo>
                  <a:lnTo>
                    <a:pt x="3081382" y="1349418"/>
                  </a:lnTo>
                  <a:lnTo>
                    <a:pt x="3082042" y="1314217"/>
                  </a:lnTo>
                  <a:lnTo>
                    <a:pt x="3082703" y="1281787"/>
                  </a:lnTo>
                  <a:lnTo>
                    <a:pt x="3083363" y="1277469"/>
                  </a:lnTo>
                  <a:lnTo>
                    <a:pt x="3084024" y="1277469"/>
                  </a:lnTo>
                  <a:lnTo>
                    <a:pt x="3084684" y="1307718"/>
                  </a:lnTo>
                  <a:lnTo>
                    <a:pt x="3085345" y="1341983"/>
                  </a:lnTo>
                  <a:lnTo>
                    <a:pt x="3086006" y="1383643"/>
                  </a:lnTo>
                  <a:lnTo>
                    <a:pt x="3086666" y="1406121"/>
                  </a:lnTo>
                  <a:lnTo>
                    <a:pt x="3087327" y="1430742"/>
                  </a:lnTo>
                  <a:lnTo>
                    <a:pt x="3087987" y="1430742"/>
                  </a:lnTo>
                  <a:lnTo>
                    <a:pt x="3088648" y="1424363"/>
                  </a:lnTo>
                  <a:lnTo>
                    <a:pt x="3089308" y="1378317"/>
                  </a:lnTo>
                  <a:lnTo>
                    <a:pt x="3089969" y="1339250"/>
                  </a:lnTo>
                  <a:lnTo>
                    <a:pt x="3090629" y="1321729"/>
                  </a:lnTo>
                  <a:lnTo>
                    <a:pt x="3091290" y="1321729"/>
                  </a:lnTo>
                  <a:lnTo>
                    <a:pt x="3091950" y="1325999"/>
                  </a:lnTo>
                  <a:lnTo>
                    <a:pt x="3092611" y="1356103"/>
                  </a:lnTo>
                  <a:lnTo>
                    <a:pt x="3093271" y="1337443"/>
                  </a:lnTo>
                  <a:lnTo>
                    <a:pt x="3093932" y="1273926"/>
                  </a:lnTo>
                  <a:lnTo>
                    <a:pt x="3094592" y="1211677"/>
                  </a:lnTo>
                  <a:lnTo>
                    <a:pt x="3095253" y="1200844"/>
                  </a:lnTo>
                  <a:lnTo>
                    <a:pt x="3095913" y="1194039"/>
                  </a:lnTo>
                  <a:lnTo>
                    <a:pt x="3096574" y="1227062"/>
                  </a:lnTo>
                  <a:lnTo>
                    <a:pt x="3097235" y="1278901"/>
                  </a:lnTo>
                  <a:lnTo>
                    <a:pt x="3097895" y="1325999"/>
                  </a:lnTo>
                  <a:lnTo>
                    <a:pt x="3098556" y="1325999"/>
                  </a:lnTo>
                  <a:lnTo>
                    <a:pt x="3099216" y="1325999"/>
                  </a:lnTo>
                  <a:lnTo>
                    <a:pt x="3099877" y="1325999"/>
                  </a:lnTo>
                  <a:lnTo>
                    <a:pt x="3100537" y="1325999"/>
                  </a:lnTo>
                  <a:lnTo>
                    <a:pt x="3101198" y="1325999"/>
                  </a:lnTo>
                  <a:lnTo>
                    <a:pt x="3101858" y="1309327"/>
                  </a:lnTo>
                  <a:lnTo>
                    <a:pt x="3102519" y="1309327"/>
                  </a:lnTo>
                  <a:lnTo>
                    <a:pt x="3103179" y="1286917"/>
                  </a:lnTo>
                  <a:lnTo>
                    <a:pt x="3103840" y="1286917"/>
                  </a:lnTo>
                  <a:lnTo>
                    <a:pt x="3104500" y="1318363"/>
                  </a:lnTo>
                  <a:lnTo>
                    <a:pt x="3105161" y="1354175"/>
                  </a:lnTo>
                  <a:lnTo>
                    <a:pt x="3105821" y="1374133"/>
                  </a:lnTo>
                  <a:lnTo>
                    <a:pt x="3106482" y="1406121"/>
                  </a:lnTo>
                  <a:lnTo>
                    <a:pt x="3107143" y="1430742"/>
                  </a:lnTo>
                  <a:lnTo>
                    <a:pt x="3107803" y="1430742"/>
                  </a:lnTo>
                  <a:lnTo>
                    <a:pt x="3108464" y="1383643"/>
                  </a:lnTo>
                  <a:lnTo>
                    <a:pt x="3109124" y="1325999"/>
                  </a:lnTo>
                  <a:lnTo>
                    <a:pt x="3109785" y="1272522"/>
                  </a:lnTo>
                  <a:lnTo>
                    <a:pt x="3110445" y="1245935"/>
                  </a:lnTo>
                  <a:lnTo>
                    <a:pt x="3111106" y="1233602"/>
                  </a:lnTo>
                  <a:lnTo>
                    <a:pt x="3111766" y="1258887"/>
                  </a:lnTo>
                  <a:lnTo>
                    <a:pt x="3112427" y="1302162"/>
                  </a:lnTo>
                  <a:lnTo>
                    <a:pt x="3113087" y="1362966"/>
                  </a:lnTo>
                  <a:lnTo>
                    <a:pt x="3113748" y="1406121"/>
                  </a:lnTo>
                  <a:lnTo>
                    <a:pt x="3114408" y="1430742"/>
                  </a:lnTo>
                  <a:lnTo>
                    <a:pt x="3115069" y="1430742"/>
                  </a:lnTo>
                  <a:lnTo>
                    <a:pt x="3115729" y="1430742"/>
                  </a:lnTo>
                  <a:lnTo>
                    <a:pt x="3116390" y="1406121"/>
                  </a:lnTo>
                  <a:lnTo>
                    <a:pt x="3117051" y="1343822"/>
                  </a:lnTo>
                  <a:lnTo>
                    <a:pt x="3117711" y="1309327"/>
                  </a:lnTo>
                  <a:lnTo>
                    <a:pt x="3118372" y="1278901"/>
                  </a:lnTo>
                  <a:lnTo>
                    <a:pt x="3119032" y="1264933"/>
                  </a:lnTo>
                  <a:lnTo>
                    <a:pt x="3119693" y="1278901"/>
                  </a:lnTo>
                  <a:lnTo>
                    <a:pt x="3120353" y="1325999"/>
                  </a:lnTo>
                  <a:lnTo>
                    <a:pt x="3121014" y="1362966"/>
                  </a:lnTo>
                  <a:lnTo>
                    <a:pt x="3121674" y="1383643"/>
                  </a:lnTo>
                  <a:lnTo>
                    <a:pt x="3122335" y="1343822"/>
                  </a:lnTo>
                  <a:lnTo>
                    <a:pt x="3122995" y="1278901"/>
                  </a:lnTo>
                  <a:lnTo>
                    <a:pt x="3123656" y="1251683"/>
                  </a:lnTo>
                  <a:lnTo>
                    <a:pt x="3124316" y="1239079"/>
                  </a:lnTo>
                  <a:lnTo>
                    <a:pt x="3124977" y="1251683"/>
                  </a:lnTo>
                  <a:lnTo>
                    <a:pt x="3125637" y="1293666"/>
                  </a:lnTo>
                  <a:lnTo>
                    <a:pt x="3126298" y="1362966"/>
                  </a:lnTo>
                  <a:lnTo>
                    <a:pt x="3126958" y="1406121"/>
                  </a:lnTo>
                  <a:lnTo>
                    <a:pt x="3127619" y="1406121"/>
                  </a:lnTo>
                  <a:lnTo>
                    <a:pt x="3128280" y="1362966"/>
                  </a:lnTo>
                  <a:lnTo>
                    <a:pt x="3128940" y="1309327"/>
                  </a:lnTo>
                  <a:lnTo>
                    <a:pt x="3129601" y="1278901"/>
                  </a:lnTo>
                  <a:lnTo>
                    <a:pt x="3130261" y="1264933"/>
                  </a:lnTo>
                  <a:lnTo>
                    <a:pt x="3130922" y="1278901"/>
                  </a:lnTo>
                  <a:lnTo>
                    <a:pt x="3131582" y="1309327"/>
                  </a:lnTo>
                  <a:lnTo>
                    <a:pt x="3132243" y="1362966"/>
                  </a:lnTo>
                  <a:lnTo>
                    <a:pt x="3132903" y="1406121"/>
                  </a:lnTo>
                  <a:lnTo>
                    <a:pt x="3133564" y="1430742"/>
                  </a:lnTo>
                  <a:lnTo>
                    <a:pt x="3134224" y="1430742"/>
                  </a:lnTo>
                  <a:lnTo>
                    <a:pt x="3134885" y="1430742"/>
                  </a:lnTo>
                  <a:lnTo>
                    <a:pt x="3135545" y="1430742"/>
                  </a:lnTo>
                  <a:lnTo>
                    <a:pt x="3136206" y="1430742"/>
                  </a:lnTo>
                  <a:lnTo>
                    <a:pt x="3136866" y="1406121"/>
                  </a:lnTo>
                  <a:lnTo>
                    <a:pt x="3137527" y="1362966"/>
                  </a:lnTo>
                  <a:lnTo>
                    <a:pt x="3138188" y="1343822"/>
                  </a:lnTo>
                  <a:lnTo>
                    <a:pt x="3138848" y="1343822"/>
                  </a:lnTo>
                  <a:lnTo>
                    <a:pt x="3139509" y="1343822"/>
                  </a:lnTo>
                  <a:lnTo>
                    <a:pt x="3140169" y="1362966"/>
                  </a:lnTo>
                  <a:lnTo>
                    <a:pt x="3140830" y="1406121"/>
                  </a:lnTo>
                  <a:lnTo>
                    <a:pt x="3141490" y="1430742"/>
                  </a:lnTo>
                  <a:lnTo>
                    <a:pt x="3142151" y="1406121"/>
                  </a:lnTo>
                  <a:lnTo>
                    <a:pt x="3142811" y="1343822"/>
                  </a:lnTo>
                  <a:lnTo>
                    <a:pt x="3143472" y="1293666"/>
                  </a:lnTo>
                  <a:lnTo>
                    <a:pt x="3144132" y="1278901"/>
                  </a:lnTo>
                  <a:lnTo>
                    <a:pt x="3144793" y="1264933"/>
                  </a:lnTo>
                  <a:lnTo>
                    <a:pt x="3145453" y="1278901"/>
                  </a:lnTo>
                  <a:lnTo>
                    <a:pt x="3146114" y="1325999"/>
                  </a:lnTo>
                  <a:lnTo>
                    <a:pt x="3146774" y="1383643"/>
                  </a:lnTo>
                  <a:lnTo>
                    <a:pt x="3147435" y="1406121"/>
                  </a:lnTo>
                  <a:lnTo>
                    <a:pt x="3148096" y="1430742"/>
                  </a:lnTo>
                  <a:lnTo>
                    <a:pt x="3148756" y="1430742"/>
                  </a:lnTo>
                  <a:lnTo>
                    <a:pt x="3149417" y="1430742"/>
                  </a:lnTo>
                  <a:lnTo>
                    <a:pt x="3150077" y="1430742"/>
                  </a:lnTo>
                  <a:lnTo>
                    <a:pt x="3150738" y="1430742"/>
                  </a:lnTo>
                  <a:lnTo>
                    <a:pt x="3151398" y="1430742"/>
                  </a:lnTo>
                  <a:lnTo>
                    <a:pt x="3152059" y="1430742"/>
                  </a:lnTo>
                  <a:lnTo>
                    <a:pt x="3152719" y="1430742"/>
                  </a:lnTo>
                  <a:lnTo>
                    <a:pt x="3153380" y="1430742"/>
                  </a:lnTo>
                  <a:lnTo>
                    <a:pt x="3154040" y="1383643"/>
                  </a:lnTo>
                  <a:lnTo>
                    <a:pt x="3154701" y="1293666"/>
                  </a:lnTo>
                  <a:lnTo>
                    <a:pt x="3155361" y="1239079"/>
                  </a:lnTo>
                  <a:lnTo>
                    <a:pt x="3156022" y="1194039"/>
                  </a:lnTo>
                  <a:lnTo>
                    <a:pt x="3156682" y="1155698"/>
                  </a:lnTo>
                  <a:lnTo>
                    <a:pt x="3157343" y="1122319"/>
                  </a:lnTo>
                  <a:lnTo>
                    <a:pt x="3158004" y="1123103"/>
                  </a:lnTo>
                  <a:lnTo>
                    <a:pt x="3158664" y="1115368"/>
                  </a:lnTo>
                  <a:lnTo>
                    <a:pt x="3159325" y="1107858"/>
                  </a:lnTo>
                  <a:lnTo>
                    <a:pt x="3159985" y="1115368"/>
                  </a:lnTo>
                  <a:lnTo>
                    <a:pt x="3160646" y="1160644"/>
                  </a:lnTo>
                  <a:lnTo>
                    <a:pt x="3161306" y="1209474"/>
                  </a:lnTo>
                  <a:lnTo>
                    <a:pt x="3161967" y="1271125"/>
                  </a:lnTo>
                  <a:lnTo>
                    <a:pt x="3162627" y="1352262"/>
                  </a:lnTo>
                  <a:lnTo>
                    <a:pt x="3163288" y="1416911"/>
                  </a:lnTo>
                  <a:lnTo>
                    <a:pt x="3163948" y="1430742"/>
                  </a:lnTo>
                  <a:lnTo>
                    <a:pt x="3164609" y="1406121"/>
                  </a:lnTo>
                  <a:lnTo>
                    <a:pt x="3165269" y="1362966"/>
                  </a:lnTo>
                  <a:lnTo>
                    <a:pt x="3165930" y="1313395"/>
                  </a:lnTo>
                  <a:lnTo>
                    <a:pt x="3166590" y="1282514"/>
                  </a:lnTo>
                  <a:lnTo>
                    <a:pt x="3167251" y="1268355"/>
                  </a:lnTo>
                  <a:lnTo>
                    <a:pt x="3167911" y="1282514"/>
                  </a:lnTo>
                  <a:lnTo>
                    <a:pt x="3168572" y="1313395"/>
                  </a:lnTo>
                  <a:lnTo>
                    <a:pt x="3169233" y="1362966"/>
                  </a:lnTo>
                  <a:lnTo>
                    <a:pt x="3169893" y="1406121"/>
                  </a:lnTo>
                  <a:lnTo>
                    <a:pt x="3170554" y="1430742"/>
                  </a:lnTo>
                  <a:lnTo>
                    <a:pt x="3171214" y="1430742"/>
                  </a:lnTo>
                  <a:lnTo>
                    <a:pt x="3171875" y="1430742"/>
                  </a:lnTo>
                  <a:lnTo>
                    <a:pt x="3172535" y="1430742"/>
                  </a:lnTo>
                  <a:lnTo>
                    <a:pt x="3173196" y="1430742"/>
                  </a:lnTo>
                  <a:lnTo>
                    <a:pt x="3173856" y="1430742"/>
                  </a:lnTo>
                  <a:lnTo>
                    <a:pt x="3174517" y="1430742"/>
                  </a:lnTo>
                  <a:lnTo>
                    <a:pt x="3175177" y="1430742"/>
                  </a:lnTo>
                  <a:lnTo>
                    <a:pt x="3175838" y="1430742"/>
                  </a:lnTo>
                  <a:lnTo>
                    <a:pt x="3176498" y="1430742"/>
                  </a:lnTo>
                  <a:lnTo>
                    <a:pt x="3177159" y="1430742"/>
                  </a:lnTo>
                  <a:lnTo>
                    <a:pt x="3177819" y="1430742"/>
                  </a:lnTo>
                  <a:lnTo>
                    <a:pt x="3178480" y="1430742"/>
                  </a:lnTo>
                  <a:lnTo>
                    <a:pt x="3179141" y="1430742"/>
                  </a:lnTo>
                  <a:lnTo>
                    <a:pt x="3179801" y="1430742"/>
                  </a:lnTo>
                  <a:lnTo>
                    <a:pt x="3180462" y="1430742"/>
                  </a:lnTo>
                  <a:lnTo>
                    <a:pt x="3181122" y="1430742"/>
                  </a:lnTo>
                  <a:lnTo>
                    <a:pt x="3181783" y="1430742"/>
                  </a:lnTo>
                  <a:lnTo>
                    <a:pt x="3182443" y="1430742"/>
                  </a:lnTo>
                  <a:lnTo>
                    <a:pt x="3183104" y="1430742"/>
                  </a:lnTo>
                  <a:lnTo>
                    <a:pt x="3183764" y="1430742"/>
                  </a:lnTo>
                  <a:lnTo>
                    <a:pt x="3184425" y="1430742"/>
                  </a:lnTo>
                  <a:lnTo>
                    <a:pt x="3185085" y="1430742"/>
                  </a:lnTo>
                  <a:lnTo>
                    <a:pt x="3185746" y="1430742"/>
                  </a:lnTo>
                  <a:lnTo>
                    <a:pt x="3186406" y="1430742"/>
                  </a:lnTo>
                  <a:lnTo>
                    <a:pt x="3187067" y="1430742"/>
                  </a:lnTo>
                  <a:lnTo>
                    <a:pt x="3187727" y="1430742"/>
                  </a:lnTo>
                  <a:lnTo>
                    <a:pt x="3188388" y="1430742"/>
                  </a:lnTo>
                  <a:lnTo>
                    <a:pt x="3189049" y="1430742"/>
                  </a:lnTo>
                  <a:lnTo>
                    <a:pt x="3189709" y="1430742"/>
                  </a:lnTo>
                  <a:lnTo>
                    <a:pt x="3190370" y="1430742"/>
                  </a:lnTo>
                  <a:lnTo>
                    <a:pt x="3191030" y="1430742"/>
                  </a:lnTo>
                  <a:lnTo>
                    <a:pt x="3191691" y="1430742"/>
                  </a:lnTo>
                  <a:lnTo>
                    <a:pt x="3192351" y="1430742"/>
                  </a:lnTo>
                  <a:lnTo>
                    <a:pt x="3193012" y="1430742"/>
                  </a:lnTo>
                  <a:lnTo>
                    <a:pt x="3193672" y="1430742"/>
                  </a:lnTo>
                  <a:lnTo>
                    <a:pt x="3194333" y="1430742"/>
                  </a:lnTo>
                  <a:lnTo>
                    <a:pt x="3194993" y="1430742"/>
                  </a:lnTo>
                  <a:lnTo>
                    <a:pt x="3195654" y="1430742"/>
                  </a:lnTo>
                  <a:lnTo>
                    <a:pt x="3196314" y="1430742"/>
                  </a:lnTo>
                  <a:lnTo>
                    <a:pt x="3196975" y="1430742"/>
                  </a:lnTo>
                  <a:lnTo>
                    <a:pt x="3197635" y="1430742"/>
                  </a:lnTo>
                  <a:lnTo>
                    <a:pt x="3198296" y="1430742"/>
                  </a:lnTo>
                  <a:lnTo>
                    <a:pt x="3198956" y="1430742"/>
                  </a:lnTo>
                  <a:lnTo>
                    <a:pt x="3199617" y="1430742"/>
                  </a:lnTo>
                  <a:lnTo>
                    <a:pt x="3200278" y="1430742"/>
                  </a:lnTo>
                  <a:lnTo>
                    <a:pt x="3200938" y="1430742"/>
                  </a:lnTo>
                  <a:lnTo>
                    <a:pt x="3201599" y="1430742"/>
                  </a:lnTo>
                  <a:lnTo>
                    <a:pt x="3202259" y="1430742"/>
                  </a:lnTo>
                  <a:lnTo>
                    <a:pt x="3202920" y="1430742"/>
                  </a:lnTo>
                  <a:lnTo>
                    <a:pt x="3203580" y="1430742"/>
                  </a:lnTo>
                  <a:lnTo>
                    <a:pt x="3204241" y="1430742"/>
                  </a:lnTo>
                  <a:lnTo>
                    <a:pt x="3204901" y="1406121"/>
                  </a:lnTo>
                  <a:lnTo>
                    <a:pt x="3205562" y="1383643"/>
                  </a:lnTo>
                  <a:lnTo>
                    <a:pt x="3206222" y="1343822"/>
                  </a:lnTo>
                  <a:lnTo>
                    <a:pt x="3206883" y="1325999"/>
                  </a:lnTo>
                  <a:lnTo>
                    <a:pt x="3207543" y="1309327"/>
                  </a:lnTo>
                  <a:lnTo>
                    <a:pt x="3208204" y="1325999"/>
                  </a:lnTo>
                  <a:lnTo>
                    <a:pt x="3208864" y="1343822"/>
                  </a:lnTo>
                  <a:lnTo>
                    <a:pt x="3209525" y="1383643"/>
                  </a:lnTo>
                  <a:lnTo>
                    <a:pt x="3210186" y="1406121"/>
                  </a:lnTo>
                  <a:lnTo>
                    <a:pt x="3210846" y="1430742"/>
                  </a:lnTo>
                  <a:lnTo>
                    <a:pt x="3211507" y="1430742"/>
                  </a:lnTo>
                  <a:lnTo>
                    <a:pt x="3212167" y="1430742"/>
                  </a:lnTo>
                  <a:lnTo>
                    <a:pt x="3212828" y="1430742"/>
                  </a:lnTo>
                  <a:lnTo>
                    <a:pt x="3213488" y="1430742"/>
                  </a:lnTo>
                  <a:lnTo>
                    <a:pt x="3214149" y="1430742"/>
                  </a:lnTo>
                  <a:lnTo>
                    <a:pt x="3214809" y="1430742"/>
                  </a:lnTo>
                  <a:lnTo>
                    <a:pt x="3215470" y="1430742"/>
                  </a:lnTo>
                  <a:lnTo>
                    <a:pt x="3216130" y="1430742"/>
                  </a:lnTo>
                  <a:lnTo>
                    <a:pt x="3216791" y="1430742"/>
                  </a:lnTo>
                  <a:lnTo>
                    <a:pt x="3217451" y="1430742"/>
                  </a:lnTo>
                  <a:lnTo>
                    <a:pt x="3218112" y="1430742"/>
                  </a:lnTo>
                  <a:lnTo>
                    <a:pt x="3218772" y="1430742"/>
                  </a:lnTo>
                  <a:lnTo>
                    <a:pt x="3219433" y="1430742"/>
                  </a:lnTo>
                  <a:lnTo>
                    <a:pt x="3220094" y="1430742"/>
                  </a:lnTo>
                  <a:lnTo>
                    <a:pt x="3220754" y="1430742"/>
                  </a:lnTo>
                  <a:lnTo>
                    <a:pt x="3221415" y="1430742"/>
                  </a:lnTo>
                  <a:lnTo>
                    <a:pt x="3222075" y="1430742"/>
                  </a:lnTo>
                  <a:lnTo>
                    <a:pt x="3222736" y="1430742"/>
                  </a:lnTo>
                  <a:lnTo>
                    <a:pt x="3223396" y="1430742"/>
                  </a:lnTo>
                  <a:lnTo>
                    <a:pt x="3224057" y="1430742"/>
                  </a:lnTo>
                  <a:lnTo>
                    <a:pt x="3224717" y="1430742"/>
                  </a:lnTo>
                  <a:lnTo>
                    <a:pt x="3225378" y="1406121"/>
                  </a:lnTo>
                  <a:lnTo>
                    <a:pt x="3226038" y="1362966"/>
                  </a:lnTo>
                  <a:lnTo>
                    <a:pt x="3226699" y="1343822"/>
                  </a:lnTo>
                  <a:lnTo>
                    <a:pt x="3227359" y="1343822"/>
                  </a:lnTo>
                  <a:lnTo>
                    <a:pt x="3228020" y="1343822"/>
                  </a:lnTo>
                  <a:lnTo>
                    <a:pt x="3228680" y="1362966"/>
                  </a:lnTo>
                  <a:lnTo>
                    <a:pt x="3229341" y="1406121"/>
                  </a:lnTo>
                  <a:lnTo>
                    <a:pt x="3230002" y="1430742"/>
                  </a:lnTo>
                  <a:lnTo>
                    <a:pt x="3230662" y="1430742"/>
                  </a:lnTo>
                  <a:lnTo>
                    <a:pt x="3231323" y="1430742"/>
                  </a:lnTo>
                  <a:lnTo>
                    <a:pt x="3231983" y="1430742"/>
                  </a:lnTo>
                  <a:lnTo>
                    <a:pt x="3232644" y="1430742"/>
                  </a:lnTo>
                  <a:lnTo>
                    <a:pt x="3233304" y="1430742"/>
                  </a:lnTo>
                  <a:lnTo>
                    <a:pt x="3233965" y="1430742"/>
                  </a:lnTo>
                  <a:lnTo>
                    <a:pt x="3234625" y="1430742"/>
                  </a:lnTo>
                  <a:lnTo>
                    <a:pt x="3235286" y="1430742"/>
                  </a:lnTo>
                  <a:lnTo>
                    <a:pt x="3235946" y="1430742"/>
                  </a:lnTo>
                  <a:lnTo>
                    <a:pt x="3236607" y="1430742"/>
                  </a:lnTo>
                  <a:lnTo>
                    <a:pt x="3237267" y="1430742"/>
                  </a:lnTo>
                  <a:lnTo>
                    <a:pt x="3237928" y="1430742"/>
                  </a:lnTo>
                  <a:lnTo>
                    <a:pt x="3238588" y="1430742"/>
                  </a:lnTo>
                  <a:lnTo>
                    <a:pt x="3239249" y="1430742"/>
                  </a:lnTo>
                  <a:lnTo>
                    <a:pt x="3239909" y="1430742"/>
                  </a:lnTo>
                  <a:lnTo>
                    <a:pt x="3240570" y="1430742"/>
                  </a:lnTo>
                  <a:lnTo>
                    <a:pt x="3241231" y="1430742"/>
                  </a:lnTo>
                  <a:lnTo>
                    <a:pt x="3241891" y="1430742"/>
                  </a:lnTo>
                  <a:lnTo>
                    <a:pt x="3242552" y="1430742"/>
                  </a:lnTo>
                  <a:lnTo>
                    <a:pt x="3243212" y="1430742"/>
                  </a:lnTo>
                  <a:lnTo>
                    <a:pt x="3243873" y="1430742"/>
                  </a:lnTo>
                  <a:lnTo>
                    <a:pt x="3244533" y="1430742"/>
                  </a:lnTo>
                  <a:lnTo>
                    <a:pt x="3245194" y="1430742"/>
                  </a:lnTo>
                  <a:lnTo>
                    <a:pt x="3245854" y="1430742"/>
                  </a:lnTo>
                  <a:lnTo>
                    <a:pt x="3246515" y="1430742"/>
                  </a:lnTo>
                  <a:lnTo>
                    <a:pt x="3247175" y="1430742"/>
                  </a:lnTo>
                  <a:lnTo>
                    <a:pt x="3247836" y="1430742"/>
                  </a:lnTo>
                  <a:lnTo>
                    <a:pt x="3248496" y="1383643"/>
                  </a:lnTo>
                  <a:lnTo>
                    <a:pt x="3249157" y="1343822"/>
                  </a:lnTo>
                  <a:lnTo>
                    <a:pt x="3249817" y="1325999"/>
                  </a:lnTo>
                  <a:lnTo>
                    <a:pt x="3250478" y="1325999"/>
                  </a:lnTo>
                  <a:lnTo>
                    <a:pt x="3251139" y="1325999"/>
                  </a:lnTo>
                  <a:lnTo>
                    <a:pt x="3251799" y="1362966"/>
                  </a:lnTo>
                  <a:lnTo>
                    <a:pt x="3252460" y="1406121"/>
                  </a:lnTo>
                  <a:lnTo>
                    <a:pt x="3253120" y="1383643"/>
                  </a:lnTo>
                  <a:lnTo>
                    <a:pt x="3253781" y="1325999"/>
                  </a:lnTo>
                  <a:lnTo>
                    <a:pt x="3254441" y="1278901"/>
                  </a:lnTo>
                  <a:lnTo>
                    <a:pt x="3255102" y="1227062"/>
                  </a:lnTo>
                  <a:lnTo>
                    <a:pt x="3255762" y="1204584"/>
                  </a:lnTo>
                  <a:lnTo>
                    <a:pt x="3256423" y="1227062"/>
                  </a:lnTo>
                  <a:lnTo>
                    <a:pt x="3257083" y="1264933"/>
                  </a:lnTo>
                  <a:lnTo>
                    <a:pt x="3257744" y="1309327"/>
                  </a:lnTo>
                  <a:lnTo>
                    <a:pt x="3258404" y="1362966"/>
                  </a:lnTo>
                  <a:lnTo>
                    <a:pt x="3259065" y="1362966"/>
                  </a:lnTo>
                  <a:lnTo>
                    <a:pt x="3259725" y="1332098"/>
                  </a:lnTo>
                  <a:lnTo>
                    <a:pt x="3260386" y="1315041"/>
                  </a:lnTo>
                  <a:lnTo>
                    <a:pt x="3261047" y="1303737"/>
                  </a:lnTo>
                  <a:lnTo>
                    <a:pt x="3261707" y="1273926"/>
                  </a:lnTo>
                  <a:lnTo>
                    <a:pt x="3262368" y="1247201"/>
                  </a:lnTo>
                  <a:lnTo>
                    <a:pt x="3263028" y="1230609"/>
                  </a:lnTo>
                  <a:lnTo>
                    <a:pt x="3263689" y="1230609"/>
                  </a:lnTo>
                  <a:lnTo>
                    <a:pt x="3264349" y="1239079"/>
                  </a:lnTo>
                  <a:lnTo>
                    <a:pt x="3265010" y="1278901"/>
                  </a:lnTo>
                  <a:lnTo>
                    <a:pt x="3265670" y="1343822"/>
                  </a:lnTo>
                  <a:lnTo>
                    <a:pt x="3266331" y="1406121"/>
                  </a:lnTo>
                  <a:lnTo>
                    <a:pt x="3266991" y="1430742"/>
                  </a:lnTo>
                  <a:lnTo>
                    <a:pt x="3267652" y="1406121"/>
                  </a:lnTo>
                  <a:lnTo>
                    <a:pt x="3268312" y="1362966"/>
                  </a:lnTo>
                  <a:lnTo>
                    <a:pt x="3268973" y="1325140"/>
                  </a:lnTo>
                  <a:lnTo>
                    <a:pt x="3269633" y="1278184"/>
                  </a:lnTo>
                  <a:lnTo>
                    <a:pt x="3270294" y="1264255"/>
                  </a:lnTo>
                  <a:lnTo>
                    <a:pt x="3270954" y="1277469"/>
                  </a:lnTo>
                  <a:lnTo>
                    <a:pt x="3271615" y="1307718"/>
                  </a:lnTo>
                  <a:lnTo>
                    <a:pt x="3272276" y="1342901"/>
                  </a:lnTo>
                  <a:lnTo>
                    <a:pt x="3272936" y="1404949"/>
                  </a:lnTo>
                  <a:lnTo>
                    <a:pt x="3273597" y="1429454"/>
                  </a:lnTo>
                  <a:lnTo>
                    <a:pt x="3274257" y="1430742"/>
                  </a:lnTo>
                  <a:lnTo>
                    <a:pt x="3274918" y="1430742"/>
                  </a:lnTo>
                  <a:lnTo>
                    <a:pt x="3275578" y="1430742"/>
                  </a:lnTo>
                  <a:lnTo>
                    <a:pt x="3276239" y="1430742"/>
                  </a:lnTo>
                  <a:lnTo>
                    <a:pt x="3276899" y="1430742"/>
                  </a:lnTo>
                  <a:lnTo>
                    <a:pt x="3277560" y="1430742"/>
                  </a:lnTo>
                  <a:lnTo>
                    <a:pt x="3278220" y="1430742"/>
                  </a:lnTo>
                  <a:lnTo>
                    <a:pt x="3278881" y="1430742"/>
                  </a:lnTo>
                  <a:lnTo>
                    <a:pt x="3279541" y="1430742"/>
                  </a:lnTo>
                  <a:lnTo>
                    <a:pt x="3280202" y="1430742"/>
                  </a:lnTo>
                  <a:lnTo>
                    <a:pt x="3280862" y="1430742"/>
                  </a:lnTo>
                  <a:lnTo>
                    <a:pt x="3281523" y="1430742"/>
                  </a:lnTo>
                  <a:lnTo>
                    <a:pt x="3282184" y="1430742"/>
                  </a:lnTo>
                  <a:lnTo>
                    <a:pt x="3282844" y="1430742"/>
                  </a:lnTo>
                  <a:lnTo>
                    <a:pt x="3283505" y="1430742"/>
                  </a:lnTo>
                  <a:lnTo>
                    <a:pt x="3284165" y="1430742"/>
                  </a:lnTo>
                  <a:lnTo>
                    <a:pt x="3284826" y="1430742"/>
                  </a:lnTo>
                  <a:lnTo>
                    <a:pt x="3285486" y="1430742"/>
                  </a:lnTo>
                  <a:lnTo>
                    <a:pt x="3286147" y="1430742"/>
                  </a:lnTo>
                  <a:lnTo>
                    <a:pt x="3286807" y="1430742"/>
                  </a:lnTo>
                  <a:lnTo>
                    <a:pt x="3287468" y="1430742"/>
                  </a:lnTo>
                  <a:lnTo>
                    <a:pt x="3288128" y="1430742"/>
                  </a:lnTo>
                  <a:lnTo>
                    <a:pt x="3288789" y="1430742"/>
                  </a:lnTo>
                  <a:lnTo>
                    <a:pt x="3289449" y="1430742"/>
                  </a:lnTo>
                  <a:lnTo>
                    <a:pt x="3290110" y="1430742"/>
                  </a:lnTo>
                  <a:lnTo>
                    <a:pt x="3290770" y="1430742"/>
                  </a:lnTo>
                  <a:lnTo>
                    <a:pt x="3291431" y="1430742"/>
                  </a:lnTo>
                  <a:lnTo>
                    <a:pt x="3292092" y="1430742"/>
                  </a:lnTo>
                  <a:lnTo>
                    <a:pt x="3292752" y="1430742"/>
                  </a:lnTo>
                  <a:lnTo>
                    <a:pt x="3293413" y="1430742"/>
                  </a:lnTo>
                  <a:lnTo>
                    <a:pt x="3294073" y="1430742"/>
                  </a:lnTo>
                  <a:lnTo>
                    <a:pt x="3294734" y="1430742"/>
                  </a:lnTo>
                  <a:lnTo>
                    <a:pt x="3295394" y="1430742"/>
                  </a:lnTo>
                  <a:lnTo>
                    <a:pt x="3296055" y="1430742"/>
                  </a:lnTo>
                  <a:lnTo>
                    <a:pt x="3296715" y="1430742"/>
                  </a:lnTo>
                  <a:lnTo>
                    <a:pt x="3297376" y="1430742"/>
                  </a:lnTo>
                  <a:lnTo>
                    <a:pt x="3298036" y="1430742"/>
                  </a:lnTo>
                  <a:lnTo>
                    <a:pt x="3298697" y="1430742"/>
                  </a:lnTo>
                  <a:lnTo>
                    <a:pt x="3299357" y="1430742"/>
                  </a:lnTo>
                  <a:lnTo>
                    <a:pt x="3300018" y="1430742"/>
                  </a:lnTo>
                  <a:lnTo>
                    <a:pt x="3300678" y="1430742"/>
                  </a:lnTo>
                  <a:lnTo>
                    <a:pt x="3301339" y="1430742"/>
                  </a:lnTo>
                  <a:lnTo>
                    <a:pt x="3302000" y="1406121"/>
                  </a:lnTo>
                  <a:lnTo>
                    <a:pt x="3302660" y="1362966"/>
                  </a:lnTo>
                  <a:lnTo>
                    <a:pt x="3303321" y="1343822"/>
                  </a:lnTo>
                  <a:lnTo>
                    <a:pt x="3303981" y="1343822"/>
                  </a:lnTo>
                  <a:lnTo>
                    <a:pt x="3304642" y="1343822"/>
                  </a:lnTo>
                  <a:lnTo>
                    <a:pt x="3305302" y="1362966"/>
                  </a:lnTo>
                  <a:lnTo>
                    <a:pt x="3305963" y="1406121"/>
                  </a:lnTo>
                  <a:lnTo>
                    <a:pt x="3306623" y="1430742"/>
                  </a:lnTo>
                  <a:lnTo>
                    <a:pt x="3307284" y="1430742"/>
                  </a:lnTo>
                  <a:lnTo>
                    <a:pt x="3307944" y="1430742"/>
                  </a:lnTo>
                  <a:lnTo>
                    <a:pt x="3308605" y="1430742"/>
                  </a:lnTo>
                  <a:lnTo>
                    <a:pt x="3309265" y="1430742"/>
                  </a:lnTo>
                  <a:lnTo>
                    <a:pt x="3309926" y="1430742"/>
                  </a:lnTo>
                  <a:lnTo>
                    <a:pt x="3310586" y="1430742"/>
                  </a:lnTo>
                  <a:lnTo>
                    <a:pt x="3311247" y="1430742"/>
                  </a:lnTo>
                  <a:lnTo>
                    <a:pt x="3311907" y="1430742"/>
                  </a:lnTo>
                  <a:lnTo>
                    <a:pt x="3312568" y="1430742"/>
                  </a:lnTo>
                  <a:lnTo>
                    <a:pt x="3313229" y="1430742"/>
                  </a:lnTo>
                  <a:lnTo>
                    <a:pt x="3313889" y="1430742"/>
                  </a:lnTo>
                  <a:lnTo>
                    <a:pt x="3314550" y="1430742"/>
                  </a:lnTo>
                  <a:lnTo>
                    <a:pt x="3315210" y="1430742"/>
                  </a:lnTo>
                  <a:lnTo>
                    <a:pt x="3315871" y="1406121"/>
                  </a:lnTo>
                  <a:lnTo>
                    <a:pt x="3316531" y="1362966"/>
                  </a:lnTo>
                  <a:lnTo>
                    <a:pt x="3317192" y="1325999"/>
                  </a:lnTo>
                  <a:lnTo>
                    <a:pt x="3317852" y="1325999"/>
                  </a:lnTo>
                  <a:lnTo>
                    <a:pt x="3318513" y="1325999"/>
                  </a:lnTo>
                  <a:lnTo>
                    <a:pt x="3319173" y="1343822"/>
                  </a:lnTo>
                  <a:lnTo>
                    <a:pt x="3319834" y="1383643"/>
                  </a:lnTo>
                  <a:lnTo>
                    <a:pt x="3320494" y="1430742"/>
                  </a:lnTo>
                  <a:lnTo>
                    <a:pt x="3321155" y="1430742"/>
                  </a:lnTo>
                  <a:lnTo>
                    <a:pt x="3321815" y="1430742"/>
                  </a:lnTo>
                  <a:lnTo>
                    <a:pt x="3322476" y="1430742"/>
                  </a:lnTo>
                  <a:lnTo>
                    <a:pt x="3323137" y="1430742"/>
                  </a:lnTo>
                  <a:lnTo>
                    <a:pt x="3323797" y="1430742"/>
                  </a:lnTo>
                  <a:lnTo>
                    <a:pt x="3324458" y="1430742"/>
                  </a:lnTo>
                  <a:lnTo>
                    <a:pt x="3325118" y="1430742"/>
                  </a:lnTo>
                  <a:lnTo>
                    <a:pt x="3325779" y="1430742"/>
                  </a:lnTo>
                  <a:lnTo>
                    <a:pt x="3326439" y="1383643"/>
                  </a:lnTo>
                  <a:lnTo>
                    <a:pt x="3327100" y="1343822"/>
                  </a:lnTo>
                  <a:lnTo>
                    <a:pt x="3327760" y="1293666"/>
                  </a:lnTo>
                  <a:lnTo>
                    <a:pt x="3328421" y="1264933"/>
                  </a:lnTo>
                  <a:lnTo>
                    <a:pt x="3329081" y="1227062"/>
                  </a:lnTo>
                  <a:lnTo>
                    <a:pt x="3329742" y="1227062"/>
                  </a:lnTo>
                  <a:lnTo>
                    <a:pt x="3330402" y="1239079"/>
                  </a:lnTo>
                  <a:lnTo>
                    <a:pt x="3331063" y="1278901"/>
                  </a:lnTo>
                  <a:lnTo>
                    <a:pt x="3331723" y="1309327"/>
                  </a:lnTo>
                  <a:lnTo>
                    <a:pt x="3332384" y="1362966"/>
                  </a:lnTo>
                  <a:lnTo>
                    <a:pt x="3333045" y="1406121"/>
                  </a:lnTo>
                  <a:lnTo>
                    <a:pt x="3333705" y="1430742"/>
                  </a:lnTo>
                  <a:lnTo>
                    <a:pt x="3334366" y="1430742"/>
                  </a:lnTo>
                  <a:lnTo>
                    <a:pt x="3335026" y="1430742"/>
                  </a:lnTo>
                  <a:lnTo>
                    <a:pt x="3335687" y="1430742"/>
                  </a:lnTo>
                  <a:lnTo>
                    <a:pt x="3336347" y="1430742"/>
                  </a:lnTo>
                  <a:lnTo>
                    <a:pt x="3337008" y="1430742"/>
                  </a:lnTo>
                  <a:lnTo>
                    <a:pt x="3337668" y="1430742"/>
                  </a:lnTo>
                  <a:lnTo>
                    <a:pt x="3338329" y="1430742"/>
                  </a:lnTo>
                  <a:lnTo>
                    <a:pt x="3338989" y="1430742"/>
                  </a:lnTo>
                  <a:lnTo>
                    <a:pt x="3339650" y="1430742"/>
                  </a:lnTo>
                  <a:lnTo>
                    <a:pt x="3340310" y="1430742"/>
                  </a:lnTo>
                  <a:lnTo>
                    <a:pt x="3340971" y="1430742"/>
                  </a:lnTo>
                  <a:lnTo>
                    <a:pt x="3341631" y="1430742"/>
                  </a:lnTo>
                  <a:lnTo>
                    <a:pt x="3342292" y="1406121"/>
                  </a:lnTo>
                  <a:lnTo>
                    <a:pt x="3342952" y="1362966"/>
                  </a:lnTo>
                  <a:lnTo>
                    <a:pt x="3343613" y="1310136"/>
                  </a:lnTo>
                  <a:lnTo>
                    <a:pt x="3344274" y="1279619"/>
                  </a:lnTo>
                  <a:lnTo>
                    <a:pt x="3344934" y="1252330"/>
                  </a:lnTo>
                  <a:lnTo>
                    <a:pt x="3345595" y="1265614"/>
                  </a:lnTo>
                  <a:lnTo>
                    <a:pt x="3346255" y="1279619"/>
                  </a:lnTo>
                  <a:lnTo>
                    <a:pt x="3346916" y="1272522"/>
                  </a:lnTo>
                  <a:lnTo>
                    <a:pt x="3347576" y="1221831"/>
                  </a:lnTo>
                  <a:lnTo>
                    <a:pt x="3348237" y="1199785"/>
                  </a:lnTo>
                  <a:lnTo>
                    <a:pt x="3348897" y="1169888"/>
                  </a:lnTo>
                  <a:lnTo>
                    <a:pt x="3349558" y="1160644"/>
                  </a:lnTo>
                  <a:lnTo>
                    <a:pt x="3350218" y="1173680"/>
                  </a:lnTo>
                  <a:lnTo>
                    <a:pt x="3350879" y="1204047"/>
                  </a:lnTo>
                  <a:lnTo>
                    <a:pt x="3351539" y="1226475"/>
                  </a:lnTo>
                  <a:lnTo>
                    <a:pt x="3352200" y="1264255"/>
                  </a:lnTo>
                  <a:lnTo>
                    <a:pt x="3352860" y="1292907"/>
                  </a:lnTo>
                  <a:lnTo>
                    <a:pt x="3353521" y="1325999"/>
                  </a:lnTo>
                  <a:lnTo>
                    <a:pt x="3354182" y="1383643"/>
                  </a:lnTo>
                  <a:lnTo>
                    <a:pt x="3354842" y="1430742"/>
                  </a:lnTo>
                  <a:lnTo>
                    <a:pt x="3355503" y="1430742"/>
                  </a:lnTo>
                  <a:lnTo>
                    <a:pt x="3356163" y="1430742"/>
                  </a:lnTo>
                  <a:lnTo>
                    <a:pt x="3356824" y="1430742"/>
                  </a:lnTo>
                  <a:lnTo>
                    <a:pt x="3357484" y="1430742"/>
                  </a:lnTo>
                  <a:lnTo>
                    <a:pt x="3358145" y="1430742"/>
                  </a:lnTo>
                  <a:lnTo>
                    <a:pt x="3358805" y="1430742"/>
                  </a:lnTo>
                  <a:lnTo>
                    <a:pt x="3359466" y="1430742"/>
                  </a:lnTo>
                  <a:lnTo>
                    <a:pt x="3360126" y="1430742"/>
                  </a:lnTo>
                  <a:lnTo>
                    <a:pt x="3360787" y="1430742"/>
                  </a:lnTo>
                  <a:lnTo>
                    <a:pt x="3361447" y="1430742"/>
                  </a:lnTo>
                  <a:lnTo>
                    <a:pt x="3362108" y="1430742"/>
                  </a:lnTo>
                  <a:lnTo>
                    <a:pt x="3362768" y="1430742"/>
                  </a:lnTo>
                  <a:lnTo>
                    <a:pt x="3363429" y="1430742"/>
                  </a:lnTo>
                  <a:lnTo>
                    <a:pt x="3364090" y="1406121"/>
                  </a:lnTo>
                  <a:lnTo>
                    <a:pt x="3364750" y="1362966"/>
                  </a:lnTo>
                  <a:lnTo>
                    <a:pt x="3365411" y="1325999"/>
                  </a:lnTo>
                  <a:lnTo>
                    <a:pt x="3366071" y="1309327"/>
                  </a:lnTo>
                  <a:lnTo>
                    <a:pt x="3366732" y="1309327"/>
                  </a:lnTo>
                  <a:lnTo>
                    <a:pt x="3367392" y="1325999"/>
                  </a:lnTo>
                  <a:lnTo>
                    <a:pt x="3368053" y="1362966"/>
                  </a:lnTo>
                  <a:lnTo>
                    <a:pt x="3368713" y="1406121"/>
                  </a:lnTo>
                  <a:lnTo>
                    <a:pt x="3369374" y="1430742"/>
                  </a:lnTo>
                  <a:lnTo>
                    <a:pt x="3370034" y="1430742"/>
                  </a:lnTo>
                  <a:lnTo>
                    <a:pt x="3370695" y="1430742"/>
                  </a:lnTo>
                  <a:lnTo>
                    <a:pt x="3371355" y="1430742"/>
                  </a:lnTo>
                  <a:lnTo>
                    <a:pt x="3372016" y="1430742"/>
                  </a:lnTo>
                  <a:lnTo>
                    <a:pt x="3372676" y="1430742"/>
                  </a:lnTo>
                  <a:lnTo>
                    <a:pt x="3373337" y="1430742"/>
                  </a:lnTo>
                  <a:lnTo>
                    <a:pt x="3373997" y="1430742"/>
                  </a:lnTo>
                  <a:lnTo>
                    <a:pt x="3374658" y="1414474"/>
                  </a:lnTo>
                  <a:lnTo>
                    <a:pt x="3375319" y="1391290"/>
                  </a:lnTo>
                  <a:lnTo>
                    <a:pt x="3375979" y="1350362"/>
                  </a:lnTo>
                  <a:lnTo>
                    <a:pt x="3376640" y="1332098"/>
                  </a:lnTo>
                  <a:lnTo>
                    <a:pt x="3377300" y="1332098"/>
                  </a:lnTo>
                  <a:lnTo>
                    <a:pt x="3377961" y="1343822"/>
                  </a:lnTo>
                  <a:lnTo>
                    <a:pt x="3378621" y="1362966"/>
                  </a:lnTo>
                  <a:lnTo>
                    <a:pt x="3379282" y="1406121"/>
                  </a:lnTo>
                  <a:lnTo>
                    <a:pt x="3379942" y="1430742"/>
                  </a:lnTo>
                  <a:lnTo>
                    <a:pt x="3380603" y="1430742"/>
                  </a:lnTo>
                  <a:lnTo>
                    <a:pt x="3381263" y="1430742"/>
                  </a:lnTo>
                  <a:lnTo>
                    <a:pt x="3381924" y="1430742"/>
                  </a:lnTo>
                  <a:lnTo>
                    <a:pt x="3382584" y="1430742"/>
                  </a:lnTo>
                  <a:lnTo>
                    <a:pt x="3383245" y="1430742"/>
                  </a:lnTo>
                  <a:lnTo>
                    <a:pt x="3383905" y="1430742"/>
                  </a:lnTo>
                  <a:lnTo>
                    <a:pt x="3384566" y="1430742"/>
                  </a:lnTo>
                  <a:lnTo>
                    <a:pt x="3385227" y="1430742"/>
                  </a:lnTo>
                  <a:lnTo>
                    <a:pt x="3385887" y="1430742"/>
                  </a:lnTo>
                  <a:lnTo>
                    <a:pt x="3386548" y="1430742"/>
                  </a:lnTo>
                  <a:lnTo>
                    <a:pt x="3387208" y="1430742"/>
                  </a:lnTo>
                  <a:lnTo>
                    <a:pt x="3387869" y="1430742"/>
                  </a:lnTo>
                  <a:lnTo>
                    <a:pt x="3388529" y="1406121"/>
                  </a:lnTo>
                  <a:lnTo>
                    <a:pt x="3389190" y="1362966"/>
                  </a:lnTo>
                  <a:lnTo>
                    <a:pt x="3389850" y="1325999"/>
                  </a:lnTo>
                  <a:lnTo>
                    <a:pt x="3390511" y="1325999"/>
                  </a:lnTo>
                  <a:lnTo>
                    <a:pt x="3391171" y="1325999"/>
                  </a:lnTo>
                  <a:lnTo>
                    <a:pt x="3391832" y="1325999"/>
                  </a:lnTo>
                  <a:lnTo>
                    <a:pt x="3392492" y="1343822"/>
                  </a:lnTo>
                  <a:lnTo>
                    <a:pt x="3393153" y="1343822"/>
                  </a:lnTo>
                  <a:lnTo>
                    <a:pt x="3393813" y="1325999"/>
                  </a:lnTo>
                  <a:lnTo>
                    <a:pt x="3394474" y="1320884"/>
                  </a:lnTo>
                  <a:lnTo>
                    <a:pt x="3395135" y="1338345"/>
                  </a:lnTo>
                  <a:lnTo>
                    <a:pt x="3395795" y="1357073"/>
                  </a:lnTo>
                  <a:lnTo>
                    <a:pt x="3396456" y="1399170"/>
                  </a:lnTo>
                  <a:lnTo>
                    <a:pt x="3397116" y="1423106"/>
                  </a:lnTo>
                  <a:lnTo>
                    <a:pt x="3397777" y="1430742"/>
                  </a:lnTo>
                  <a:lnTo>
                    <a:pt x="3398437" y="1430742"/>
                  </a:lnTo>
                  <a:lnTo>
                    <a:pt x="3399098" y="1430742"/>
                  </a:lnTo>
                  <a:lnTo>
                    <a:pt x="3399758" y="1430742"/>
                  </a:lnTo>
                  <a:lnTo>
                    <a:pt x="3400419" y="1430742"/>
                  </a:lnTo>
                  <a:lnTo>
                    <a:pt x="3401079" y="1430742"/>
                  </a:lnTo>
                  <a:lnTo>
                    <a:pt x="3401740" y="1430742"/>
                  </a:lnTo>
                  <a:lnTo>
                    <a:pt x="3402400" y="1430742"/>
                  </a:lnTo>
                  <a:lnTo>
                    <a:pt x="3403061" y="1430742"/>
                  </a:lnTo>
                  <a:lnTo>
                    <a:pt x="3403721" y="1430742"/>
                  </a:lnTo>
                  <a:lnTo>
                    <a:pt x="3404382" y="1430742"/>
                  </a:lnTo>
                  <a:lnTo>
                    <a:pt x="3405043" y="1430742"/>
                  </a:lnTo>
                  <a:lnTo>
                    <a:pt x="3405703" y="1430742"/>
                  </a:lnTo>
                  <a:lnTo>
                    <a:pt x="3406364" y="1430742"/>
                  </a:lnTo>
                  <a:lnTo>
                    <a:pt x="3407024" y="1406121"/>
                  </a:lnTo>
                  <a:lnTo>
                    <a:pt x="3407685" y="1362966"/>
                  </a:lnTo>
                  <a:lnTo>
                    <a:pt x="3408345" y="1343822"/>
                  </a:lnTo>
                  <a:lnTo>
                    <a:pt x="3409006" y="1325999"/>
                  </a:lnTo>
                  <a:lnTo>
                    <a:pt x="3409666" y="1293666"/>
                  </a:lnTo>
                  <a:lnTo>
                    <a:pt x="3410327" y="1278901"/>
                  </a:lnTo>
                  <a:lnTo>
                    <a:pt x="3410987" y="1264933"/>
                  </a:lnTo>
                  <a:lnTo>
                    <a:pt x="3411648" y="1264933"/>
                  </a:lnTo>
                  <a:lnTo>
                    <a:pt x="3412308" y="1278901"/>
                  </a:lnTo>
                  <a:lnTo>
                    <a:pt x="3412969" y="1309327"/>
                  </a:lnTo>
                  <a:lnTo>
                    <a:pt x="3413629" y="1343822"/>
                  </a:lnTo>
                  <a:lnTo>
                    <a:pt x="3414290" y="1406121"/>
                  </a:lnTo>
                  <a:lnTo>
                    <a:pt x="3414950" y="1428172"/>
                  </a:lnTo>
                  <a:lnTo>
                    <a:pt x="3415611" y="1360987"/>
                  </a:lnTo>
                  <a:lnTo>
                    <a:pt x="3416272" y="1292151"/>
                  </a:lnTo>
                  <a:lnTo>
                    <a:pt x="3416932" y="1263577"/>
                  </a:lnTo>
                  <a:lnTo>
                    <a:pt x="3417593" y="1263577"/>
                  </a:lnTo>
                  <a:lnTo>
                    <a:pt x="3418253" y="1264933"/>
                  </a:lnTo>
                  <a:lnTo>
                    <a:pt x="3418914" y="1309327"/>
                  </a:lnTo>
                  <a:lnTo>
                    <a:pt x="3419574" y="1383643"/>
                  </a:lnTo>
                  <a:lnTo>
                    <a:pt x="3420235" y="1430742"/>
                  </a:lnTo>
                  <a:lnTo>
                    <a:pt x="3420895" y="1430742"/>
                  </a:lnTo>
                  <a:lnTo>
                    <a:pt x="3421556" y="1430742"/>
                  </a:lnTo>
                  <a:lnTo>
                    <a:pt x="3422216" y="1430742"/>
                  </a:lnTo>
                  <a:lnTo>
                    <a:pt x="3422877" y="1430742"/>
                  </a:lnTo>
                  <a:lnTo>
                    <a:pt x="3423537" y="1430742"/>
                  </a:lnTo>
                  <a:lnTo>
                    <a:pt x="3424198" y="1430742"/>
                  </a:lnTo>
                  <a:lnTo>
                    <a:pt x="3424858" y="1430742"/>
                  </a:lnTo>
                  <a:lnTo>
                    <a:pt x="3425519" y="1430742"/>
                  </a:lnTo>
                  <a:lnTo>
                    <a:pt x="3426180" y="1430742"/>
                  </a:lnTo>
                  <a:lnTo>
                    <a:pt x="3426840" y="1430742"/>
                  </a:lnTo>
                  <a:lnTo>
                    <a:pt x="3427501" y="1430742"/>
                  </a:lnTo>
                  <a:lnTo>
                    <a:pt x="3428161" y="1406121"/>
                  </a:lnTo>
                  <a:lnTo>
                    <a:pt x="3428822" y="1348477"/>
                  </a:lnTo>
                  <a:lnTo>
                    <a:pt x="3429482" y="1284706"/>
                  </a:lnTo>
                  <a:lnTo>
                    <a:pt x="3430143" y="1254932"/>
                  </a:lnTo>
                  <a:lnTo>
                    <a:pt x="3430803" y="1254932"/>
                  </a:lnTo>
                  <a:lnTo>
                    <a:pt x="3431464" y="1254932"/>
                  </a:lnTo>
                  <a:lnTo>
                    <a:pt x="3432124" y="1251683"/>
                  </a:lnTo>
                  <a:lnTo>
                    <a:pt x="3432785" y="1262902"/>
                  </a:lnTo>
                  <a:lnTo>
                    <a:pt x="3433445" y="1264933"/>
                  </a:lnTo>
                  <a:lnTo>
                    <a:pt x="3434106" y="1264933"/>
                  </a:lnTo>
                  <a:lnTo>
                    <a:pt x="3434766" y="1278901"/>
                  </a:lnTo>
                  <a:lnTo>
                    <a:pt x="3435427" y="1325999"/>
                  </a:lnTo>
                  <a:lnTo>
                    <a:pt x="3436088" y="1383643"/>
                  </a:lnTo>
                  <a:lnTo>
                    <a:pt x="3436748" y="1430742"/>
                  </a:lnTo>
                  <a:lnTo>
                    <a:pt x="3437409" y="1406121"/>
                  </a:lnTo>
                  <a:lnTo>
                    <a:pt x="3438069" y="1343822"/>
                  </a:lnTo>
                  <a:lnTo>
                    <a:pt x="3438730" y="1293666"/>
                  </a:lnTo>
                  <a:lnTo>
                    <a:pt x="3439390" y="1215579"/>
                  </a:lnTo>
                  <a:lnTo>
                    <a:pt x="3440051" y="1183907"/>
                  </a:lnTo>
                  <a:lnTo>
                    <a:pt x="3440711" y="1174158"/>
                  </a:lnTo>
                  <a:lnTo>
                    <a:pt x="3441372" y="1204584"/>
                  </a:lnTo>
                  <a:lnTo>
                    <a:pt x="3442032" y="1239079"/>
                  </a:lnTo>
                  <a:lnTo>
                    <a:pt x="3442693" y="1325999"/>
                  </a:lnTo>
                  <a:lnTo>
                    <a:pt x="3443353" y="1383643"/>
                  </a:lnTo>
                  <a:lnTo>
                    <a:pt x="3444014" y="1430742"/>
                  </a:lnTo>
                  <a:lnTo>
                    <a:pt x="3444674" y="1430742"/>
                  </a:lnTo>
                  <a:lnTo>
                    <a:pt x="3445335" y="1430742"/>
                  </a:lnTo>
                  <a:lnTo>
                    <a:pt x="3445995" y="1430742"/>
                  </a:lnTo>
                  <a:lnTo>
                    <a:pt x="3446656" y="1430742"/>
                  </a:lnTo>
                  <a:lnTo>
                    <a:pt x="3447317" y="1430742"/>
                  </a:lnTo>
                  <a:lnTo>
                    <a:pt x="3447977" y="1430742"/>
                  </a:lnTo>
                  <a:lnTo>
                    <a:pt x="3448638" y="1429454"/>
                  </a:lnTo>
                  <a:lnTo>
                    <a:pt x="3449298" y="1404949"/>
                  </a:lnTo>
                  <a:lnTo>
                    <a:pt x="3449959" y="1361975"/>
                  </a:lnTo>
                  <a:lnTo>
                    <a:pt x="3450619" y="1342901"/>
                  </a:lnTo>
                  <a:lnTo>
                    <a:pt x="3451280" y="1342901"/>
                  </a:lnTo>
                  <a:lnTo>
                    <a:pt x="3451940" y="1325999"/>
                  </a:lnTo>
                  <a:lnTo>
                    <a:pt x="3452601" y="1309327"/>
                  </a:lnTo>
                  <a:lnTo>
                    <a:pt x="3453261" y="1309327"/>
                  </a:lnTo>
                  <a:lnTo>
                    <a:pt x="3453922" y="1325999"/>
                  </a:lnTo>
                  <a:lnTo>
                    <a:pt x="3454582" y="1325999"/>
                  </a:lnTo>
                  <a:lnTo>
                    <a:pt x="3455243" y="1343822"/>
                  </a:lnTo>
                  <a:lnTo>
                    <a:pt x="3455903" y="1383643"/>
                  </a:lnTo>
                  <a:lnTo>
                    <a:pt x="3456564" y="1406121"/>
                  </a:lnTo>
                  <a:lnTo>
                    <a:pt x="3457225" y="1375173"/>
                  </a:lnTo>
                  <a:lnTo>
                    <a:pt x="3457885" y="1355138"/>
                  </a:lnTo>
                  <a:lnTo>
                    <a:pt x="3458546" y="1336545"/>
                  </a:lnTo>
                  <a:lnTo>
                    <a:pt x="3459206" y="1336545"/>
                  </a:lnTo>
                  <a:lnTo>
                    <a:pt x="3459867" y="1355138"/>
                  </a:lnTo>
                  <a:lnTo>
                    <a:pt x="3460527" y="1383643"/>
                  </a:lnTo>
                  <a:lnTo>
                    <a:pt x="3461188" y="1406121"/>
                  </a:lnTo>
                  <a:lnTo>
                    <a:pt x="3461848" y="1406121"/>
                  </a:lnTo>
                  <a:lnTo>
                    <a:pt x="3462509" y="1383643"/>
                  </a:lnTo>
                  <a:lnTo>
                    <a:pt x="3463169" y="1330341"/>
                  </a:lnTo>
                  <a:lnTo>
                    <a:pt x="3463830" y="1297493"/>
                  </a:lnTo>
                  <a:lnTo>
                    <a:pt x="3464490" y="1268355"/>
                  </a:lnTo>
                  <a:lnTo>
                    <a:pt x="3465151" y="1254932"/>
                  </a:lnTo>
                  <a:lnTo>
                    <a:pt x="3465811" y="1242173"/>
                  </a:lnTo>
                  <a:lnTo>
                    <a:pt x="3466472" y="1264933"/>
                  </a:lnTo>
                  <a:lnTo>
                    <a:pt x="3467133" y="1293666"/>
                  </a:lnTo>
                  <a:lnTo>
                    <a:pt x="3467793" y="1325999"/>
                  </a:lnTo>
                  <a:lnTo>
                    <a:pt x="3468454" y="1343822"/>
                  </a:lnTo>
                  <a:lnTo>
                    <a:pt x="3469114" y="1343822"/>
                  </a:lnTo>
                  <a:lnTo>
                    <a:pt x="3469775" y="1278901"/>
                  </a:lnTo>
                  <a:lnTo>
                    <a:pt x="3470435" y="1204584"/>
                  </a:lnTo>
                  <a:lnTo>
                    <a:pt x="3471096" y="1174158"/>
                  </a:lnTo>
                  <a:lnTo>
                    <a:pt x="3471756" y="1174158"/>
                  </a:lnTo>
                  <a:lnTo>
                    <a:pt x="3472417" y="1194039"/>
                  </a:lnTo>
                  <a:lnTo>
                    <a:pt x="3473077" y="1251683"/>
                  </a:lnTo>
                  <a:lnTo>
                    <a:pt x="3473738" y="1343822"/>
                  </a:lnTo>
                  <a:lnTo>
                    <a:pt x="3474398" y="1406121"/>
                  </a:lnTo>
                  <a:lnTo>
                    <a:pt x="3475059" y="1430742"/>
                  </a:lnTo>
                  <a:lnTo>
                    <a:pt x="3475719" y="1430742"/>
                  </a:lnTo>
                  <a:lnTo>
                    <a:pt x="3476380" y="1430742"/>
                  </a:lnTo>
                  <a:lnTo>
                    <a:pt x="3477041" y="1406121"/>
                  </a:lnTo>
                  <a:lnTo>
                    <a:pt x="3477701" y="1362966"/>
                  </a:lnTo>
                  <a:lnTo>
                    <a:pt x="3478362" y="1309327"/>
                  </a:lnTo>
                  <a:lnTo>
                    <a:pt x="3479022" y="1251683"/>
                  </a:lnTo>
                  <a:lnTo>
                    <a:pt x="3479683" y="1215579"/>
                  </a:lnTo>
                  <a:lnTo>
                    <a:pt x="3480343" y="1201375"/>
                  </a:lnTo>
                  <a:lnTo>
                    <a:pt x="3481004" y="1190957"/>
                  </a:lnTo>
                  <a:lnTo>
                    <a:pt x="3481664" y="1212231"/>
                  </a:lnTo>
                  <a:lnTo>
                    <a:pt x="3482325" y="1247837"/>
                  </a:lnTo>
                  <a:lnTo>
                    <a:pt x="3482985" y="1274631"/>
                  </a:lnTo>
                  <a:lnTo>
                    <a:pt x="3483646" y="1265614"/>
                  </a:lnTo>
                  <a:lnTo>
                    <a:pt x="3484306" y="1279619"/>
                  </a:lnTo>
                  <a:lnTo>
                    <a:pt x="3484967" y="1252330"/>
                  </a:lnTo>
                  <a:lnTo>
                    <a:pt x="3485627" y="1227649"/>
                  </a:lnTo>
                  <a:lnTo>
                    <a:pt x="3486288" y="1216141"/>
                  </a:lnTo>
                  <a:lnTo>
                    <a:pt x="3486948" y="1239079"/>
                  </a:lnTo>
                  <a:lnTo>
                    <a:pt x="3487609" y="1264933"/>
                  </a:lnTo>
                  <a:lnTo>
                    <a:pt x="3488270" y="1309327"/>
                  </a:lnTo>
                  <a:lnTo>
                    <a:pt x="3488930" y="1362966"/>
                  </a:lnTo>
                  <a:lnTo>
                    <a:pt x="3489591" y="1406121"/>
                  </a:lnTo>
                  <a:lnTo>
                    <a:pt x="3490251" y="1430742"/>
                  </a:lnTo>
                  <a:lnTo>
                    <a:pt x="3490912" y="1430742"/>
                  </a:lnTo>
                  <a:lnTo>
                    <a:pt x="3491572" y="1430742"/>
                  </a:lnTo>
                  <a:lnTo>
                    <a:pt x="3492233" y="1406121"/>
                  </a:lnTo>
                  <a:lnTo>
                    <a:pt x="3492893" y="1343822"/>
                  </a:lnTo>
                  <a:lnTo>
                    <a:pt x="3493554" y="1302162"/>
                  </a:lnTo>
                  <a:lnTo>
                    <a:pt x="3494214" y="1258887"/>
                  </a:lnTo>
                  <a:lnTo>
                    <a:pt x="3494875" y="1221831"/>
                  </a:lnTo>
                  <a:lnTo>
                    <a:pt x="3495535" y="1210573"/>
                  </a:lnTo>
                  <a:lnTo>
                    <a:pt x="3496196" y="1233602"/>
                  </a:lnTo>
                  <a:lnTo>
                    <a:pt x="3496856" y="1239079"/>
                  </a:lnTo>
                  <a:lnTo>
                    <a:pt x="3497517" y="1264933"/>
                  </a:lnTo>
                  <a:lnTo>
                    <a:pt x="3498178" y="1309327"/>
                  </a:lnTo>
                  <a:lnTo>
                    <a:pt x="3498838" y="1343822"/>
                  </a:lnTo>
                  <a:lnTo>
                    <a:pt x="3499499" y="1362966"/>
                  </a:lnTo>
                  <a:lnTo>
                    <a:pt x="3500159" y="1370017"/>
                  </a:lnTo>
                  <a:lnTo>
                    <a:pt x="3500820" y="1315041"/>
                  </a:lnTo>
                  <a:lnTo>
                    <a:pt x="3501480" y="1221256"/>
                  </a:lnTo>
                  <a:lnTo>
                    <a:pt x="3502141" y="1170830"/>
                  </a:lnTo>
                  <a:lnTo>
                    <a:pt x="3502801" y="1127458"/>
                  </a:lnTo>
                  <a:lnTo>
                    <a:pt x="3503462" y="1124678"/>
                  </a:lnTo>
                  <a:lnTo>
                    <a:pt x="3504122" y="1149536"/>
                  </a:lnTo>
                  <a:lnTo>
                    <a:pt x="3504783" y="1217269"/>
                  </a:lnTo>
                  <a:lnTo>
                    <a:pt x="3505443" y="1278901"/>
                  </a:lnTo>
                  <a:lnTo>
                    <a:pt x="3506104" y="1362966"/>
                  </a:lnTo>
                  <a:lnTo>
                    <a:pt x="3506764" y="1406121"/>
                  </a:lnTo>
                  <a:lnTo>
                    <a:pt x="3507425" y="1430742"/>
                  </a:lnTo>
                  <a:lnTo>
                    <a:pt x="3508086" y="1430742"/>
                  </a:lnTo>
                  <a:lnTo>
                    <a:pt x="3508746" y="1430742"/>
                  </a:lnTo>
                  <a:lnTo>
                    <a:pt x="3509407" y="1430742"/>
                  </a:lnTo>
                  <a:lnTo>
                    <a:pt x="3510067" y="1430742"/>
                  </a:lnTo>
                  <a:lnTo>
                    <a:pt x="3510728" y="1430742"/>
                  </a:lnTo>
                  <a:lnTo>
                    <a:pt x="3511388" y="1430742"/>
                  </a:lnTo>
                  <a:lnTo>
                    <a:pt x="3512049" y="1430742"/>
                  </a:lnTo>
                  <a:lnTo>
                    <a:pt x="3512709" y="1430742"/>
                  </a:lnTo>
                  <a:lnTo>
                    <a:pt x="3513370" y="1406121"/>
                  </a:lnTo>
                  <a:lnTo>
                    <a:pt x="3514030" y="1383643"/>
                  </a:lnTo>
                  <a:lnTo>
                    <a:pt x="3514691" y="1351310"/>
                  </a:lnTo>
                  <a:lnTo>
                    <a:pt x="3515351" y="1332982"/>
                  </a:lnTo>
                  <a:lnTo>
                    <a:pt x="3516012" y="1332982"/>
                  </a:lnTo>
                  <a:lnTo>
                    <a:pt x="3516672" y="1351310"/>
                  </a:lnTo>
                  <a:lnTo>
                    <a:pt x="3517333" y="1371040"/>
                  </a:lnTo>
                  <a:lnTo>
                    <a:pt x="3517993" y="1406121"/>
                  </a:lnTo>
                  <a:lnTo>
                    <a:pt x="3518654" y="1430742"/>
                  </a:lnTo>
                  <a:lnTo>
                    <a:pt x="3519315" y="1430742"/>
                  </a:lnTo>
                  <a:lnTo>
                    <a:pt x="3519975" y="1430742"/>
                  </a:lnTo>
                  <a:lnTo>
                    <a:pt x="3520636" y="1430742"/>
                  </a:lnTo>
                  <a:lnTo>
                    <a:pt x="3521296" y="1430742"/>
                  </a:lnTo>
                  <a:lnTo>
                    <a:pt x="3521957" y="1430742"/>
                  </a:lnTo>
                  <a:lnTo>
                    <a:pt x="3522617" y="1430742"/>
                  </a:lnTo>
                  <a:lnTo>
                    <a:pt x="3523278" y="1430742"/>
                  </a:lnTo>
                  <a:lnTo>
                    <a:pt x="3523938" y="1430742"/>
                  </a:lnTo>
                  <a:lnTo>
                    <a:pt x="3524599" y="1430742"/>
                  </a:lnTo>
                  <a:lnTo>
                    <a:pt x="3525259" y="1430742"/>
                  </a:lnTo>
                  <a:lnTo>
                    <a:pt x="3525920" y="1430742"/>
                  </a:lnTo>
                  <a:lnTo>
                    <a:pt x="3526580" y="1430742"/>
                  </a:lnTo>
                  <a:lnTo>
                    <a:pt x="3527241" y="1430742"/>
                  </a:lnTo>
                  <a:lnTo>
                    <a:pt x="3527901" y="1430742"/>
                  </a:lnTo>
                  <a:lnTo>
                    <a:pt x="3528562" y="1430742"/>
                  </a:lnTo>
                  <a:lnTo>
                    <a:pt x="3529223" y="1430742"/>
                  </a:lnTo>
                  <a:lnTo>
                    <a:pt x="3529883" y="1430742"/>
                  </a:lnTo>
                  <a:lnTo>
                    <a:pt x="3530544" y="1430742"/>
                  </a:lnTo>
                  <a:lnTo>
                    <a:pt x="3531204" y="1430742"/>
                  </a:lnTo>
                  <a:lnTo>
                    <a:pt x="3531865" y="1430742"/>
                  </a:lnTo>
                  <a:lnTo>
                    <a:pt x="3532525" y="1430742"/>
                  </a:lnTo>
                  <a:lnTo>
                    <a:pt x="3533186" y="1430742"/>
                  </a:lnTo>
                  <a:lnTo>
                    <a:pt x="3533846" y="1430742"/>
                  </a:lnTo>
                  <a:lnTo>
                    <a:pt x="3534507" y="1430742"/>
                  </a:lnTo>
                  <a:lnTo>
                    <a:pt x="3535167" y="1430742"/>
                  </a:lnTo>
                  <a:lnTo>
                    <a:pt x="3535828" y="1430742"/>
                  </a:lnTo>
                  <a:lnTo>
                    <a:pt x="3536488" y="1430742"/>
                  </a:lnTo>
                  <a:lnTo>
                    <a:pt x="3537149" y="1430742"/>
                  </a:lnTo>
                  <a:lnTo>
                    <a:pt x="3537809" y="1430742"/>
                  </a:lnTo>
                  <a:lnTo>
                    <a:pt x="3538470" y="1430742"/>
                  </a:lnTo>
                  <a:lnTo>
                    <a:pt x="3539131" y="1430742"/>
                  </a:lnTo>
                  <a:lnTo>
                    <a:pt x="3539791" y="1430742"/>
                  </a:lnTo>
                  <a:lnTo>
                    <a:pt x="3540452" y="1430742"/>
                  </a:lnTo>
                  <a:lnTo>
                    <a:pt x="3541112" y="1430742"/>
                  </a:lnTo>
                  <a:lnTo>
                    <a:pt x="3541773" y="1430742"/>
                  </a:lnTo>
                  <a:lnTo>
                    <a:pt x="3542433" y="1430742"/>
                  </a:lnTo>
                  <a:lnTo>
                    <a:pt x="3543094" y="1430742"/>
                  </a:lnTo>
                  <a:lnTo>
                    <a:pt x="3543754" y="1430742"/>
                  </a:lnTo>
                  <a:lnTo>
                    <a:pt x="3544415" y="1430742"/>
                  </a:lnTo>
                  <a:lnTo>
                    <a:pt x="3545075" y="1430742"/>
                  </a:lnTo>
                  <a:lnTo>
                    <a:pt x="3545736" y="1430742"/>
                  </a:lnTo>
                  <a:lnTo>
                    <a:pt x="3546396" y="1430742"/>
                  </a:lnTo>
                  <a:lnTo>
                    <a:pt x="3547057" y="1430742"/>
                  </a:lnTo>
                  <a:lnTo>
                    <a:pt x="3547717" y="1430742"/>
                  </a:lnTo>
                  <a:lnTo>
                    <a:pt x="3548378" y="1430742"/>
                  </a:lnTo>
                  <a:lnTo>
                    <a:pt x="3549039" y="1430742"/>
                  </a:lnTo>
                  <a:lnTo>
                    <a:pt x="3549699" y="1430742"/>
                  </a:lnTo>
                  <a:lnTo>
                    <a:pt x="3550360" y="1430742"/>
                  </a:lnTo>
                  <a:lnTo>
                    <a:pt x="3551020" y="1430742"/>
                  </a:lnTo>
                  <a:lnTo>
                    <a:pt x="3551681" y="1430742"/>
                  </a:lnTo>
                  <a:lnTo>
                    <a:pt x="3552341" y="1430742"/>
                  </a:lnTo>
                  <a:lnTo>
                    <a:pt x="3553002" y="1430742"/>
                  </a:lnTo>
                  <a:lnTo>
                    <a:pt x="3553662" y="1430742"/>
                  </a:lnTo>
                  <a:lnTo>
                    <a:pt x="3554323" y="1430742"/>
                  </a:lnTo>
                  <a:lnTo>
                    <a:pt x="3554983" y="1430742"/>
                  </a:lnTo>
                  <a:lnTo>
                    <a:pt x="3555644" y="1430742"/>
                  </a:lnTo>
                  <a:lnTo>
                    <a:pt x="3556304" y="1430742"/>
                  </a:lnTo>
                  <a:lnTo>
                    <a:pt x="3556965" y="1430742"/>
                  </a:lnTo>
                  <a:lnTo>
                    <a:pt x="3557625" y="1430742"/>
                  </a:lnTo>
                  <a:lnTo>
                    <a:pt x="3558286" y="1430742"/>
                  </a:lnTo>
                  <a:lnTo>
                    <a:pt x="3558946" y="1430742"/>
                  </a:lnTo>
                  <a:lnTo>
                    <a:pt x="3559607" y="1430742"/>
                  </a:lnTo>
                  <a:lnTo>
                    <a:pt x="3560268" y="1430742"/>
                  </a:lnTo>
                  <a:lnTo>
                    <a:pt x="3560928" y="1430742"/>
                  </a:lnTo>
                  <a:lnTo>
                    <a:pt x="3561589" y="1430742"/>
                  </a:lnTo>
                  <a:lnTo>
                    <a:pt x="3562249" y="1430742"/>
                  </a:lnTo>
                  <a:lnTo>
                    <a:pt x="3562910" y="1406121"/>
                  </a:lnTo>
                  <a:lnTo>
                    <a:pt x="3563570" y="1362966"/>
                  </a:lnTo>
                  <a:lnTo>
                    <a:pt x="3564231" y="1343822"/>
                  </a:lnTo>
                  <a:lnTo>
                    <a:pt x="3564891" y="1325999"/>
                  </a:lnTo>
                  <a:lnTo>
                    <a:pt x="3565552" y="1325999"/>
                  </a:lnTo>
                  <a:lnTo>
                    <a:pt x="3566212" y="1343822"/>
                  </a:lnTo>
                  <a:lnTo>
                    <a:pt x="3566873" y="1362966"/>
                  </a:lnTo>
                  <a:lnTo>
                    <a:pt x="3567533" y="1352262"/>
                  </a:lnTo>
                  <a:lnTo>
                    <a:pt x="3568194" y="1333868"/>
                  </a:lnTo>
                  <a:lnTo>
                    <a:pt x="3568854" y="1316697"/>
                  </a:lnTo>
                  <a:lnTo>
                    <a:pt x="3569515" y="1316697"/>
                  </a:lnTo>
                  <a:lnTo>
                    <a:pt x="3570176" y="1333868"/>
                  </a:lnTo>
                  <a:lnTo>
                    <a:pt x="3570836" y="1362966"/>
                  </a:lnTo>
                  <a:lnTo>
                    <a:pt x="3571497" y="1406121"/>
                  </a:lnTo>
                  <a:lnTo>
                    <a:pt x="3572157" y="1406121"/>
                  </a:lnTo>
                  <a:lnTo>
                    <a:pt x="3572818" y="1362966"/>
                  </a:lnTo>
                  <a:lnTo>
                    <a:pt x="3573478" y="1343822"/>
                  </a:lnTo>
                  <a:lnTo>
                    <a:pt x="3574139" y="1325999"/>
                  </a:lnTo>
                  <a:lnTo>
                    <a:pt x="3574799" y="1325999"/>
                  </a:lnTo>
                  <a:lnTo>
                    <a:pt x="3575460" y="1343822"/>
                  </a:lnTo>
                  <a:lnTo>
                    <a:pt x="3576120" y="1383643"/>
                  </a:lnTo>
                  <a:lnTo>
                    <a:pt x="3576781" y="1406121"/>
                  </a:lnTo>
                  <a:lnTo>
                    <a:pt x="3577441" y="1430742"/>
                  </a:lnTo>
                  <a:lnTo>
                    <a:pt x="3578102" y="1430742"/>
                  </a:lnTo>
                  <a:lnTo>
                    <a:pt x="3578762" y="1430742"/>
                  </a:lnTo>
                  <a:lnTo>
                    <a:pt x="3579423" y="1430742"/>
                  </a:lnTo>
                  <a:lnTo>
                    <a:pt x="3580084" y="1430742"/>
                  </a:lnTo>
                  <a:lnTo>
                    <a:pt x="3580744" y="1430742"/>
                  </a:lnTo>
                  <a:lnTo>
                    <a:pt x="3581405" y="1430742"/>
                  </a:lnTo>
                  <a:lnTo>
                    <a:pt x="3582065" y="1430742"/>
                  </a:lnTo>
                  <a:lnTo>
                    <a:pt x="3582726" y="1430742"/>
                  </a:lnTo>
                  <a:lnTo>
                    <a:pt x="3583386" y="1430742"/>
                  </a:lnTo>
                  <a:lnTo>
                    <a:pt x="3584047" y="1430742"/>
                  </a:lnTo>
                  <a:lnTo>
                    <a:pt x="3584707" y="1430742"/>
                  </a:lnTo>
                  <a:lnTo>
                    <a:pt x="3585368" y="1430742"/>
                  </a:lnTo>
                  <a:lnTo>
                    <a:pt x="3586028" y="1406121"/>
                  </a:lnTo>
                  <a:lnTo>
                    <a:pt x="3586689" y="1383643"/>
                  </a:lnTo>
                  <a:lnTo>
                    <a:pt x="3587349" y="1362966"/>
                  </a:lnTo>
                  <a:lnTo>
                    <a:pt x="3588010" y="1309327"/>
                  </a:lnTo>
                  <a:lnTo>
                    <a:pt x="3588670" y="1264933"/>
                  </a:lnTo>
                  <a:lnTo>
                    <a:pt x="3589331" y="1266297"/>
                  </a:lnTo>
                  <a:lnTo>
                    <a:pt x="3589991" y="1280340"/>
                  </a:lnTo>
                  <a:lnTo>
                    <a:pt x="3590652" y="1295190"/>
                  </a:lnTo>
                  <a:lnTo>
                    <a:pt x="3591313" y="1345674"/>
                  </a:lnTo>
                  <a:lnTo>
                    <a:pt x="3591973" y="1408480"/>
                  </a:lnTo>
                  <a:lnTo>
                    <a:pt x="3592634" y="1430742"/>
                  </a:lnTo>
                  <a:lnTo>
                    <a:pt x="3593294" y="1430742"/>
                  </a:lnTo>
                  <a:lnTo>
                    <a:pt x="3593955" y="1430742"/>
                  </a:lnTo>
                  <a:lnTo>
                    <a:pt x="3594615" y="1430742"/>
                  </a:lnTo>
                  <a:lnTo>
                    <a:pt x="3595276" y="1406121"/>
                  </a:lnTo>
                  <a:lnTo>
                    <a:pt x="3595936" y="1362966"/>
                  </a:lnTo>
                  <a:lnTo>
                    <a:pt x="3596597" y="1343822"/>
                  </a:lnTo>
                  <a:lnTo>
                    <a:pt x="3597257" y="1325999"/>
                  </a:lnTo>
                  <a:lnTo>
                    <a:pt x="3597918" y="1309327"/>
                  </a:lnTo>
                  <a:lnTo>
                    <a:pt x="3598578" y="1293666"/>
                  </a:lnTo>
                  <a:lnTo>
                    <a:pt x="3599239" y="1309327"/>
                  </a:lnTo>
                  <a:lnTo>
                    <a:pt x="3599899" y="1325999"/>
                  </a:lnTo>
                  <a:lnTo>
                    <a:pt x="3600560" y="1343822"/>
                  </a:lnTo>
                  <a:lnTo>
                    <a:pt x="3601221" y="1362966"/>
                  </a:lnTo>
                  <a:lnTo>
                    <a:pt x="3601881" y="1383643"/>
                  </a:lnTo>
                  <a:lnTo>
                    <a:pt x="3602542" y="1362966"/>
                  </a:lnTo>
                  <a:lnTo>
                    <a:pt x="3603202" y="1343822"/>
                  </a:lnTo>
                  <a:lnTo>
                    <a:pt x="3603863" y="1335649"/>
                  </a:lnTo>
                  <a:lnTo>
                    <a:pt x="3604523" y="1335649"/>
                  </a:lnTo>
                  <a:lnTo>
                    <a:pt x="3605184" y="1354175"/>
                  </a:lnTo>
                  <a:lnTo>
                    <a:pt x="3605844" y="1395763"/>
                  </a:lnTo>
                  <a:lnTo>
                    <a:pt x="3606505" y="1419371"/>
                  </a:lnTo>
                  <a:lnTo>
                    <a:pt x="3607165" y="1406121"/>
                  </a:lnTo>
                  <a:lnTo>
                    <a:pt x="3607826" y="1362966"/>
                  </a:lnTo>
                  <a:lnTo>
                    <a:pt x="3608486" y="1343822"/>
                  </a:lnTo>
                  <a:lnTo>
                    <a:pt x="3609147" y="1343822"/>
                  </a:lnTo>
                  <a:lnTo>
                    <a:pt x="3609807" y="1343822"/>
                  </a:lnTo>
                  <a:lnTo>
                    <a:pt x="3610468" y="1362966"/>
                  </a:lnTo>
                  <a:lnTo>
                    <a:pt x="3611129" y="1406121"/>
                  </a:lnTo>
                  <a:lnTo>
                    <a:pt x="3611789" y="1430742"/>
                  </a:lnTo>
                  <a:lnTo>
                    <a:pt x="3612450" y="1430742"/>
                  </a:lnTo>
                  <a:lnTo>
                    <a:pt x="3613110" y="1430742"/>
                  </a:lnTo>
                  <a:lnTo>
                    <a:pt x="3613771" y="1430742"/>
                  </a:lnTo>
                  <a:lnTo>
                    <a:pt x="3614431" y="1430742"/>
                  </a:lnTo>
                  <a:lnTo>
                    <a:pt x="3615092" y="1430742"/>
                  </a:lnTo>
                  <a:lnTo>
                    <a:pt x="3615752" y="1430742"/>
                  </a:lnTo>
                  <a:lnTo>
                    <a:pt x="3616413" y="1430742"/>
                  </a:lnTo>
                  <a:lnTo>
                    <a:pt x="3617073" y="1430742"/>
                  </a:lnTo>
                  <a:lnTo>
                    <a:pt x="3617734" y="1430742"/>
                  </a:lnTo>
                  <a:lnTo>
                    <a:pt x="3618394" y="1383643"/>
                  </a:lnTo>
                  <a:lnTo>
                    <a:pt x="3619055" y="1293666"/>
                  </a:lnTo>
                  <a:lnTo>
                    <a:pt x="3619715" y="1227062"/>
                  </a:lnTo>
                  <a:lnTo>
                    <a:pt x="3620376" y="1194039"/>
                  </a:lnTo>
                  <a:lnTo>
                    <a:pt x="3621037" y="1194039"/>
                  </a:lnTo>
                  <a:lnTo>
                    <a:pt x="3621697" y="1215579"/>
                  </a:lnTo>
                  <a:lnTo>
                    <a:pt x="3622358" y="1278901"/>
                  </a:lnTo>
                  <a:lnTo>
                    <a:pt x="3623018" y="1362966"/>
                  </a:lnTo>
                  <a:lnTo>
                    <a:pt x="3623679" y="1430742"/>
                  </a:lnTo>
                  <a:lnTo>
                    <a:pt x="3624339" y="1430742"/>
                  </a:lnTo>
                  <a:lnTo>
                    <a:pt x="3625000" y="1430742"/>
                  </a:lnTo>
                  <a:lnTo>
                    <a:pt x="3625660" y="1406121"/>
                  </a:lnTo>
                  <a:lnTo>
                    <a:pt x="3626321" y="1362966"/>
                  </a:lnTo>
                  <a:lnTo>
                    <a:pt x="3626981" y="1325999"/>
                  </a:lnTo>
                  <a:lnTo>
                    <a:pt x="3627642" y="1309327"/>
                  </a:lnTo>
                  <a:lnTo>
                    <a:pt x="3628302" y="1284706"/>
                  </a:lnTo>
                  <a:lnTo>
                    <a:pt x="3628963" y="1284706"/>
                  </a:lnTo>
                  <a:lnTo>
                    <a:pt x="3629623" y="1299817"/>
                  </a:lnTo>
                  <a:lnTo>
                    <a:pt x="3630284" y="1315867"/>
                  </a:lnTo>
                  <a:lnTo>
                    <a:pt x="3630944" y="1315867"/>
                  </a:lnTo>
                  <a:lnTo>
                    <a:pt x="3631605" y="1298266"/>
                  </a:lnTo>
                  <a:lnTo>
                    <a:pt x="3632266" y="1269045"/>
                  </a:lnTo>
                  <a:lnTo>
                    <a:pt x="3632926" y="1255587"/>
                  </a:lnTo>
                  <a:lnTo>
                    <a:pt x="3633587" y="1255587"/>
                  </a:lnTo>
                  <a:lnTo>
                    <a:pt x="3634247" y="1269045"/>
                  </a:lnTo>
                  <a:lnTo>
                    <a:pt x="3634908" y="1309327"/>
                  </a:lnTo>
                  <a:lnTo>
                    <a:pt x="3635568" y="1343822"/>
                  </a:lnTo>
                  <a:lnTo>
                    <a:pt x="3636229" y="1343822"/>
                  </a:lnTo>
                  <a:lnTo>
                    <a:pt x="3636889" y="1343822"/>
                  </a:lnTo>
                  <a:lnTo>
                    <a:pt x="3637550" y="1343822"/>
                  </a:lnTo>
                  <a:lnTo>
                    <a:pt x="3638210" y="1343822"/>
                  </a:lnTo>
                  <a:lnTo>
                    <a:pt x="3638871" y="1362966"/>
                  </a:lnTo>
                  <a:lnTo>
                    <a:pt x="3639531" y="1406121"/>
                  </a:lnTo>
                  <a:lnTo>
                    <a:pt x="3640192" y="1430742"/>
                  </a:lnTo>
                  <a:lnTo>
                    <a:pt x="3640852" y="1430742"/>
                  </a:lnTo>
                  <a:lnTo>
                    <a:pt x="3641513" y="1406121"/>
                  </a:lnTo>
                  <a:lnTo>
                    <a:pt x="3642174" y="1383643"/>
                  </a:lnTo>
                  <a:lnTo>
                    <a:pt x="3642834" y="1348477"/>
                  </a:lnTo>
                  <a:lnTo>
                    <a:pt x="3643495" y="1330341"/>
                  </a:lnTo>
                  <a:lnTo>
                    <a:pt x="3644155" y="1330341"/>
                  </a:lnTo>
                  <a:lnTo>
                    <a:pt x="3644816" y="1348477"/>
                  </a:lnTo>
                  <a:lnTo>
                    <a:pt x="3645476" y="1367982"/>
                  </a:lnTo>
                  <a:lnTo>
                    <a:pt x="3646137" y="1406121"/>
                  </a:lnTo>
                  <a:lnTo>
                    <a:pt x="3646797" y="1430742"/>
                  </a:lnTo>
                  <a:lnTo>
                    <a:pt x="3647458" y="1430742"/>
                  </a:lnTo>
                  <a:lnTo>
                    <a:pt x="3648118" y="1430742"/>
                  </a:lnTo>
                  <a:lnTo>
                    <a:pt x="3648779" y="1430742"/>
                  </a:lnTo>
                  <a:lnTo>
                    <a:pt x="3649439" y="1430742"/>
                  </a:lnTo>
                  <a:lnTo>
                    <a:pt x="3650100" y="1430742"/>
                  </a:lnTo>
                  <a:lnTo>
                    <a:pt x="3650760" y="1430742"/>
                  </a:lnTo>
                  <a:lnTo>
                    <a:pt x="3651421" y="1430742"/>
                  </a:lnTo>
                  <a:lnTo>
                    <a:pt x="3652082" y="1430742"/>
                  </a:lnTo>
                  <a:lnTo>
                    <a:pt x="3652742" y="1430742"/>
                  </a:lnTo>
                  <a:lnTo>
                    <a:pt x="3653403" y="1430742"/>
                  </a:lnTo>
                  <a:lnTo>
                    <a:pt x="3654063" y="1430742"/>
                  </a:lnTo>
                  <a:lnTo>
                    <a:pt x="3654724" y="1430742"/>
                  </a:lnTo>
                  <a:lnTo>
                    <a:pt x="3655384" y="1430742"/>
                  </a:lnTo>
                  <a:lnTo>
                    <a:pt x="3656045" y="1430742"/>
                  </a:lnTo>
                  <a:lnTo>
                    <a:pt x="3656705" y="1430742"/>
                  </a:lnTo>
                  <a:lnTo>
                    <a:pt x="3657366" y="1430742"/>
                  </a:lnTo>
                  <a:lnTo>
                    <a:pt x="3658026" y="1430742"/>
                  </a:lnTo>
                  <a:lnTo>
                    <a:pt x="3658687" y="1406121"/>
                  </a:lnTo>
                  <a:lnTo>
                    <a:pt x="3659347" y="1371040"/>
                  </a:lnTo>
                  <a:lnTo>
                    <a:pt x="3660008" y="1351310"/>
                  </a:lnTo>
                  <a:lnTo>
                    <a:pt x="3660668" y="1332982"/>
                  </a:lnTo>
                  <a:lnTo>
                    <a:pt x="3661329" y="1332982"/>
                  </a:lnTo>
                  <a:lnTo>
                    <a:pt x="3661989" y="1332982"/>
                  </a:lnTo>
                  <a:lnTo>
                    <a:pt x="3662650" y="1325999"/>
                  </a:lnTo>
                  <a:lnTo>
                    <a:pt x="3663311" y="1302948"/>
                  </a:lnTo>
                  <a:lnTo>
                    <a:pt x="3663971" y="1287658"/>
                  </a:lnTo>
                  <a:lnTo>
                    <a:pt x="3664632" y="1259551"/>
                  </a:lnTo>
                  <a:lnTo>
                    <a:pt x="3665292" y="1259551"/>
                  </a:lnTo>
                  <a:lnTo>
                    <a:pt x="3665953" y="1273223"/>
                  </a:lnTo>
                  <a:lnTo>
                    <a:pt x="3666613" y="1264933"/>
                  </a:lnTo>
                  <a:lnTo>
                    <a:pt x="3667274" y="1239079"/>
                  </a:lnTo>
                  <a:lnTo>
                    <a:pt x="3667934" y="1217269"/>
                  </a:lnTo>
                  <a:lnTo>
                    <a:pt x="3668595" y="1217269"/>
                  </a:lnTo>
                  <a:lnTo>
                    <a:pt x="3669255" y="1217269"/>
                  </a:lnTo>
                  <a:lnTo>
                    <a:pt x="3669916" y="1240931"/>
                  </a:lnTo>
                  <a:lnTo>
                    <a:pt x="3670576" y="1266981"/>
                  </a:lnTo>
                  <a:lnTo>
                    <a:pt x="3671237" y="1309327"/>
                  </a:lnTo>
                  <a:lnTo>
                    <a:pt x="3671897" y="1325999"/>
                  </a:lnTo>
                  <a:lnTo>
                    <a:pt x="3672558" y="1343822"/>
                  </a:lnTo>
                  <a:lnTo>
                    <a:pt x="3673219" y="1362966"/>
                  </a:lnTo>
                  <a:lnTo>
                    <a:pt x="3673879" y="1406121"/>
                  </a:lnTo>
                  <a:lnTo>
                    <a:pt x="3674540" y="1430742"/>
                  </a:lnTo>
                  <a:lnTo>
                    <a:pt x="3675200" y="1430742"/>
                  </a:lnTo>
                  <a:lnTo>
                    <a:pt x="3675861" y="1430742"/>
                  </a:lnTo>
                  <a:lnTo>
                    <a:pt x="3676521" y="1430742"/>
                  </a:lnTo>
                  <a:lnTo>
                    <a:pt x="3677182" y="1430742"/>
                  </a:lnTo>
                  <a:lnTo>
                    <a:pt x="3677842" y="1430742"/>
                  </a:lnTo>
                  <a:lnTo>
                    <a:pt x="3678503" y="1430742"/>
                  </a:lnTo>
                  <a:lnTo>
                    <a:pt x="3679163" y="1430742"/>
                  </a:lnTo>
                  <a:lnTo>
                    <a:pt x="3679824" y="1430742"/>
                  </a:lnTo>
                  <a:lnTo>
                    <a:pt x="3680484" y="1430742"/>
                  </a:lnTo>
                  <a:lnTo>
                    <a:pt x="3681145" y="1430742"/>
                  </a:lnTo>
                  <a:lnTo>
                    <a:pt x="3681805" y="1425627"/>
                  </a:lnTo>
                  <a:lnTo>
                    <a:pt x="3682466" y="1380434"/>
                  </a:lnTo>
                  <a:lnTo>
                    <a:pt x="3683127" y="1341069"/>
                  </a:lnTo>
                  <a:lnTo>
                    <a:pt x="3683787" y="1323429"/>
                  </a:lnTo>
                  <a:lnTo>
                    <a:pt x="3684448" y="1323429"/>
                  </a:lnTo>
                  <a:lnTo>
                    <a:pt x="3685108" y="1326862"/>
                  </a:lnTo>
                  <a:lnTo>
                    <a:pt x="3685769" y="1362966"/>
                  </a:lnTo>
                  <a:lnTo>
                    <a:pt x="3686429" y="1383643"/>
                  </a:lnTo>
                  <a:lnTo>
                    <a:pt x="3687090" y="1362966"/>
                  </a:lnTo>
                  <a:lnTo>
                    <a:pt x="3687750" y="1293666"/>
                  </a:lnTo>
                  <a:lnTo>
                    <a:pt x="3688411" y="1264933"/>
                  </a:lnTo>
                  <a:lnTo>
                    <a:pt x="3689071" y="1264933"/>
                  </a:lnTo>
                  <a:lnTo>
                    <a:pt x="3689732" y="1278901"/>
                  </a:lnTo>
                  <a:lnTo>
                    <a:pt x="3690392" y="1309327"/>
                  </a:lnTo>
                  <a:lnTo>
                    <a:pt x="3691053" y="1383643"/>
                  </a:lnTo>
                  <a:lnTo>
                    <a:pt x="3691713" y="1430742"/>
                  </a:lnTo>
                  <a:lnTo>
                    <a:pt x="3692374" y="1430742"/>
                  </a:lnTo>
                  <a:lnTo>
                    <a:pt x="3693035" y="1430742"/>
                  </a:lnTo>
                  <a:lnTo>
                    <a:pt x="3693695" y="1430742"/>
                  </a:lnTo>
                  <a:lnTo>
                    <a:pt x="3694356" y="1430742"/>
                  </a:lnTo>
                  <a:lnTo>
                    <a:pt x="3695016" y="1430742"/>
                  </a:lnTo>
                  <a:lnTo>
                    <a:pt x="3695677" y="1430742"/>
                  </a:lnTo>
                  <a:lnTo>
                    <a:pt x="3696337" y="1430742"/>
                  </a:lnTo>
                  <a:lnTo>
                    <a:pt x="3696998" y="1430742"/>
                  </a:lnTo>
                  <a:lnTo>
                    <a:pt x="3697658" y="1430742"/>
                  </a:lnTo>
                  <a:lnTo>
                    <a:pt x="3698319" y="1430742"/>
                  </a:lnTo>
                  <a:lnTo>
                    <a:pt x="3698979" y="1430742"/>
                  </a:lnTo>
                  <a:lnTo>
                    <a:pt x="3699640" y="1430742"/>
                  </a:lnTo>
                  <a:lnTo>
                    <a:pt x="3700300" y="1430742"/>
                  </a:lnTo>
                  <a:lnTo>
                    <a:pt x="3700961" y="1430742"/>
                  </a:lnTo>
                  <a:lnTo>
                    <a:pt x="3701621" y="1430742"/>
                  </a:lnTo>
                  <a:lnTo>
                    <a:pt x="3702282" y="1430742"/>
                  </a:lnTo>
                  <a:lnTo>
                    <a:pt x="3702942" y="1430742"/>
                  </a:lnTo>
                  <a:lnTo>
                    <a:pt x="3703603" y="1430742"/>
                  </a:lnTo>
                  <a:lnTo>
                    <a:pt x="3704264" y="1430742"/>
                  </a:lnTo>
                  <a:lnTo>
                    <a:pt x="3704924" y="1430742"/>
                  </a:lnTo>
                  <a:lnTo>
                    <a:pt x="3705585" y="1430742"/>
                  </a:lnTo>
                  <a:lnTo>
                    <a:pt x="3706245" y="1430742"/>
                  </a:lnTo>
                  <a:lnTo>
                    <a:pt x="3706906" y="1430742"/>
                  </a:lnTo>
                  <a:lnTo>
                    <a:pt x="3707566" y="1430742"/>
                  </a:lnTo>
                  <a:lnTo>
                    <a:pt x="3708227" y="1430742"/>
                  </a:lnTo>
                  <a:lnTo>
                    <a:pt x="3708887" y="1343822"/>
                  </a:lnTo>
                  <a:lnTo>
                    <a:pt x="3709548" y="1264933"/>
                  </a:lnTo>
                  <a:lnTo>
                    <a:pt x="3710208" y="1215579"/>
                  </a:lnTo>
                  <a:lnTo>
                    <a:pt x="3710869" y="1204584"/>
                  </a:lnTo>
                  <a:lnTo>
                    <a:pt x="3711529" y="1194039"/>
                  </a:lnTo>
                  <a:lnTo>
                    <a:pt x="3712190" y="1239079"/>
                  </a:lnTo>
                  <a:lnTo>
                    <a:pt x="3712850" y="1309327"/>
                  </a:lnTo>
                  <a:lnTo>
                    <a:pt x="3713511" y="1383643"/>
                  </a:lnTo>
                  <a:lnTo>
                    <a:pt x="3714172" y="1406121"/>
                  </a:lnTo>
                  <a:lnTo>
                    <a:pt x="3714832" y="1430742"/>
                  </a:lnTo>
                  <a:lnTo>
                    <a:pt x="3715493" y="1430742"/>
                  </a:lnTo>
                  <a:lnTo>
                    <a:pt x="3716153" y="1430742"/>
                  </a:lnTo>
                  <a:lnTo>
                    <a:pt x="3716814" y="1406121"/>
                  </a:lnTo>
                  <a:lnTo>
                    <a:pt x="3717474" y="1383643"/>
                  </a:lnTo>
                  <a:lnTo>
                    <a:pt x="3718135" y="1355138"/>
                  </a:lnTo>
                  <a:lnTo>
                    <a:pt x="3718795" y="1319201"/>
                  </a:lnTo>
                  <a:lnTo>
                    <a:pt x="3719456" y="1287658"/>
                  </a:lnTo>
                  <a:lnTo>
                    <a:pt x="3720116" y="1287658"/>
                  </a:lnTo>
                  <a:lnTo>
                    <a:pt x="3720777" y="1302948"/>
                  </a:lnTo>
                  <a:lnTo>
                    <a:pt x="3721437" y="1325999"/>
                  </a:lnTo>
                  <a:lnTo>
                    <a:pt x="3722098" y="1362966"/>
                  </a:lnTo>
                  <a:lnTo>
                    <a:pt x="3722758" y="1343822"/>
                  </a:lnTo>
                  <a:lnTo>
                    <a:pt x="3723419" y="1304528"/>
                  </a:lnTo>
                  <a:lnTo>
                    <a:pt x="3724080" y="1274631"/>
                  </a:lnTo>
                  <a:lnTo>
                    <a:pt x="3724740" y="1260886"/>
                  </a:lnTo>
                  <a:lnTo>
                    <a:pt x="3725401" y="1260886"/>
                  </a:lnTo>
                  <a:lnTo>
                    <a:pt x="3726061" y="1304528"/>
                  </a:lnTo>
                  <a:lnTo>
                    <a:pt x="3726722" y="1362966"/>
                  </a:lnTo>
                  <a:lnTo>
                    <a:pt x="3727382" y="1406121"/>
                  </a:lnTo>
                  <a:lnTo>
                    <a:pt x="3728043" y="1406121"/>
                  </a:lnTo>
                  <a:lnTo>
                    <a:pt x="3728703" y="1383643"/>
                  </a:lnTo>
                  <a:lnTo>
                    <a:pt x="3729364" y="1343822"/>
                  </a:lnTo>
                  <a:lnTo>
                    <a:pt x="3730024" y="1309327"/>
                  </a:lnTo>
                  <a:lnTo>
                    <a:pt x="3730685" y="1278901"/>
                  </a:lnTo>
                  <a:lnTo>
                    <a:pt x="3731345" y="1278901"/>
                  </a:lnTo>
                  <a:lnTo>
                    <a:pt x="3732006" y="1278901"/>
                  </a:lnTo>
                  <a:lnTo>
                    <a:pt x="3732666" y="1293666"/>
                  </a:lnTo>
                  <a:lnTo>
                    <a:pt x="3733327" y="1325999"/>
                  </a:lnTo>
                  <a:lnTo>
                    <a:pt x="3733987" y="1362966"/>
                  </a:lnTo>
                  <a:lnTo>
                    <a:pt x="3734648" y="1383643"/>
                  </a:lnTo>
                  <a:lnTo>
                    <a:pt x="3735309" y="1406121"/>
                  </a:lnTo>
                  <a:lnTo>
                    <a:pt x="3735969" y="1430742"/>
                  </a:lnTo>
                  <a:lnTo>
                    <a:pt x="3736630" y="1430742"/>
                  </a:lnTo>
                  <a:lnTo>
                    <a:pt x="3737290" y="1430742"/>
                  </a:lnTo>
                  <a:lnTo>
                    <a:pt x="3737951" y="1430742"/>
                  </a:lnTo>
                  <a:lnTo>
                    <a:pt x="3738611" y="1430742"/>
                  </a:lnTo>
                  <a:lnTo>
                    <a:pt x="3739272" y="1430742"/>
                  </a:lnTo>
                  <a:lnTo>
                    <a:pt x="3739932" y="1430742"/>
                  </a:lnTo>
                  <a:lnTo>
                    <a:pt x="3740593" y="1430742"/>
                  </a:lnTo>
                  <a:lnTo>
                    <a:pt x="3741253" y="1430742"/>
                  </a:lnTo>
                  <a:lnTo>
                    <a:pt x="3741914" y="1430742"/>
                  </a:lnTo>
                  <a:lnTo>
                    <a:pt x="3742574" y="1430742"/>
                  </a:lnTo>
                  <a:lnTo>
                    <a:pt x="3743235" y="1430742"/>
                  </a:lnTo>
                  <a:lnTo>
                    <a:pt x="3743895" y="1430742"/>
                  </a:lnTo>
                  <a:lnTo>
                    <a:pt x="3744556" y="1430742"/>
                  </a:lnTo>
                  <a:lnTo>
                    <a:pt x="3745217" y="1430742"/>
                  </a:lnTo>
                  <a:lnTo>
                    <a:pt x="3745877" y="1430742"/>
                  </a:lnTo>
                  <a:lnTo>
                    <a:pt x="3746538" y="1430742"/>
                  </a:lnTo>
                  <a:lnTo>
                    <a:pt x="3747198" y="1406121"/>
                  </a:lnTo>
                  <a:lnTo>
                    <a:pt x="3747859" y="1362966"/>
                  </a:lnTo>
                  <a:lnTo>
                    <a:pt x="3748519" y="1343822"/>
                  </a:lnTo>
                  <a:lnTo>
                    <a:pt x="3749180" y="1343822"/>
                  </a:lnTo>
                  <a:lnTo>
                    <a:pt x="3749840" y="1343822"/>
                  </a:lnTo>
                  <a:lnTo>
                    <a:pt x="3750501" y="1362966"/>
                  </a:lnTo>
                  <a:lnTo>
                    <a:pt x="3751161" y="1406121"/>
                  </a:lnTo>
                  <a:lnTo>
                    <a:pt x="3751822" y="1430742"/>
                  </a:lnTo>
                  <a:lnTo>
                    <a:pt x="3752482" y="1406121"/>
                  </a:lnTo>
                  <a:lnTo>
                    <a:pt x="3753143" y="1362966"/>
                  </a:lnTo>
                  <a:lnTo>
                    <a:pt x="3753803" y="1343822"/>
                  </a:lnTo>
                  <a:lnTo>
                    <a:pt x="3754464" y="1343822"/>
                  </a:lnTo>
                  <a:lnTo>
                    <a:pt x="3755125" y="1343822"/>
                  </a:lnTo>
                  <a:lnTo>
                    <a:pt x="3755785" y="1362966"/>
                  </a:lnTo>
                  <a:lnTo>
                    <a:pt x="3756446" y="1406121"/>
                  </a:lnTo>
                  <a:lnTo>
                    <a:pt x="3757106" y="1430742"/>
                  </a:lnTo>
                  <a:lnTo>
                    <a:pt x="3757767" y="1430742"/>
                  </a:lnTo>
                  <a:lnTo>
                    <a:pt x="3758427" y="1430742"/>
                  </a:lnTo>
                  <a:lnTo>
                    <a:pt x="3759088" y="1430742"/>
                  </a:lnTo>
                  <a:lnTo>
                    <a:pt x="3759748" y="1430742"/>
                  </a:lnTo>
                  <a:lnTo>
                    <a:pt x="3760409" y="1430742"/>
                  </a:lnTo>
                  <a:lnTo>
                    <a:pt x="3761069" y="1430742"/>
                  </a:lnTo>
                  <a:lnTo>
                    <a:pt x="3761730" y="1430742"/>
                  </a:lnTo>
                  <a:lnTo>
                    <a:pt x="3762390" y="1406121"/>
                  </a:lnTo>
                  <a:lnTo>
                    <a:pt x="3763051" y="1362966"/>
                  </a:lnTo>
                  <a:lnTo>
                    <a:pt x="3763711" y="1325999"/>
                  </a:lnTo>
                  <a:lnTo>
                    <a:pt x="3764372" y="1309327"/>
                  </a:lnTo>
                  <a:lnTo>
                    <a:pt x="3765033" y="1309327"/>
                  </a:lnTo>
                  <a:lnTo>
                    <a:pt x="3765693" y="1325999"/>
                  </a:lnTo>
                  <a:lnTo>
                    <a:pt x="3766354" y="1362966"/>
                  </a:lnTo>
                  <a:lnTo>
                    <a:pt x="3767014" y="1406121"/>
                  </a:lnTo>
                  <a:lnTo>
                    <a:pt x="3767675" y="1430742"/>
                  </a:lnTo>
                  <a:lnTo>
                    <a:pt x="3768335" y="1430742"/>
                  </a:lnTo>
                  <a:lnTo>
                    <a:pt x="3768996" y="1430742"/>
                  </a:lnTo>
                  <a:lnTo>
                    <a:pt x="3769656" y="1430742"/>
                  </a:lnTo>
                  <a:lnTo>
                    <a:pt x="3770317" y="1379374"/>
                  </a:lnTo>
                  <a:lnTo>
                    <a:pt x="3770977" y="1322578"/>
                  </a:lnTo>
                  <a:lnTo>
                    <a:pt x="3771638" y="1290645"/>
                  </a:lnTo>
                  <a:lnTo>
                    <a:pt x="3772298" y="1276046"/>
                  </a:lnTo>
                  <a:lnTo>
                    <a:pt x="3772959" y="1262228"/>
                  </a:lnTo>
                  <a:lnTo>
                    <a:pt x="3773619" y="1293666"/>
                  </a:lnTo>
                  <a:lnTo>
                    <a:pt x="3774280" y="1325999"/>
                  </a:lnTo>
                  <a:lnTo>
                    <a:pt x="3774940" y="1325999"/>
                  </a:lnTo>
                  <a:lnTo>
                    <a:pt x="3775601" y="1309327"/>
                  </a:lnTo>
                  <a:lnTo>
                    <a:pt x="3776262" y="1325999"/>
                  </a:lnTo>
                  <a:lnTo>
                    <a:pt x="3776922" y="1325999"/>
                  </a:lnTo>
                  <a:lnTo>
                    <a:pt x="3777583" y="1343822"/>
                  </a:lnTo>
                  <a:lnTo>
                    <a:pt x="3778243" y="1383643"/>
                  </a:lnTo>
                  <a:lnTo>
                    <a:pt x="3778904" y="1430742"/>
                  </a:lnTo>
                  <a:lnTo>
                    <a:pt x="3779564" y="1430742"/>
                  </a:lnTo>
                  <a:lnTo>
                    <a:pt x="3780225" y="1430742"/>
                  </a:lnTo>
                  <a:lnTo>
                    <a:pt x="3780885" y="1430742"/>
                  </a:lnTo>
                  <a:lnTo>
                    <a:pt x="3781546" y="1430742"/>
                  </a:lnTo>
                  <a:lnTo>
                    <a:pt x="3782206" y="1430742"/>
                  </a:lnTo>
                  <a:lnTo>
                    <a:pt x="3782867" y="1430742"/>
                  </a:lnTo>
                  <a:lnTo>
                    <a:pt x="3783527" y="1430742"/>
                  </a:lnTo>
                  <a:lnTo>
                    <a:pt x="3784188" y="1430742"/>
                  </a:lnTo>
                  <a:lnTo>
                    <a:pt x="3784848" y="1430742"/>
                  </a:lnTo>
                  <a:lnTo>
                    <a:pt x="3785509" y="1430742"/>
                  </a:lnTo>
                  <a:lnTo>
                    <a:pt x="3786170" y="1430742"/>
                  </a:lnTo>
                  <a:lnTo>
                    <a:pt x="3786830" y="1430742"/>
                  </a:lnTo>
                  <a:lnTo>
                    <a:pt x="3787491" y="1430742"/>
                  </a:lnTo>
                  <a:lnTo>
                    <a:pt x="3788151" y="1430742"/>
                  </a:lnTo>
                  <a:lnTo>
                    <a:pt x="3788812" y="1430742"/>
                  </a:lnTo>
                  <a:lnTo>
                    <a:pt x="3789472" y="1430742"/>
                  </a:lnTo>
                  <a:lnTo>
                    <a:pt x="3790133" y="1430742"/>
                  </a:lnTo>
                  <a:lnTo>
                    <a:pt x="3790793" y="1430742"/>
                  </a:lnTo>
                  <a:lnTo>
                    <a:pt x="3791454" y="1430742"/>
                  </a:lnTo>
                  <a:lnTo>
                    <a:pt x="3792114" y="1430742"/>
                  </a:lnTo>
                  <a:lnTo>
                    <a:pt x="3792775" y="1430742"/>
                  </a:lnTo>
                  <a:lnTo>
                    <a:pt x="3793435" y="1430742"/>
                  </a:lnTo>
                  <a:lnTo>
                    <a:pt x="3794096" y="1430742"/>
                  </a:lnTo>
                  <a:lnTo>
                    <a:pt x="3794756" y="1430742"/>
                  </a:lnTo>
                  <a:lnTo>
                    <a:pt x="3795417" y="1406121"/>
                  </a:lnTo>
                  <a:lnTo>
                    <a:pt x="3796078" y="1343822"/>
                  </a:lnTo>
                  <a:lnTo>
                    <a:pt x="3796738" y="1309327"/>
                  </a:lnTo>
                  <a:lnTo>
                    <a:pt x="3797399" y="1303737"/>
                  </a:lnTo>
                  <a:lnTo>
                    <a:pt x="3798059" y="1288402"/>
                  </a:lnTo>
                  <a:lnTo>
                    <a:pt x="3798720" y="1288402"/>
                  </a:lnTo>
                  <a:lnTo>
                    <a:pt x="3799380" y="1320041"/>
                  </a:lnTo>
                  <a:lnTo>
                    <a:pt x="3800041" y="1320041"/>
                  </a:lnTo>
                  <a:lnTo>
                    <a:pt x="3800701" y="1264933"/>
                  </a:lnTo>
                  <a:lnTo>
                    <a:pt x="3801362" y="1204584"/>
                  </a:lnTo>
                  <a:lnTo>
                    <a:pt x="3802022" y="1164763"/>
                  </a:lnTo>
                  <a:lnTo>
                    <a:pt x="3802683" y="1155698"/>
                  </a:lnTo>
                  <a:lnTo>
                    <a:pt x="3803343" y="1174158"/>
                  </a:lnTo>
                  <a:lnTo>
                    <a:pt x="3804004" y="1215579"/>
                  </a:lnTo>
                  <a:lnTo>
                    <a:pt x="3804664" y="1293666"/>
                  </a:lnTo>
                  <a:lnTo>
                    <a:pt x="3805325" y="1383643"/>
                  </a:lnTo>
                  <a:lnTo>
                    <a:pt x="3805985" y="1428172"/>
                  </a:lnTo>
                  <a:lnTo>
                    <a:pt x="3806646" y="1381500"/>
                  </a:lnTo>
                  <a:lnTo>
                    <a:pt x="3807307" y="1341983"/>
                  </a:lnTo>
                  <a:lnTo>
                    <a:pt x="3807967" y="1341983"/>
                  </a:lnTo>
                  <a:lnTo>
                    <a:pt x="3808628" y="1341983"/>
                  </a:lnTo>
                  <a:lnTo>
                    <a:pt x="3809288" y="1343822"/>
                  </a:lnTo>
                  <a:lnTo>
                    <a:pt x="3809949" y="1383643"/>
                  </a:lnTo>
                  <a:lnTo>
                    <a:pt x="3810609" y="1430742"/>
                  </a:lnTo>
                  <a:lnTo>
                    <a:pt x="3811270" y="1430742"/>
                  </a:lnTo>
                  <a:lnTo>
                    <a:pt x="3811930" y="1430742"/>
                  </a:lnTo>
                  <a:lnTo>
                    <a:pt x="3812591" y="1430742"/>
                  </a:lnTo>
                  <a:lnTo>
                    <a:pt x="3813251" y="1430742"/>
                  </a:lnTo>
                  <a:lnTo>
                    <a:pt x="3813912" y="1430742"/>
                  </a:lnTo>
                  <a:lnTo>
                    <a:pt x="3814572" y="1406121"/>
                  </a:lnTo>
                  <a:lnTo>
                    <a:pt x="3815233" y="1362966"/>
                  </a:lnTo>
                  <a:lnTo>
                    <a:pt x="3815893" y="1325999"/>
                  </a:lnTo>
                  <a:lnTo>
                    <a:pt x="3816554" y="1309327"/>
                  </a:lnTo>
                  <a:lnTo>
                    <a:pt x="3817215" y="1309327"/>
                  </a:lnTo>
                  <a:lnTo>
                    <a:pt x="3817875" y="1325999"/>
                  </a:lnTo>
                  <a:lnTo>
                    <a:pt x="3818536" y="1362966"/>
                  </a:lnTo>
                  <a:lnTo>
                    <a:pt x="3819196" y="1406121"/>
                  </a:lnTo>
                  <a:lnTo>
                    <a:pt x="3819857" y="1430742"/>
                  </a:lnTo>
                  <a:lnTo>
                    <a:pt x="3820517" y="1430742"/>
                  </a:lnTo>
                  <a:lnTo>
                    <a:pt x="3821178" y="1430742"/>
                  </a:lnTo>
                  <a:lnTo>
                    <a:pt x="3821838" y="1430742"/>
                  </a:lnTo>
                  <a:lnTo>
                    <a:pt x="3822499" y="1430742"/>
                  </a:lnTo>
                  <a:lnTo>
                    <a:pt x="3823159" y="1430742"/>
                  </a:lnTo>
                  <a:lnTo>
                    <a:pt x="3823820" y="1406121"/>
                  </a:lnTo>
                  <a:lnTo>
                    <a:pt x="3824480" y="1362966"/>
                  </a:lnTo>
                  <a:lnTo>
                    <a:pt x="3825141" y="1312577"/>
                  </a:lnTo>
                  <a:lnTo>
                    <a:pt x="3825801" y="1281787"/>
                  </a:lnTo>
                  <a:lnTo>
                    <a:pt x="3826462" y="1281787"/>
                  </a:lnTo>
                  <a:lnTo>
                    <a:pt x="3827123" y="1281787"/>
                  </a:lnTo>
                  <a:lnTo>
                    <a:pt x="3827783" y="1296723"/>
                  </a:lnTo>
                  <a:lnTo>
                    <a:pt x="3828444" y="1343822"/>
                  </a:lnTo>
                  <a:lnTo>
                    <a:pt x="3829104" y="1383643"/>
                  </a:lnTo>
                  <a:lnTo>
                    <a:pt x="3829765" y="1383643"/>
                  </a:lnTo>
                  <a:lnTo>
                    <a:pt x="3830425" y="1406121"/>
                  </a:lnTo>
                  <a:lnTo>
                    <a:pt x="3831086" y="1430742"/>
                  </a:lnTo>
                  <a:lnTo>
                    <a:pt x="3831746" y="1430742"/>
                  </a:lnTo>
                  <a:lnTo>
                    <a:pt x="3832407" y="1430742"/>
                  </a:lnTo>
                  <a:lnTo>
                    <a:pt x="3833067" y="1430742"/>
                  </a:lnTo>
                  <a:lnTo>
                    <a:pt x="3833728" y="1430742"/>
                  </a:lnTo>
                  <a:lnTo>
                    <a:pt x="3834388" y="1430742"/>
                  </a:lnTo>
                  <a:lnTo>
                    <a:pt x="3835049" y="1430742"/>
                  </a:lnTo>
                  <a:lnTo>
                    <a:pt x="3835709" y="1406121"/>
                  </a:lnTo>
                  <a:lnTo>
                    <a:pt x="3836370" y="1362966"/>
                  </a:lnTo>
                  <a:lnTo>
                    <a:pt x="3837031" y="1343822"/>
                  </a:lnTo>
                  <a:lnTo>
                    <a:pt x="3837691" y="1343822"/>
                  </a:lnTo>
                  <a:lnTo>
                    <a:pt x="3838352" y="1343822"/>
                  </a:lnTo>
                  <a:lnTo>
                    <a:pt x="3839012" y="1343822"/>
                  </a:lnTo>
                  <a:lnTo>
                    <a:pt x="3839673" y="1362966"/>
                  </a:lnTo>
                  <a:lnTo>
                    <a:pt x="3840333" y="1343822"/>
                  </a:lnTo>
                  <a:lnTo>
                    <a:pt x="3840994" y="1310136"/>
                  </a:lnTo>
                  <a:lnTo>
                    <a:pt x="3841654" y="1265614"/>
                  </a:lnTo>
                  <a:lnTo>
                    <a:pt x="3842315" y="1252330"/>
                  </a:lnTo>
                  <a:lnTo>
                    <a:pt x="3842975" y="1252330"/>
                  </a:lnTo>
                  <a:lnTo>
                    <a:pt x="3843636" y="1279619"/>
                  </a:lnTo>
                  <a:lnTo>
                    <a:pt x="3844296" y="1309327"/>
                  </a:lnTo>
                  <a:lnTo>
                    <a:pt x="3844957" y="1341983"/>
                  </a:lnTo>
                  <a:lnTo>
                    <a:pt x="3845617" y="1341983"/>
                  </a:lnTo>
                  <a:lnTo>
                    <a:pt x="3846278" y="1307718"/>
                  </a:lnTo>
                  <a:lnTo>
                    <a:pt x="3846938" y="1250395"/>
                  </a:lnTo>
                  <a:lnTo>
                    <a:pt x="3847599" y="1214458"/>
                  </a:lnTo>
                  <a:lnTo>
                    <a:pt x="3848260" y="1215579"/>
                  </a:lnTo>
                  <a:lnTo>
                    <a:pt x="3848920" y="1239079"/>
                  </a:lnTo>
                  <a:lnTo>
                    <a:pt x="3849581" y="1278901"/>
                  </a:lnTo>
                  <a:lnTo>
                    <a:pt x="3850241" y="1343822"/>
                  </a:lnTo>
                  <a:lnTo>
                    <a:pt x="3850902" y="1406121"/>
                  </a:lnTo>
                  <a:lnTo>
                    <a:pt x="3851562" y="1406121"/>
                  </a:lnTo>
                  <a:lnTo>
                    <a:pt x="3852223" y="1343822"/>
                  </a:lnTo>
                  <a:lnTo>
                    <a:pt x="3852883" y="1264933"/>
                  </a:lnTo>
                  <a:lnTo>
                    <a:pt x="3853544" y="1204584"/>
                  </a:lnTo>
                  <a:lnTo>
                    <a:pt x="3854204" y="1175116"/>
                  </a:lnTo>
                  <a:lnTo>
                    <a:pt x="3854865" y="1184902"/>
                  </a:lnTo>
                  <a:lnTo>
                    <a:pt x="3855525" y="1216704"/>
                  </a:lnTo>
                  <a:lnTo>
                    <a:pt x="3856186" y="1280340"/>
                  </a:lnTo>
                  <a:lnTo>
                    <a:pt x="3856846" y="1364961"/>
                  </a:lnTo>
                  <a:lnTo>
                    <a:pt x="3857507" y="1430742"/>
                  </a:lnTo>
                  <a:lnTo>
                    <a:pt x="3858168" y="1430742"/>
                  </a:lnTo>
                  <a:lnTo>
                    <a:pt x="3858828" y="1383643"/>
                  </a:lnTo>
                  <a:lnTo>
                    <a:pt x="3859489" y="1309327"/>
                  </a:lnTo>
                  <a:lnTo>
                    <a:pt x="3860149" y="1265614"/>
                  </a:lnTo>
                  <a:lnTo>
                    <a:pt x="3860810" y="1252330"/>
                  </a:lnTo>
                  <a:lnTo>
                    <a:pt x="3861470" y="1252330"/>
                  </a:lnTo>
                  <a:lnTo>
                    <a:pt x="3862131" y="1279619"/>
                  </a:lnTo>
                  <a:lnTo>
                    <a:pt x="3862791" y="1344746"/>
                  </a:lnTo>
                  <a:lnTo>
                    <a:pt x="3863452" y="1406121"/>
                  </a:lnTo>
                  <a:lnTo>
                    <a:pt x="3864112" y="1406121"/>
                  </a:lnTo>
                  <a:lnTo>
                    <a:pt x="3864773" y="1383643"/>
                  </a:lnTo>
                  <a:lnTo>
                    <a:pt x="3865433" y="1350362"/>
                  </a:lnTo>
                  <a:lnTo>
                    <a:pt x="3866094" y="1292151"/>
                  </a:lnTo>
                  <a:lnTo>
                    <a:pt x="3866754" y="1250395"/>
                  </a:lnTo>
                  <a:lnTo>
                    <a:pt x="3867415" y="1203510"/>
                  </a:lnTo>
                  <a:lnTo>
                    <a:pt x="3868076" y="1182915"/>
                  </a:lnTo>
                  <a:lnTo>
                    <a:pt x="3868736" y="1189430"/>
                  </a:lnTo>
                  <a:lnTo>
                    <a:pt x="3869397" y="1227062"/>
                  </a:lnTo>
                  <a:lnTo>
                    <a:pt x="3870057" y="1264933"/>
                  </a:lnTo>
                  <a:lnTo>
                    <a:pt x="3870718" y="1343822"/>
                  </a:lnTo>
                  <a:lnTo>
                    <a:pt x="3871378" y="1406121"/>
                  </a:lnTo>
                  <a:lnTo>
                    <a:pt x="3872039" y="1430742"/>
                  </a:lnTo>
                  <a:lnTo>
                    <a:pt x="3872699" y="1430742"/>
                  </a:lnTo>
                  <a:lnTo>
                    <a:pt x="3873360" y="1385805"/>
                  </a:lnTo>
                  <a:lnTo>
                    <a:pt x="3874020" y="1345674"/>
                  </a:lnTo>
                  <a:lnTo>
                    <a:pt x="3874681" y="1327727"/>
                  </a:lnTo>
                  <a:lnTo>
                    <a:pt x="3875341" y="1327727"/>
                  </a:lnTo>
                  <a:lnTo>
                    <a:pt x="3876002" y="1327727"/>
                  </a:lnTo>
                  <a:lnTo>
                    <a:pt x="3876662" y="1343822"/>
                  </a:lnTo>
                  <a:lnTo>
                    <a:pt x="3877323" y="1343822"/>
                  </a:lnTo>
                  <a:lnTo>
                    <a:pt x="3877983" y="1338345"/>
                  </a:lnTo>
                  <a:lnTo>
                    <a:pt x="3878644" y="1338345"/>
                  </a:lnTo>
                  <a:lnTo>
                    <a:pt x="3879305" y="1338345"/>
                  </a:lnTo>
                  <a:lnTo>
                    <a:pt x="3879965" y="1357073"/>
                  </a:lnTo>
                  <a:lnTo>
                    <a:pt x="3880626" y="1399170"/>
                  </a:lnTo>
                  <a:lnTo>
                    <a:pt x="3881286" y="1430742"/>
                  </a:lnTo>
                  <a:lnTo>
                    <a:pt x="3881947" y="1430742"/>
                  </a:lnTo>
                  <a:lnTo>
                    <a:pt x="3882607" y="1430742"/>
                  </a:lnTo>
                  <a:lnTo>
                    <a:pt x="3883268" y="1430742"/>
                  </a:lnTo>
                  <a:lnTo>
                    <a:pt x="3883928" y="1430742"/>
                  </a:lnTo>
                  <a:lnTo>
                    <a:pt x="3884589" y="1430742"/>
                  </a:lnTo>
                  <a:lnTo>
                    <a:pt x="3885249" y="1430742"/>
                  </a:lnTo>
                  <a:lnTo>
                    <a:pt x="3885910" y="1430742"/>
                  </a:lnTo>
                  <a:lnTo>
                    <a:pt x="3886570" y="1430742"/>
                  </a:lnTo>
                  <a:lnTo>
                    <a:pt x="3887231" y="1430742"/>
                  </a:lnTo>
                  <a:lnTo>
                    <a:pt x="3887891" y="1430742"/>
                  </a:lnTo>
                  <a:lnTo>
                    <a:pt x="3888552" y="1430742"/>
                  </a:lnTo>
                  <a:lnTo>
                    <a:pt x="3889213" y="1430742"/>
                  </a:lnTo>
                  <a:lnTo>
                    <a:pt x="3889873" y="1430742"/>
                  </a:lnTo>
                  <a:lnTo>
                    <a:pt x="3890534" y="1430742"/>
                  </a:lnTo>
                  <a:lnTo>
                    <a:pt x="3891194" y="1430742"/>
                  </a:lnTo>
                  <a:lnTo>
                    <a:pt x="3891855" y="1430742"/>
                  </a:lnTo>
                  <a:lnTo>
                    <a:pt x="3892515" y="1430742"/>
                  </a:lnTo>
                  <a:lnTo>
                    <a:pt x="3893176" y="1430742"/>
                  </a:lnTo>
                  <a:lnTo>
                    <a:pt x="3893836" y="1430742"/>
                  </a:lnTo>
                  <a:lnTo>
                    <a:pt x="3894497" y="1430742"/>
                  </a:lnTo>
                  <a:lnTo>
                    <a:pt x="3895157" y="1430742"/>
                  </a:lnTo>
                  <a:lnTo>
                    <a:pt x="3895818" y="1430742"/>
                  </a:lnTo>
                  <a:lnTo>
                    <a:pt x="3896478" y="1430742"/>
                  </a:lnTo>
                  <a:lnTo>
                    <a:pt x="3897139" y="1406121"/>
                  </a:lnTo>
                  <a:lnTo>
                    <a:pt x="3897799" y="1383643"/>
                  </a:lnTo>
                  <a:lnTo>
                    <a:pt x="3898460" y="1362966"/>
                  </a:lnTo>
                  <a:lnTo>
                    <a:pt x="3899121" y="1343822"/>
                  </a:lnTo>
                  <a:lnTo>
                    <a:pt x="3899781" y="1343822"/>
                  </a:lnTo>
                  <a:lnTo>
                    <a:pt x="3900442" y="1362966"/>
                  </a:lnTo>
                  <a:lnTo>
                    <a:pt x="3901102" y="1383643"/>
                  </a:lnTo>
                  <a:lnTo>
                    <a:pt x="3901763" y="1406121"/>
                  </a:lnTo>
                  <a:lnTo>
                    <a:pt x="3902423" y="1430742"/>
                  </a:lnTo>
                  <a:lnTo>
                    <a:pt x="3903084" y="1430742"/>
                  </a:lnTo>
                  <a:lnTo>
                    <a:pt x="3903744" y="1406121"/>
                  </a:lnTo>
                  <a:lnTo>
                    <a:pt x="3904405" y="1383643"/>
                  </a:lnTo>
                  <a:lnTo>
                    <a:pt x="3905065" y="1343822"/>
                  </a:lnTo>
                  <a:lnTo>
                    <a:pt x="3905726" y="1325999"/>
                  </a:lnTo>
                  <a:lnTo>
                    <a:pt x="3906386" y="1325999"/>
                  </a:lnTo>
                  <a:lnTo>
                    <a:pt x="3907047" y="1343822"/>
                  </a:lnTo>
                  <a:lnTo>
                    <a:pt x="3907707" y="1362966"/>
                  </a:lnTo>
                  <a:lnTo>
                    <a:pt x="3908368" y="1406121"/>
                  </a:lnTo>
                  <a:lnTo>
                    <a:pt x="3909029" y="1430742"/>
                  </a:lnTo>
                  <a:lnTo>
                    <a:pt x="3909689" y="1430742"/>
                  </a:lnTo>
                  <a:lnTo>
                    <a:pt x="3910350" y="1430742"/>
                  </a:lnTo>
                  <a:lnTo>
                    <a:pt x="3911010" y="1430742"/>
                  </a:lnTo>
                  <a:lnTo>
                    <a:pt x="3911671" y="1430742"/>
                  </a:lnTo>
                  <a:lnTo>
                    <a:pt x="3912331" y="1430742"/>
                  </a:lnTo>
                  <a:lnTo>
                    <a:pt x="3912992" y="1430742"/>
                  </a:lnTo>
                  <a:lnTo>
                    <a:pt x="3913652" y="1430742"/>
                  </a:lnTo>
                  <a:lnTo>
                    <a:pt x="3914313" y="1430742"/>
                  </a:lnTo>
                  <a:lnTo>
                    <a:pt x="3914973" y="1430742"/>
                  </a:lnTo>
                  <a:lnTo>
                    <a:pt x="3915634" y="1430742"/>
                  </a:lnTo>
                  <a:lnTo>
                    <a:pt x="3916294" y="1430742"/>
                  </a:lnTo>
                  <a:lnTo>
                    <a:pt x="3916955" y="1430742"/>
                  </a:lnTo>
                  <a:lnTo>
                    <a:pt x="3917615" y="1406121"/>
                  </a:lnTo>
                  <a:lnTo>
                    <a:pt x="3918276" y="1362966"/>
                  </a:lnTo>
                  <a:lnTo>
                    <a:pt x="3918936" y="1325999"/>
                  </a:lnTo>
                  <a:lnTo>
                    <a:pt x="3919597" y="1309327"/>
                  </a:lnTo>
                  <a:lnTo>
                    <a:pt x="3920258" y="1309327"/>
                  </a:lnTo>
                  <a:lnTo>
                    <a:pt x="3920918" y="1325999"/>
                  </a:lnTo>
                  <a:lnTo>
                    <a:pt x="3921579" y="1362966"/>
                  </a:lnTo>
                  <a:lnTo>
                    <a:pt x="3922239" y="1406121"/>
                  </a:lnTo>
                  <a:lnTo>
                    <a:pt x="3922900" y="1406121"/>
                  </a:lnTo>
                  <a:lnTo>
                    <a:pt x="3923560" y="1362966"/>
                  </a:lnTo>
                  <a:lnTo>
                    <a:pt x="3924221" y="1343822"/>
                  </a:lnTo>
                  <a:lnTo>
                    <a:pt x="3924881" y="1327727"/>
                  </a:lnTo>
                  <a:lnTo>
                    <a:pt x="3925542" y="1321729"/>
                  </a:lnTo>
                  <a:lnTo>
                    <a:pt x="3926202" y="1321729"/>
                  </a:lnTo>
                  <a:lnTo>
                    <a:pt x="3926863" y="1321729"/>
                  </a:lnTo>
                  <a:lnTo>
                    <a:pt x="3927523" y="1321729"/>
                  </a:lnTo>
                  <a:lnTo>
                    <a:pt x="3928184" y="1337443"/>
                  </a:lnTo>
                  <a:lnTo>
                    <a:pt x="3928844" y="1306917"/>
                  </a:lnTo>
                  <a:lnTo>
                    <a:pt x="3929505" y="1262902"/>
                  </a:lnTo>
                  <a:lnTo>
                    <a:pt x="3930166" y="1262902"/>
                  </a:lnTo>
                  <a:lnTo>
                    <a:pt x="3930826" y="1262902"/>
                  </a:lnTo>
                  <a:lnTo>
                    <a:pt x="3931487" y="1262902"/>
                  </a:lnTo>
                  <a:lnTo>
                    <a:pt x="3932147" y="1293666"/>
                  </a:lnTo>
                  <a:lnTo>
                    <a:pt x="3932808" y="1362966"/>
                  </a:lnTo>
                  <a:lnTo>
                    <a:pt x="3933468" y="1406121"/>
                  </a:lnTo>
                  <a:lnTo>
                    <a:pt x="3934129" y="1430742"/>
                  </a:lnTo>
                  <a:lnTo>
                    <a:pt x="3934789" y="1430742"/>
                  </a:lnTo>
                  <a:lnTo>
                    <a:pt x="3935450" y="1430742"/>
                  </a:lnTo>
                  <a:lnTo>
                    <a:pt x="3936110" y="1430742"/>
                  </a:lnTo>
                  <a:lnTo>
                    <a:pt x="3936771" y="1430742"/>
                  </a:lnTo>
                  <a:lnTo>
                    <a:pt x="3937431" y="1430742"/>
                  </a:lnTo>
                  <a:lnTo>
                    <a:pt x="3938092" y="1430742"/>
                  </a:lnTo>
                  <a:lnTo>
                    <a:pt x="3938752" y="1430742"/>
                  </a:lnTo>
                  <a:lnTo>
                    <a:pt x="3939413" y="1430742"/>
                  </a:lnTo>
                  <a:lnTo>
                    <a:pt x="3940074" y="1430742"/>
                  </a:lnTo>
                  <a:lnTo>
                    <a:pt x="3940734" y="1430742"/>
                  </a:lnTo>
                  <a:lnTo>
                    <a:pt x="3941395" y="1430742"/>
                  </a:lnTo>
                  <a:lnTo>
                    <a:pt x="3942055" y="1430742"/>
                  </a:lnTo>
                  <a:lnTo>
                    <a:pt x="3942716" y="1430742"/>
                  </a:lnTo>
                  <a:lnTo>
                    <a:pt x="3943376" y="1430742"/>
                  </a:lnTo>
                  <a:lnTo>
                    <a:pt x="3944037" y="1406121"/>
                  </a:lnTo>
                  <a:lnTo>
                    <a:pt x="3944697" y="1370017"/>
                  </a:lnTo>
                  <a:lnTo>
                    <a:pt x="3945358" y="1350362"/>
                  </a:lnTo>
                  <a:lnTo>
                    <a:pt x="3946018" y="1332098"/>
                  </a:lnTo>
                  <a:lnTo>
                    <a:pt x="3946679" y="1332098"/>
                  </a:lnTo>
                  <a:lnTo>
                    <a:pt x="3947339" y="1350362"/>
                  </a:lnTo>
                  <a:lnTo>
                    <a:pt x="3948000" y="1383643"/>
                  </a:lnTo>
                  <a:lnTo>
                    <a:pt x="3948660" y="1406121"/>
                  </a:lnTo>
                  <a:lnTo>
                    <a:pt x="3949321" y="1430742"/>
                  </a:lnTo>
                  <a:lnTo>
                    <a:pt x="3949981" y="1404949"/>
                  </a:lnTo>
                  <a:lnTo>
                    <a:pt x="3950642" y="1361975"/>
                  </a:lnTo>
                  <a:lnTo>
                    <a:pt x="3951303" y="1342901"/>
                  </a:lnTo>
                  <a:lnTo>
                    <a:pt x="3951963" y="1342901"/>
                  </a:lnTo>
                  <a:lnTo>
                    <a:pt x="3952624" y="1342901"/>
                  </a:lnTo>
                  <a:lnTo>
                    <a:pt x="3953284" y="1362966"/>
                  </a:lnTo>
                  <a:lnTo>
                    <a:pt x="3953945" y="1406121"/>
                  </a:lnTo>
                  <a:lnTo>
                    <a:pt x="3954605" y="1430742"/>
                  </a:lnTo>
                  <a:lnTo>
                    <a:pt x="3955266" y="1430742"/>
                  </a:lnTo>
                  <a:lnTo>
                    <a:pt x="3955926" y="1430742"/>
                  </a:lnTo>
                  <a:lnTo>
                    <a:pt x="3956587" y="1406121"/>
                  </a:lnTo>
                  <a:lnTo>
                    <a:pt x="3957247" y="1362966"/>
                  </a:lnTo>
                  <a:lnTo>
                    <a:pt x="3957908" y="1325999"/>
                  </a:lnTo>
                  <a:lnTo>
                    <a:pt x="3958568" y="1309327"/>
                  </a:lnTo>
                  <a:lnTo>
                    <a:pt x="3959229" y="1293666"/>
                  </a:lnTo>
                  <a:lnTo>
                    <a:pt x="3959889" y="1278901"/>
                  </a:lnTo>
                  <a:lnTo>
                    <a:pt x="3960550" y="1264933"/>
                  </a:lnTo>
                  <a:lnTo>
                    <a:pt x="3961211" y="1278901"/>
                  </a:lnTo>
                  <a:lnTo>
                    <a:pt x="3961871" y="1269045"/>
                  </a:lnTo>
                  <a:lnTo>
                    <a:pt x="3962532" y="1255587"/>
                  </a:lnTo>
                  <a:lnTo>
                    <a:pt x="3963192" y="1269045"/>
                  </a:lnTo>
                  <a:lnTo>
                    <a:pt x="3963853" y="1314217"/>
                  </a:lnTo>
                  <a:lnTo>
                    <a:pt x="3964513" y="1331218"/>
                  </a:lnTo>
                  <a:lnTo>
                    <a:pt x="3965174" y="1362966"/>
                  </a:lnTo>
                  <a:lnTo>
                    <a:pt x="3965834" y="1406121"/>
                  </a:lnTo>
                  <a:lnTo>
                    <a:pt x="3966495" y="1430742"/>
                  </a:lnTo>
                  <a:lnTo>
                    <a:pt x="3967155" y="1430742"/>
                  </a:lnTo>
                  <a:lnTo>
                    <a:pt x="3967816" y="1430742"/>
                  </a:lnTo>
                  <a:lnTo>
                    <a:pt x="3968476" y="1430742"/>
                  </a:lnTo>
                  <a:lnTo>
                    <a:pt x="3969137" y="1430742"/>
                  </a:lnTo>
                  <a:lnTo>
                    <a:pt x="3969797" y="1430742"/>
                  </a:lnTo>
                  <a:lnTo>
                    <a:pt x="3970458" y="1430742"/>
                  </a:lnTo>
                  <a:lnTo>
                    <a:pt x="3971119" y="1430742"/>
                  </a:lnTo>
                  <a:lnTo>
                    <a:pt x="3971779" y="1430742"/>
                  </a:lnTo>
                  <a:lnTo>
                    <a:pt x="3972440" y="1430742"/>
                  </a:lnTo>
                  <a:lnTo>
                    <a:pt x="3973100" y="1430742"/>
                  </a:lnTo>
                  <a:lnTo>
                    <a:pt x="3973761" y="1430742"/>
                  </a:lnTo>
                  <a:lnTo>
                    <a:pt x="3974421" y="1430742"/>
                  </a:lnTo>
                  <a:lnTo>
                    <a:pt x="3975082" y="1430742"/>
                  </a:lnTo>
                  <a:lnTo>
                    <a:pt x="3975742" y="1430742"/>
                  </a:lnTo>
                  <a:lnTo>
                    <a:pt x="3976403" y="1430742"/>
                  </a:lnTo>
                  <a:lnTo>
                    <a:pt x="3977063" y="1430742"/>
                  </a:lnTo>
                  <a:lnTo>
                    <a:pt x="3977724" y="1430742"/>
                  </a:lnTo>
                  <a:lnTo>
                    <a:pt x="3978384" y="1430742"/>
                  </a:lnTo>
                  <a:lnTo>
                    <a:pt x="3979045" y="1430742"/>
                  </a:lnTo>
                  <a:lnTo>
                    <a:pt x="3979705" y="1430742"/>
                  </a:lnTo>
                  <a:lnTo>
                    <a:pt x="3980366" y="1430742"/>
                  </a:lnTo>
                  <a:lnTo>
                    <a:pt x="3981027" y="1430742"/>
                  </a:lnTo>
                  <a:lnTo>
                    <a:pt x="3981687" y="1430742"/>
                  </a:lnTo>
                  <a:lnTo>
                    <a:pt x="3982348" y="1430742"/>
                  </a:lnTo>
                  <a:lnTo>
                    <a:pt x="3983008" y="1430742"/>
                  </a:lnTo>
                  <a:lnTo>
                    <a:pt x="3983669" y="1430742"/>
                  </a:lnTo>
                  <a:lnTo>
                    <a:pt x="3984329" y="1430742"/>
                  </a:lnTo>
                  <a:lnTo>
                    <a:pt x="3984990" y="1406121"/>
                  </a:lnTo>
                  <a:lnTo>
                    <a:pt x="3985650" y="1383643"/>
                  </a:lnTo>
                  <a:lnTo>
                    <a:pt x="3986311" y="1343822"/>
                  </a:lnTo>
                  <a:lnTo>
                    <a:pt x="3986971" y="1309327"/>
                  </a:lnTo>
                  <a:lnTo>
                    <a:pt x="3987632" y="1278901"/>
                  </a:lnTo>
                  <a:lnTo>
                    <a:pt x="3988292" y="1278901"/>
                  </a:lnTo>
                  <a:lnTo>
                    <a:pt x="3988953" y="1293666"/>
                  </a:lnTo>
                  <a:lnTo>
                    <a:pt x="3989613" y="1293666"/>
                  </a:lnTo>
                  <a:lnTo>
                    <a:pt x="3990274" y="1293666"/>
                  </a:lnTo>
                  <a:lnTo>
                    <a:pt x="3990934" y="1325999"/>
                  </a:lnTo>
                  <a:lnTo>
                    <a:pt x="3991595" y="1343822"/>
                  </a:lnTo>
                  <a:lnTo>
                    <a:pt x="3992256" y="1343822"/>
                  </a:lnTo>
                  <a:lnTo>
                    <a:pt x="3992916" y="1362966"/>
                  </a:lnTo>
                  <a:lnTo>
                    <a:pt x="3993577" y="1362966"/>
                  </a:lnTo>
                  <a:lnTo>
                    <a:pt x="3994237" y="1343822"/>
                  </a:lnTo>
                  <a:lnTo>
                    <a:pt x="3994898" y="1343822"/>
                  </a:lnTo>
                  <a:lnTo>
                    <a:pt x="3995558" y="1343822"/>
                  </a:lnTo>
                  <a:lnTo>
                    <a:pt x="3996219" y="1362966"/>
                  </a:lnTo>
                  <a:lnTo>
                    <a:pt x="3996879" y="1362966"/>
                  </a:lnTo>
                  <a:lnTo>
                    <a:pt x="3997540" y="1309327"/>
                  </a:lnTo>
                  <a:lnTo>
                    <a:pt x="3998200" y="1251683"/>
                  </a:lnTo>
                  <a:lnTo>
                    <a:pt x="3998861" y="1227062"/>
                  </a:lnTo>
                  <a:lnTo>
                    <a:pt x="3999521" y="1215579"/>
                  </a:lnTo>
                  <a:lnTo>
                    <a:pt x="4000182" y="1239079"/>
                  </a:lnTo>
                  <a:lnTo>
                    <a:pt x="4000842" y="1293666"/>
                  </a:lnTo>
                  <a:lnTo>
                    <a:pt x="4001503" y="1343822"/>
                  </a:lnTo>
                  <a:lnTo>
                    <a:pt x="4002164" y="1343822"/>
                  </a:lnTo>
                  <a:lnTo>
                    <a:pt x="4002824" y="1325999"/>
                  </a:lnTo>
                  <a:lnTo>
                    <a:pt x="4003485" y="1325999"/>
                  </a:lnTo>
                  <a:lnTo>
                    <a:pt x="4004145" y="1325999"/>
                  </a:lnTo>
                  <a:lnTo>
                    <a:pt x="4004806" y="1325999"/>
                  </a:lnTo>
                  <a:lnTo>
                    <a:pt x="4005466" y="1325999"/>
                  </a:lnTo>
                  <a:lnTo>
                    <a:pt x="4006127" y="1343822"/>
                  </a:lnTo>
                  <a:lnTo>
                    <a:pt x="4006787" y="1325999"/>
                  </a:lnTo>
                  <a:lnTo>
                    <a:pt x="4007448" y="1325999"/>
                  </a:lnTo>
                  <a:lnTo>
                    <a:pt x="4008108" y="1343822"/>
                  </a:lnTo>
                  <a:lnTo>
                    <a:pt x="4008769" y="1383643"/>
                  </a:lnTo>
                  <a:lnTo>
                    <a:pt x="4009429" y="1406121"/>
                  </a:lnTo>
                  <a:lnTo>
                    <a:pt x="4010090" y="1430742"/>
                  </a:lnTo>
                  <a:lnTo>
                    <a:pt x="4010750" y="1430742"/>
                  </a:lnTo>
                  <a:lnTo>
                    <a:pt x="4011411" y="1430742"/>
                  </a:lnTo>
                  <a:lnTo>
                    <a:pt x="4012072" y="1430742"/>
                  </a:lnTo>
                  <a:lnTo>
                    <a:pt x="4012732" y="1430742"/>
                  </a:lnTo>
                  <a:lnTo>
                    <a:pt x="4013393" y="1430742"/>
                  </a:lnTo>
                  <a:lnTo>
                    <a:pt x="4014053" y="1430742"/>
                  </a:lnTo>
                  <a:lnTo>
                    <a:pt x="4014714" y="1430742"/>
                  </a:lnTo>
                  <a:lnTo>
                    <a:pt x="4015374" y="1430742"/>
                  </a:lnTo>
                  <a:lnTo>
                    <a:pt x="4016035" y="1430742"/>
                  </a:lnTo>
                  <a:lnTo>
                    <a:pt x="4016695" y="1430742"/>
                  </a:lnTo>
                  <a:lnTo>
                    <a:pt x="4017356" y="1430742"/>
                  </a:lnTo>
                  <a:lnTo>
                    <a:pt x="4018016" y="1430742"/>
                  </a:lnTo>
                  <a:lnTo>
                    <a:pt x="4018677" y="1406121"/>
                  </a:lnTo>
                  <a:lnTo>
                    <a:pt x="4019337" y="1383643"/>
                  </a:lnTo>
                  <a:lnTo>
                    <a:pt x="4019998" y="1343822"/>
                  </a:lnTo>
                  <a:lnTo>
                    <a:pt x="4020658" y="1325999"/>
                  </a:lnTo>
                  <a:lnTo>
                    <a:pt x="4021319" y="1325999"/>
                  </a:lnTo>
                  <a:lnTo>
                    <a:pt x="4021979" y="1343822"/>
                  </a:lnTo>
                  <a:lnTo>
                    <a:pt x="4022640" y="1362966"/>
                  </a:lnTo>
                  <a:lnTo>
                    <a:pt x="4023301" y="1406121"/>
                  </a:lnTo>
                  <a:lnTo>
                    <a:pt x="4023961" y="1430742"/>
                  </a:lnTo>
                  <a:lnTo>
                    <a:pt x="4024622" y="1406121"/>
                  </a:lnTo>
                  <a:lnTo>
                    <a:pt x="4025282" y="1362966"/>
                  </a:lnTo>
                  <a:lnTo>
                    <a:pt x="4025943" y="1343822"/>
                  </a:lnTo>
                  <a:lnTo>
                    <a:pt x="4026603" y="1343822"/>
                  </a:lnTo>
                  <a:lnTo>
                    <a:pt x="4027264" y="1343822"/>
                  </a:lnTo>
                  <a:lnTo>
                    <a:pt x="4027924" y="1362966"/>
                  </a:lnTo>
                  <a:lnTo>
                    <a:pt x="4028585" y="1406121"/>
                  </a:lnTo>
                  <a:lnTo>
                    <a:pt x="4029245" y="1430742"/>
                  </a:lnTo>
                  <a:lnTo>
                    <a:pt x="4029906" y="1430742"/>
                  </a:lnTo>
                  <a:lnTo>
                    <a:pt x="4030566" y="1430742"/>
                  </a:lnTo>
                  <a:lnTo>
                    <a:pt x="4031227" y="1430742"/>
                  </a:lnTo>
                  <a:lnTo>
                    <a:pt x="4031887" y="1430742"/>
                  </a:lnTo>
                  <a:lnTo>
                    <a:pt x="4032548" y="1430742"/>
                  </a:lnTo>
                  <a:lnTo>
                    <a:pt x="4033209" y="1430742"/>
                  </a:lnTo>
                  <a:lnTo>
                    <a:pt x="4033869" y="1430742"/>
                  </a:lnTo>
                  <a:lnTo>
                    <a:pt x="4034530" y="1430742"/>
                  </a:lnTo>
                  <a:lnTo>
                    <a:pt x="4035190" y="1430742"/>
                  </a:lnTo>
                  <a:lnTo>
                    <a:pt x="4035851" y="1430742"/>
                  </a:lnTo>
                  <a:lnTo>
                    <a:pt x="4036511" y="1430742"/>
                  </a:lnTo>
                  <a:lnTo>
                    <a:pt x="4037172" y="1430742"/>
                  </a:lnTo>
                  <a:lnTo>
                    <a:pt x="4037832" y="1430742"/>
                  </a:lnTo>
                  <a:lnTo>
                    <a:pt x="4038493" y="1430742"/>
                  </a:lnTo>
                  <a:lnTo>
                    <a:pt x="4039153" y="1430742"/>
                  </a:lnTo>
                  <a:lnTo>
                    <a:pt x="4039814" y="1430742"/>
                  </a:lnTo>
                  <a:lnTo>
                    <a:pt x="4040474" y="1430742"/>
                  </a:lnTo>
                  <a:lnTo>
                    <a:pt x="4041135" y="1430742"/>
                  </a:lnTo>
                  <a:lnTo>
                    <a:pt x="4041795" y="1430742"/>
                  </a:lnTo>
                  <a:lnTo>
                    <a:pt x="4042456" y="1430742"/>
                  </a:lnTo>
                  <a:lnTo>
                    <a:pt x="4043117" y="1430742"/>
                  </a:lnTo>
                  <a:lnTo>
                    <a:pt x="4043777" y="1406121"/>
                  </a:lnTo>
                  <a:lnTo>
                    <a:pt x="4044438" y="1383643"/>
                  </a:lnTo>
                  <a:lnTo>
                    <a:pt x="4045098" y="1362966"/>
                  </a:lnTo>
                  <a:lnTo>
                    <a:pt x="4045759" y="1343822"/>
                  </a:lnTo>
                  <a:lnTo>
                    <a:pt x="4046419" y="1343822"/>
                  </a:lnTo>
                  <a:lnTo>
                    <a:pt x="4047080" y="1362966"/>
                  </a:lnTo>
                  <a:lnTo>
                    <a:pt x="4047740" y="1383643"/>
                  </a:lnTo>
                  <a:lnTo>
                    <a:pt x="4048401" y="1406121"/>
                  </a:lnTo>
                  <a:lnTo>
                    <a:pt x="4049061" y="1430742"/>
                  </a:lnTo>
                  <a:lnTo>
                    <a:pt x="4049722" y="1406121"/>
                  </a:lnTo>
                  <a:lnTo>
                    <a:pt x="4050382" y="1362966"/>
                  </a:lnTo>
                  <a:lnTo>
                    <a:pt x="4051043" y="1343822"/>
                  </a:lnTo>
                  <a:lnTo>
                    <a:pt x="4051703" y="1343822"/>
                  </a:lnTo>
                  <a:lnTo>
                    <a:pt x="4052364" y="1343822"/>
                  </a:lnTo>
                  <a:lnTo>
                    <a:pt x="4053025" y="1317529"/>
                  </a:lnTo>
                  <a:lnTo>
                    <a:pt x="4053685" y="1301378"/>
                  </a:lnTo>
                  <a:lnTo>
                    <a:pt x="4054346" y="1301378"/>
                  </a:lnTo>
                  <a:lnTo>
                    <a:pt x="4055006" y="1286178"/>
                  </a:lnTo>
                  <a:lnTo>
                    <a:pt x="4055667" y="1271823"/>
                  </a:lnTo>
                  <a:lnTo>
                    <a:pt x="4056327" y="1293666"/>
                  </a:lnTo>
                  <a:lnTo>
                    <a:pt x="4056988" y="1343822"/>
                  </a:lnTo>
                  <a:lnTo>
                    <a:pt x="4057648" y="1362966"/>
                  </a:lnTo>
                  <a:lnTo>
                    <a:pt x="4058309" y="1383643"/>
                  </a:lnTo>
                  <a:lnTo>
                    <a:pt x="4058969" y="1406121"/>
                  </a:lnTo>
                  <a:lnTo>
                    <a:pt x="4059630" y="1430742"/>
                  </a:lnTo>
                  <a:lnTo>
                    <a:pt x="4060290" y="1430742"/>
                  </a:lnTo>
                  <a:lnTo>
                    <a:pt x="4060951" y="1430742"/>
                  </a:lnTo>
                  <a:lnTo>
                    <a:pt x="4061611" y="1430742"/>
                  </a:lnTo>
                  <a:lnTo>
                    <a:pt x="4062272" y="1430742"/>
                  </a:lnTo>
                  <a:lnTo>
                    <a:pt x="4062932" y="1383643"/>
                  </a:lnTo>
                  <a:lnTo>
                    <a:pt x="4063593" y="1343822"/>
                  </a:lnTo>
                  <a:lnTo>
                    <a:pt x="4064254" y="1325999"/>
                  </a:lnTo>
                  <a:lnTo>
                    <a:pt x="4064914" y="1325999"/>
                  </a:lnTo>
                  <a:lnTo>
                    <a:pt x="4065575" y="1325999"/>
                  </a:lnTo>
                  <a:lnTo>
                    <a:pt x="4066235" y="1343822"/>
                  </a:lnTo>
                  <a:lnTo>
                    <a:pt x="4066896" y="1343822"/>
                  </a:lnTo>
                  <a:lnTo>
                    <a:pt x="4067556" y="1342901"/>
                  </a:lnTo>
                  <a:lnTo>
                    <a:pt x="4068217" y="1311760"/>
                  </a:lnTo>
                  <a:lnTo>
                    <a:pt x="4068877" y="1281062"/>
                  </a:lnTo>
                  <a:lnTo>
                    <a:pt x="4069538" y="1280340"/>
                  </a:lnTo>
                  <a:lnTo>
                    <a:pt x="4070198" y="1295190"/>
                  </a:lnTo>
                  <a:lnTo>
                    <a:pt x="4070859" y="1295956"/>
                  </a:lnTo>
                  <a:lnTo>
                    <a:pt x="4071519" y="1292907"/>
                  </a:lnTo>
                  <a:lnTo>
                    <a:pt x="4072180" y="1292907"/>
                  </a:lnTo>
                  <a:lnTo>
                    <a:pt x="4072840" y="1289895"/>
                  </a:lnTo>
                  <a:lnTo>
                    <a:pt x="4073501" y="1289895"/>
                  </a:lnTo>
                  <a:lnTo>
                    <a:pt x="4074162" y="1289895"/>
                  </a:lnTo>
                  <a:lnTo>
                    <a:pt x="4074822" y="1321729"/>
                  </a:lnTo>
                  <a:lnTo>
                    <a:pt x="4075483" y="1358046"/>
                  </a:lnTo>
                  <a:lnTo>
                    <a:pt x="4076143" y="1383643"/>
                  </a:lnTo>
                  <a:lnTo>
                    <a:pt x="4076804" y="1406121"/>
                  </a:lnTo>
                  <a:lnTo>
                    <a:pt x="4077464" y="1406121"/>
                  </a:lnTo>
                  <a:lnTo>
                    <a:pt x="4078125" y="1362966"/>
                  </a:lnTo>
                  <a:lnTo>
                    <a:pt x="4078785" y="1325999"/>
                  </a:lnTo>
                  <a:lnTo>
                    <a:pt x="4079446" y="1309327"/>
                  </a:lnTo>
                  <a:lnTo>
                    <a:pt x="4080106" y="1278901"/>
                  </a:lnTo>
                  <a:lnTo>
                    <a:pt x="4080767" y="1227062"/>
                  </a:lnTo>
                  <a:lnTo>
                    <a:pt x="4081427" y="1175116"/>
                  </a:lnTo>
                  <a:lnTo>
                    <a:pt x="4082088" y="1131076"/>
                  </a:lnTo>
                  <a:lnTo>
                    <a:pt x="4082748" y="1079827"/>
                  </a:lnTo>
                  <a:lnTo>
                    <a:pt x="4083409" y="1079827"/>
                  </a:lnTo>
                  <a:lnTo>
                    <a:pt x="4084070" y="1107858"/>
                  </a:lnTo>
                  <a:lnTo>
                    <a:pt x="4084730" y="1146940"/>
                  </a:lnTo>
                  <a:lnTo>
                    <a:pt x="4085391" y="1194039"/>
                  </a:lnTo>
                  <a:lnTo>
                    <a:pt x="4086051" y="1278901"/>
                  </a:lnTo>
                  <a:lnTo>
                    <a:pt x="4086712" y="1309327"/>
                  </a:lnTo>
                  <a:lnTo>
                    <a:pt x="4087372" y="1325999"/>
                  </a:lnTo>
                  <a:lnTo>
                    <a:pt x="4088033" y="1362966"/>
                  </a:lnTo>
                  <a:lnTo>
                    <a:pt x="4088693" y="1406121"/>
                  </a:lnTo>
                  <a:lnTo>
                    <a:pt x="4089354" y="1430742"/>
                  </a:lnTo>
                  <a:lnTo>
                    <a:pt x="4090014" y="1430742"/>
                  </a:lnTo>
                  <a:lnTo>
                    <a:pt x="4090675" y="1430742"/>
                  </a:lnTo>
                  <a:lnTo>
                    <a:pt x="4091335" y="1430742"/>
                  </a:lnTo>
                  <a:lnTo>
                    <a:pt x="4091996" y="1430742"/>
                  </a:lnTo>
                  <a:lnTo>
                    <a:pt x="4092656" y="1430742"/>
                  </a:lnTo>
                  <a:lnTo>
                    <a:pt x="4093317" y="1430742"/>
                  </a:lnTo>
                  <a:lnTo>
                    <a:pt x="4093977" y="1430742"/>
                  </a:lnTo>
                  <a:lnTo>
                    <a:pt x="4094638" y="1430742"/>
                  </a:lnTo>
                  <a:lnTo>
                    <a:pt x="4095299" y="1430742"/>
                  </a:lnTo>
                  <a:lnTo>
                    <a:pt x="4095959" y="1406121"/>
                  </a:lnTo>
                  <a:lnTo>
                    <a:pt x="4096620" y="1383643"/>
                  </a:lnTo>
                  <a:lnTo>
                    <a:pt x="4097280" y="1349418"/>
                  </a:lnTo>
                  <a:lnTo>
                    <a:pt x="4097941" y="1331218"/>
                  </a:lnTo>
                  <a:lnTo>
                    <a:pt x="4098601" y="1314217"/>
                  </a:lnTo>
                  <a:lnTo>
                    <a:pt x="4099262" y="1331218"/>
                  </a:lnTo>
                  <a:lnTo>
                    <a:pt x="4099922" y="1349418"/>
                  </a:lnTo>
                  <a:lnTo>
                    <a:pt x="4100583" y="1383643"/>
                  </a:lnTo>
                  <a:lnTo>
                    <a:pt x="4101243" y="1383643"/>
                  </a:lnTo>
                  <a:lnTo>
                    <a:pt x="4101904" y="1362966"/>
                  </a:lnTo>
                  <a:lnTo>
                    <a:pt x="4102564" y="1325999"/>
                  </a:lnTo>
                  <a:lnTo>
                    <a:pt x="4103225" y="1309327"/>
                  </a:lnTo>
                  <a:lnTo>
                    <a:pt x="4103885" y="1309327"/>
                  </a:lnTo>
                  <a:lnTo>
                    <a:pt x="4104546" y="1325999"/>
                  </a:lnTo>
                  <a:lnTo>
                    <a:pt x="4105207" y="1362966"/>
                  </a:lnTo>
                  <a:lnTo>
                    <a:pt x="4105867" y="1406121"/>
                  </a:lnTo>
                  <a:lnTo>
                    <a:pt x="4106528" y="1430742"/>
                  </a:lnTo>
                  <a:lnTo>
                    <a:pt x="4107188" y="1430742"/>
                  </a:lnTo>
                  <a:lnTo>
                    <a:pt x="4107849" y="1430742"/>
                  </a:lnTo>
                  <a:lnTo>
                    <a:pt x="4108509" y="1430742"/>
                  </a:lnTo>
                  <a:lnTo>
                    <a:pt x="4109170" y="1430742"/>
                  </a:lnTo>
                  <a:lnTo>
                    <a:pt x="4109830" y="1430742"/>
                  </a:lnTo>
                  <a:lnTo>
                    <a:pt x="4110491" y="1430742"/>
                  </a:lnTo>
                  <a:lnTo>
                    <a:pt x="4111151" y="1430742"/>
                  </a:lnTo>
                  <a:lnTo>
                    <a:pt x="4111812" y="1430742"/>
                  </a:lnTo>
                  <a:lnTo>
                    <a:pt x="4112472" y="1430742"/>
                  </a:lnTo>
                  <a:lnTo>
                    <a:pt x="4113133" y="1430742"/>
                  </a:lnTo>
                  <a:lnTo>
                    <a:pt x="4113793" y="1430742"/>
                  </a:lnTo>
                  <a:lnTo>
                    <a:pt x="4114454" y="1430742"/>
                  </a:lnTo>
                  <a:lnTo>
                    <a:pt x="4115115" y="1430742"/>
                  </a:lnTo>
                  <a:lnTo>
                    <a:pt x="4115775" y="1430742"/>
                  </a:lnTo>
                  <a:lnTo>
                    <a:pt x="4116436" y="1430742"/>
                  </a:lnTo>
                  <a:lnTo>
                    <a:pt x="4117096" y="1430742"/>
                  </a:lnTo>
                  <a:lnTo>
                    <a:pt x="4117757" y="1430742"/>
                  </a:lnTo>
                  <a:lnTo>
                    <a:pt x="4118417" y="1430742"/>
                  </a:lnTo>
                  <a:lnTo>
                    <a:pt x="4119078" y="1430742"/>
                  </a:lnTo>
                  <a:lnTo>
                    <a:pt x="4119738" y="1430742"/>
                  </a:lnTo>
                  <a:lnTo>
                    <a:pt x="4120399" y="1430742"/>
                  </a:lnTo>
                  <a:lnTo>
                    <a:pt x="4121059" y="1430742"/>
                  </a:lnTo>
                  <a:lnTo>
                    <a:pt x="4121720" y="1430742"/>
                  </a:lnTo>
                  <a:lnTo>
                    <a:pt x="4122380" y="1430742"/>
                  </a:lnTo>
                  <a:lnTo>
                    <a:pt x="4123041" y="1430742"/>
                  </a:lnTo>
                  <a:lnTo>
                    <a:pt x="4123701" y="1406121"/>
                  </a:lnTo>
                  <a:lnTo>
                    <a:pt x="4124362" y="1362966"/>
                  </a:lnTo>
                  <a:lnTo>
                    <a:pt x="4125023" y="1333868"/>
                  </a:lnTo>
                  <a:lnTo>
                    <a:pt x="4125683" y="1276046"/>
                  </a:lnTo>
                  <a:lnTo>
                    <a:pt x="4126344" y="1213899"/>
                  </a:lnTo>
                  <a:lnTo>
                    <a:pt x="4127004" y="1172726"/>
                  </a:lnTo>
                  <a:lnTo>
                    <a:pt x="4127665" y="1172726"/>
                  </a:lnTo>
                  <a:lnTo>
                    <a:pt x="4128325" y="1187912"/>
                  </a:lnTo>
                  <a:lnTo>
                    <a:pt x="4128986" y="1216141"/>
                  </a:lnTo>
                  <a:lnTo>
                    <a:pt x="4129646" y="1251683"/>
                  </a:lnTo>
                  <a:lnTo>
                    <a:pt x="4130307" y="1309327"/>
                  </a:lnTo>
                  <a:lnTo>
                    <a:pt x="4130967" y="1325999"/>
                  </a:lnTo>
                  <a:lnTo>
                    <a:pt x="4131628" y="1309327"/>
                  </a:lnTo>
                  <a:lnTo>
                    <a:pt x="4132288" y="1309327"/>
                  </a:lnTo>
                  <a:lnTo>
                    <a:pt x="4132949" y="1325999"/>
                  </a:lnTo>
                  <a:lnTo>
                    <a:pt x="4133609" y="1325999"/>
                  </a:lnTo>
                  <a:lnTo>
                    <a:pt x="4134270" y="1325999"/>
                  </a:lnTo>
                  <a:lnTo>
                    <a:pt x="4134930" y="1325999"/>
                  </a:lnTo>
                  <a:lnTo>
                    <a:pt x="4135591" y="1309327"/>
                  </a:lnTo>
                  <a:lnTo>
                    <a:pt x="4136252" y="1239079"/>
                  </a:lnTo>
                  <a:lnTo>
                    <a:pt x="4136912" y="1185402"/>
                  </a:lnTo>
                  <a:lnTo>
                    <a:pt x="4137573" y="1131482"/>
                  </a:lnTo>
                  <a:lnTo>
                    <a:pt x="4138233" y="1093813"/>
                  </a:lnTo>
                  <a:lnTo>
                    <a:pt x="4138894" y="1080159"/>
                  </a:lnTo>
                  <a:lnTo>
                    <a:pt x="4139554" y="1077184"/>
                  </a:lnTo>
                  <a:lnTo>
                    <a:pt x="4140215" y="1071014"/>
                  </a:lnTo>
                  <a:lnTo>
                    <a:pt x="4140875" y="1102003"/>
                  </a:lnTo>
                  <a:lnTo>
                    <a:pt x="4141536" y="1148235"/>
                  </a:lnTo>
                  <a:lnTo>
                    <a:pt x="4142196" y="1185402"/>
                  </a:lnTo>
                  <a:lnTo>
                    <a:pt x="4142857" y="1259551"/>
                  </a:lnTo>
                  <a:lnTo>
                    <a:pt x="4143517" y="1371040"/>
                  </a:lnTo>
                  <a:lnTo>
                    <a:pt x="4144178" y="1402622"/>
                  </a:lnTo>
                  <a:lnTo>
                    <a:pt x="4144838" y="1383643"/>
                  </a:lnTo>
                  <a:lnTo>
                    <a:pt x="4145499" y="1343822"/>
                  </a:lnTo>
                  <a:lnTo>
                    <a:pt x="4146160" y="1325999"/>
                  </a:lnTo>
                  <a:lnTo>
                    <a:pt x="4146820" y="1309327"/>
                  </a:lnTo>
                  <a:lnTo>
                    <a:pt x="4147481" y="1298266"/>
                  </a:lnTo>
                  <a:lnTo>
                    <a:pt x="4148141" y="1283242"/>
                  </a:lnTo>
                  <a:lnTo>
                    <a:pt x="4148802" y="1298266"/>
                  </a:lnTo>
                  <a:lnTo>
                    <a:pt x="4149462" y="1314217"/>
                  </a:lnTo>
                  <a:lnTo>
                    <a:pt x="4150123" y="1331218"/>
                  </a:lnTo>
                  <a:lnTo>
                    <a:pt x="4150783" y="1362966"/>
                  </a:lnTo>
                  <a:lnTo>
                    <a:pt x="4151444" y="1383643"/>
                  </a:lnTo>
                  <a:lnTo>
                    <a:pt x="4152104" y="1383643"/>
                  </a:lnTo>
                  <a:lnTo>
                    <a:pt x="4152765" y="1362966"/>
                  </a:lnTo>
                  <a:lnTo>
                    <a:pt x="4153425" y="1343822"/>
                  </a:lnTo>
                  <a:lnTo>
                    <a:pt x="4154086" y="1325999"/>
                  </a:lnTo>
                  <a:lnTo>
                    <a:pt x="4154746" y="1343822"/>
                  </a:lnTo>
                  <a:lnTo>
                    <a:pt x="4155407" y="1362966"/>
                  </a:lnTo>
                  <a:lnTo>
                    <a:pt x="4156068" y="1383643"/>
                  </a:lnTo>
                  <a:lnTo>
                    <a:pt x="4156728" y="1406121"/>
                  </a:lnTo>
                  <a:lnTo>
                    <a:pt x="4157389" y="1406121"/>
                  </a:lnTo>
                  <a:lnTo>
                    <a:pt x="4158049" y="1325999"/>
                  </a:lnTo>
                  <a:lnTo>
                    <a:pt x="4158710" y="1278901"/>
                  </a:lnTo>
                  <a:lnTo>
                    <a:pt x="4159370" y="1251683"/>
                  </a:lnTo>
                  <a:lnTo>
                    <a:pt x="4160031" y="1251683"/>
                  </a:lnTo>
                  <a:lnTo>
                    <a:pt x="4160691" y="1264933"/>
                  </a:lnTo>
                  <a:lnTo>
                    <a:pt x="4161352" y="1325999"/>
                  </a:lnTo>
                  <a:lnTo>
                    <a:pt x="4162012" y="1383643"/>
                  </a:lnTo>
                  <a:lnTo>
                    <a:pt x="4162673" y="1430742"/>
                  </a:lnTo>
                  <a:lnTo>
                    <a:pt x="4163333" y="1430742"/>
                  </a:lnTo>
                  <a:lnTo>
                    <a:pt x="4163994" y="1430742"/>
                  </a:lnTo>
                  <a:lnTo>
                    <a:pt x="4164654" y="1430742"/>
                  </a:lnTo>
                  <a:lnTo>
                    <a:pt x="4165315" y="1430742"/>
                  </a:lnTo>
                  <a:lnTo>
                    <a:pt x="4165975" y="1430742"/>
                  </a:lnTo>
                  <a:lnTo>
                    <a:pt x="4166636" y="1406121"/>
                  </a:lnTo>
                  <a:lnTo>
                    <a:pt x="4167297" y="1362966"/>
                  </a:lnTo>
                  <a:lnTo>
                    <a:pt x="4167957" y="1343822"/>
                  </a:lnTo>
                  <a:lnTo>
                    <a:pt x="4168618" y="1325999"/>
                  </a:lnTo>
                  <a:lnTo>
                    <a:pt x="4169278" y="1325999"/>
                  </a:lnTo>
                  <a:lnTo>
                    <a:pt x="4169939" y="1343822"/>
                  </a:lnTo>
                  <a:lnTo>
                    <a:pt x="4170599" y="1383643"/>
                  </a:lnTo>
                  <a:lnTo>
                    <a:pt x="4171260" y="1406121"/>
                  </a:lnTo>
                  <a:lnTo>
                    <a:pt x="4171920" y="1430742"/>
                  </a:lnTo>
                  <a:lnTo>
                    <a:pt x="4172581" y="1430742"/>
                  </a:lnTo>
                  <a:lnTo>
                    <a:pt x="4173241" y="1430742"/>
                  </a:lnTo>
                  <a:lnTo>
                    <a:pt x="4173902" y="1430742"/>
                  </a:lnTo>
                  <a:lnTo>
                    <a:pt x="4174562" y="1430742"/>
                  </a:lnTo>
                  <a:lnTo>
                    <a:pt x="4175223" y="1430742"/>
                  </a:lnTo>
                  <a:lnTo>
                    <a:pt x="4175883" y="1430742"/>
                  </a:lnTo>
                  <a:lnTo>
                    <a:pt x="4176544" y="1430742"/>
                  </a:lnTo>
                  <a:lnTo>
                    <a:pt x="4177205" y="1430742"/>
                  </a:lnTo>
                  <a:lnTo>
                    <a:pt x="4177865" y="1406121"/>
                  </a:lnTo>
                  <a:lnTo>
                    <a:pt x="4178526" y="1362966"/>
                  </a:lnTo>
                  <a:lnTo>
                    <a:pt x="4179186" y="1343822"/>
                  </a:lnTo>
                  <a:lnTo>
                    <a:pt x="4179847" y="1325999"/>
                  </a:lnTo>
                  <a:lnTo>
                    <a:pt x="4180507" y="1325999"/>
                  </a:lnTo>
                  <a:lnTo>
                    <a:pt x="4181168" y="1325999"/>
                  </a:lnTo>
                  <a:lnTo>
                    <a:pt x="4181828" y="1343822"/>
                  </a:lnTo>
                  <a:lnTo>
                    <a:pt x="4182489" y="1343822"/>
                  </a:lnTo>
                  <a:lnTo>
                    <a:pt x="4183149" y="1343822"/>
                  </a:lnTo>
                  <a:lnTo>
                    <a:pt x="4183810" y="1343822"/>
                  </a:lnTo>
                  <a:lnTo>
                    <a:pt x="4184470" y="1362966"/>
                  </a:lnTo>
                  <a:lnTo>
                    <a:pt x="4185131" y="1383643"/>
                  </a:lnTo>
                  <a:lnTo>
                    <a:pt x="4185791" y="1406121"/>
                  </a:lnTo>
                  <a:lnTo>
                    <a:pt x="4186452" y="1430742"/>
                  </a:lnTo>
                  <a:lnTo>
                    <a:pt x="4187113" y="1430742"/>
                  </a:lnTo>
                  <a:lnTo>
                    <a:pt x="4187773" y="1430742"/>
                  </a:lnTo>
                  <a:lnTo>
                    <a:pt x="4188434" y="1430742"/>
                  </a:lnTo>
                  <a:lnTo>
                    <a:pt x="4189094" y="1406121"/>
                  </a:lnTo>
                  <a:lnTo>
                    <a:pt x="4189755" y="1325999"/>
                  </a:lnTo>
                  <a:lnTo>
                    <a:pt x="4190415" y="1227062"/>
                  </a:lnTo>
                  <a:lnTo>
                    <a:pt x="4191076" y="1164763"/>
                  </a:lnTo>
                  <a:lnTo>
                    <a:pt x="4191736" y="1138469"/>
                  </a:lnTo>
                  <a:lnTo>
                    <a:pt x="4192397" y="1146940"/>
                  </a:lnTo>
                  <a:lnTo>
                    <a:pt x="4193057" y="1183907"/>
                  </a:lnTo>
                  <a:lnTo>
                    <a:pt x="4193718" y="1264933"/>
                  </a:lnTo>
                  <a:lnTo>
                    <a:pt x="4194378" y="1325999"/>
                  </a:lnTo>
                  <a:lnTo>
                    <a:pt x="4195039" y="1293666"/>
                  </a:lnTo>
                  <a:lnTo>
                    <a:pt x="4195699" y="1227062"/>
                  </a:lnTo>
                  <a:lnTo>
                    <a:pt x="4196360" y="1190957"/>
                  </a:lnTo>
                  <a:lnTo>
                    <a:pt x="4197021" y="1180943"/>
                  </a:lnTo>
                  <a:lnTo>
                    <a:pt x="4197681" y="1190957"/>
                  </a:lnTo>
                  <a:lnTo>
                    <a:pt x="4198342" y="1235415"/>
                  </a:lnTo>
                  <a:lnTo>
                    <a:pt x="4199002" y="1289147"/>
                  </a:lnTo>
                  <a:lnTo>
                    <a:pt x="4199663" y="1325999"/>
                  </a:lnTo>
                  <a:lnTo>
                    <a:pt x="4200323" y="1309327"/>
                  </a:lnTo>
                  <a:lnTo>
                    <a:pt x="4200984" y="1309327"/>
                  </a:lnTo>
                  <a:lnTo>
                    <a:pt x="4201644" y="1325999"/>
                  </a:lnTo>
                  <a:lnTo>
                    <a:pt x="4202305" y="1343822"/>
                  </a:lnTo>
                  <a:lnTo>
                    <a:pt x="4202965" y="1343822"/>
                  </a:lnTo>
                  <a:lnTo>
                    <a:pt x="4203626" y="1325999"/>
                  </a:lnTo>
                  <a:lnTo>
                    <a:pt x="4204286" y="1264933"/>
                  </a:lnTo>
                  <a:lnTo>
                    <a:pt x="4204947" y="1204584"/>
                  </a:lnTo>
                  <a:lnTo>
                    <a:pt x="4205607" y="1194039"/>
                  </a:lnTo>
                  <a:lnTo>
                    <a:pt x="4206268" y="1204584"/>
                  </a:lnTo>
                  <a:lnTo>
                    <a:pt x="4206928" y="1239079"/>
                  </a:lnTo>
                  <a:lnTo>
                    <a:pt x="4207589" y="1309327"/>
                  </a:lnTo>
                  <a:lnTo>
                    <a:pt x="4208250" y="1345674"/>
                  </a:lnTo>
                  <a:lnTo>
                    <a:pt x="4208910" y="1252978"/>
                  </a:lnTo>
                  <a:lnTo>
                    <a:pt x="4209571" y="1180453"/>
                  </a:lnTo>
                  <a:lnTo>
                    <a:pt x="4210231" y="1098767"/>
                  </a:lnTo>
                  <a:lnTo>
                    <a:pt x="4210892" y="1041337"/>
                  </a:lnTo>
                  <a:lnTo>
                    <a:pt x="4211552" y="1019146"/>
                  </a:lnTo>
                  <a:lnTo>
                    <a:pt x="4212213" y="1052743"/>
                  </a:lnTo>
                  <a:lnTo>
                    <a:pt x="4212873" y="1080825"/>
                  </a:lnTo>
                  <a:lnTo>
                    <a:pt x="4213534" y="1130672"/>
                  </a:lnTo>
                  <a:lnTo>
                    <a:pt x="4214194" y="1194556"/>
                  </a:lnTo>
                  <a:lnTo>
                    <a:pt x="4214855" y="1278901"/>
                  </a:lnTo>
                  <a:lnTo>
                    <a:pt x="4215515" y="1278901"/>
                  </a:lnTo>
                  <a:lnTo>
                    <a:pt x="4216176" y="1278901"/>
                  </a:lnTo>
                  <a:lnTo>
                    <a:pt x="4216836" y="1278901"/>
                  </a:lnTo>
                  <a:lnTo>
                    <a:pt x="4217497" y="1273223"/>
                  </a:lnTo>
                  <a:lnTo>
                    <a:pt x="4218158" y="1259551"/>
                  </a:lnTo>
                  <a:lnTo>
                    <a:pt x="4218818" y="1273223"/>
                  </a:lnTo>
                  <a:lnTo>
                    <a:pt x="4219479" y="1302948"/>
                  </a:lnTo>
                  <a:lnTo>
                    <a:pt x="4220139" y="1336545"/>
                  </a:lnTo>
                  <a:lnTo>
                    <a:pt x="4220800" y="1325999"/>
                  </a:lnTo>
                  <a:lnTo>
                    <a:pt x="4221460" y="1276046"/>
                  </a:lnTo>
                  <a:lnTo>
                    <a:pt x="4222121" y="1234809"/>
                  </a:lnTo>
                  <a:lnTo>
                    <a:pt x="4222781" y="1190447"/>
                  </a:lnTo>
                  <a:lnTo>
                    <a:pt x="4223442" y="1152599"/>
                  </a:lnTo>
                  <a:lnTo>
                    <a:pt x="4224102" y="1161554"/>
                  </a:lnTo>
                  <a:lnTo>
                    <a:pt x="4224763" y="1182421"/>
                  </a:lnTo>
                  <a:lnTo>
                    <a:pt x="4225423" y="1215579"/>
                  </a:lnTo>
                  <a:lnTo>
                    <a:pt x="4226084" y="1251683"/>
                  </a:lnTo>
                  <a:lnTo>
                    <a:pt x="4226744" y="1278901"/>
                  </a:lnTo>
                  <a:lnTo>
                    <a:pt x="4227405" y="1247201"/>
                  </a:lnTo>
                  <a:lnTo>
                    <a:pt x="4228066" y="1234809"/>
                  </a:lnTo>
                  <a:lnTo>
                    <a:pt x="4228726" y="1211677"/>
                  </a:lnTo>
                  <a:lnTo>
                    <a:pt x="4229387" y="1222984"/>
                  </a:lnTo>
                  <a:lnTo>
                    <a:pt x="4230047" y="1260218"/>
                  </a:lnTo>
                  <a:lnTo>
                    <a:pt x="4230708" y="1293666"/>
                  </a:lnTo>
                  <a:lnTo>
                    <a:pt x="4231368" y="1146940"/>
                  </a:lnTo>
                  <a:lnTo>
                    <a:pt x="4232029" y="990593"/>
                  </a:lnTo>
                  <a:lnTo>
                    <a:pt x="4232689" y="852042"/>
                  </a:lnTo>
                  <a:lnTo>
                    <a:pt x="4233350" y="761185"/>
                  </a:lnTo>
                  <a:lnTo>
                    <a:pt x="4234010" y="715071"/>
                  </a:lnTo>
                  <a:lnTo>
                    <a:pt x="4234671" y="719395"/>
                  </a:lnTo>
                  <a:lnTo>
                    <a:pt x="4235331" y="756393"/>
                  </a:lnTo>
                  <a:lnTo>
                    <a:pt x="4235992" y="828159"/>
                  </a:lnTo>
                  <a:lnTo>
                    <a:pt x="4236652" y="930097"/>
                  </a:lnTo>
                  <a:lnTo>
                    <a:pt x="4237313" y="1035399"/>
                  </a:lnTo>
                  <a:lnTo>
                    <a:pt x="4237973" y="1080159"/>
                  </a:lnTo>
                  <a:lnTo>
                    <a:pt x="4238634" y="1100920"/>
                  </a:lnTo>
                  <a:lnTo>
                    <a:pt x="4239295" y="1139723"/>
                  </a:lnTo>
                  <a:lnTo>
                    <a:pt x="4239955" y="1185402"/>
                  </a:lnTo>
                  <a:lnTo>
                    <a:pt x="4240616" y="1227062"/>
                  </a:lnTo>
                  <a:lnTo>
                    <a:pt x="4241276" y="1239079"/>
                  </a:lnTo>
                  <a:lnTo>
                    <a:pt x="4241937" y="1204584"/>
                  </a:lnTo>
                  <a:lnTo>
                    <a:pt x="4242597" y="1174158"/>
                  </a:lnTo>
                  <a:lnTo>
                    <a:pt x="4243258" y="1152159"/>
                  </a:lnTo>
                  <a:lnTo>
                    <a:pt x="4243918" y="1104183"/>
                  </a:lnTo>
                  <a:lnTo>
                    <a:pt x="4244579" y="1051549"/>
                  </a:lnTo>
                  <a:lnTo>
                    <a:pt x="4245239" y="988486"/>
                  </a:lnTo>
                  <a:lnTo>
                    <a:pt x="4245900" y="944043"/>
                  </a:lnTo>
                  <a:lnTo>
                    <a:pt x="4246560" y="924031"/>
                  </a:lnTo>
                  <a:lnTo>
                    <a:pt x="4247221" y="927691"/>
                  </a:lnTo>
                  <a:lnTo>
                    <a:pt x="4247881" y="950805"/>
                  </a:lnTo>
                  <a:lnTo>
                    <a:pt x="4248542" y="999440"/>
                  </a:lnTo>
                  <a:lnTo>
                    <a:pt x="4249203" y="1030964"/>
                  </a:lnTo>
                  <a:lnTo>
                    <a:pt x="4249863" y="978426"/>
                  </a:lnTo>
                  <a:lnTo>
                    <a:pt x="4250524" y="881114"/>
                  </a:lnTo>
                  <a:lnTo>
                    <a:pt x="4251184" y="770139"/>
                  </a:lnTo>
                  <a:lnTo>
                    <a:pt x="4251845" y="652760"/>
                  </a:lnTo>
                  <a:lnTo>
                    <a:pt x="4252505" y="564961"/>
                  </a:lnTo>
                  <a:lnTo>
                    <a:pt x="4253166" y="478805"/>
                  </a:lnTo>
                  <a:lnTo>
                    <a:pt x="4253826" y="406229"/>
                  </a:lnTo>
                  <a:lnTo>
                    <a:pt x="4254487" y="352223"/>
                  </a:lnTo>
                  <a:lnTo>
                    <a:pt x="4255147" y="321179"/>
                  </a:lnTo>
                  <a:lnTo>
                    <a:pt x="4255808" y="289388"/>
                  </a:lnTo>
                  <a:lnTo>
                    <a:pt x="4256468" y="270232"/>
                  </a:lnTo>
                  <a:lnTo>
                    <a:pt x="4257129" y="263834"/>
                  </a:lnTo>
                  <a:lnTo>
                    <a:pt x="4257789" y="262807"/>
                  </a:lnTo>
                  <a:lnTo>
                    <a:pt x="4258450" y="247665"/>
                  </a:lnTo>
                  <a:lnTo>
                    <a:pt x="4259111" y="241758"/>
                  </a:lnTo>
                  <a:lnTo>
                    <a:pt x="4259771" y="240995"/>
                  </a:lnTo>
                  <a:lnTo>
                    <a:pt x="4260432" y="227267"/>
                  </a:lnTo>
                  <a:lnTo>
                    <a:pt x="4261092" y="210155"/>
                  </a:lnTo>
                  <a:lnTo>
                    <a:pt x="4261753" y="207715"/>
                  </a:lnTo>
                  <a:lnTo>
                    <a:pt x="4262413" y="206786"/>
                  </a:lnTo>
                  <a:lnTo>
                    <a:pt x="4263074" y="209423"/>
                  </a:lnTo>
                  <a:lnTo>
                    <a:pt x="4263734" y="224927"/>
                  </a:lnTo>
                  <a:lnTo>
                    <a:pt x="4264395" y="253169"/>
                  </a:lnTo>
                  <a:lnTo>
                    <a:pt x="4265055" y="298097"/>
                  </a:lnTo>
                  <a:lnTo>
                    <a:pt x="4265716" y="358942"/>
                  </a:lnTo>
                  <a:lnTo>
                    <a:pt x="4266376" y="430838"/>
                  </a:lnTo>
                  <a:lnTo>
                    <a:pt x="4267037" y="524384"/>
                  </a:lnTo>
                  <a:lnTo>
                    <a:pt x="4267697" y="628973"/>
                  </a:lnTo>
                  <a:lnTo>
                    <a:pt x="4268358" y="686168"/>
                  </a:lnTo>
                  <a:lnTo>
                    <a:pt x="4269019" y="717101"/>
                  </a:lnTo>
                  <a:lnTo>
                    <a:pt x="4269679" y="747345"/>
                  </a:lnTo>
                  <a:lnTo>
                    <a:pt x="4270340" y="776936"/>
                  </a:lnTo>
                  <a:lnTo>
                    <a:pt x="4271000" y="812594"/>
                  </a:lnTo>
                  <a:lnTo>
                    <a:pt x="4271661" y="864433"/>
                  </a:lnTo>
                  <a:lnTo>
                    <a:pt x="4272321" y="895672"/>
                  </a:lnTo>
                  <a:lnTo>
                    <a:pt x="4272982" y="902434"/>
                  </a:lnTo>
                  <a:lnTo>
                    <a:pt x="4273642" y="900105"/>
                  </a:lnTo>
                  <a:lnTo>
                    <a:pt x="4274303" y="910237"/>
                  </a:lnTo>
                  <a:lnTo>
                    <a:pt x="4274963" y="917042"/>
                  </a:lnTo>
                  <a:lnTo>
                    <a:pt x="4275624" y="921141"/>
                  </a:lnTo>
                  <a:lnTo>
                    <a:pt x="4276284" y="915807"/>
                  </a:lnTo>
                  <a:lnTo>
                    <a:pt x="4276945" y="900270"/>
                  </a:lnTo>
                  <a:lnTo>
                    <a:pt x="4277605" y="893726"/>
                  </a:lnTo>
                  <a:lnTo>
                    <a:pt x="4278266" y="918460"/>
                  </a:lnTo>
                  <a:lnTo>
                    <a:pt x="4278926" y="965310"/>
                  </a:lnTo>
                  <a:lnTo>
                    <a:pt x="4279587" y="1035958"/>
                  </a:lnTo>
                  <a:lnTo>
                    <a:pt x="4280248" y="1146080"/>
                  </a:lnTo>
                  <a:lnTo>
                    <a:pt x="4280908" y="1277469"/>
                  </a:lnTo>
                  <a:lnTo>
                    <a:pt x="4281569" y="1333868"/>
                  </a:lnTo>
                  <a:lnTo>
                    <a:pt x="4282229" y="1323429"/>
                  </a:lnTo>
                  <a:lnTo>
                    <a:pt x="4282890" y="1323429"/>
                  </a:lnTo>
                  <a:lnTo>
                    <a:pt x="4283550" y="1341069"/>
                  </a:lnTo>
                  <a:lnTo>
                    <a:pt x="4284211" y="1341069"/>
                  </a:lnTo>
                  <a:lnTo>
                    <a:pt x="4284871" y="1362966"/>
                  </a:lnTo>
                  <a:lnTo>
                    <a:pt x="4285532" y="1384722"/>
                  </a:lnTo>
                  <a:lnTo>
                    <a:pt x="4286192" y="1384722"/>
                  </a:lnTo>
                  <a:lnTo>
                    <a:pt x="4286853" y="1344746"/>
                  </a:lnTo>
                  <a:lnTo>
                    <a:pt x="4287513" y="1294427"/>
                  </a:lnTo>
                  <a:lnTo>
                    <a:pt x="4288174" y="1252330"/>
                  </a:lnTo>
                  <a:lnTo>
                    <a:pt x="4288834" y="1261557"/>
                  </a:lnTo>
                  <a:lnTo>
                    <a:pt x="4289495" y="1275337"/>
                  </a:lnTo>
                  <a:lnTo>
                    <a:pt x="4290156" y="1305322"/>
                  </a:lnTo>
                  <a:lnTo>
                    <a:pt x="4290816" y="1358046"/>
                  </a:lnTo>
                  <a:lnTo>
                    <a:pt x="4291477" y="1424363"/>
                  </a:lnTo>
                  <a:lnTo>
                    <a:pt x="4292137" y="1430742"/>
                  </a:lnTo>
                  <a:lnTo>
                    <a:pt x="4292798" y="1425627"/>
                  </a:lnTo>
                  <a:lnTo>
                    <a:pt x="4293458" y="1334757"/>
                  </a:lnTo>
                  <a:lnTo>
                    <a:pt x="4294119" y="1221256"/>
                  </a:lnTo>
                  <a:lnTo>
                    <a:pt x="4294779" y="1151282"/>
                  </a:lnTo>
                  <a:lnTo>
                    <a:pt x="4295440" y="1120369"/>
                  </a:lnTo>
                  <a:lnTo>
                    <a:pt x="4296100" y="1106750"/>
                  </a:lnTo>
                  <a:lnTo>
                    <a:pt x="4296761" y="1124283"/>
                  </a:lnTo>
                  <a:lnTo>
                    <a:pt x="4297421" y="1196635"/>
                  </a:lnTo>
                  <a:lnTo>
                    <a:pt x="4298082" y="1282514"/>
                  </a:lnTo>
                  <a:lnTo>
                    <a:pt x="4298742" y="1309327"/>
                  </a:lnTo>
                  <a:lnTo>
                    <a:pt x="4299403" y="1241551"/>
                  </a:lnTo>
                  <a:lnTo>
                    <a:pt x="4300064" y="1182421"/>
                  </a:lnTo>
                  <a:lnTo>
                    <a:pt x="4300724" y="1137223"/>
                  </a:lnTo>
                  <a:lnTo>
                    <a:pt x="4301385" y="1110836"/>
                  </a:lnTo>
                  <a:lnTo>
                    <a:pt x="4302045" y="1110836"/>
                  </a:lnTo>
                  <a:lnTo>
                    <a:pt x="4302706" y="1138886"/>
                  </a:lnTo>
                  <a:lnTo>
                    <a:pt x="4303366" y="1178013"/>
                  </a:lnTo>
                  <a:lnTo>
                    <a:pt x="4304027" y="1178013"/>
                  </a:lnTo>
                  <a:lnTo>
                    <a:pt x="4304687" y="1181435"/>
                  </a:lnTo>
                  <a:lnTo>
                    <a:pt x="4305348" y="1180453"/>
                  </a:lnTo>
                  <a:lnTo>
                    <a:pt x="4306008" y="1203510"/>
                  </a:lnTo>
                  <a:lnTo>
                    <a:pt x="4306669" y="1225890"/>
                  </a:lnTo>
                  <a:lnTo>
                    <a:pt x="4307329" y="1263577"/>
                  </a:lnTo>
                  <a:lnTo>
                    <a:pt x="4307990" y="1255587"/>
                  </a:lnTo>
                  <a:lnTo>
                    <a:pt x="4308650" y="1199258"/>
                  </a:lnTo>
                  <a:lnTo>
                    <a:pt x="4309311" y="1151282"/>
                  </a:lnTo>
                  <a:lnTo>
                    <a:pt x="4309971" y="1126263"/>
                  </a:lnTo>
                  <a:lnTo>
                    <a:pt x="4310632" y="1096278"/>
                  </a:lnTo>
                  <a:lnTo>
                    <a:pt x="4311293" y="1084518"/>
                  </a:lnTo>
                  <a:lnTo>
                    <a:pt x="4311953" y="1097697"/>
                  </a:lnTo>
                  <a:lnTo>
                    <a:pt x="4312614" y="1103454"/>
                  </a:lnTo>
                  <a:lnTo>
                    <a:pt x="4313274" y="1072301"/>
                  </a:lnTo>
                  <a:lnTo>
                    <a:pt x="4313935" y="1035678"/>
                  </a:lnTo>
                  <a:lnTo>
                    <a:pt x="4314595" y="1005594"/>
                  </a:lnTo>
                  <a:lnTo>
                    <a:pt x="4315256" y="966378"/>
                  </a:lnTo>
                  <a:lnTo>
                    <a:pt x="4315916" y="924759"/>
                  </a:lnTo>
                  <a:lnTo>
                    <a:pt x="4316577" y="901933"/>
                  </a:lnTo>
                  <a:lnTo>
                    <a:pt x="4317237" y="919529"/>
                  </a:lnTo>
                  <a:lnTo>
                    <a:pt x="4317898" y="938029"/>
                  </a:lnTo>
                  <a:lnTo>
                    <a:pt x="4318558" y="955893"/>
                  </a:lnTo>
                  <a:lnTo>
                    <a:pt x="4319219" y="963611"/>
                  </a:lnTo>
                  <a:lnTo>
                    <a:pt x="4319879" y="982722"/>
                  </a:lnTo>
                  <a:lnTo>
                    <a:pt x="4320540" y="989421"/>
                  </a:lnTo>
                  <a:lnTo>
                    <a:pt x="4321201" y="993429"/>
                  </a:lnTo>
                  <a:lnTo>
                    <a:pt x="4321861" y="1010625"/>
                  </a:lnTo>
                  <a:lnTo>
                    <a:pt x="4322522" y="1056963"/>
                  </a:lnTo>
                  <a:lnTo>
                    <a:pt x="4323182" y="1090331"/>
                  </a:lnTo>
                  <a:lnTo>
                    <a:pt x="4323843" y="1102003"/>
                  </a:lnTo>
                  <a:lnTo>
                    <a:pt x="4324503" y="1124678"/>
                  </a:lnTo>
                  <a:lnTo>
                    <a:pt x="4325164" y="1145224"/>
                  </a:lnTo>
                  <a:lnTo>
                    <a:pt x="4325824" y="1158834"/>
                  </a:lnTo>
                  <a:lnTo>
                    <a:pt x="4326485" y="1187912"/>
                  </a:lnTo>
                  <a:lnTo>
                    <a:pt x="4327145" y="1218970"/>
                  </a:lnTo>
                  <a:lnTo>
                    <a:pt x="4327806" y="1244675"/>
                  </a:lnTo>
                  <a:lnTo>
                    <a:pt x="4328466" y="1285441"/>
                  </a:lnTo>
                  <a:lnTo>
                    <a:pt x="4329127" y="1352262"/>
                  </a:lnTo>
                  <a:lnTo>
                    <a:pt x="4329787" y="1406121"/>
                  </a:lnTo>
                  <a:lnTo>
                    <a:pt x="4330448" y="1430742"/>
                  </a:lnTo>
                  <a:lnTo>
                    <a:pt x="4331109" y="1430742"/>
                  </a:lnTo>
                  <a:lnTo>
                    <a:pt x="4331769" y="1430742"/>
                  </a:lnTo>
                  <a:lnTo>
                    <a:pt x="4332430" y="1406121"/>
                  </a:lnTo>
                  <a:lnTo>
                    <a:pt x="4333090" y="1317529"/>
                  </a:lnTo>
                  <a:lnTo>
                    <a:pt x="4333751" y="1245304"/>
                  </a:lnTo>
                  <a:lnTo>
                    <a:pt x="4334411" y="1188923"/>
                  </a:lnTo>
                  <a:lnTo>
                    <a:pt x="4335072" y="1169417"/>
                  </a:lnTo>
                  <a:lnTo>
                    <a:pt x="4335732" y="1176078"/>
                  </a:lnTo>
                  <a:lnTo>
                    <a:pt x="4336393" y="1223563"/>
                  </a:lnTo>
                  <a:lnTo>
                    <a:pt x="4337053" y="1289147"/>
                  </a:lnTo>
                  <a:lnTo>
                    <a:pt x="4337714" y="1377265"/>
                  </a:lnTo>
                  <a:lnTo>
                    <a:pt x="4338374" y="1423106"/>
                  </a:lnTo>
                  <a:lnTo>
                    <a:pt x="4339035" y="1430742"/>
                  </a:lnTo>
                  <a:lnTo>
                    <a:pt x="4339695" y="1430742"/>
                  </a:lnTo>
                  <a:lnTo>
                    <a:pt x="4340356" y="1406121"/>
                  </a:lnTo>
                  <a:lnTo>
                    <a:pt x="4341017" y="1383643"/>
                  </a:lnTo>
                  <a:lnTo>
                    <a:pt x="4341677" y="1362966"/>
                  </a:lnTo>
                  <a:lnTo>
                    <a:pt x="4342338" y="1343822"/>
                  </a:lnTo>
                  <a:lnTo>
                    <a:pt x="4342998" y="1278901"/>
                  </a:lnTo>
                  <a:lnTo>
                    <a:pt x="4343659" y="1239079"/>
                  </a:lnTo>
                  <a:lnTo>
                    <a:pt x="4344319" y="1215579"/>
                  </a:lnTo>
                  <a:lnTo>
                    <a:pt x="4344980" y="1227062"/>
                  </a:lnTo>
                  <a:lnTo>
                    <a:pt x="4345640" y="1183907"/>
                  </a:lnTo>
                  <a:lnTo>
                    <a:pt x="4346301" y="1164763"/>
                  </a:lnTo>
                  <a:lnTo>
                    <a:pt x="4346961" y="1183907"/>
                  </a:lnTo>
                  <a:lnTo>
                    <a:pt x="4347622" y="1204584"/>
                  </a:lnTo>
                  <a:lnTo>
                    <a:pt x="4348282" y="1204584"/>
                  </a:lnTo>
                  <a:lnTo>
                    <a:pt x="4348943" y="1251683"/>
                  </a:lnTo>
                  <a:lnTo>
                    <a:pt x="4349603" y="1325999"/>
                  </a:lnTo>
                  <a:lnTo>
                    <a:pt x="4350264" y="1325999"/>
                  </a:lnTo>
                  <a:lnTo>
                    <a:pt x="4350924" y="1325999"/>
                  </a:lnTo>
                  <a:lnTo>
                    <a:pt x="4351585" y="1309327"/>
                  </a:lnTo>
                  <a:lnTo>
                    <a:pt x="4352246" y="1309327"/>
                  </a:lnTo>
                  <a:lnTo>
                    <a:pt x="4352906" y="1309327"/>
                  </a:lnTo>
                  <a:lnTo>
                    <a:pt x="4353567" y="1325999"/>
                  </a:lnTo>
                  <a:lnTo>
                    <a:pt x="4354227" y="1325999"/>
                  </a:lnTo>
                  <a:lnTo>
                    <a:pt x="4354888" y="1325999"/>
                  </a:lnTo>
                  <a:lnTo>
                    <a:pt x="4355548" y="1325999"/>
                  </a:lnTo>
                  <a:lnTo>
                    <a:pt x="4356209" y="1293666"/>
                  </a:lnTo>
                  <a:lnTo>
                    <a:pt x="4356869" y="1239079"/>
                  </a:lnTo>
                  <a:lnTo>
                    <a:pt x="4357530" y="1227062"/>
                  </a:lnTo>
                  <a:lnTo>
                    <a:pt x="4358190" y="1239079"/>
                  </a:lnTo>
                  <a:lnTo>
                    <a:pt x="4358851" y="1251683"/>
                  </a:lnTo>
                  <a:lnTo>
                    <a:pt x="4359511" y="1293666"/>
                  </a:lnTo>
                  <a:lnTo>
                    <a:pt x="4360172" y="1383643"/>
                  </a:lnTo>
                  <a:lnTo>
                    <a:pt x="4360832" y="1430742"/>
                  </a:lnTo>
                  <a:lnTo>
                    <a:pt x="4361493" y="1430742"/>
                  </a:lnTo>
                  <a:lnTo>
                    <a:pt x="4362154" y="1430742"/>
                  </a:lnTo>
                  <a:lnTo>
                    <a:pt x="4362814" y="1430742"/>
                  </a:lnTo>
                  <a:lnTo>
                    <a:pt x="4363475" y="1383643"/>
                  </a:lnTo>
                  <a:lnTo>
                    <a:pt x="4364135" y="1343822"/>
                  </a:lnTo>
                  <a:lnTo>
                    <a:pt x="4364796" y="1325999"/>
                  </a:lnTo>
                  <a:lnTo>
                    <a:pt x="4365456" y="1325999"/>
                  </a:lnTo>
                  <a:lnTo>
                    <a:pt x="4366117" y="1325999"/>
                  </a:lnTo>
                  <a:lnTo>
                    <a:pt x="4366777" y="1362966"/>
                  </a:lnTo>
                  <a:lnTo>
                    <a:pt x="4367438" y="1406121"/>
                  </a:lnTo>
                  <a:lnTo>
                    <a:pt x="4368098" y="1430742"/>
                  </a:lnTo>
                  <a:lnTo>
                    <a:pt x="4368759" y="1430742"/>
                  </a:lnTo>
                  <a:lnTo>
                    <a:pt x="4369419" y="1430742"/>
                  </a:lnTo>
                  <a:lnTo>
                    <a:pt x="4370080" y="1430742"/>
                  </a:lnTo>
                  <a:lnTo>
                    <a:pt x="4370740" y="1430742"/>
                  </a:lnTo>
                  <a:lnTo>
                    <a:pt x="4371401" y="1430742"/>
                  </a:lnTo>
                  <a:lnTo>
                    <a:pt x="4372062" y="1430742"/>
                  </a:lnTo>
                  <a:lnTo>
                    <a:pt x="4372722" y="1430742"/>
                  </a:lnTo>
                  <a:lnTo>
                    <a:pt x="4373383" y="1430742"/>
                  </a:lnTo>
                  <a:lnTo>
                    <a:pt x="4374043" y="1430742"/>
                  </a:lnTo>
                  <a:lnTo>
                    <a:pt x="4374704" y="1406121"/>
                  </a:lnTo>
                  <a:lnTo>
                    <a:pt x="4375364" y="1343822"/>
                  </a:lnTo>
                  <a:lnTo>
                    <a:pt x="4376025" y="1293666"/>
                  </a:lnTo>
                  <a:lnTo>
                    <a:pt x="4376685" y="1278901"/>
                  </a:lnTo>
                  <a:lnTo>
                    <a:pt x="4377346" y="1278901"/>
                  </a:lnTo>
                  <a:lnTo>
                    <a:pt x="4378006" y="1293666"/>
                  </a:lnTo>
                  <a:lnTo>
                    <a:pt x="4378667" y="1343822"/>
                  </a:lnTo>
                  <a:lnTo>
                    <a:pt x="4379327" y="1406121"/>
                  </a:lnTo>
                  <a:lnTo>
                    <a:pt x="4379988" y="1430742"/>
                  </a:lnTo>
                  <a:lnTo>
                    <a:pt x="4380648" y="1430742"/>
                  </a:lnTo>
                  <a:lnTo>
                    <a:pt x="4381309" y="1430742"/>
                  </a:lnTo>
                  <a:lnTo>
                    <a:pt x="4381969" y="1406121"/>
                  </a:lnTo>
                  <a:lnTo>
                    <a:pt x="4382630" y="1343822"/>
                  </a:lnTo>
                  <a:lnTo>
                    <a:pt x="4383291" y="1293666"/>
                  </a:lnTo>
                  <a:lnTo>
                    <a:pt x="4383951" y="1264933"/>
                  </a:lnTo>
                  <a:lnTo>
                    <a:pt x="4384612" y="1239079"/>
                  </a:lnTo>
                  <a:lnTo>
                    <a:pt x="4385272" y="1239079"/>
                  </a:lnTo>
                  <a:lnTo>
                    <a:pt x="4385933" y="1264933"/>
                  </a:lnTo>
                  <a:lnTo>
                    <a:pt x="4386593" y="1309327"/>
                  </a:lnTo>
                  <a:lnTo>
                    <a:pt x="4387254" y="1343822"/>
                  </a:lnTo>
                  <a:lnTo>
                    <a:pt x="4387914" y="1362966"/>
                  </a:lnTo>
                  <a:lnTo>
                    <a:pt x="4388575" y="1362966"/>
                  </a:lnTo>
                  <a:lnTo>
                    <a:pt x="4389235" y="1343822"/>
                  </a:lnTo>
                  <a:lnTo>
                    <a:pt x="4389896" y="1325999"/>
                  </a:lnTo>
                  <a:lnTo>
                    <a:pt x="4390556" y="1325999"/>
                  </a:lnTo>
                  <a:lnTo>
                    <a:pt x="4391217" y="1343822"/>
                  </a:lnTo>
                  <a:lnTo>
                    <a:pt x="4391877" y="1362966"/>
                  </a:lnTo>
                  <a:lnTo>
                    <a:pt x="4392538" y="1406121"/>
                  </a:lnTo>
                  <a:lnTo>
                    <a:pt x="4393199" y="1430742"/>
                  </a:lnTo>
                  <a:lnTo>
                    <a:pt x="4393859" y="1406121"/>
                  </a:lnTo>
                  <a:lnTo>
                    <a:pt x="4394520" y="1362966"/>
                  </a:lnTo>
                  <a:lnTo>
                    <a:pt x="4395180" y="1325999"/>
                  </a:lnTo>
                  <a:lnTo>
                    <a:pt x="4395841" y="1325999"/>
                  </a:lnTo>
                  <a:lnTo>
                    <a:pt x="4396501" y="1325999"/>
                  </a:lnTo>
                  <a:lnTo>
                    <a:pt x="4397162" y="1343822"/>
                  </a:lnTo>
                  <a:lnTo>
                    <a:pt x="4397822" y="1383643"/>
                  </a:lnTo>
                  <a:lnTo>
                    <a:pt x="4398483" y="1430742"/>
                  </a:lnTo>
                  <a:lnTo>
                    <a:pt x="4399143" y="1430742"/>
                  </a:lnTo>
                  <a:lnTo>
                    <a:pt x="4399804" y="1430742"/>
                  </a:lnTo>
                  <a:lnTo>
                    <a:pt x="4400464" y="1430742"/>
                  </a:lnTo>
                  <a:lnTo>
                    <a:pt x="4401125" y="1414474"/>
                  </a:lnTo>
                  <a:lnTo>
                    <a:pt x="4401785" y="1350362"/>
                  </a:lnTo>
                  <a:lnTo>
                    <a:pt x="4402446" y="1256244"/>
                  </a:lnTo>
                  <a:lnTo>
                    <a:pt x="4403107" y="1212786"/>
                  </a:lnTo>
                  <a:lnTo>
                    <a:pt x="4403767" y="1208926"/>
                  </a:lnTo>
                  <a:lnTo>
                    <a:pt x="4404428" y="1216141"/>
                  </a:lnTo>
                  <a:lnTo>
                    <a:pt x="4405088" y="1239695"/>
                  </a:lnTo>
                  <a:lnTo>
                    <a:pt x="4405749" y="1279619"/>
                  </a:lnTo>
                  <a:lnTo>
                    <a:pt x="4406409" y="1303737"/>
                  </a:lnTo>
                  <a:lnTo>
                    <a:pt x="4407070" y="1278901"/>
                  </a:lnTo>
                  <a:lnTo>
                    <a:pt x="4407730" y="1264933"/>
                  </a:lnTo>
                  <a:lnTo>
                    <a:pt x="4408391" y="1278901"/>
                  </a:lnTo>
                  <a:lnTo>
                    <a:pt x="4409051" y="1309327"/>
                  </a:lnTo>
                  <a:lnTo>
                    <a:pt x="4409712" y="1325999"/>
                  </a:lnTo>
                  <a:lnTo>
                    <a:pt x="4410372" y="1309327"/>
                  </a:lnTo>
                  <a:lnTo>
                    <a:pt x="4411033" y="1293666"/>
                  </a:lnTo>
                  <a:lnTo>
                    <a:pt x="4411693" y="1278901"/>
                  </a:lnTo>
                  <a:lnTo>
                    <a:pt x="4412354" y="1278901"/>
                  </a:lnTo>
                  <a:lnTo>
                    <a:pt x="4413015" y="1293666"/>
                  </a:lnTo>
                  <a:lnTo>
                    <a:pt x="4413675" y="1296723"/>
                  </a:lnTo>
                  <a:lnTo>
                    <a:pt x="4414336" y="1241551"/>
                  </a:lnTo>
                  <a:lnTo>
                    <a:pt x="4414996" y="1182915"/>
                  </a:lnTo>
                  <a:lnTo>
                    <a:pt x="4415657" y="1154808"/>
                  </a:lnTo>
                  <a:lnTo>
                    <a:pt x="4416317" y="1146080"/>
                  </a:lnTo>
                  <a:lnTo>
                    <a:pt x="4416978" y="1171303"/>
                  </a:lnTo>
                  <a:lnTo>
                    <a:pt x="4417638" y="1235415"/>
                  </a:lnTo>
                  <a:lnTo>
                    <a:pt x="4418299" y="1325999"/>
                  </a:lnTo>
                  <a:lnTo>
                    <a:pt x="4418959" y="1406121"/>
                  </a:lnTo>
                  <a:lnTo>
                    <a:pt x="4419620" y="1406121"/>
                  </a:lnTo>
                  <a:lnTo>
                    <a:pt x="4420280" y="1343822"/>
                  </a:lnTo>
                  <a:lnTo>
                    <a:pt x="4420941" y="1278901"/>
                  </a:lnTo>
                  <a:lnTo>
                    <a:pt x="4421601" y="1239079"/>
                  </a:lnTo>
                  <a:lnTo>
                    <a:pt x="4422262" y="1234205"/>
                  </a:lnTo>
                  <a:lnTo>
                    <a:pt x="4422922" y="1246567"/>
                  </a:lnTo>
                  <a:lnTo>
                    <a:pt x="4423583" y="1287658"/>
                  </a:lnTo>
                  <a:lnTo>
                    <a:pt x="4424244" y="1355138"/>
                  </a:lnTo>
                  <a:lnTo>
                    <a:pt x="4424904" y="1420610"/>
                  </a:lnTo>
                  <a:lnTo>
                    <a:pt x="4425565" y="1430742"/>
                  </a:lnTo>
                  <a:lnTo>
                    <a:pt x="4426225" y="1430742"/>
                  </a:lnTo>
                  <a:lnTo>
                    <a:pt x="4426886" y="1406121"/>
                  </a:lnTo>
                  <a:lnTo>
                    <a:pt x="4427546" y="1383643"/>
                  </a:lnTo>
                  <a:lnTo>
                    <a:pt x="4428207" y="1362966"/>
                  </a:lnTo>
                  <a:lnTo>
                    <a:pt x="4428867" y="1343822"/>
                  </a:lnTo>
                  <a:lnTo>
                    <a:pt x="4429528" y="1328596"/>
                  </a:lnTo>
                  <a:lnTo>
                    <a:pt x="4430188" y="1346605"/>
                  </a:lnTo>
                  <a:lnTo>
                    <a:pt x="4430849" y="1365964"/>
                  </a:lnTo>
                  <a:lnTo>
                    <a:pt x="4431509" y="1371040"/>
                  </a:lnTo>
                  <a:lnTo>
                    <a:pt x="4432170" y="1371040"/>
                  </a:lnTo>
                  <a:lnTo>
                    <a:pt x="4432830" y="1367982"/>
                  </a:lnTo>
                  <a:lnTo>
                    <a:pt x="4433491" y="1348477"/>
                  </a:lnTo>
                  <a:lnTo>
                    <a:pt x="4434152" y="1330341"/>
                  </a:lnTo>
                  <a:lnTo>
                    <a:pt x="4434812" y="1325999"/>
                  </a:lnTo>
                  <a:lnTo>
                    <a:pt x="4435473" y="1343822"/>
                  </a:lnTo>
                  <a:lnTo>
                    <a:pt x="4436133" y="1362966"/>
                  </a:lnTo>
                  <a:lnTo>
                    <a:pt x="4436794" y="1343822"/>
                  </a:lnTo>
                  <a:lnTo>
                    <a:pt x="4437454" y="1325999"/>
                  </a:lnTo>
                  <a:lnTo>
                    <a:pt x="4438115" y="1325999"/>
                  </a:lnTo>
                  <a:lnTo>
                    <a:pt x="4438775" y="1325999"/>
                  </a:lnTo>
                  <a:lnTo>
                    <a:pt x="4439436" y="1325999"/>
                  </a:lnTo>
                  <a:lnTo>
                    <a:pt x="4440096" y="1362966"/>
                  </a:lnTo>
                  <a:lnTo>
                    <a:pt x="4440757" y="1406121"/>
                  </a:lnTo>
                  <a:lnTo>
                    <a:pt x="4441417" y="1430742"/>
                  </a:lnTo>
                  <a:lnTo>
                    <a:pt x="4442078" y="1430742"/>
                  </a:lnTo>
                  <a:lnTo>
                    <a:pt x="4442738" y="1430742"/>
                  </a:lnTo>
                  <a:lnTo>
                    <a:pt x="4443399" y="1430742"/>
                  </a:lnTo>
                  <a:lnTo>
                    <a:pt x="4444060" y="1430742"/>
                  </a:lnTo>
                  <a:lnTo>
                    <a:pt x="4444720" y="1430742"/>
                  </a:lnTo>
                  <a:lnTo>
                    <a:pt x="4445381" y="1430742"/>
                  </a:lnTo>
                  <a:lnTo>
                    <a:pt x="4446041" y="1430742"/>
                  </a:lnTo>
                  <a:lnTo>
                    <a:pt x="4446702" y="1430742"/>
                  </a:lnTo>
                  <a:lnTo>
                    <a:pt x="4447362" y="1430742"/>
                  </a:lnTo>
                  <a:lnTo>
                    <a:pt x="4448023" y="1430742"/>
                  </a:lnTo>
                  <a:lnTo>
                    <a:pt x="4448683" y="1430742"/>
                  </a:lnTo>
                  <a:lnTo>
                    <a:pt x="4449344" y="1430742"/>
                  </a:lnTo>
                  <a:lnTo>
                    <a:pt x="4450004" y="1406121"/>
                  </a:lnTo>
                  <a:lnTo>
                    <a:pt x="4450665" y="1383643"/>
                  </a:lnTo>
                  <a:lnTo>
                    <a:pt x="4451325" y="1343822"/>
                  </a:lnTo>
                  <a:lnTo>
                    <a:pt x="4451986" y="1325999"/>
                  </a:lnTo>
                  <a:lnTo>
                    <a:pt x="4452646" y="1325999"/>
                  </a:lnTo>
                  <a:lnTo>
                    <a:pt x="4453307" y="1343822"/>
                  </a:lnTo>
                  <a:lnTo>
                    <a:pt x="4453967" y="1362966"/>
                  </a:lnTo>
                  <a:lnTo>
                    <a:pt x="4454628" y="1406121"/>
                  </a:lnTo>
                  <a:lnTo>
                    <a:pt x="4455289" y="1430742"/>
                  </a:lnTo>
                  <a:lnTo>
                    <a:pt x="4455949" y="1430742"/>
                  </a:lnTo>
                  <a:lnTo>
                    <a:pt x="4456610" y="1406121"/>
                  </a:lnTo>
                  <a:lnTo>
                    <a:pt x="4457270" y="1373098"/>
                  </a:lnTo>
                  <a:lnTo>
                    <a:pt x="4457931" y="1334757"/>
                  </a:lnTo>
                  <a:lnTo>
                    <a:pt x="4458591" y="1317529"/>
                  </a:lnTo>
                  <a:lnTo>
                    <a:pt x="4459252" y="1317529"/>
                  </a:lnTo>
                  <a:lnTo>
                    <a:pt x="4459912" y="1325999"/>
                  </a:lnTo>
                  <a:lnTo>
                    <a:pt x="4460573" y="1288402"/>
                  </a:lnTo>
                  <a:lnTo>
                    <a:pt x="4461233" y="1260218"/>
                  </a:lnTo>
                  <a:lnTo>
                    <a:pt x="4461894" y="1247201"/>
                  </a:lnTo>
                  <a:lnTo>
                    <a:pt x="4462554" y="1247201"/>
                  </a:lnTo>
                  <a:lnTo>
                    <a:pt x="4463215" y="1253628"/>
                  </a:lnTo>
                  <a:lnTo>
                    <a:pt x="4463875" y="1309327"/>
                  </a:lnTo>
                  <a:lnTo>
                    <a:pt x="4464536" y="1383643"/>
                  </a:lnTo>
                  <a:lnTo>
                    <a:pt x="4465197" y="1430742"/>
                  </a:lnTo>
                  <a:lnTo>
                    <a:pt x="4465857" y="1430742"/>
                  </a:lnTo>
                  <a:lnTo>
                    <a:pt x="4466518" y="1430742"/>
                  </a:lnTo>
                  <a:lnTo>
                    <a:pt x="4467178" y="1430742"/>
                  </a:lnTo>
                  <a:lnTo>
                    <a:pt x="4467839" y="1430742"/>
                  </a:lnTo>
                  <a:lnTo>
                    <a:pt x="4468499" y="1406121"/>
                  </a:lnTo>
                  <a:lnTo>
                    <a:pt x="4469160" y="1362966"/>
                  </a:lnTo>
                  <a:lnTo>
                    <a:pt x="4469820" y="1309327"/>
                  </a:lnTo>
                  <a:lnTo>
                    <a:pt x="4470481" y="1276046"/>
                  </a:lnTo>
                  <a:lnTo>
                    <a:pt x="4471141" y="1249113"/>
                  </a:lnTo>
                  <a:lnTo>
                    <a:pt x="4471802" y="1249113"/>
                  </a:lnTo>
                  <a:lnTo>
                    <a:pt x="4472462" y="1249113"/>
                  </a:lnTo>
                  <a:lnTo>
                    <a:pt x="4473123" y="1276046"/>
                  </a:lnTo>
                  <a:lnTo>
                    <a:pt x="4473783" y="1309327"/>
                  </a:lnTo>
                  <a:lnTo>
                    <a:pt x="4474444" y="1343822"/>
                  </a:lnTo>
                  <a:lnTo>
                    <a:pt x="4475105" y="1343822"/>
                  </a:lnTo>
                  <a:lnTo>
                    <a:pt x="4475765" y="1343822"/>
                  </a:lnTo>
                  <a:lnTo>
                    <a:pt x="4476426" y="1325999"/>
                  </a:lnTo>
                  <a:lnTo>
                    <a:pt x="4477086" y="1313395"/>
                  </a:lnTo>
                  <a:lnTo>
                    <a:pt x="4477747" y="1313395"/>
                  </a:lnTo>
                  <a:lnTo>
                    <a:pt x="4478407" y="1330341"/>
                  </a:lnTo>
                  <a:lnTo>
                    <a:pt x="4479068" y="1367982"/>
                  </a:lnTo>
                  <a:lnTo>
                    <a:pt x="4479728" y="1412060"/>
                  </a:lnTo>
                  <a:lnTo>
                    <a:pt x="4480389" y="1430742"/>
                  </a:lnTo>
                  <a:lnTo>
                    <a:pt x="4481049" y="1430742"/>
                  </a:lnTo>
                  <a:lnTo>
                    <a:pt x="4481710" y="1430742"/>
                  </a:lnTo>
                  <a:lnTo>
                    <a:pt x="4482370" y="1406121"/>
                  </a:lnTo>
                  <a:lnTo>
                    <a:pt x="4483031" y="1383643"/>
                  </a:lnTo>
                  <a:lnTo>
                    <a:pt x="4483691" y="1343822"/>
                  </a:lnTo>
                  <a:lnTo>
                    <a:pt x="4484352" y="1325999"/>
                  </a:lnTo>
                  <a:lnTo>
                    <a:pt x="4485013" y="1325999"/>
                  </a:lnTo>
                  <a:lnTo>
                    <a:pt x="4485673" y="1336545"/>
                  </a:lnTo>
                  <a:lnTo>
                    <a:pt x="4486334" y="1288402"/>
                  </a:lnTo>
                  <a:lnTo>
                    <a:pt x="4486994" y="1247201"/>
                  </a:lnTo>
                  <a:lnTo>
                    <a:pt x="4487655" y="1222984"/>
                  </a:lnTo>
                  <a:lnTo>
                    <a:pt x="4488315" y="1170830"/>
                  </a:lnTo>
                  <a:lnTo>
                    <a:pt x="4488976" y="1114987"/>
                  </a:lnTo>
                  <a:lnTo>
                    <a:pt x="4489636" y="1085535"/>
                  </a:lnTo>
                  <a:lnTo>
                    <a:pt x="4490297" y="1081159"/>
                  </a:lnTo>
                  <a:lnTo>
                    <a:pt x="4490957" y="1091024"/>
                  </a:lnTo>
                  <a:lnTo>
                    <a:pt x="4491618" y="1123889"/>
                  </a:lnTo>
                  <a:lnTo>
                    <a:pt x="4492278" y="1185902"/>
                  </a:lnTo>
                  <a:lnTo>
                    <a:pt x="4492939" y="1282514"/>
                  </a:lnTo>
                  <a:lnTo>
                    <a:pt x="4493599" y="1381500"/>
                  </a:lnTo>
                  <a:lnTo>
                    <a:pt x="4494260" y="1416911"/>
                  </a:lnTo>
                  <a:lnTo>
                    <a:pt x="4494920" y="1424363"/>
                  </a:lnTo>
                  <a:lnTo>
                    <a:pt x="4495581" y="1378317"/>
                  </a:lnTo>
                  <a:lnTo>
                    <a:pt x="4496242" y="1306118"/>
                  </a:lnTo>
                  <a:lnTo>
                    <a:pt x="4496902" y="1276046"/>
                  </a:lnTo>
                  <a:lnTo>
                    <a:pt x="4497563" y="1261557"/>
                  </a:lnTo>
                  <a:lnTo>
                    <a:pt x="4498223" y="1264933"/>
                  </a:lnTo>
                  <a:lnTo>
                    <a:pt x="4498884" y="1278901"/>
                  </a:lnTo>
                  <a:lnTo>
                    <a:pt x="4499544" y="1325140"/>
                  </a:lnTo>
                  <a:lnTo>
                    <a:pt x="4500205" y="1308521"/>
                  </a:lnTo>
                  <a:lnTo>
                    <a:pt x="4500865" y="1251683"/>
                  </a:lnTo>
                  <a:lnTo>
                    <a:pt x="4501526" y="1215579"/>
                  </a:lnTo>
                  <a:lnTo>
                    <a:pt x="4502186" y="1215579"/>
                  </a:lnTo>
                  <a:lnTo>
                    <a:pt x="4502847" y="1227062"/>
                  </a:lnTo>
                  <a:lnTo>
                    <a:pt x="4503507" y="1264933"/>
                  </a:lnTo>
                  <a:lnTo>
                    <a:pt x="4504168" y="1343822"/>
                  </a:lnTo>
                  <a:lnTo>
                    <a:pt x="4504828" y="1406121"/>
                  </a:lnTo>
                  <a:lnTo>
                    <a:pt x="4505489" y="1430742"/>
                  </a:lnTo>
                  <a:lnTo>
                    <a:pt x="4506150" y="1430742"/>
                  </a:lnTo>
                  <a:lnTo>
                    <a:pt x="4506810" y="1430742"/>
                  </a:lnTo>
                  <a:lnTo>
                    <a:pt x="4507471" y="1430742"/>
                  </a:lnTo>
                  <a:lnTo>
                    <a:pt x="4508131" y="1406121"/>
                  </a:lnTo>
                  <a:lnTo>
                    <a:pt x="4508792" y="1362966"/>
                  </a:lnTo>
                  <a:lnTo>
                    <a:pt x="4509452" y="1325999"/>
                  </a:lnTo>
                  <a:lnTo>
                    <a:pt x="4510113" y="1309327"/>
                  </a:lnTo>
                  <a:lnTo>
                    <a:pt x="4510773" y="1293666"/>
                  </a:lnTo>
                  <a:lnTo>
                    <a:pt x="4511434" y="1293666"/>
                  </a:lnTo>
                  <a:lnTo>
                    <a:pt x="4512094" y="1309327"/>
                  </a:lnTo>
                  <a:lnTo>
                    <a:pt x="4512755" y="1325999"/>
                  </a:lnTo>
                  <a:lnTo>
                    <a:pt x="4513415" y="1343822"/>
                  </a:lnTo>
                  <a:lnTo>
                    <a:pt x="4514076" y="1362966"/>
                  </a:lnTo>
                  <a:lnTo>
                    <a:pt x="4514736" y="1383643"/>
                  </a:lnTo>
                  <a:lnTo>
                    <a:pt x="4515397" y="1406121"/>
                  </a:lnTo>
                  <a:lnTo>
                    <a:pt x="4516058" y="1430742"/>
                  </a:lnTo>
                  <a:lnTo>
                    <a:pt x="4516718" y="1430742"/>
                  </a:lnTo>
                  <a:lnTo>
                    <a:pt x="4517379" y="1430742"/>
                  </a:lnTo>
                  <a:lnTo>
                    <a:pt x="4518039" y="1430742"/>
                  </a:lnTo>
                  <a:lnTo>
                    <a:pt x="4518700" y="1430742"/>
                  </a:lnTo>
                  <a:lnTo>
                    <a:pt x="4519360" y="1430742"/>
                  </a:lnTo>
                  <a:lnTo>
                    <a:pt x="4520021" y="1430742"/>
                  </a:lnTo>
                  <a:lnTo>
                    <a:pt x="4520681" y="1430742"/>
                  </a:lnTo>
                  <a:lnTo>
                    <a:pt x="4521342" y="1430742"/>
                  </a:lnTo>
                  <a:lnTo>
                    <a:pt x="4522002" y="1430742"/>
                  </a:lnTo>
                  <a:lnTo>
                    <a:pt x="4522663" y="1430742"/>
                  </a:lnTo>
                  <a:lnTo>
                    <a:pt x="4523323" y="1430742"/>
                  </a:lnTo>
                  <a:lnTo>
                    <a:pt x="4523984" y="1406121"/>
                  </a:lnTo>
                  <a:lnTo>
                    <a:pt x="4524644" y="1362966"/>
                  </a:lnTo>
                  <a:lnTo>
                    <a:pt x="4525305" y="1343822"/>
                  </a:lnTo>
                  <a:lnTo>
                    <a:pt x="4525965" y="1309327"/>
                  </a:lnTo>
                  <a:lnTo>
                    <a:pt x="4526626" y="1278901"/>
                  </a:lnTo>
                  <a:lnTo>
                    <a:pt x="4527287" y="1278901"/>
                  </a:lnTo>
                  <a:lnTo>
                    <a:pt x="4527947" y="1309327"/>
                  </a:lnTo>
                  <a:lnTo>
                    <a:pt x="4528608" y="1309327"/>
                  </a:lnTo>
                  <a:lnTo>
                    <a:pt x="4529268" y="1309327"/>
                  </a:lnTo>
                  <a:lnTo>
                    <a:pt x="4529929" y="1325999"/>
                  </a:lnTo>
                  <a:lnTo>
                    <a:pt x="4530589" y="1343822"/>
                  </a:lnTo>
                  <a:lnTo>
                    <a:pt x="4531250" y="1343822"/>
                  </a:lnTo>
                  <a:lnTo>
                    <a:pt x="4531910" y="1362966"/>
                  </a:lnTo>
                  <a:lnTo>
                    <a:pt x="4532571" y="1406121"/>
                  </a:lnTo>
                  <a:lnTo>
                    <a:pt x="4533231" y="1430742"/>
                  </a:lnTo>
                  <a:lnTo>
                    <a:pt x="4533892" y="1430742"/>
                  </a:lnTo>
                  <a:lnTo>
                    <a:pt x="4534552" y="1430742"/>
                  </a:lnTo>
                  <a:lnTo>
                    <a:pt x="4535213" y="1430742"/>
                  </a:lnTo>
                  <a:lnTo>
                    <a:pt x="4535873" y="1430742"/>
                  </a:lnTo>
                  <a:lnTo>
                    <a:pt x="4536534" y="1430742"/>
                  </a:lnTo>
                  <a:lnTo>
                    <a:pt x="4537195" y="1430742"/>
                  </a:lnTo>
                  <a:lnTo>
                    <a:pt x="4537855" y="1430742"/>
                  </a:lnTo>
                  <a:lnTo>
                    <a:pt x="4538516" y="1406121"/>
                  </a:lnTo>
                  <a:lnTo>
                    <a:pt x="4539176" y="1343822"/>
                  </a:lnTo>
                  <a:lnTo>
                    <a:pt x="4539837" y="1293666"/>
                  </a:lnTo>
                  <a:lnTo>
                    <a:pt x="4540497" y="1278901"/>
                  </a:lnTo>
                  <a:lnTo>
                    <a:pt x="4541158" y="1278901"/>
                  </a:lnTo>
                  <a:lnTo>
                    <a:pt x="4541818" y="1293666"/>
                  </a:lnTo>
                  <a:lnTo>
                    <a:pt x="4542479" y="1343822"/>
                  </a:lnTo>
                  <a:lnTo>
                    <a:pt x="4543139" y="1406121"/>
                  </a:lnTo>
                  <a:lnTo>
                    <a:pt x="4543800" y="1430742"/>
                  </a:lnTo>
                  <a:lnTo>
                    <a:pt x="4544460" y="1430742"/>
                  </a:lnTo>
                  <a:lnTo>
                    <a:pt x="4545121" y="1430742"/>
                  </a:lnTo>
                  <a:lnTo>
                    <a:pt x="4545781" y="1430742"/>
                  </a:lnTo>
                  <a:lnTo>
                    <a:pt x="4546442" y="1430742"/>
                  </a:lnTo>
                  <a:lnTo>
                    <a:pt x="4547103" y="1430742"/>
                  </a:lnTo>
                  <a:lnTo>
                    <a:pt x="4547763" y="1430742"/>
                  </a:lnTo>
                  <a:lnTo>
                    <a:pt x="4548424" y="1430742"/>
                  </a:lnTo>
                  <a:lnTo>
                    <a:pt x="4549084" y="1430742"/>
                  </a:lnTo>
                  <a:lnTo>
                    <a:pt x="4549745" y="1430742"/>
                  </a:lnTo>
                  <a:lnTo>
                    <a:pt x="4550405" y="1430742"/>
                  </a:lnTo>
                  <a:lnTo>
                    <a:pt x="4551066" y="1430742"/>
                  </a:lnTo>
                  <a:lnTo>
                    <a:pt x="4551726" y="1430742"/>
                  </a:lnTo>
                  <a:lnTo>
                    <a:pt x="4552387" y="1430742"/>
                  </a:lnTo>
                  <a:lnTo>
                    <a:pt x="4553047" y="1430742"/>
                  </a:lnTo>
                  <a:lnTo>
                    <a:pt x="4553708" y="1430742"/>
                  </a:lnTo>
                  <a:lnTo>
                    <a:pt x="4554368" y="1430742"/>
                  </a:lnTo>
                  <a:lnTo>
                    <a:pt x="4555029" y="1430742"/>
                  </a:lnTo>
                  <a:lnTo>
                    <a:pt x="4555689" y="1430742"/>
                  </a:lnTo>
                  <a:lnTo>
                    <a:pt x="4556350" y="1430742"/>
                  </a:lnTo>
                  <a:lnTo>
                    <a:pt x="4557011" y="1430742"/>
                  </a:lnTo>
                  <a:lnTo>
                    <a:pt x="4557671" y="1430742"/>
                  </a:lnTo>
                  <a:lnTo>
                    <a:pt x="4558332" y="1430742"/>
                  </a:lnTo>
                  <a:lnTo>
                    <a:pt x="4558992" y="1430742"/>
                  </a:lnTo>
                  <a:lnTo>
                    <a:pt x="4559653" y="1430742"/>
                  </a:lnTo>
                  <a:lnTo>
                    <a:pt x="4560313" y="1430742"/>
                  </a:lnTo>
                  <a:lnTo>
                    <a:pt x="4560974" y="1430742"/>
                  </a:lnTo>
                  <a:lnTo>
                    <a:pt x="4561634" y="1406121"/>
                  </a:lnTo>
                  <a:lnTo>
                    <a:pt x="4562295" y="1362966"/>
                  </a:lnTo>
                  <a:lnTo>
                    <a:pt x="4562955" y="1343822"/>
                  </a:lnTo>
                  <a:lnTo>
                    <a:pt x="4563616" y="1343822"/>
                  </a:lnTo>
                  <a:lnTo>
                    <a:pt x="4564276" y="1343822"/>
                  </a:lnTo>
                  <a:lnTo>
                    <a:pt x="4564937" y="1362966"/>
                  </a:lnTo>
                  <a:lnTo>
                    <a:pt x="4565597" y="1406121"/>
                  </a:lnTo>
                  <a:lnTo>
                    <a:pt x="4566258" y="1430742"/>
                  </a:lnTo>
                  <a:lnTo>
                    <a:pt x="4566918" y="1430742"/>
                  </a:lnTo>
                  <a:lnTo>
                    <a:pt x="4567579" y="1430742"/>
                  </a:lnTo>
                  <a:lnTo>
                    <a:pt x="4568240" y="1406121"/>
                  </a:lnTo>
                  <a:lnTo>
                    <a:pt x="4568900" y="1362966"/>
                  </a:lnTo>
                  <a:lnTo>
                    <a:pt x="4569561" y="1343822"/>
                  </a:lnTo>
                  <a:lnTo>
                    <a:pt x="4570221" y="1343822"/>
                  </a:lnTo>
                  <a:lnTo>
                    <a:pt x="4570882" y="1325999"/>
                  </a:lnTo>
                  <a:lnTo>
                    <a:pt x="4571542" y="1309327"/>
                  </a:lnTo>
                  <a:lnTo>
                    <a:pt x="4572203" y="1264933"/>
                  </a:lnTo>
                  <a:lnTo>
                    <a:pt x="4572863" y="1215579"/>
                  </a:lnTo>
                  <a:lnTo>
                    <a:pt x="4573524" y="1196635"/>
                  </a:lnTo>
                  <a:lnTo>
                    <a:pt x="4574184" y="1196635"/>
                  </a:lnTo>
                  <a:lnTo>
                    <a:pt x="4574845" y="1218402"/>
                  </a:lnTo>
                  <a:lnTo>
                    <a:pt x="4575505" y="1282514"/>
                  </a:lnTo>
                  <a:lnTo>
                    <a:pt x="4576166" y="1367982"/>
                  </a:lnTo>
                  <a:lnTo>
                    <a:pt x="4576826" y="1406121"/>
                  </a:lnTo>
                  <a:lnTo>
                    <a:pt x="4577487" y="1430742"/>
                  </a:lnTo>
                  <a:lnTo>
                    <a:pt x="4578148" y="1430742"/>
                  </a:lnTo>
                  <a:lnTo>
                    <a:pt x="4578808" y="1430742"/>
                  </a:lnTo>
                  <a:lnTo>
                    <a:pt x="4579469" y="1430742"/>
                  </a:lnTo>
                  <a:lnTo>
                    <a:pt x="4580129" y="1430742"/>
                  </a:lnTo>
                  <a:lnTo>
                    <a:pt x="4580790" y="1430742"/>
                  </a:lnTo>
                  <a:lnTo>
                    <a:pt x="4581450" y="1406121"/>
                  </a:lnTo>
                  <a:lnTo>
                    <a:pt x="4582111" y="1383643"/>
                  </a:lnTo>
                  <a:lnTo>
                    <a:pt x="4582771" y="1343822"/>
                  </a:lnTo>
                  <a:lnTo>
                    <a:pt x="4583432" y="1293666"/>
                  </a:lnTo>
                  <a:lnTo>
                    <a:pt x="4584092" y="1239079"/>
                  </a:lnTo>
                  <a:lnTo>
                    <a:pt x="4584753" y="1204584"/>
                  </a:lnTo>
                  <a:lnTo>
                    <a:pt x="4585413" y="1195593"/>
                  </a:lnTo>
                  <a:lnTo>
                    <a:pt x="4586074" y="1206204"/>
                  </a:lnTo>
                  <a:lnTo>
                    <a:pt x="4586734" y="1228829"/>
                  </a:lnTo>
                  <a:lnTo>
                    <a:pt x="4587395" y="1272522"/>
                  </a:lnTo>
                  <a:lnTo>
                    <a:pt x="4588056" y="1318363"/>
                  </a:lnTo>
                  <a:lnTo>
                    <a:pt x="4588716" y="1332982"/>
                  </a:lnTo>
                  <a:lnTo>
                    <a:pt x="4589377" y="1346605"/>
                  </a:lnTo>
                  <a:lnTo>
                    <a:pt x="4590037" y="1365964"/>
                  </a:lnTo>
                  <a:lnTo>
                    <a:pt x="4590698" y="1378317"/>
                  </a:lnTo>
                  <a:lnTo>
                    <a:pt x="4591358" y="1400316"/>
                  </a:lnTo>
                  <a:lnTo>
                    <a:pt x="4592019" y="1424363"/>
                  </a:lnTo>
                  <a:lnTo>
                    <a:pt x="4592679" y="1430742"/>
                  </a:lnTo>
                  <a:lnTo>
                    <a:pt x="4593340" y="1430742"/>
                  </a:lnTo>
                  <a:lnTo>
                    <a:pt x="4594000" y="1430742"/>
                  </a:lnTo>
                  <a:lnTo>
                    <a:pt x="4594661" y="1430742"/>
                  </a:lnTo>
                  <a:lnTo>
                    <a:pt x="4595321" y="1430742"/>
                  </a:lnTo>
                  <a:lnTo>
                    <a:pt x="4595982" y="1430742"/>
                  </a:lnTo>
                  <a:lnTo>
                    <a:pt x="4596642" y="1430742"/>
                  </a:lnTo>
                  <a:lnTo>
                    <a:pt x="4597303" y="1430742"/>
                  </a:lnTo>
                  <a:lnTo>
                    <a:pt x="4597963" y="1430742"/>
                  </a:lnTo>
                  <a:lnTo>
                    <a:pt x="4598624" y="1430742"/>
                  </a:lnTo>
                  <a:lnTo>
                    <a:pt x="4599285" y="1430742"/>
                  </a:lnTo>
                  <a:lnTo>
                    <a:pt x="4599945" y="1430742"/>
                  </a:lnTo>
                  <a:lnTo>
                    <a:pt x="4600606" y="1430742"/>
                  </a:lnTo>
                  <a:lnTo>
                    <a:pt x="4601266" y="1430742"/>
                  </a:lnTo>
                  <a:lnTo>
                    <a:pt x="4601927" y="1430742"/>
                  </a:lnTo>
                  <a:lnTo>
                    <a:pt x="4602587" y="1430742"/>
                  </a:lnTo>
                  <a:lnTo>
                    <a:pt x="4603248" y="1406121"/>
                  </a:lnTo>
                  <a:lnTo>
                    <a:pt x="4603908" y="1362966"/>
                  </a:lnTo>
                  <a:lnTo>
                    <a:pt x="4604569" y="1325999"/>
                  </a:lnTo>
                  <a:lnTo>
                    <a:pt x="4605229" y="1293666"/>
                  </a:lnTo>
                  <a:lnTo>
                    <a:pt x="4605890" y="1251683"/>
                  </a:lnTo>
                  <a:lnTo>
                    <a:pt x="4606550" y="1239079"/>
                  </a:lnTo>
                  <a:lnTo>
                    <a:pt x="4607211" y="1241551"/>
                  </a:lnTo>
                  <a:lnTo>
                    <a:pt x="4607871" y="1262228"/>
                  </a:lnTo>
                  <a:lnTo>
                    <a:pt x="4608532" y="1276046"/>
                  </a:lnTo>
                  <a:lnTo>
                    <a:pt x="4609193" y="1262228"/>
                  </a:lnTo>
                  <a:lnTo>
                    <a:pt x="4609853" y="1249113"/>
                  </a:lnTo>
                  <a:lnTo>
                    <a:pt x="4610514" y="1269737"/>
                  </a:lnTo>
                  <a:lnTo>
                    <a:pt x="4611174" y="1275337"/>
                  </a:lnTo>
                  <a:lnTo>
                    <a:pt x="4611835" y="1289895"/>
                  </a:lnTo>
                  <a:lnTo>
                    <a:pt x="4612495" y="1358046"/>
                  </a:lnTo>
                  <a:lnTo>
                    <a:pt x="4613156" y="1424363"/>
                  </a:lnTo>
                  <a:lnTo>
                    <a:pt x="4613816" y="1430742"/>
                  </a:lnTo>
                  <a:lnTo>
                    <a:pt x="4614477" y="1430742"/>
                  </a:lnTo>
                  <a:lnTo>
                    <a:pt x="4615137" y="1430742"/>
                  </a:lnTo>
                  <a:lnTo>
                    <a:pt x="4615798" y="1430742"/>
                  </a:lnTo>
                  <a:lnTo>
                    <a:pt x="4616458" y="1430742"/>
                  </a:lnTo>
                  <a:lnTo>
                    <a:pt x="4617119" y="1430742"/>
                  </a:lnTo>
                  <a:lnTo>
                    <a:pt x="4617779" y="1430742"/>
                  </a:lnTo>
                  <a:lnTo>
                    <a:pt x="4618440" y="1430742"/>
                  </a:lnTo>
                  <a:lnTo>
                    <a:pt x="4619101" y="1430742"/>
                  </a:lnTo>
                  <a:lnTo>
                    <a:pt x="4619761" y="1406121"/>
                  </a:lnTo>
                  <a:lnTo>
                    <a:pt x="4620422" y="1383643"/>
                  </a:lnTo>
                  <a:lnTo>
                    <a:pt x="4621082" y="1362966"/>
                  </a:lnTo>
                  <a:lnTo>
                    <a:pt x="4621743" y="1343822"/>
                  </a:lnTo>
                  <a:lnTo>
                    <a:pt x="4622403" y="1343822"/>
                  </a:lnTo>
                  <a:lnTo>
                    <a:pt x="4623064" y="1362966"/>
                  </a:lnTo>
                  <a:lnTo>
                    <a:pt x="4623724" y="1383643"/>
                  </a:lnTo>
                  <a:lnTo>
                    <a:pt x="4624385" y="1383643"/>
                  </a:lnTo>
                  <a:lnTo>
                    <a:pt x="4625045" y="1362966"/>
                  </a:lnTo>
                  <a:lnTo>
                    <a:pt x="4625706" y="1343822"/>
                  </a:lnTo>
                  <a:lnTo>
                    <a:pt x="4626366" y="1343822"/>
                  </a:lnTo>
                  <a:lnTo>
                    <a:pt x="4627027" y="1343822"/>
                  </a:lnTo>
                  <a:lnTo>
                    <a:pt x="4627687" y="1362966"/>
                  </a:lnTo>
                  <a:lnTo>
                    <a:pt x="4628348" y="1406121"/>
                  </a:lnTo>
                  <a:lnTo>
                    <a:pt x="4629009" y="1430742"/>
                  </a:lnTo>
                  <a:lnTo>
                    <a:pt x="4629669" y="1430742"/>
                  </a:lnTo>
                  <a:lnTo>
                    <a:pt x="4630330" y="1430742"/>
                  </a:lnTo>
                  <a:lnTo>
                    <a:pt x="4630990" y="1430742"/>
                  </a:lnTo>
                  <a:lnTo>
                    <a:pt x="4631651" y="1430742"/>
                  </a:lnTo>
                  <a:lnTo>
                    <a:pt x="4632311" y="1430742"/>
                  </a:lnTo>
                  <a:lnTo>
                    <a:pt x="4632972" y="1430742"/>
                  </a:lnTo>
                  <a:lnTo>
                    <a:pt x="4633632" y="1430742"/>
                  </a:lnTo>
                  <a:lnTo>
                    <a:pt x="4634293" y="1430742"/>
                  </a:lnTo>
                  <a:lnTo>
                    <a:pt x="4634953" y="1430742"/>
                  </a:lnTo>
                  <a:lnTo>
                    <a:pt x="4635614" y="1430742"/>
                  </a:lnTo>
                  <a:lnTo>
                    <a:pt x="4636274" y="1430742"/>
                  </a:lnTo>
                  <a:lnTo>
                    <a:pt x="4636935" y="1430742"/>
                  </a:lnTo>
                  <a:lnTo>
                    <a:pt x="4637595" y="1430742"/>
                  </a:lnTo>
                  <a:lnTo>
                    <a:pt x="4638256" y="1430742"/>
                  </a:lnTo>
                  <a:lnTo>
                    <a:pt x="4638916" y="1430742"/>
                  </a:lnTo>
                  <a:lnTo>
                    <a:pt x="4639577" y="1430742"/>
                  </a:lnTo>
                  <a:lnTo>
                    <a:pt x="4640238" y="1430742"/>
                  </a:lnTo>
                  <a:lnTo>
                    <a:pt x="4640898" y="1430742"/>
                  </a:lnTo>
                  <a:lnTo>
                    <a:pt x="4641559" y="1430742"/>
                  </a:lnTo>
                  <a:lnTo>
                    <a:pt x="4642219" y="1430742"/>
                  </a:lnTo>
                  <a:lnTo>
                    <a:pt x="4642880" y="1430742"/>
                  </a:lnTo>
                  <a:lnTo>
                    <a:pt x="4643540" y="1430742"/>
                  </a:lnTo>
                  <a:lnTo>
                    <a:pt x="4644201" y="1430742"/>
                  </a:lnTo>
                  <a:lnTo>
                    <a:pt x="4644861" y="1430742"/>
                  </a:lnTo>
                  <a:lnTo>
                    <a:pt x="4645522" y="1430742"/>
                  </a:lnTo>
                  <a:lnTo>
                    <a:pt x="4646182" y="1430742"/>
                  </a:lnTo>
                  <a:lnTo>
                    <a:pt x="4646843" y="1430742"/>
                  </a:lnTo>
                  <a:lnTo>
                    <a:pt x="4647503" y="1430742"/>
                  </a:lnTo>
                  <a:lnTo>
                    <a:pt x="4648164" y="1430742"/>
                  </a:lnTo>
                  <a:lnTo>
                    <a:pt x="4648824" y="1406121"/>
                  </a:lnTo>
                  <a:lnTo>
                    <a:pt x="4649485" y="1362966"/>
                  </a:lnTo>
                  <a:lnTo>
                    <a:pt x="4650146" y="1343822"/>
                  </a:lnTo>
                  <a:lnTo>
                    <a:pt x="4650806" y="1343822"/>
                  </a:lnTo>
                  <a:lnTo>
                    <a:pt x="4651467" y="1343822"/>
                  </a:lnTo>
                  <a:lnTo>
                    <a:pt x="4652127" y="1362966"/>
                  </a:lnTo>
                  <a:lnTo>
                    <a:pt x="4652788" y="1406121"/>
                  </a:lnTo>
                  <a:lnTo>
                    <a:pt x="4653448" y="1430742"/>
                  </a:lnTo>
                  <a:lnTo>
                    <a:pt x="4654109" y="1430742"/>
                  </a:lnTo>
                  <a:lnTo>
                    <a:pt x="4654769" y="1430742"/>
                  </a:lnTo>
                  <a:lnTo>
                    <a:pt x="4655430" y="1430742"/>
                  </a:lnTo>
                  <a:lnTo>
                    <a:pt x="4656090" y="1430742"/>
                  </a:lnTo>
                  <a:lnTo>
                    <a:pt x="4656751" y="1383643"/>
                  </a:lnTo>
                  <a:lnTo>
                    <a:pt x="4657411" y="1343822"/>
                  </a:lnTo>
                  <a:lnTo>
                    <a:pt x="4658072" y="1325999"/>
                  </a:lnTo>
                  <a:lnTo>
                    <a:pt x="4658732" y="1325999"/>
                  </a:lnTo>
                  <a:lnTo>
                    <a:pt x="4659393" y="1325999"/>
                  </a:lnTo>
                  <a:lnTo>
                    <a:pt x="4660054" y="1362966"/>
                  </a:lnTo>
                  <a:lnTo>
                    <a:pt x="4660714" y="1406121"/>
                  </a:lnTo>
                  <a:lnTo>
                    <a:pt x="4661375" y="1430742"/>
                  </a:lnTo>
                  <a:lnTo>
                    <a:pt x="4662035" y="1430742"/>
                  </a:lnTo>
                  <a:lnTo>
                    <a:pt x="4662696" y="1406121"/>
                  </a:lnTo>
                  <a:lnTo>
                    <a:pt x="4663356" y="1362966"/>
                  </a:lnTo>
                  <a:lnTo>
                    <a:pt x="4664017" y="1332098"/>
                  </a:lnTo>
                  <a:lnTo>
                    <a:pt x="4664677" y="1301378"/>
                  </a:lnTo>
                  <a:lnTo>
                    <a:pt x="4665338" y="1271823"/>
                  </a:lnTo>
                  <a:lnTo>
                    <a:pt x="4665998" y="1271823"/>
                  </a:lnTo>
                  <a:lnTo>
                    <a:pt x="4666659" y="1301378"/>
                  </a:lnTo>
                  <a:lnTo>
                    <a:pt x="4667319" y="1328596"/>
                  </a:lnTo>
                  <a:lnTo>
                    <a:pt x="4667980" y="1362966"/>
                  </a:lnTo>
                  <a:lnTo>
                    <a:pt x="4668640" y="1406121"/>
                  </a:lnTo>
                  <a:lnTo>
                    <a:pt x="4669301" y="1430742"/>
                  </a:lnTo>
                  <a:lnTo>
                    <a:pt x="4669961" y="1430742"/>
                  </a:lnTo>
                  <a:lnTo>
                    <a:pt x="4670622" y="1430742"/>
                  </a:lnTo>
                  <a:lnTo>
                    <a:pt x="4671283" y="1430742"/>
                  </a:lnTo>
                  <a:lnTo>
                    <a:pt x="4671943" y="1406121"/>
                  </a:lnTo>
                  <a:lnTo>
                    <a:pt x="4672604" y="1343822"/>
                  </a:lnTo>
                  <a:lnTo>
                    <a:pt x="4673264" y="1278901"/>
                  </a:lnTo>
                  <a:lnTo>
                    <a:pt x="4673925" y="1221256"/>
                  </a:lnTo>
                  <a:lnTo>
                    <a:pt x="4674585" y="1210023"/>
                  </a:lnTo>
                  <a:lnTo>
                    <a:pt x="4675246" y="1199258"/>
                  </a:lnTo>
                  <a:lnTo>
                    <a:pt x="4675906" y="1199258"/>
                  </a:lnTo>
                  <a:lnTo>
                    <a:pt x="4676567" y="1221256"/>
                  </a:lnTo>
                  <a:lnTo>
                    <a:pt x="4677227" y="1251683"/>
                  </a:lnTo>
                  <a:lnTo>
                    <a:pt x="4677888" y="1264933"/>
                  </a:lnTo>
                  <a:lnTo>
                    <a:pt x="4678548" y="1293666"/>
                  </a:lnTo>
                  <a:lnTo>
                    <a:pt x="4679209" y="1325999"/>
                  </a:lnTo>
                  <a:lnTo>
                    <a:pt x="4679869" y="1325999"/>
                  </a:lnTo>
                  <a:lnTo>
                    <a:pt x="4680530" y="1343822"/>
                  </a:lnTo>
                  <a:lnTo>
                    <a:pt x="4681191" y="1343822"/>
                  </a:lnTo>
                  <a:lnTo>
                    <a:pt x="4681851" y="1343822"/>
                  </a:lnTo>
                  <a:lnTo>
                    <a:pt x="4682512" y="1362966"/>
                  </a:lnTo>
                  <a:lnTo>
                    <a:pt x="4683172" y="1406121"/>
                  </a:lnTo>
                  <a:lnTo>
                    <a:pt x="4683833" y="1430742"/>
                  </a:lnTo>
                  <a:lnTo>
                    <a:pt x="4684493" y="1430742"/>
                  </a:lnTo>
                  <a:lnTo>
                    <a:pt x="4685154" y="1430742"/>
                  </a:lnTo>
                  <a:lnTo>
                    <a:pt x="4685814" y="1430742"/>
                  </a:lnTo>
                  <a:lnTo>
                    <a:pt x="4686475" y="1430742"/>
                  </a:lnTo>
                  <a:lnTo>
                    <a:pt x="4687135" y="1430742"/>
                  </a:lnTo>
                  <a:lnTo>
                    <a:pt x="4687796" y="1430742"/>
                  </a:lnTo>
                  <a:lnTo>
                    <a:pt x="4688456" y="1430742"/>
                  </a:lnTo>
                  <a:lnTo>
                    <a:pt x="4689117" y="1430742"/>
                  </a:lnTo>
                  <a:lnTo>
                    <a:pt x="4689777" y="1430742"/>
                  </a:lnTo>
                  <a:lnTo>
                    <a:pt x="4690438" y="1430742"/>
                  </a:lnTo>
                  <a:lnTo>
                    <a:pt x="4691099" y="1430742"/>
                  </a:lnTo>
                  <a:lnTo>
                    <a:pt x="4691759" y="1430742"/>
                  </a:lnTo>
                  <a:lnTo>
                    <a:pt x="4692420" y="1430742"/>
                  </a:lnTo>
                  <a:lnTo>
                    <a:pt x="4693080" y="1430742"/>
                  </a:lnTo>
                  <a:lnTo>
                    <a:pt x="4693741" y="1430742"/>
                  </a:lnTo>
                  <a:lnTo>
                    <a:pt x="4694401" y="1406121"/>
                  </a:lnTo>
                  <a:lnTo>
                    <a:pt x="4695062" y="1362966"/>
                  </a:lnTo>
                  <a:lnTo>
                    <a:pt x="4695722" y="1328596"/>
                  </a:lnTo>
                  <a:lnTo>
                    <a:pt x="4696383" y="1311760"/>
                  </a:lnTo>
                  <a:lnTo>
                    <a:pt x="4697043" y="1295956"/>
                  </a:lnTo>
                  <a:lnTo>
                    <a:pt x="4697704" y="1295956"/>
                  </a:lnTo>
                  <a:lnTo>
                    <a:pt x="4698364" y="1266981"/>
                  </a:lnTo>
                  <a:lnTo>
                    <a:pt x="4699025" y="1251683"/>
                  </a:lnTo>
                  <a:lnTo>
                    <a:pt x="4699685" y="1251038"/>
                  </a:lnTo>
                  <a:lnTo>
                    <a:pt x="4700346" y="1264255"/>
                  </a:lnTo>
                  <a:lnTo>
                    <a:pt x="4701007" y="1278184"/>
                  </a:lnTo>
                  <a:lnTo>
                    <a:pt x="4701667" y="1325140"/>
                  </a:lnTo>
                  <a:lnTo>
                    <a:pt x="4702328" y="1361975"/>
                  </a:lnTo>
                  <a:lnTo>
                    <a:pt x="4702988" y="1309327"/>
                  </a:lnTo>
                  <a:lnTo>
                    <a:pt x="4703649" y="1251683"/>
                  </a:lnTo>
                  <a:lnTo>
                    <a:pt x="4704309" y="1204584"/>
                  </a:lnTo>
                  <a:lnTo>
                    <a:pt x="4704970" y="1194039"/>
                  </a:lnTo>
                  <a:lnTo>
                    <a:pt x="4705630" y="1174158"/>
                  </a:lnTo>
                  <a:lnTo>
                    <a:pt x="4706291" y="1204584"/>
                  </a:lnTo>
                  <a:lnTo>
                    <a:pt x="4706951" y="1239079"/>
                  </a:lnTo>
                  <a:lnTo>
                    <a:pt x="4707612" y="1293666"/>
                  </a:lnTo>
                  <a:lnTo>
                    <a:pt x="4708272" y="1309327"/>
                  </a:lnTo>
                  <a:lnTo>
                    <a:pt x="4708933" y="1343822"/>
                  </a:lnTo>
                  <a:lnTo>
                    <a:pt x="4709593" y="1343822"/>
                  </a:lnTo>
                  <a:lnTo>
                    <a:pt x="4710254" y="1343822"/>
                  </a:lnTo>
                  <a:lnTo>
                    <a:pt x="4710914" y="1343822"/>
                  </a:lnTo>
                  <a:lnTo>
                    <a:pt x="4711575" y="1351310"/>
                  </a:lnTo>
                  <a:lnTo>
                    <a:pt x="4712236" y="1351310"/>
                  </a:lnTo>
                  <a:lnTo>
                    <a:pt x="4712896" y="1332982"/>
                  </a:lnTo>
                  <a:lnTo>
                    <a:pt x="4713557" y="1315867"/>
                  </a:lnTo>
                  <a:lnTo>
                    <a:pt x="4714217" y="1284706"/>
                  </a:lnTo>
                  <a:lnTo>
                    <a:pt x="4714878" y="1239079"/>
                  </a:lnTo>
                  <a:lnTo>
                    <a:pt x="4715538" y="1174158"/>
                  </a:lnTo>
                  <a:lnTo>
                    <a:pt x="4716199" y="1155698"/>
                  </a:lnTo>
                  <a:lnTo>
                    <a:pt x="4716859" y="1146940"/>
                  </a:lnTo>
                  <a:lnTo>
                    <a:pt x="4717520" y="1146940"/>
                  </a:lnTo>
                  <a:lnTo>
                    <a:pt x="4718180" y="1155698"/>
                  </a:lnTo>
                  <a:lnTo>
                    <a:pt x="4718841" y="1200844"/>
                  </a:lnTo>
                  <a:lnTo>
                    <a:pt x="4719501" y="1234809"/>
                  </a:lnTo>
                  <a:lnTo>
                    <a:pt x="4720162" y="1247201"/>
                  </a:lnTo>
                  <a:lnTo>
                    <a:pt x="4720822" y="1260218"/>
                  </a:lnTo>
                  <a:lnTo>
                    <a:pt x="4721483" y="1288402"/>
                  </a:lnTo>
                  <a:lnTo>
                    <a:pt x="4722144" y="1309327"/>
                  </a:lnTo>
                  <a:lnTo>
                    <a:pt x="4722804" y="1325999"/>
                  </a:lnTo>
                  <a:lnTo>
                    <a:pt x="4723465" y="1343822"/>
                  </a:lnTo>
                  <a:lnTo>
                    <a:pt x="4724125" y="1343822"/>
                  </a:lnTo>
                  <a:lnTo>
                    <a:pt x="4724786" y="1362966"/>
                  </a:lnTo>
                  <a:lnTo>
                    <a:pt x="4725446" y="1362966"/>
                  </a:lnTo>
                  <a:lnTo>
                    <a:pt x="4726107" y="1325999"/>
                  </a:lnTo>
                  <a:lnTo>
                    <a:pt x="4726767" y="1325999"/>
                  </a:lnTo>
                  <a:lnTo>
                    <a:pt x="4727428" y="1325999"/>
                  </a:lnTo>
                  <a:lnTo>
                    <a:pt x="4728088" y="1325999"/>
                  </a:lnTo>
                  <a:lnTo>
                    <a:pt x="4728749" y="1343822"/>
                  </a:lnTo>
                  <a:lnTo>
                    <a:pt x="4729409" y="1383643"/>
                  </a:lnTo>
                  <a:lnTo>
                    <a:pt x="4730070" y="1406121"/>
                  </a:lnTo>
                  <a:lnTo>
                    <a:pt x="4730730" y="1430742"/>
                  </a:lnTo>
                  <a:lnTo>
                    <a:pt x="4731391" y="1430742"/>
                  </a:lnTo>
                  <a:lnTo>
                    <a:pt x="4732052" y="1430742"/>
                  </a:lnTo>
                  <a:lnTo>
                    <a:pt x="4732712" y="1430742"/>
                  </a:lnTo>
                  <a:lnTo>
                    <a:pt x="4733373" y="1430742"/>
                  </a:lnTo>
                  <a:lnTo>
                    <a:pt x="4734033" y="1406121"/>
                  </a:lnTo>
                  <a:lnTo>
                    <a:pt x="4734694" y="1368998"/>
                  </a:lnTo>
                  <a:lnTo>
                    <a:pt x="4735354" y="1331218"/>
                  </a:lnTo>
                  <a:lnTo>
                    <a:pt x="4736015" y="1283242"/>
                  </a:lnTo>
                  <a:lnTo>
                    <a:pt x="4736675" y="1269045"/>
                  </a:lnTo>
                  <a:lnTo>
                    <a:pt x="4737336" y="1269045"/>
                  </a:lnTo>
                  <a:lnTo>
                    <a:pt x="4737996" y="1293666"/>
                  </a:lnTo>
                  <a:lnTo>
                    <a:pt x="4738657" y="1325999"/>
                  </a:lnTo>
                  <a:lnTo>
                    <a:pt x="4739317" y="1383643"/>
                  </a:lnTo>
                  <a:lnTo>
                    <a:pt x="4739978" y="1406121"/>
                  </a:lnTo>
                  <a:lnTo>
                    <a:pt x="4740638" y="1430742"/>
                  </a:lnTo>
                  <a:lnTo>
                    <a:pt x="4741299" y="1430742"/>
                  </a:lnTo>
                  <a:lnTo>
                    <a:pt x="4741959" y="1430742"/>
                  </a:lnTo>
                  <a:lnTo>
                    <a:pt x="4742620" y="1430742"/>
                  </a:lnTo>
                  <a:lnTo>
                    <a:pt x="4743281" y="1430742"/>
                  </a:lnTo>
                  <a:lnTo>
                    <a:pt x="4743941" y="1430742"/>
                  </a:lnTo>
                  <a:lnTo>
                    <a:pt x="4744602" y="1430742"/>
                  </a:lnTo>
                  <a:lnTo>
                    <a:pt x="4745262" y="1430742"/>
                  </a:lnTo>
                  <a:lnTo>
                    <a:pt x="4745923" y="1430742"/>
                  </a:lnTo>
                  <a:lnTo>
                    <a:pt x="4746583" y="1430742"/>
                  </a:lnTo>
                  <a:lnTo>
                    <a:pt x="4747244" y="1430742"/>
                  </a:lnTo>
                  <a:lnTo>
                    <a:pt x="4747904" y="1430742"/>
                  </a:lnTo>
                  <a:lnTo>
                    <a:pt x="4748565" y="1430742"/>
                  </a:lnTo>
                  <a:lnTo>
                    <a:pt x="4749225" y="1430742"/>
                  </a:lnTo>
                  <a:lnTo>
                    <a:pt x="4749886" y="1430742"/>
                  </a:lnTo>
                  <a:lnTo>
                    <a:pt x="4750546" y="1430742"/>
                  </a:lnTo>
                  <a:lnTo>
                    <a:pt x="4751207" y="1430742"/>
                  </a:lnTo>
                  <a:lnTo>
                    <a:pt x="4751867" y="1430742"/>
                  </a:lnTo>
                  <a:lnTo>
                    <a:pt x="4752528" y="1430742"/>
                  </a:lnTo>
                  <a:lnTo>
                    <a:pt x="4753189" y="1430742"/>
                  </a:lnTo>
                  <a:lnTo>
                    <a:pt x="4753849" y="1430742"/>
                  </a:lnTo>
                  <a:lnTo>
                    <a:pt x="4754510" y="1430742"/>
                  </a:lnTo>
                  <a:lnTo>
                    <a:pt x="4755170" y="1430742"/>
                  </a:lnTo>
                  <a:lnTo>
                    <a:pt x="4755831" y="1430742"/>
                  </a:lnTo>
                  <a:lnTo>
                    <a:pt x="4756491" y="1430742"/>
                  </a:lnTo>
                  <a:lnTo>
                    <a:pt x="4757152" y="1430742"/>
                  </a:lnTo>
                  <a:lnTo>
                    <a:pt x="4757812" y="1430742"/>
                  </a:lnTo>
                  <a:lnTo>
                    <a:pt x="4758473" y="1430742"/>
                  </a:lnTo>
                  <a:lnTo>
                    <a:pt x="4759133" y="1430742"/>
                  </a:lnTo>
                  <a:lnTo>
                    <a:pt x="4759794" y="1430742"/>
                  </a:lnTo>
                  <a:lnTo>
                    <a:pt x="4760454" y="1430742"/>
                  </a:lnTo>
                  <a:lnTo>
                    <a:pt x="4761115" y="1430742"/>
                  </a:lnTo>
                  <a:lnTo>
                    <a:pt x="4761775" y="1430742"/>
                  </a:lnTo>
                  <a:lnTo>
                    <a:pt x="4762436" y="1430742"/>
                  </a:lnTo>
                  <a:lnTo>
                    <a:pt x="4763097" y="1430742"/>
                  </a:lnTo>
                  <a:lnTo>
                    <a:pt x="4763757" y="1430742"/>
                  </a:lnTo>
                  <a:lnTo>
                    <a:pt x="4764418" y="1430742"/>
                  </a:lnTo>
                  <a:lnTo>
                    <a:pt x="4765078" y="1430742"/>
                  </a:lnTo>
                  <a:lnTo>
                    <a:pt x="4765739" y="1430742"/>
                  </a:lnTo>
                  <a:lnTo>
                    <a:pt x="4766399" y="1430742"/>
                  </a:lnTo>
                  <a:lnTo>
                    <a:pt x="4767060" y="1430742"/>
                  </a:lnTo>
                  <a:lnTo>
                    <a:pt x="4767720" y="1430742"/>
                  </a:lnTo>
                  <a:lnTo>
                    <a:pt x="4768381" y="1430742"/>
                  </a:lnTo>
                  <a:lnTo>
                    <a:pt x="4769041" y="1430742"/>
                  </a:lnTo>
                  <a:lnTo>
                    <a:pt x="4769702" y="1430742"/>
                  </a:lnTo>
                  <a:lnTo>
                    <a:pt x="4770362" y="1386893"/>
                  </a:lnTo>
                  <a:lnTo>
                    <a:pt x="4771023" y="1346605"/>
                  </a:lnTo>
                  <a:lnTo>
                    <a:pt x="4771683" y="1328596"/>
                  </a:lnTo>
                  <a:lnTo>
                    <a:pt x="4772344" y="1328596"/>
                  </a:lnTo>
                  <a:lnTo>
                    <a:pt x="4773005" y="1328596"/>
                  </a:lnTo>
                  <a:lnTo>
                    <a:pt x="4773665" y="1362966"/>
                  </a:lnTo>
                  <a:lnTo>
                    <a:pt x="4774326" y="1406121"/>
                  </a:lnTo>
                  <a:lnTo>
                    <a:pt x="4774986" y="1406121"/>
                  </a:lnTo>
                  <a:lnTo>
                    <a:pt x="4775647" y="1362966"/>
                  </a:lnTo>
                  <a:lnTo>
                    <a:pt x="4776307" y="1343822"/>
                  </a:lnTo>
                  <a:lnTo>
                    <a:pt x="4776968" y="1343822"/>
                  </a:lnTo>
                  <a:lnTo>
                    <a:pt x="4777628" y="1343822"/>
                  </a:lnTo>
                  <a:lnTo>
                    <a:pt x="4778289" y="1343822"/>
                  </a:lnTo>
                  <a:lnTo>
                    <a:pt x="4778949" y="1343822"/>
                  </a:lnTo>
                  <a:lnTo>
                    <a:pt x="4779610" y="1293666"/>
                  </a:lnTo>
                  <a:lnTo>
                    <a:pt x="4780270" y="1239079"/>
                  </a:lnTo>
                  <a:lnTo>
                    <a:pt x="4780931" y="1227062"/>
                  </a:lnTo>
                  <a:lnTo>
                    <a:pt x="4781591" y="1227062"/>
                  </a:lnTo>
                  <a:lnTo>
                    <a:pt x="4782252" y="1239079"/>
                  </a:lnTo>
                  <a:lnTo>
                    <a:pt x="4782912" y="1293666"/>
                  </a:lnTo>
                  <a:lnTo>
                    <a:pt x="4783573" y="1362966"/>
                  </a:lnTo>
                  <a:lnTo>
                    <a:pt x="4784234" y="1383643"/>
                  </a:lnTo>
                  <a:lnTo>
                    <a:pt x="4784894" y="1406121"/>
                  </a:lnTo>
                  <a:lnTo>
                    <a:pt x="4785555" y="1430742"/>
                  </a:lnTo>
                  <a:lnTo>
                    <a:pt x="4786215" y="1430742"/>
                  </a:lnTo>
                  <a:lnTo>
                    <a:pt x="4786876" y="1430742"/>
                  </a:lnTo>
                  <a:lnTo>
                    <a:pt x="4787536" y="1406121"/>
                  </a:lnTo>
                  <a:lnTo>
                    <a:pt x="4788197" y="1383643"/>
                  </a:lnTo>
                  <a:lnTo>
                    <a:pt x="4788857" y="1362966"/>
                  </a:lnTo>
                  <a:lnTo>
                    <a:pt x="4789518" y="1325999"/>
                  </a:lnTo>
                  <a:lnTo>
                    <a:pt x="4790178" y="1293666"/>
                  </a:lnTo>
                  <a:lnTo>
                    <a:pt x="4790839" y="1306917"/>
                  </a:lnTo>
                  <a:lnTo>
                    <a:pt x="4791499" y="1306917"/>
                  </a:lnTo>
                  <a:lnTo>
                    <a:pt x="4792160" y="1306917"/>
                  </a:lnTo>
                  <a:lnTo>
                    <a:pt x="4792820" y="1341069"/>
                  </a:lnTo>
                  <a:lnTo>
                    <a:pt x="4793481" y="1360003"/>
                  </a:lnTo>
                  <a:lnTo>
                    <a:pt x="4794142" y="1325999"/>
                  </a:lnTo>
                  <a:lnTo>
                    <a:pt x="4794802" y="1325999"/>
                  </a:lnTo>
                  <a:lnTo>
                    <a:pt x="4795463" y="1343822"/>
                  </a:lnTo>
                  <a:lnTo>
                    <a:pt x="4796123" y="1343822"/>
                  </a:lnTo>
                  <a:lnTo>
                    <a:pt x="4796784" y="1325999"/>
                  </a:lnTo>
                  <a:lnTo>
                    <a:pt x="4797444" y="1325999"/>
                  </a:lnTo>
                  <a:lnTo>
                    <a:pt x="4798105" y="1325999"/>
                  </a:lnTo>
                  <a:lnTo>
                    <a:pt x="4798765" y="1325999"/>
                  </a:lnTo>
                  <a:lnTo>
                    <a:pt x="4799426" y="1325999"/>
                  </a:lnTo>
                  <a:lnTo>
                    <a:pt x="4800086" y="1362966"/>
                  </a:lnTo>
                  <a:lnTo>
                    <a:pt x="4800747" y="1406121"/>
                  </a:lnTo>
                  <a:lnTo>
                    <a:pt x="4801407" y="1430742"/>
                  </a:lnTo>
                  <a:lnTo>
                    <a:pt x="4802068" y="1430742"/>
                  </a:lnTo>
                  <a:lnTo>
                    <a:pt x="4802728" y="1430742"/>
                  </a:lnTo>
                  <a:lnTo>
                    <a:pt x="4803389" y="1430742"/>
                  </a:lnTo>
                  <a:lnTo>
                    <a:pt x="4804050" y="1430742"/>
                  </a:lnTo>
                  <a:lnTo>
                    <a:pt x="4804710" y="1430742"/>
                  </a:lnTo>
                  <a:lnTo>
                    <a:pt x="4805371" y="1430742"/>
                  </a:lnTo>
                  <a:lnTo>
                    <a:pt x="4806031" y="1430742"/>
                  </a:lnTo>
                  <a:lnTo>
                    <a:pt x="4806692" y="1430742"/>
                  </a:lnTo>
                  <a:lnTo>
                    <a:pt x="4807352" y="1430742"/>
                  </a:lnTo>
                  <a:lnTo>
                    <a:pt x="4808013" y="1430742"/>
                  </a:lnTo>
                  <a:lnTo>
                    <a:pt x="4808673" y="1430742"/>
                  </a:lnTo>
                  <a:lnTo>
                    <a:pt x="4809334" y="1406121"/>
                  </a:lnTo>
                  <a:lnTo>
                    <a:pt x="4809994" y="1362966"/>
                  </a:lnTo>
                  <a:lnTo>
                    <a:pt x="4810655" y="1343822"/>
                  </a:lnTo>
                  <a:lnTo>
                    <a:pt x="4811315" y="1343822"/>
                  </a:lnTo>
                  <a:lnTo>
                    <a:pt x="4811976" y="1343822"/>
                  </a:lnTo>
                  <a:lnTo>
                    <a:pt x="4812636" y="1362966"/>
                  </a:lnTo>
                  <a:lnTo>
                    <a:pt x="4813297" y="1406121"/>
                  </a:lnTo>
                  <a:lnTo>
                    <a:pt x="4813957" y="1430742"/>
                  </a:lnTo>
                  <a:lnTo>
                    <a:pt x="4814618" y="1430742"/>
                  </a:lnTo>
                  <a:lnTo>
                    <a:pt x="4815279" y="1430742"/>
                  </a:lnTo>
                  <a:lnTo>
                    <a:pt x="4815939" y="1430742"/>
                  </a:lnTo>
                  <a:lnTo>
                    <a:pt x="4816600" y="1430742"/>
                  </a:lnTo>
                  <a:lnTo>
                    <a:pt x="4817260" y="1430742"/>
                  </a:lnTo>
                  <a:lnTo>
                    <a:pt x="4817921" y="1430742"/>
                  </a:lnTo>
                  <a:lnTo>
                    <a:pt x="4818581" y="1430742"/>
                  </a:lnTo>
                  <a:lnTo>
                    <a:pt x="4819242" y="1430742"/>
                  </a:lnTo>
                  <a:lnTo>
                    <a:pt x="4819902" y="1430742"/>
                  </a:lnTo>
                  <a:lnTo>
                    <a:pt x="4820563" y="1430742"/>
                  </a:lnTo>
                  <a:lnTo>
                    <a:pt x="4821223" y="1430742"/>
                  </a:lnTo>
                  <a:lnTo>
                    <a:pt x="4821884" y="1430742"/>
                  </a:lnTo>
                  <a:lnTo>
                    <a:pt x="4822544" y="1430742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399170"/>
                  </a:lnTo>
                  <a:lnTo>
                    <a:pt x="4825187" y="1320884"/>
                  </a:lnTo>
                  <a:lnTo>
                    <a:pt x="4825847" y="1192493"/>
                  </a:lnTo>
                  <a:lnTo>
                    <a:pt x="4826508" y="1097697"/>
                  </a:lnTo>
                  <a:lnTo>
                    <a:pt x="4827168" y="1034840"/>
                  </a:lnTo>
                  <a:lnTo>
                    <a:pt x="4827829" y="1025525"/>
                  </a:lnTo>
                  <a:lnTo>
                    <a:pt x="4828489" y="1030964"/>
                  </a:lnTo>
                  <a:lnTo>
                    <a:pt x="4829150" y="1078172"/>
                  </a:lnTo>
                  <a:lnTo>
                    <a:pt x="4829810" y="1146940"/>
                  </a:lnTo>
                  <a:lnTo>
                    <a:pt x="4830471" y="1227649"/>
                  </a:lnTo>
                  <a:lnTo>
                    <a:pt x="4831131" y="1239695"/>
                  </a:lnTo>
                  <a:lnTo>
                    <a:pt x="4831792" y="1265614"/>
                  </a:lnTo>
                  <a:lnTo>
                    <a:pt x="4832452" y="1294427"/>
                  </a:lnTo>
                  <a:lnTo>
                    <a:pt x="4833113" y="1326862"/>
                  </a:lnTo>
                  <a:lnTo>
                    <a:pt x="4833773" y="1362966"/>
                  </a:lnTo>
                  <a:lnTo>
                    <a:pt x="4834434" y="1406121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430742"/>
                  </a:lnTo>
                  <a:lnTo>
                    <a:pt x="4838397" y="1430742"/>
                  </a:lnTo>
                  <a:lnTo>
                    <a:pt x="4839058" y="1430742"/>
                  </a:lnTo>
                  <a:lnTo>
                    <a:pt x="4839718" y="1430742"/>
                  </a:lnTo>
                  <a:lnTo>
                    <a:pt x="4840379" y="1430742"/>
                  </a:lnTo>
                  <a:lnTo>
                    <a:pt x="4841039" y="1430742"/>
                  </a:lnTo>
                  <a:lnTo>
                    <a:pt x="4841700" y="1430742"/>
                  </a:lnTo>
                  <a:lnTo>
                    <a:pt x="4842360" y="1430742"/>
                  </a:lnTo>
                  <a:lnTo>
                    <a:pt x="4843021" y="1430742"/>
                  </a:lnTo>
                  <a:lnTo>
                    <a:pt x="4843681" y="1430742"/>
                  </a:lnTo>
                  <a:lnTo>
                    <a:pt x="4844342" y="1430742"/>
                  </a:lnTo>
                  <a:lnTo>
                    <a:pt x="4845003" y="1430742"/>
                  </a:lnTo>
                  <a:lnTo>
                    <a:pt x="4845663" y="1430742"/>
                  </a:lnTo>
                  <a:lnTo>
                    <a:pt x="4846324" y="1430742"/>
                  </a:lnTo>
                  <a:lnTo>
                    <a:pt x="4846984" y="1430742"/>
                  </a:lnTo>
                  <a:lnTo>
                    <a:pt x="4847645" y="1430742"/>
                  </a:lnTo>
                  <a:lnTo>
                    <a:pt x="4848305" y="1430742"/>
                  </a:lnTo>
                  <a:lnTo>
                    <a:pt x="4848966" y="1406121"/>
                  </a:lnTo>
                  <a:lnTo>
                    <a:pt x="4849626" y="1343822"/>
                  </a:lnTo>
                  <a:lnTo>
                    <a:pt x="4850287" y="1278901"/>
                  </a:lnTo>
                  <a:lnTo>
                    <a:pt x="4850947" y="1215579"/>
                  </a:lnTo>
                  <a:lnTo>
                    <a:pt x="4851608" y="1174158"/>
                  </a:lnTo>
                  <a:lnTo>
                    <a:pt x="4852268" y="1155698"/>
                  </a:lnTo>
                  <a:lnTo>
                    <a:pt x="4852929" y="1174158"/>
                  </a:lnTo>
                  <a:lnTo>
                    <a:pt x="4853589" y="1215579"/>
                  </a:lnTo>
                  <a:lnTo>
                    <a:pt x="4854250" y="1278901"/>
                  </a:lnTo>
                  <a:lnTo>
                    <a:pt x="4854910" y="1343822"/>
                  </a:lnTo>
                  <a:lnTo>
                    <a:pt x="4855571" y="1406121"/>
                  </a:lnTo>
                  <a:lnTo>
                    <a:pt x="4856232" y="1430742"/>
                  </a:lnTo>
                  <a:lnTo>
                    <a:pt x="4856892" y="1430742"/>
                  </a:lnTo>
                  <a:lnTo>
                    <a:pt x="4857553" y="1430742"/>
                  </a:lnTo>
                  <a:lnTo>
                    <a:pt x="4858213" y="1430742"/>
                  </a:lnTo>
                  <a:lnTo>
                    <a:pt x="4858874" y="1430742"/>
                  </a:lnTo>
                  <a:lnTo>
                    <a:pt x="4859534" y="1430742"/>
                  </a:lnTo>
                  <a:lnTo>
                    <a:pt x="4860195" y="1430742"/>
                  </a:lnTo>
                  <a:lnTo>
                    <a:pt x="4860855" y="1406121"/>
                  </a:lnTo>
                  <a:lnTo>
                    <a:pt x="4861516" y="1362966"/>
                  </a:lnTo>
                  <a:lnTo>
                    <a:pt x="4862176" y="1329467"/>
                  </a:lnTo>
                  <a:lnTo>
                    <a:pt x="4862837" y="1329467"/>
                  </a:lnTo>
                  <a:lnTo>
                    <a:pt x="4863497" y="1329467"/>
                  </a:lnTo>
                  <a:lnTo>
                    <a:pt x="4864158" y="1347539"/>
                  </a:lnTo>
                  <a:lnTo>
                    <a:pt x="4864818" y="1387985"/>
                  </a:lnTo>
                  <a:lnTo>
                    <a:pt x="4865479" y="1430742"/>
                  </a:lnTo>
                  <a:lnTo>
                    <a:pt x="4866140" y="1412060"/>
                  </a:lnTo>
                  <a:lnTo>
                    <a:pt x="4866800" y="1389082"/>
                  </a:lnTo>
                  <a:lnTo>
                    <a:pt x="4867461" y="1313395"/>
                  </a:lnTo>
                  <a:lnTo>
                    <a:pt x="4868121" y="1230014"/>
                  </a:lnTo>
                  <a:lnTo>
                    <a:pt x="4868782" y="1187408"/>
                  </a:lnTo>
                  <a:lnTo>
                    <a:pt x="4869442" y="1138469"/>
                  </a:lnTo>
                  <a:lnTo>
                    <a:pt x="4870103" y="1092763"/>
                  </a:lnTo>
                  <a:lnTo>
                    <a:pt x="4870763" y="1078172"/>
                  </a:lnTo>
                  <a:lnTo>
                    <a:pt x="4871424" y="1091718"/>
                  </a:lnTo>
                  <a:lnTo>
                    <a:pt x="4872084" y="1112714"/>
                  </a:lnTo>
                  <a:lnTo>
                    <a:pt x="4872745" y="1154365"/>
                  </a:lnTo>
                  <a:lnTo>
                    <a:pt x="4873405" y="1192493"/>
                  </a:lnTo>
                  <a:lnTo>
                    <a:pt x="4874066" y="1194039"/>
                  </a:lnTo>
                  <a:lnTo>
                    <a:pt x="4874726" y="1124678"/>
                  </a:lnTo>
                  <a:lnTo>
                    <a:pt x="4875387" y="1029320"/>
                  </a:lnTo>
                  <a:lnTo>
                    <a:pt x="4876048" y="923125"/>
                  </a:lnTo>
                  <a:lnTo>
                    <a:pt x="4876708" y="859292"/>
                  </a:lnTo>
                  <a:lnTo>
                    <a:pt x="4877369" y="826909"/>
                  </a:lnTo>
                  <a:lnTo>
                    <a:pt x="4878029" y="825292"/>
                  </a:lnTo>
                  <a:lnTo>
                    <a:pt x="4878690" y="810011"/>
                  </a:lnTo>
                  <a:lnTo>
                    <a:pt x="4879350" y="820624"/>
                  </a:lnTo>
                  <a:lnTo>
                    <a:pt x="4880011" y="832839"/>
                  </a:lnTo>
                  <a:lnTo>
                    <a:pt x="4880671" y="837215"/>
                  </a:lnTo>
                  <a:lnTo>
                    <a:pt x="4881332" y="840744"/>
                  </a:lnTo>
                  <a:lnTo>
                    <a:pt x="4881992" y="875183"/>
                  </a:lnTo>
                  <a:lnTo>
                    <a:pt x="4882653" y="909549"/>
                  </a:lnTo>
                  <a:lnTo>
                    <a:pt x="4883313" y="950805"/>
                  </a:lnTo>
                  <a:lnTo>
                    <a:pt x="4883974" y="982950"/>
                  </a:lnTo>
                  <a:lnTo>
                    <a:pt x="4884634" y="1001884"/>
                  </a:lnTo>
                  <a:lnTo>
                    <a:pt x="4885295" y="1020462"/>
                  </a:lnTo>
                  <a:lnTo>
                    <a:pt x="4885955" y="1047709"/>
                  </a:lnTo>
                  <a:lnTo>
                    <a:pt x="4886616" y="1065930"/>
                  </a:lnTo>
                  <a:lnTo>
                    <a:pt x="4887277" y="1106750"/>
                  </a:lnTo>
                  <a:lnTo>
                    <a:pt x="4887937" y="1146510"/>
                  </a:lnTo>
                  <a:lnTo>
                    <a:pt x="4888598" y="1194039"/>
                  </a:lnTo>
                  <a:lnTo>
                    <a:pt x="4889258" y="1251683"/>
                  </a:lnTo>
                  <a:lnTo>
                    <a:pt x="4889919" y="1309327"/>
                  </a:lnTo>
                  <a:lnTo>
                    <a:pt x="4890579" y="1362966"/>
                  </a:lnTo>
                  <a:lnTo>
                    <a:pt x="4891240" y="1406121"/>
                  </a:lnTo>
                  <a:lnTo>
                    <a:pt x="4891900" y="1430742"/>
                  </a:lnTo>
                  <a:lnTo>
                    <a:pt x="4892561" y="1430742"/>
                  </a:lnTo>
                  <a:lnTo>
                    <a:pt x="4893221" y="1430742"/>
                  </a:lnTo>
                  <a:lnTo>
                    <a:pt x="4893882" y="1430742"/>
                  </a:lnTo>
                  <a:lnTo>
                    <a:pt x="4894542" y="1430742"/>
                  </a:lnTo>
                  <a:lnTo>
                    <a:pt x="4895203" y="1430742"/>
                  </a:lnTo>
                  <a:lnTo>
                    <a:pt x="4895863" y="1430742"/>
                  </a:lnTo>
                  <a:lnTo>
                    <a:pt x="4896524" y="1430742"/>
                  </a:lnTo>
                  <a:lnTo>
                    <a:pt x="4897185" y="1430742"/>
                  </a:lnTo>
                  <a:lnTo>
                    <a:pt x="4897845" y="1430742"/>
                  </a:lnTo>
                  <a:lnTo>
                    <a:pt x="4898506" y="1406121"/>
                  </a:lnTo>
                  <a:lnTo>
                    <a:pt x="4899166" y="1362966"/>
                  </a:lnTo>
                  <a:lnTo>
                    <a:pt x="4899827" y="1309327"/>
                  </a:lnTo>
                  <a:lnTo>
                    <a:pt x="4900487" y="1252330"/>
                  </a:lnTo>
                  <a:lnTo>
                    <a:pt x="4901148" y="1216141"/>
                  </a:lnTo>
                  <a:lnTo>
                    <a:pt x="4901808" y="1194556"/>
                  </a:lnTo>
                  <a:lnTo>
                    <a:pt x="4902469" y="1205123"/>
                  </a:lnTo>
                  <a:lnTo>
                    <a:pt x="4903129" y="1239695"/>
                  </a:lnTo>
                  <a:lnTo>
                    <a:pt x="4903790" y="1293666"/>
                  </a:lnTo>
                  <a:lnTo>
                    <a:pt x="4904450" y="1343822"/>
                  </a:lnTo>
                  <a:lnTo>
                    <a:pt x="4905111" y="1406121"/>
                  </a:lnTo>
                  <a:lnTo>
                    <a:pt x="4905771" y="1430742"/>
                  </a:lnTo>
                  <a:lnTo>
                    <a:pt x="4906432" y="1406121"/>
                  </a:lnTo>
                  <a:lnTo>
                    <a:pt x="4907093" y="1383643"/>
                  </a:lnTo>
                  <a:lnTo>
                    <a:pt x="4907753" y="1372067"/>
                  </a:lnTo>
                  <a:lnTo>
                    <a:pt x="4908414" y="1352262"/>
                  </a:lnTo>
                  <a:lnTo>
                    <a:pt x="4909074" y="1316697"/>
                  </a:lnTo>
                  <a:lnTo>
                    <a:pt x="4909735" y="1285441"/>
                  </a:lnTo>
                  <a:lnTo>
                    <a:pt x="4910395" y="1220111"/>
                  </a:lnTo>
                  <a:lnTo>
                    <a:pt x="4911056" y="1125469"/>
                  </a:lnTo>
                  <a:lnTo>
                    <a:pt x="4911716" y="1038775"/>
                  </a:lnTo>
                  <a:lnTo>
                    <a:pt x="4912377" y="950403"/>
                  </a:lnTo>
                  <a:lnTo>
                    <a:pt x="4913037" y="876842"/>
                  </a:lnTo>
                  <a:lnTo>
                    <a:pt x="4913698" y="827283"/>
                  </a:lnTo>
                  <a:lnTo>
                    <a:pt x="4914358" y="786145"/>
                  </a:lnTo>
                  <a:lnTo>
                    <a:pt x="4915019" y="763126"/>
                  </a:lnTo>
                  <a:lnTo>
                    <a:pt x="4915679" y="751131"/>
                  </a:lnTo>
                  <a:lnTo>
                    <a:pt x="4916340" y="737806"/>
                  </a:lnTo>
                  <a:lnTo>
                    <a:pt x="4917001" y="727756"/>
                  </a:lnTo>
                  <a:lnTo>
                    <a:pt x="4917661" y="737100"/>
                  </a:lnTo>
                  <a:lnTo>
                    <a:pt x="4918322" y="756014"/>
                  </a:lnTo>
                  <a:lnTo>
                    <a:pt x="4918982" y="792944"/>
                  </a:lnTo>
                  <a:lnTo>
                    <a:pt x="4919643" y="864289"/>
                  </a:lnTo>
                  <a:lnTo>
                    <a:pt x="4920303" y="952422"/>
                  </a:lnTo>
                  <a:lnTo>
                    <a:pt x="4920964" y="1038210"/>
                  </a:lnTo>
                  <a:lnTo>
                    <a:pt x="4921624" y="1108970"/>
                  </a:lnTo>
                  <a:lnTo>
                    <a:pt x="4922285" y="1135569"/>
                  </a:lnTo>
                  <a:lnTo>
                    <a:pt x="4922945" y="1135569"/>
                  </a:lnTo>
                  <a:lnTo>
                    <a:pt x="4923606" y="1160191"/>
                  </a:lnTo>
                  <a:lnTo>
                    <a:pt x="4924266" y="1210023"/>
                  </a:lnTo>
                  <a:lnTo>
                    <a:pt x="4924927" y="1258223"/>
                  </a:lnTo>
                  <a:lnTo>
                    <a:pt x="4925587" y="1341069"/>
                  </a:lnTo>
                  <a:lnTo>
                    <a:pt x="4926248" y="1360003"/>
                  </a:lnTo>
                  <a:lnTo>
                    <a:pt x="4926908" y="1343822"/>
                  </a:lnTo>
                  <a:lnTo>
                    <a:pt x="4927569" y="1325999"/>
                  </a:lnTo>
                  <a:lnTo>
                    <a:pt x="4928230" y="1325999"/>
                  </a:lnTo>
                  <a:lnTo>
                    <a:pt x="4928890" y="1325999"/>
                  </a:lnTo>
                  <a:lnTo>
                    <a:pt x="4929551" y="1343822"/>
                  </a:lnTo>
                  <a:lnTo>
                    <a:pt x="4930211" y="1277469"/>
                  </a:lnTo>
                  <a:lnTo>
                    <a:pt x="4930872" y="1193008"/>
                  </a:lnTo>
                  <a:lnTo>
                    <a:pt x="4931532" y="1146080"/>
                  </a:lnTo>
                  <a:lnTo>
                    <a:pt x="4932193" y="1121537"/>
                  </a:lnTo>
                  <a:lnTo>
                    <a:pt x="4932853" y="1085195"/>
                  </a:lnTo>
                  <a:lnTo>
                    <a:pt x="4933514" y="1060020"/>
                  </a:lnTo>
                  <a:lnTo>
                    <a:pt x="4934174" y="1048002"/>
                  </a:lnTo>
                  <a:lnTo>
                    <a:pt x="4934835" y="1036519"/>
                  </a:lnTo>
                  <a:lnTo>
                    <a:pt x="4935495" y="1002130"/>
                  </a:lnTo>
                  <a:lnTo>
                    <a:pt x="4936156" y="983179"/>
                  </a:lnTo>
                  <a:lnTo>
                    <a:pt x="4936816" y="990593"/>
                  </a:lnTo>
                  <a:lnTo>
                    <a:pt x="4937477" y="1010117"/>
                  </a:lnTo>
                  <a:lnTo>
                    <a:pt x="4938138" y="1025256"/>
                  </a:lnTo>
                  <a:lnTo>
                    <a:pt x="4938798" y="1069415"/>
                  </a:lnTo>
                  <a:lnTo>
                    <a:pt x="4939459" y="1126263"/>
                  </a:lnTo>
                  <a:lnTo>
                    <a:pt x="4940119" y="1173203"/>
                  </a:lnTo>
                  <a:lnTo>
                    <a:pt x="4940780" y="1225890"/>
                  </a:lnTo>
                  <a:lnTo>
                    <a:pt x="4941440" y="1254932"/>
                  </a:lnTo>
                  <a:lnTo>
                    <a:pt x="4942101" y="1268355"/>
                  </a:lnTo>
                  <a:lnTo>
                    <a:pt x="4942761" y="1297493"/>
                  </a:lnTo>
                  <a:lnTo>
                    <a:pt x="4943422" y="1348477"/>
                  </a:lnTo>
                  <a:lnTo>
                    <a:pt x="4944082" y="1367982"/>
                  </a:lnTo>
                  <a:lnTo>
                    <a:pt x="4944743" y="1406121"/>
                  </a:lnTo>
                  <a:lnTo>
                    <a:pt x="4945403" y="1406121"/>
                  </a:lnTo>
                  <a:lnTo>
                    <a:pt x="4946064" y="1362966"/>
                  </a:lnTo>
                  <a:lnTo>
                    <a:pt x="4946724" y="1334757"/>
                  </a:lnTo>
                  <a:lnTo>
                    <a:pt x="4947385" y="1317529"/>
                  </a:lnTo>
                  <a:lnTo>
                    <a:pt x="4948046" y="1286178"/>
                  </a:lnTo>
                  <a:lnTo>
                    <a:pt x="4948706" y="1286178"/>
                  </a:lnTo>
                  <a:lnTo>
                    <a:pt x="4949367" y="1301378"/>
                  </a:lnTo>
                  <a:lnTo>
                    <a:pt x="4950027" y="1325999"/>
                  </a:lnTo>
                  <a:lnTo>
                    <a:pt x="4950688" y="1343822"/>
                  </a:lnTo>
                  <a:lnTo>
                    <a:pt x="4951348" y="1343822"/>
                  </a:lnTo>
                  <a:lnTo>
                    <a:pt x="4952009" y="1325999"/>
                  </a:lnTo>
                  <a:lnTo>
                    <a:pt x="4952669" y="1309327"/>
                  </a:lnTo>
                  <a:lnTo>
                    <a:pt x="4953330" y="1309327"/>
                  </a:lnTo>
                  <a:lnTo>
                    <a:pt x="4953990" y="1293666"/>
                  </a:lnTo>
                  <a:lnTo>
                    <a:pt x="4954651" y="1293666"/>
                  </a:lnTo>
                  <a:lnTo>
                    <a:pt x="4955311" y="1309327"/>
                  </a:lnTo>
                  <a:lnTo>
                    <a:pt x="4955972" y="1343822"/>
                  </a:lnTo>
                  <a:lnTo>
                    <a:pt x="4956632" y="1343822"/>
                  </a:lnTo>
                  <a:lnTo>
                    <a:pt x="4957293" y="1325999"/>
                  </a:lnTo>
                  <a:lnTo>
                    <a:pt x="4957953" y="1325999"/>
                  </a:lnTo>
                  <a:lnTo>
                    <a:pt x="4958614" y="1325999"/>
                  </a:lnTo>
                  <a:lnTo>
                    <a:pt x="4959275" y="1325999"/>
                  </a:lnTo>
                  <a:lnTo>
                    <a:pt x="4959935" y="1325999"/>
                  </a:lnTo>
                  <a:lnTo>
                    <a:pt x="4960596" y="1362966"/>
                  </a:lnTo>
                  <a:lnTo>
                    <a:pt x="4961256" y="1406121"/>
                  </a:lnTo>
                  <a:lnTo>
                    <a:pt x="4961917" y="1406121"/>
                  </a:lnTo>
                  <a:lnTo>
                    <a:pt x="4962577" y="1362966"/>
                  </a:lnTo>
                  <a:lnTo>
                    <a:pt x="4963238" y="1309327"/>
                  </a:lnTo>
                  <a:lnTo>
                    <a:pt x="4963898" y="1278901"/>
                  </a:lnTo>
                  <a:lnTo>
                    <a:pt x="4964559" y="1251683"/>
                  </a:lnTo>
                  <a:lnTo>
                    <a:pt x="4965219" y="1227062"/>
                  </a:lnTo>
                  <a:lnTo>
                    <a:pt x="4965880" y="1227062"/>
                  </a:lnTo>
                  <a:lnTo>
                    <a:pt x="4966540" y="1255587"/>
                  </a:lnTo>
                  <a:lnTo>
                    <a:pt x="4967201" y="1283242"/>
                  </a:lnTo>
                  <a:lnTo>
                    <a:pt x="4967861" y="1314217"/>
                  </a:lnTo>
                  <a:lnTo>
                    <a:pt x="4968522" y="1368998"/>
                  </a:lnTo>
                  <a:lnTo>
                    <a:pt x="4969183" y="1413264"/>
                  </a:lnTo>
                  <a:lnTo>
                    <a:pt x="4969843" y="1430742"/>
                  </a:lnTo>
                  <a:lnTo>
                    <a:pt x="4970504" y="1430742"/>
                  </a:lnTo>
                  <a:lnTo>
                    <a:pt x="4971164" y="1430742"/>
                  </a:lnTo>
                  <a:lnTo>
                    <a:pt x="4971825" y="1430742"/>
                  </a:lnTo>
                  <a:lnTo>
                    <a:pt x="4972485" y="1430742"/>
                  </a:lnTo>
                  <a:lnTo>
                    <a:pt x="4973146" y="1430742"/>
                  </a:lnTo>
                  <a:lnTo>
                    <a:pt x="4973806" y="1430742"/>
                  </a:lnTo>
                  <a:lnTo>
                    <a:pt x="4974467" y="1430742"/>
                  </a:lnTo>
                  <a:lnTo>
                    <a:pt x="4975127" y="1430742"/>
                  </a:lnTo>
                  <a:lnTo>
                    <a:pt x="4975788" y="1430742"/>
                  </a:lnTo>
                  <a:lnTo>
                    <a:pt x="4976448" y="1430742"/>
                  </a:lnTo>
                  <a:lnTo>
                    <a:pt x="4977109" y="1430742"/>
                  </a:lnTo>
                  <a:lnTo>
                    <a:pt x="4977769" y="1430742"/>
                  </a:lnTo>
                  <a:lnTo>
                    <a:pt x="4978430" y="1430742"/>
                  </a:lnTo>
                  <a:lnTo>
                    <a:pt x="4979091" y="1430742"/>
                  </a:lnTo>
                  <a:lnTo>
                    <a:pt x="4979751" y="1430742"/>
                  </a:lnTo>
                  <a:lnTo>
                    <a:pt x="4980412" y="1430742"/>
                  </a:lnTo>
                  <a:lnTo>
                    <a:pt x="4981072" y="1430742"/>
                  </a:lnTo>
                  <a:lnTo>
                    <a:pt x="4981733" y="1430742"/>
                  </a:lnTo>
                  <a:lnTo>
                    <a:pt x="4982393" y="1430742"/>
                  </a:lnTo>
                  <a:lnTo>
                    <a:pt x="4983054" y="1430742"/>
                  </a:lnTo>
                  <a:lnTo>
                    <a:pt x="4983714" y="1430742"/>
                  </a:lnTo>
                  <a:lnTo>
                    <a:pt x="4984375" y="1430742"/>
                  </a:lnTo>
                  <a:lnTo>
                    <a:pt x="4985035" y="1430742"/>
                  </a:lnTo>
                  <a:lnTo>
                    <a:pt x="4985696" y="1430742"/>
                  </a:lnTo>
                  <a:lnTo>
                    <a:pt x="4986356" y="1430742"/>
                  </a:lnTo>
                  <a:lnTo>
                    <a:pt x="4987017" y="1430742"/>
                  </a:lnTo>
                  <a:lnTo>
                    <a:pt x="4987677" y="1430742"/>
                  </a:lnTo>
                  <a:lnTo>
                    <a:pt x="4988338" y="1430742"/>
                  </a:lnTo>
                  <a:lnTo>
                    <a:pt x="4988998" y="1430742"/>
                  </a:lnTo>
                  <a:lnTo>
                    <a:pt x="4989659" y="1430742"/>
                  </a:lnTo>
                  <a:lnTo>
                    <a:pt x="4990320" y="1430742"/>
                  </a:lnTo>
                  <a:lnTo>
                    <a:pt x="4990980" y="1430742"/>
                  </a:lnTo>
                  <a:lnTo>
                    <a:pt x="4991641" y="1430742"/>
                  </a:lnTo>
                  <a:lnTo>
                    <a:pt x="4992301" y="1430742"/>
                  </a:lnTo>
                  <a:lnTo>
                    <a:pt x="4992962" y="1406121"/>
                  </a:lnTo>
                  <a:lnTo>
                    <a:pt x="4993622" y="1383643"/>
                  </a:lnTo>
                  <a:lnTo>
                    <a:pt x="4994283" y="1343822"/>
                  </a:lnTo>
                  <a:lnTo>
                    <a:pt x="4994943" y="1325999"/>
                  </a:lnTo>
                  <a:lnTo>
                    <a:pt x="4995604" y="1324283"/>
                  </a:lnTo>
                  <a:lnTo>
                    <a:pt x="4996264" y="1341983"/>
                  </a:lnTo>
                  <a:lnTo>
                    <a:pt x="4996925" y="1360987"/>
                  </a:lnTo>
                  <a:lnTo>
                    <a:pt x="4997585" y="1403783"/>
                  </a:lnTo>
                  <a:lnTo>
                    <a:pt x="4998246" y="1428172"/>
                  </a:lnTo>
                  <a:lnTo>
                    <a:pt x="4998906" y="1430742"/>
                  </a:lnTo>
                  <a:lnTo>
                    <a:pt x="4999567" y="1430742"/>
                  </a:lnTo>
                  <a:lnTo>
                    <a:pt x="5000228" y="1430742"/>
                  </a:lnTo>
                  <a:lnTo>
                    <a:pt x="5000888" y="1430742"/>
                  </a:lnTo>
                  <a:lnTo>
                    <a:pt x="5001549" y="1430742"/>
                  </a:lnTo>
                  <a:lnTo>
                    <a:pt x="5002209" y="1430742"/>
                  </a:lnTo>
                  <a:lnTo>
                    <a:pt x="5002870" y="1430742"/>
                  </a:lnTo>
                  <a:lnTo>
                    <a:pt x="5003530" y="1430742"/>
                  </a:lnTo>
                  <a:lnTo>
                    <a:pt x="5004191" y="1430742"/>
                  </a:lnTo>
                  <a:lnTo>
                    <a:pt x="5004851" y="1430742"/>
                  </a:lnTo>
                  <a:lnTo>
                    <a:pt x="5005512" y="1430742"/>
                  </a:lnTo>
                  <a:lnTo>
                    <a:pt x="5006172" y="1430742"/>
                  </a:lnTo>
                  <a:lnTo>
                    <a:pt x="5006833" y="1383643"/>
                  </a:lnTo>
                  <a:lnTo>
                    <a:pt x="5007493" y="1343822"/>
                  </a:lnTo>
                  <a:lnTo>
                    <a:pt x="5008154" y="1343822"/>
                  </a:lnTo>
                  <a:lnTo>
                    <a:pt x="5008814" y="1343822"/>
                  </a:lnTo>
                  <a:lnTo>
                    <a:pt x="5009475" y="1343822"/>
                  </a:lnTo>
                  <a:lnTo>
                    <a:pt x="5010136" y="1383643"/>
                  </a:lnTo>
                  <a:lnTo>
                    <a:pt x="5010796" y="1430742"/>
                  </a:lnTo>
                  <a:lnTo>
                    <a:pt x="5011457" y="1430742"/>
                  </a:lnTo>
                  <a:lnTo>
                    <a:pt x="5012117" y="1430742"/>
                  </a:lnTo>
                  <a:lnTo>
                    <a:pt x="5012778" y="1430742"/>
                  </a:lnTo>
                  <a:lnTo>
                    <a:pt x="5013438" y="1430742"/>
                  </a:lnTo>
                  <a:lnTo>
                    <a:pt x="5014099" y="1430742"/>
                  </a:lnTo>
                  <a:lnTo>
                    <a:pt x="5014759" y="1430742"/>
                  </a:lnTo>
                  <a:lnTo>
                    <a:pt x="5015420" y="1430742"/>
                  </a:lnTo>
                  <a:lnTo>
                    <a:pt x="5016080" y="1430742"/>
                  </a:lnTo>
                  <a:lnTo>
                    <a:pt x="5016741" y="1430742"/>
                  </a:lnTo>
                  <a:lnTo>
                    <a:pt x="5017401" y="1430742"/>
                  </a:lnTo>
                  <a:lnTo>
                    <a:pt x="5018062" y="1430742"/>
                  </a:lnTo>
                  <a:lnTo>
                    <a:pt x="5018722" y="1430742"/>
                  </a:lnTo>
                  <a:lnTo>
                    <a:pt x="5019383" y="1406121"/>
                  </a:lnTo>
                  <a:lnTo>
                    <a:pt x="5020044" y="1362966"/>
                  </a:lnTo>
                  <a:lnTo>
                    <a:pt x="5020704" y="1325999"/>
                  </a:lnTo>
                  <a:lnTo>
                    <a:pt x="5021365" y="1325999"/>
                  </a:lnTo>
                  <a:lnTo>
                    <a:pt x="5022025" y="1325999"/>
                  </a:lnTo>
                  <a:lnTo>
                    <a:pt x="5022686" y="1343822"/>
                  </a:lnTo>
                  <a:lnTo>
                    <a:pt x="5023346" y="1383643"/>
                  </a:lnTo>
                  <a:lnTo>
                    <a:pt x="5024007" y="1430742"/>
                  </a:lnTo>
                  <a:lnTo>
                    <a:pt x="5024667" y="1430742"/>
                  </a:lnTo>
                  <a:lnTo>
                    <a:pt x="5025328" y="1430742"/>
                  </a:lnTo>
                  <a:lnTo>
                    <a:pt x="5025988" y="1430742"/>
                  </a:lnTo>
                  <a:lnTo>
                    <a:pt x="5026649" y="1430742"/>
                  </a:lnTo>
                  <a:lnTo>
                    <a:pt x="5027309" y="1430742"/>
                  </a:lnTo>
                  <a:lnTo>
                    <a:pt x="5027970" y="1430742"/>
                  </a:lnTo>
                  <a:lnTo>
                    <a:pt x="5028630" y="1406121"/>
                  </a:lnTo>
                  <a:lnTo>
                    <a:pt x="5029291" y="1362966"/>
                  </a:lnTo>
                  <a:lnTo>
                    <a:pt x="5029951" y="1343822"/>
                  </a:lnTo>
                  <a:lnTo>
                    <a:pt x="5030612" y="1343822"/>
                  </a:lnTo>
                  <a:lnTo>
                    <a:pt x="5031273" y="1343822"/>
                  </a:lnTo>
                  <a:lnTo>
                    <a:pt x="5031933" y="1362966"/>
                  </a:lnTo>
                  <a:lnTo>
                    <a:pt x="5032594" y="1406121"/>
                  </a:lnTo>
                  <a:lnTo>
                    <a:pt x="5033254" y="1430742"/>
                  </a:lnTo>
                  <a:lnTo>
                    <a:pt x="5033915" y="1430742"/>
                  </a:lnTo>
                  <a:lnTo>
                    <a:pt x="5034575" y="1430742"/>
                  </a:lnTo>
                  <a:lnTo>
                    <a:pt x="5035236" y="1430742"/>
                  </a:lnTo>
                  <a:lnTo>
                    <a:pt x="5035896" y="1430742"/>
                  </a:lnTo>
                  <a:lnTo>
                    <a:pt x="5036557" y="1430742"/>
                  </a:lnTo>
                  <a:lnTo>
                    <a:pt x="5037217" y="1430742"/>
                  </a:lnTo>
                  <a:lnTo>
                    <a:pt x="5037878" y="1430742"/>
                  </a:lnTo>
                  <a:lnTo>
                    <a:pt x="5038538" y="1430742"/>
                  </a:lnTo>
                  <a:lnTo>
                    <a:pt x="5039199" y="1430742"/>
                  </a:lnTo>
                  <a:lnTo>
                    <a:pt x="5039859" y="1430742"/>
                  </a:lnTo>
                  <a:lnTo>
                    <a:pt x="5040520" y="1430742"/>
                  </a:lnTo>
                  <a:lnTo>
                    <a:pt x="5041181" y="1430742"/>
                  </a:lnTo>
                  <a:lnTo>
                    <a:pt x="5041841" y="1430742"/>
                  </a:lnTo>
                  <a:lnTo>
                    <a:pt x="5042502" y="1430742"/>
                  </a:lnTo>
                  <a:lnTo>
                    <a:pt x="5043162" y="1430742"/>
                  </a:lnTo>
                  <a:lnTo>
                    <a:pt x="5043823" y="1430742"/>
                  </a:lnTo>
                  <a:lnTo>
                    <a:pt x="5044483" y="1430742"/>
                  </a:lnTo>
                  <a:lnTo>
                    <a:pt x="5045144" y="1430742"/>
                  </a:lnTo>
                  <a:lnTo>
                    <a:pt x="5045804" y="1430742"/>
                  </a:lnTo>
                  <a:lnTo>
                    <a:pt x="5046465" y="1406121"/>
                  </a:lnTo>
                  <a:lnTo>
                    <a:pt x="5047125" y="1362966"/>
                  </a:lnTo>
                  <a:lnTo>
                    <a:pt x="5047786" y="1343822"/>
                  </a:lnTo>
                  <a:lnTo>
                    <a:pt x="5048446" y="1325999"/>
                  </a:lnTo>
                  <a:lnTo>
                    <a:pt x="5049107" y="1325999"/>
                  </a:lnTo>
                  <a:lnTo>
                    <a:pt x="5049767" y="1343822"/>
                  </a:lnTo>
                  <a:lnTo>
                    <a:pt x="5050428" y="1383643"/>
                  </a:lnTo>
                  <a:lnTo>
                    <a:pt x="5051089" y="1406121"/>
                  </a:lnTo>
                  <a:lnTo>
                    <a:pt x="5051749" y="1430742"/>
                  </a:lnTo>
                  <a:lnTo>
                    <a:pt x="5052410" y="1430742"/>
                  </a:lnTo>
                  <a:lnTo>
                    <a:pt x="5053070" y="1430742"/>
                  </a:lnTo>
                  <a:lnTo>
                    <a:pt x="5053731" y="1430742"/>
                  </a:lnTo>
                  <a:lnTo>
                    <a:pt x="5054391" y="1430742"/>
                  </a:lnTo>
                  <a:lnTo>
                    <a:pt x="5055052" y="1430742"/>
                  </a:lnTo>
                  <a:lnTo>
                    <a:pt x="5055712" y="1430742"/>
                  </a:lnTo>
                  <a:lnTo>
                    <a:pt x="5056373" y="1430742"/>
                  </a:lnTo>
                  <a:lnTo>
                    <a:pt x="5057033" y="1430742"/>
                  </a:lnTo>
                  <a:lnTo>
                    <a:pt x="5057694" y="1430742"/>
                  </a:lnTo>
                  <a:lnTo>
                    <a:pt x="5058354" y="1430742"/>
                  </a:lnTo>
                  <a:lnTo>
                    <a:pt x="5059015" y="1430742"/>
                  </a:lnTo>
                  <a:lnTo>
                    <a:pt x="5059675" y="1430742"/>
                  </a:lnTo>
                  <a:lnTo>
                    <a:pt x="5060336" y="1430742"/>
                  </a:lnTo>
                  <a:lnTo>
                    <a:pt x="5060996" y="1430742"/>
                  </a:lnTo>
                  <a:lnTo>
                    <a:pt x="5061657" y="1430742"/>
                  </a:lnTo>
                  <a:lnTo>
                    <a:pt x="5062318" y="1430742"/>
                  </a:lnTo>
                  <a:lnTo>
                    <a:pt x="5062978" y="1430742"/>
                  </a:lnTo>
                  <a:lnTo>
                    <a:pt x="5063639" y="1430742"/>
                  </a:lnTo>
                  <a:lnTo>
                    <a:pt x="5064299" y="1430742"/>
                  </a:lnTo>
                  <a:lnTo>
                    <a:pt x="5064960" y="1430742"/>
                  </a:lnTo>
                  <a:lnTo>
                    <a:pt x="5065620" y="1430742"/>
                  </a:lnTo>
                  <a:lnTo>
                    <a:pt x="5066281" y="1430742"/>
                  </a:lnTo>
                  <a:lnTo>
                    <a:pt x="5066941" y="1430742"/>
                  </a:lnTo>
                  <a:lnTo>
                    <a:pt x="5067602" y="1430742"/>
                  </a:lnTo>
                  <a:lnTo>
                    <a:pt x="5068262" y="1430742"/>
                  </a:lnTo>
                  <a:lnTo>
                    <a:pt x="5068923" y="1430742"/>
                  </a:lnTo>
                  <a:lnTo>
                    <a:pt x="5069583" y="1430742"/>
                  </a:lnTo>
                  <a:lnTo>
                    <a:pt x="5070244" y="1430742"/>
                  </a:lnTo>
                  <a:lnTo>
                    <a:pt x="5070904" y="1428172"/>
                  </a:lnTo>
                  <a:lnTo>
                    <a:pt x="5071565" y="1403783"/>
                  </a:lnTo>
                  <a:lnTo>
                    <a:pt x="5072226" y="1381500"/>
                  </a:lnTo>
                  <a:lnTo>
                    <a:pt x="5072886" y="1341983"/>
                  </a:lnTo>
                  <a:lnTo>
                    <a:pt x="5073547" y="1292151"/>
                  </a:lnTo>
                  <a:lnTo>
                    <a:pt x="5074207" y="1278901"/>
                  </a:lnTo>
                  <a:lnTo>
                    <a:pt x="5074868" y="1293666"/>
                  </a:lnTo>
                  <a:lnTo>
                    <a:pt x="5075528" y="1309327"/>
                  </a:lnTo>
                  <a:lnTo>
                    <a:pt x="5076189" y="1343822"/>
                  </a:lnTo>
                  <a:lnTo>
                    <a:pt x="5076849" y="1406121"/>
                  </a:lnTo>
                  <a:lnTo>
                    <a:pt x="5077510" y="1430742"/>
                  </a:lnTo>
                  <a:lnTo>
                    <a:pt x="5078170" y="1430742"/>
                  </a:lnTo>
                  <a:lnTo>
                    <a:pt x="5078831" y="1430742"/>
                  </a:lnTo>
                  <a:lnTo>
                    <a:pt x="5079491" y="1430742"/>
                  </a:lnTo>
                  <a:lnTo>
                    <a:pt x="5080152" y="1430742"/>
                  </a:lnTo>
                  <a:lnTo>
                    <a:pt x="5080812" y="1430742"/>
                  </a:lnTo>
                  <a:lnTo>
                    <a:pt x="5081473" y="1430742"/>
                  </a:lnTo>
                  <a:lnTo>
                    <a:pt x="5082134" y="1430742"/>
                  </a:lnTo>
                  <a:lnTo>
                    <a:pt x="5082794" y="1430742"/>
                  </a:lnTo>
                  <a:lnTo>
                    <a:pt x="5083455" y="1430742"/>
                  </a:lnTo>
                  <a:lnTo>
                    <a:pt x="5084115" y="1430742"/>
                  </a:lnTo>
                  <a:lnTo>
                    <a:pt x="5084776" y="1430742"/>
                  </a:lnTo>
                  <a:lnTo>
                    <a:pt x="5085436" y="1383643"/>
                  </a:lnTo>
                  <a:lnTo>
                    <a:pt x="5086097" y="1343822"/>
                  </a:lnTo>
                  <a:lnTo>
                    <a:pt x="5086757" y="1278901"/>
                  </a:lnTo>
                  <a:lnTo>
                    <a:pt x="5087418" y="1227062"/>
                  </a:lnTo>
                  <a:lnTo>
                    <a:pt x="5088078" y="1199785"/>
                  </a:lnTo>
                  <a:lnTo>
                    <a:pt x="5088739" y="1221831"/>
                  </a:lnTo>
                  <a:lnTo>
                    <a:pt x="5089399" y="1245935"/>
                  </a:lnTo>
                  <a:lnTo>
                    <a:pt x="5090060" y="1302162"/>
                  </a:lnTo>
                  <a:lnTo>
                    <a:pt x="5090720" y="1374133"/>
                  </a:lnTo>
                  <a:lnTo>
                    <a:pt x="5091381" y="1430742"/>
                  </a:lnTo>
                  <a:lnTo>
                    <a:pt x="5092042" y="1430742"/>
                  </a:lnTo>
                  <a:lnTo>
                    <a:pt x="5092702" y="1430742"/>
                  </a:lnTo>
                  <a:lnTo>
                    <a:pt x="5093363" y="1430742"/>
                  </a:lnTo>
                  <a:lnTo>
                    <a:pt x="5094023" y="1430742"/>
                  </a:lnTo>
                  <a:lnTo>
                    <a:pt x="5094684" y="1430742"/>
                  </a:lnTo>
                  <a:lnTo>
                    <a:pt x="5095344" y="1430742"/>
                  </a:lnTo>
                  <a:lnTo>
                    <a:pt x="5096005" y="1430742"/>
                  </a:lnTo>
                  <a:lnTo>
                    <a:pt x="5096665" y="1400316"/>
                  </a:lnTo>
                  <a:lnTo>
                    <a:pt x="5097326" y="1305322"/>
                  </a:lnTo>
                  <a:lnTo>
                    <a:pt x="5097986" y="1236022"/>
                  </a:lnTo>
                  <a:lnTo>
                    <a:pt x="5098647" y="1201907"/>
                  </a:lnTo>
                  <a:lnTo>
                    <a:pt x="5099307" y="1201907"/>
                  </a:lnTo>
                  <a:lnTo>
                    <a:pt x="5099968" y="1215579"/>
                  </a:lnTo>
                  <a:lnTo>
                    <a:pt x="5100628" y="1278901"/>
                  </a:lnTo>
                  <a:lnTo>
                    <a:pt x="5101289" y="1362966"/>
                  </a:lnTo>
                  <a:lnTo>
                    <a:pt x="5101949" y="1430742"/>
                  </a:lnTo>
                  <a:lnTo>
                    <a:pt x="5102610" y="1430742"/>
                  </a:lnTo>
                  <a:lnTo>
                    <a:pt x="5103271" y="1406121"/>
                  </a:lnTo>
                  <a:lnTo>
                    <a:pt x="5103931" y="1362966"/>
                  </a:lnTo>
                  <a:lnTo>
                    <a:pt x="5104592" y="1325999"/>
                  </a:lnTo>
                  <a:lnTo>
                    <a:pt x="5105252" y="1293666"/>
                  </a:lnTo>
                  <a:lnTo>
                    <a:pt x="5105913" y="1266297"/>
                  </a:lnTo>
                  <a:lnTo>
                    <a:pt x="5106573" y="1280340"/>
                  </a:lnTo>
                  <a:lnTo>
                    <a:pt x="5107234" y="1310947"/>
                  </a:lnTo>
                  <a:lnTo>
                    <a:pt x="5107894" y="1345674"/>
                  </a:lnTo>
                  <a:lnTo>
                    <a:pt x="5108555" y="1385805"/>
                  </a:lnTo>
                  <a:lnTo>
                    <a:pt x="5109215" y="1430742"/>
                  </a:lnTo>
                  <a:lnTo>
                    <a:pt x="5109876" y="1430742"/>
                  </a:lnTo>
                  <a:lnTo>
                    <a:pt x="5110536" y="1430742"/>
                  </a:lnTo>
                  <a:lnTo>
                    <a:pt x="5111197" y="1430742"/>
                  </a:lnTo>
                  <a:lnTo>
                    <a:pt x="5111857" y="1430742"/>
                  </a:lnTo>
                  <a:lnTo>
                    <a:pt x="5112518" y="1430742"/>
                  </a:lnTo>
                  <a:lnTo>
                    <a:pt x="5113179" y="1430742"/>
                  </a:lnTo>
                  <a:lnTo>
                    <a:pt x="5113839" y="1430742"/>
                  </a:lnTo>
                  <a:lnTo>
                    <a:pt x="5114500" y="1430742"/>
                  </a:lnTo>
                  <a:lnTo>
                    <a:pt x="5115160" y="1430742"/>
                  </a:lnTo>
                  <a:lnTo>
                    <a:pt x="5115821" y="1430742"/>
                  </a:lnTo>
                  <a:lnTo>
                    <a:pt x="5116481" y="1430742"/>
                  </a:lnTo>
                  <a:lnTo>
                    <a:pt x="5117142" y="1430742"/>
                  </a:lnTo>
                  <a:lnTo>
                    <a:pt x="5117802" y="1430742"/>
                  </a:lnTo>
                  <a:lnTo>
                    <a:pt x="5118463" y="1430742"/>
                  </a:lnTo>
                  <a:lnTo>
                    <a:pt x="5119123" y="1430742"/>
                  </a:lnTo>
                  <a:lnTo>
                    <a:pt x="5119784" y="1430742"/>
                  </a:lnTo>
                  <a:lnTo>
                    <a:pt x="5120444" y="1430742"/>
                  </a:lnTo>
                  <a:lnTo>
                    <a:pt x="5121105" y="1430742"/>
                  </a:lnTo>
                  <a:lnTo>
                    <a:pt x="5121765" y="1430742"/>
                  </a:lnTo>
                  <a:lnTo>
                    <a:pt x="5122426" y="1430742"/>
                  </a:lnTo>
                  <a:lnTo>
                    <a:pt x="5123087" y="1430742"/>
                  </a:lnTo>
                  <a:lnTo>
                    <a:pt x="5123747" y="1430742"/>
                  </a:lnTo>
                  <a:lnTo>
                    <a:pt x="5124408" y="1430742"/>
                  </a:lnTo>
                  <a:lnTo>
                    <a:pt x="5125068" y="1430742"/>
                  </a:lnTo>
                  <a:lnTo>
                    <a:pt x="5125729" y="1430742"/>
                  </a:lnTo>
                  <a:lnTo>
                    <a:pt x="5126389" y="1430742"/>
                  </a:lnTo>
                  <a:lnTo>
                    <a:pt x="5127050" y="1430742"/>
                  </a:lnTo>
                  <a:lnTo>
                    <a:pt x="5127710" y="1430742"/>
                  </a:lnTo>
                  <a:lnTo>
                    <a:pt x="5128371" y="1430742"/>
                  </a:lnTo>
                  <a:lnTo>
                    <a:pt x="5129031" y="1430742"/>
                  </a:lnTo>
                  <a:lnTo>
                    <a:pt x="5129692" y="1430742"/>
                  </a:lnTo>
                  <a:lnTo>
                    <a:pt x="5130352" y="1430742"/>
                  </a:lnTo>
                  <a:lnTo>
                    <a:pt x="5131013" y="1430742"/>
                  </a:lnTo>
                  <a:lnTo>
                    <a:pt x="5131673" y="1430742"/>
                  </a:lnTo>
                  <a:lnTo>
                    <a:pt x="5132334" y="1430742"/>
                  </a:lnTo>
                  <a:lnTo>
                    <a:pt x="5132994" y="1430742"/>
                  </a:lnTo>
                  <a:lnTo>
                    <a:pt x="5133655" y="1430742"/>
                  </a:lnTo>
                  <a:lnTo>
                    <a:pt x="5134316" y="1430742"/>
                  </a:lnTo>
                  <a:lnTo>
                    <a:pt x="5134976" y="1430742"/>
                  </a:lnTo>
                  <a:lnTo>
                    <a:pt x="5135637" y="1430742"/>
                  </a:lnTo>
                  <a:lnTo>
                    <a:pt x="5136297" y="1406121"/>
                  </a:lnTo>
                  <a:lnTo>
                    <a:pt x="5136958" y="1362966"/>
                  </a:lnTo>
                  <a:lnTo>
                    <a:pt x="5137618" y="1325999"/>
                  </a:lnTo>
                  <a:lnTo>
                    <a:pt x="5138279" y="1325999"/>
                  </a:lnTo>
                  <a:lnTo>
                    <a:pt x="5138939" y="1325999"/>
                  </a:lnTo>
                  <a:lnTo>
                    <a:pt x="5139600" y="1343822"/>
                  </a:lnTo>
                  <a:lnTo>
                    <a:pt x="5140260" y="1383643"/>
                  </a:lnTo>
                  <a:lnTo>
                    <a:pt x="5140921" y="1430742"/>
                  </a:lnTo>
                  <a:lnTo>
                    <a:pt x="5141581" y="1430742"/>
                  </a:lnTo>
                  <a:lnTo>
                    <a:pt x="5142242" y="1430742"/>
                  </a:lnTo>
                  <a:lnTo>
                    <a:pt x="5142902" y="1430742"/>
                  </a:lnTo>
                  <a:lnTo>
                    <a:pt x="5143563" y="1430742"/>
                  </a:lnTo>
                  <a:lnTo>
                    <a:pt x="5144224" y="1430742"/>
                  </a:lnTo>
                  <a:lnTo>
                    <a:pt x="5144884" y="1430742"/>
                  </a:lnTo>
                  <a:lnTo>
                    <a:pt x="5145545" y="1430742"/>
                  </a:lnTo>
                  <a:lnTo>
                    <a:pt x="5146205" y="1430742"/>
                  </a:lnTo>
                  <a:lnTo>
                    <a:pt x="5146866" y="1430742"/>
                  </a:lnTo>
                  <a:lnTo>
                    <a:pt x="5147526" y="1430742"/>
                  </a:lnTo>
                  <a:lnTo>
                    <a:pt x="5148187" y="1430742"/>
                  </a:lnTo>
                  <a:lnTo>
                    <a:pt x="5148847" y="1430742"/>
                  </a:lnTo>
                  <a:lnTo>
                    <a:pt x="5149508" y="1406121"/>
                  </a:lnTo>
                  <a:lnTo>
                    <a:pt x="5150168" y="1383643"/>
                  </a:lnTo>
                  <a:lnTo>
                    <a:pt x="5150829" y="1376217"/>
                  </a:lnTo>
                  <a:lnTo>
                    <a:pt x="5151489" y="1356103"/>
                  </a:lnTo>
                  <a:lnTo>
                    <a:pt x="5152150" y="1337443"/>
                  </a:lnTo>
                  <a:lnTo>
                    <a:pt x="5152810" y="1337443"/>
                  </a:lnTo>
                  <a:lnTo>
                    <a:pt x="5153471" y="1356103"/>
                  </a:lnTo>
                  <a:lnTo>
                    <a:pt x="5154132" y="1362966"/>
                  </a:lnTo>
                  <a:lnTo>
                    <a:pt x="5154792" y="1383643"/>
                  </a:lnTo>
                  <a:lnTo>
                    <a:pt x="5155453" y="1406121"/>
                  </a:lnTo>
                  <a:lnTo>
                    <a:pt x="5156113" y="1430742"/>
                  </a:lnTo>
                  <a:lnTo>
                    <a:pt x="5156774" y="1430742"/>
                  </a:lnTo>
                  <a:lnTo>
                    <a:pt x="5157434" y="1430742"/>
                  </a:lnTo>
                  <a:lnTo>
                    <a:pt x="5158095" y="1430742"/>
                  </a:lnTo>
                  <a:lnTo>
                    <a:pt x="5158755" y="1430742"/>
                  </a:lnTo>
                  <a:lnTo>
                    <a:pt x="5159416" y="1406121"/>
                  </a:lnTo>
                  <a:lnTo>
                    <a:pt x="5160076" y="1362966"/>
                  </a:lnTo>
                  <a:lnTo>
                    <a:pt x="5160737" y="1343822"/>
                  </a:lnTo>
                  <a:lnTo>
                    <a:pt x="5161397" y="1325999"/>
                  </a:lnTo>
                  <a:lnTo>
                    <a:pt x="5162058" y="1325999"/>
                  </a:lnTo>
                  <a:lnTo>
                    <a:pt x="5162718" y="1343822"/>
                  </a:lnTo>
                  <a:lnTo>
                    <a:pt x="5163379" y="1383643"/>
                  </a:lnTo>
                  <a:lnTo>
                    <a:pt x="5164040" y="1406121"/>
                  </a:lnTo>
                  <a:lnTo>
                    <a:pt x="5164700" y="1430742"/>
                  </a:lnTo>
                  <a:lnTo>
                    <a:pt x="5165361" y="1430742"/>
                  </a:lnTo>
                  <a:lnTo>
                    <a:pt x="5166021" y="1430742"/>
                  </a:lnTo>
                  <a:lnTo>
                    <a:pt x="5166682" y="1430742"/>
                  </a:lnTo>
                  <a:lnTo>
                    <a:pt x="5167342" y="1430742"/>
                  </a:lnTo>
                  <a:lnTo>
                    <a:pt x="5168003" y="1430742"/>
                  </a:lnTo>
                  <a:lnTo>
                    <a:pt x="5168663" y="1430742"/>
                  </a:lnTo>
                  <a:lnTo>
                    <a:pt x="5169324" y="1430742"/>
                  </a:lnTo>
                  <a:lnTo>
                    <a:pt x="5169984" y="1430742"/>
                  </a:lnTo>
                  <a:lnTo>
                    <a:pt x="5170645" y="1430742"/>
                  </a:lnTo>
                  <a:lnTo>
                    <a:pt x="5171305" y="1430742"/>
                  </a:lnTo>
                  <a:lnTo>
                    <a:pt x="5171966" y="1430742"/>
                  </a:lnTo>
                  <a:lnTo>
                    <a:pt x="5172626" y="1430742"/>
                  </a:lnTo>
                  <a:lnTo>
                    <a:pt x="5173287" y="1430742"/>
                  </a:lnTo>
                  <a:lnTo>
                    <a:pt x="5173947" y="1430742"/>
                  </a:lnTo>
                  <a:lnTo>
                    <a:pt x="5174608" y="1430742"/>
                  </a:lnTo>
                  <a:lnTo>
                    <a:pt x="5175269" y="1430742"/>
                  </a:lnTo>
                  <a:lnTo>
                    <a:pt x="5175929" y="1430742"/>
                  </a:lnTo>
                  <a:lnTo>
                    <a:pt x="5176590" y="1406121"/>
                  </a:lnTo>
                  <a:lnTo>
                    <a:pt x="5177250" y="1362966"/>
                  </a:lnTo>
                  <a:lnTo>
                    <a:pt x="5177911" y="1343822"/>
                  </a:lnTo>
                  <a:lnTo>
                    <a:pt x="5178571" y="1343822"/>
                  </a:lnTo>
                  <a:lnTo>
                    <a:pt x="5179232" y="1343822"/>
                  </a:lnTo>
                  <a:lnTo>
                    <a:pt x="5179892" y="1362966"/>
                  </a:lnTo>
                  <a:lnTo>
                    <a:pt x="5180553" y="1406121"/>
                  </a:lnTo>
                  <a:lnTo>
                    <a:pt x="5181213" y="1430742"/>
                  </a:lnTo>
                  <a:lnTo>
                    <a:pt x="5181874" y="1430742"/>
                  </a:lnTo>
                  <a:lnTo>
                    <a:pt x="5182534" y="1430742"/>
                  </a:lnTo>
                  <a:lnTo>
                    <a:pt x="5183195" y="1430742"/>
                  </a:lnTo>
                  <a:lnTo>
                    <a:pt x="5183855" y="1430742"/>
                  </a:lnTo>
                  <a:lnTo>
                    <a:pt x="5184516" y="1430742"/>
                  </a:lnTo>
                  <a:lnTo>
                    <a:pt x="5185177" y="1430742"/>
                  </a:lnTo>
                  <a:lnTo>
                    <a:pt x="5185837" y="1430742"/>
                  </a:lnTo>
                  <a:lnTo>
                    <a:pt x="5186498" y="1430742"/>
                  </a:lnTo>
                  <a:lnTo>
                    <a:pt x="5187158" y="1430742"/>
                  </a:lnTo>
                  <a:lnTo>
                    <a:pt x="5187819" y="1430742"/>
                  </a:lnTo>
                  <a:lnTo>
                    <a:pt x="5188479" y="1430742"/>
                  </a:lnTo>
                  <a:lnTo>
                    <a:pt x="5189140" y="1430742"/>
                  </a:lnTo>
                  <a:lnTo>
                    <a:pt x="5189800" y="1430742"/>
                  </a:lnTo>
                  <a:lnTo>
                    <a:pt x="5190461" y="1430742"/>
                  </a:lnTo>
                  <a:lnTo>
                    <a:pt x="5191121" y="1430742"/>
                  </a:lnTo>
                  <a:lnTo>
                    <a:pt x="5191782" y="1430742"/>
                  </a:lnTo>
                  <a:lnTo>
                    <a:pt x="5192442" y="1430742"/>
                  </a:lnTo>
                  <a:lnTo>
                    <a:pt x="5193103" y="1430742"/>
                  </a:lnTo>
                  <a:lnTo>
                    <a:pt x="5193763" y="1430742"/>
                  </a:lnTo>
                  <a:lnTo>
                    <a:pt x="5194424" y="1430742"/>
                  </a:lnTo>
                  <a:lnTo>
                    <a:pt x="5195085" y="1430742"/>
                  </a:lnTo>
                  <a:lnTo>
                    <a:pt x="5195745" y="1430742"/>
                  </a:lnTo>
                  <a:lnTo>
                    <a:pt x="5196406" y="1430742"/>
                  </a:lnTo>
                  <a:lnTo>
                    <a:pt x="5197066" y="1430742"/>
                  </a:lnTo>
                  <a:lnTo>
                    <a:pt x="5197727" y="1430742"/>
                  </a:lnTo>
                  <a:lnTo>
                    <a:pt x="5198387" y="1430742"/>
                  </a:lnTo>
                  <a:lnTo>
                    <a:pt x="5199048" y="1430742"/>
                  </a:lnTo>
                  <a:lnTo>
                    <a:pt x="5199708" y="1430742"/>
                  </a:lnTo>
                  <a:lnTo>
                    <a:pt x="5200369" y="1430742"/>
                  </a:lnTo>
                  <a:lnTo>
                    <a:pt x="5201029" y="1430742"/>
                  </a:lnTo>
                  <a:lnTo>
                    <a:pt x="5201690" y="1430742"/>
                  </a:lnTo>
                  <a:lnTo>
                    <a:pt x="5202350" y="1406121"/>
                  </a:lnTo>
                  <a:lnTo>
                    <a:pt x="5203011" y="1362966"/>
                  </a:lnTo>
                  <a:lnTo>
                    <a:pt x="5203671" y="1293666"/>
                  </a:lnTo>
                  <a:lnTo>
                    <a:pt x="5204332" y="1239079"/>
                  </a:lnTo>
                  <a:lnTo>
                    <a:pt x="5204992" y="1227062"/>
                  </a:lnTo>
                  <a:lnTo>
                    <a:pt x="5205653" y="1230609"/>
                  </a:lnTo>
                  <a:lnTo>
                    <a:pt x="5206314" y="1255587"/>
                  </a:lnTo>
                  <a:lnTo>
                    <a:pt x="5206974" y="1314217"/>
                  </a:lnTo>
                  <a:lnTo>
                    <a:pt x="5207635" y="1390184"/>
                  </a:lnTo>
                  <a:lnTo>
                    <a:pt x="5208295" y="1413264"/>
                  </a:lnTo>
                  <a:lnTo>
                    <a:pt x="5208956" y="1430742"/>
                  </a:lnTo>
                  <a:lnTo>
                    <a:pt x="5209616" y="1406121"/>
                  </a:lnTo>
                  <a:lnTo>
                    <a:pt x="5210277" y="1368998"/>
                  </a:lnTo>
                  <a:lnTo>
                    <a:pt x="5210937" y="1331218"/>
                  </a:lnTo>
                  <a:lnTo>
                    <a:pt x="5211598" y="1298266"/>
                  </a:lnTo>
                  <a:lnTo>
                    <a:pt x="5212258" y="1269045"/>
                  </a:lnTo>
                  <a:lnTo>
                    <a:pt x="5212919" y="1232400"/>
                  </a:lnTo>
                  <a:lnTo>
                    <a:pt x="5213579" y="1196635"/>
                  </a:lnTo>
                  <a:lnTo>
                    <a:pt x="5214240" y="1149102"/>
                  </a:lnTo>
                  <a:lnTo>
                    <a:pt x="5214900" y="1124283"/>
                  </a:lnTo>
                  <a:lnTo>
                    <a:pt x="5215561" y="1132294"/>
                  </a:lnTo>
                  <a:lnTo>
                    <a:pt x="5216222" y="1165687"/>
                  </a:lnTo>
                  <a:lnTo>
                    <a:pt x="5216882" y="1215579"/>
                  </a:lnTo>
                  <a:lnTo>
                    <a:pt x="5217543" y="1309327"/>
                  </a:lnTo>
                  <a:lnTo>
                    <a:pt x="5218203" y="1406121"/>
                  </a:lnTo>
                  <a:lnTo>
                    <a:pt x="5218864" y="1430742"/>
                  </a:lnTo>
                  <a:lnTo>
                    <a:pt x="5219524" y="1430742"/>
                  </a:lnTo>
                  <a:lnTo>
                    <a:pt x="5220185" y="1383643"/>
                  </a:lnTo>
                  <a:lnTo>
                    <a:pt x="5220845" y="1325999"/>
                  </a:lnTo>
                  <a:lnTo>
                    <a:pt x="5221506" y="1293666"/>
                  </a:lnTo>
                  <a:lnTo>
                    <a:pt x="5222166" y="1273926"/>
                  </a:lnTo>
                  <a:lnTo>
                    <a:pt x="5222827" y="1273926"/>
                  </a:lnTo>
                  <a:lnTo>
                    <a:pt x="5223487" y="1303737"/>
                  </a:lnTo>
                  <a:lnTo>
                    <a:pt x="5224148" y="1356103"/>
                  </a:lnTo>
                  <a:lnTo>
                    <a:pt x="5224808" y="1398029"/>
                  </a:lnTo>
                  <a:lnTo>
                    <a:pt x="5225469" y="1430742"/>
                  </a:lnTo>
                  <a:lnTo>
                    <a:pt x="5226130" y="1430742"/>
                  </a:lnTo>
                  <a:lnTo>
                    <a:pt x="5226790" y="1430742"/>
                  </a:lnTo>
                  <a:lnTo>
                    <a:pt x="5227451" y="1430742"/>
                  </a:lnTo>
                  <a:lnTo>
                    <a:pt x="5228111" y="1430742"/>
                  </a:lnTo>
                  <a:lnTo>
                    <a:pt x="5228772" y="1430742"/>
                  </a:lnTo>
                  <a:lnTo>
                    <a:pt x="5229432" y="1430742"/>
                  </a:lnTo>
                  <a:lnTo>
                    <a:pt x="5230093" y="1430742"/>
                  </a:lnTo>
                  <a:lnTo>
                    <a:pt x="5230753" y="1430742"/>
                  </a:lnTo>
                  <a:lnTo>
                    <a:pt x="5231414" y="1430742"/>
                  </a:lnTo>
                  <a:lnTo>
                    <a:pt x="5232074" y="1430742"/>
                  </a:lnTo>
                  <a:lnTo>
                    <a:pt x="5232735" y="1430742"/>
                  </a:lnTo>
                  <a:lnTo>
                    <a:pt x="5233395" y="1430742"/>
                  </a:lnTo>
                  <a:lnTo>
                    <a:pt x="5234056" y="1430742"/>
                  </a:lnTo>
                  <a:lnTo>
                    <a:pt x="5234716" y="1430742"/>
                  </a:lnTo>
                  <a:lnTo>
                    <a:pt x="5235377" y="1430742"/>
                  </a:lnTo>
                  <a:lnTo>
                    <a:pt x="5236038" y="1430742"/>
                  </a:lnTo>
                  <a:lnTo>
                    <a:pt x="5236698" y="1430742"/>
                  </a:lnTo>
                  <a:lnTo>
                    <a:pt x="5237359" y="1430742"/>
                  </a:lnTo>
                  <a:lnTo>
                    <a:pt x="5238019" y="1430742"/>
                  </a:lnTo>
                  <a:lnTo>
                    <a:pt x="5238680" y="1430742"/>
                  </a:lnTo>
                  <a:lnTo>
                    <a:pt x="5239340" y="1430742"/>
                  </a:lnTo>
                  <a:lnTo>
                    <a:pt x="5240001" y="1430742"/>
                  </a:lnTo>
                  <a:lnTo>
                    <a:pt x="5240661" y="1430742"/>
                  </a:lnTo>
                  <a:lnTo>
                    <a:pt x="5241322" y="1430742"/>
                  </a:lnTo>
                  <a:lnTo>
                    <a:pt x="5241982" y="1430742"/>
                  </a:lnTo>
                  <a:lnTo>
                    <a:pt x="5242643" y="1406121"/>
                  </a:lnTo>
                  <a:lnTo>
                    <a:pt x="5243303" y="1383643"/>
                  </a:lnTo>
                  <a:lnTo>
                    <a:pt x="5243964" y="1332098"/>
                  </a:lnTo>
                  <a:lnTo>
                    <a:pt x="5244624" y="1283973"/>
                  </a:lnTo>
                  <a:lnTo>
                    <a:pt x="5245285" y="1255587"/>
                  </a:lnTo>
                  <a:lnTo>
                    <a:pt x="5245945" y="1269045"/>
                  </a:lnTo>
                  <a:lnTo>
                    <a:pt x="5246606" y="1283242"/>
                  </a:lnTo>
                  <a:lnTo>
                    <a:pt x="5247267" y="1325140"/>
                  </a:lnTo>
                  <a:lnTo>
                    <a:pt x="5247927" y="1382569"/>
                  </a:lnTo>
                  <a:lnTo>
                    <a:pt x="5248588" y="1430742"/>
                  </a:lnTo>
                  <a:lnTo>
                    <a:pt x="5249248" y="1430742"/>
                  </a:lnTo>
                  <a:lnTo>
                    <a:pt x="5249909" y="1430742"/>
                  </a:lnTo>
                  <a:lnTo>
                    <a:pt x="5250569" y="1430742"/>
                  </a:lnTo>
                  <a:lnTo>
                    <a:pt x="5251230" y="1430742"/>
                  </a:lnTo>
                  <a:lnTo>
                    <a:pt x="5251890" y="1430742"/>
                  </a:lnTo>
                  <a:lnTo>
                    <a:pt x="5252551" y="1430742"/>
                  </a:lnTo>
                  <a:lnTo>
                    <a:pt x="5253211" y="1430742"/>
                  </a:lnTo>
                  <a:lnTo>
                    <a:pt x="5253872" y="1430742"/>
                  </a:lnTo>
                  <a:lnTo>
                    <a:pt x="5254532" y="1430742"/>
                  </a:lnTo>
                  <a:lnTo>
                    <a:pt x="5255193" y="1430742"/>
                  </a:lnTo>
                  <a:lnTo>
                    <a:pt x="5255853" y="1430742"/>
                  </a:lnTo>
                  <a:lnTo>
                    <a:pt x="5256514" y="1406121"/>
                  </a:lnTo>
                  <a:lnTo>
                    <a:pt x="5257175" y="1383643"/>
                  </a:lnTo>
                  <a:lnTo>
                    <a:pt x="5257835" y="1368998"/>
                  </a:lnTo>
                  <a:lnTo>
                    <a:pt x="5258496" y="1349418"/>
                  </a:lnTo>
                  <a:lnTo>
                    <a:pt x="5259156" y="1331218"/>
                  </a:lnTo>
                  <a:lnTo>
                    <a:pt x="5259817" y="1349418"/>
                  </a:lnTo>
                  <a:lnTo>
                    <a:pt x="5260477" y="1368998"/>
                  </a:lnTo>
                  <a:lnTo>
                    <a:pt x="5261138" y="1383643"/>
                  </a:lnTo>
                  <a:lnTo>
                    <a:pt x="5261798" y="1406121"/>
                  </a:lnTo>
                  <a:lnTo>
                    <a:pt x="5262459" y="1430742"/>
                  </a:lnTo>
                  <a:lnTo>
                    <a:pt x="5263119" y="1430742"/>
                  </a:lnTo>
                  <a:lnTo>
                    <a:pt x="5263780" y="1430742"/>
                  </a:lnTo>
                  <a:lnTo>
                    <a:pt x="5264440" y="1430742"/>
                  </a:lnTo>
                  <a:lnTo>
                    <a:pt x="5265101" y="1430742"/>
                  </a:lnTo>
                  <a:lnTo>
                    <a:pt x="5265761" y="1430742"/>
                  </a:lnTo>
                  <a:lnTo>
                    <a:pt x="5266422" y="1430742"/>
                  </a:lnTo>
                  <a:lnTo>
                    <a:pt x="5267083" y="1430742"/>
                  </a:lnTo>
                  <a:lnTo>
                    <a:pt x="5267743" y="1430742"/>
                  </a:lnTo>
                  <a:lnTo>
                    <a:pt x="5268404" y="1406121"/>
                  </a:lnTo>
                  <a:lnTo>
                    <a:pt x="5269064" y="1362966"/>
                  </a:lnTo>
                  <a:lnTo>
                    <a:pt x="5269725" y="1343822"/>
                  </a:lnTo>
                  <a:lnTo>
                    <a:pt x="5270385" y="1343822"/>
                  </a:lnTo>
                  <a:lnTo>
                    <a:pt x="5271046" y="1343822"/>
                  </a:lnTo>
                  <a:lnTo>
                    <a:pt x="5271706" y="1343822"/>
                  </a:lnTo>
                  <a:lnTo>
                    <a:pt x="5272367" y="1343822"/>
                  </a:lnTo>
                  <a:lnTo>
                    <a:pt x="5273027" y="1343822"/>
                  </a:lnTo>
                  <a:lnTo>
                    <a:pt x="5273688" y="1343822"/>
                  </a:lnTo>
                  <a:lnTo>
                    <a:pt x="5274348" y="1325999"/>
                  </a:lnTo>
                  <a:lnTo>
                    <a:pt x="5275009" y="1309327"/>
                  </a:lnTo>
                  <a:lnTo>
                    <a:pt x="5275669" y="1309327"/>
                  </a:lnTo>
                  <a:lnTo>
                    <a:pt x="5276330" y="1316697"/>
                  </a:lnTo>
                  <a:lnTo>
                    <a:pt x="5276990" y="1316697"/>
                  </a:lnTo>
                  <a:lnTo>
                    <a:pt x="5277651" y="1333868"/>
                  </a:lnTo>
                  <a:lnTo>
                    <a:pt x="5278312" y="1352262"/>
                  </a:lnTo>
                  <a:lnTo>
                    <a:pt x="5278972" y="1352262"/>
                  </a:lnTo>
                  <a:lnTo>
                    <a:pt x="5279633" y="1343822"/>
                  </a:lnTo>
                  <a:lnTo>
                    <a:pt x="5280293" y="1325999"/>
                  </a:lnTo>
                  <a:lnTo>
                    <a:pt x="5280954" y="1293666"/>
                  </a:lnTo>
                  <a:lnTo>
                    <a:pt x="5281614" y="1293666"/>
                  </a:lnTo>
                  <a:lnTo>
                    <a:pt x="5282275" y="1309327"/>
                  </a:lnTo>
                  <a:lnTo>
                    <a:pt x="5282935" y="1325999"/>
                  </a:lnTo>
                  <a:lnTo>
                    <a:pt x="5283596" y="1343822"/>
                  </a:lnTo>
                  <a:lnTo>
                    <a:pt x="5284256" y="1383643"/>
                  </a:lnTo>
                  <a:lnTo>
                    <a:pt x="5284917" y="1383643"/>
                  </a:lnTo>
                  <a:lnTo>
                    <a:pt x="5285577" y="1362966"/>
                  </a:lnTo>
                  <a:lnTo>
                    <a:pt x="5286238" y="1319201"/>
                  </a:lnTo>
                  <a:lnTo>
                    <a:pt x="5286898" y="1259551"/>
                  </a:lnTo>
                  <a:lnTo>
                    <a:pt x="5287559" y="1207289"/>
                  </a:lnTo>
                  <a:lnTo>
                    <a:pt x="5288220" y="1196635"/>
                  </a:lnTo>
                  <a:lnTo>
                    <a:pt x="5288880" y="1196635"/>
                  </a:lnTo>
                  <a:lnTo>
                    <a:pt x="5289541" y="1190447"/>
                  </a:lnTo>
                  <a:lnTo>
                    <a:pt x="5290201" y="1211677"/>
                  </a:lnTo>
                  <a:lnTo>
                    <a:pt x="5290862" y="1227062"/>
                  </a:lnTo>
                  <a:lnTo>
                    <a:pt x="5291522" y="1239079"/>
                  </a:lnTo>
                  <a:lnTo>
                    <a:pt x="5292183" y="1251683"/>
                  </a:lnTo>
                  <a:lnTo>
                    <a:pt x="5292843" y="1264933"/>
                  </a:lnTo>
                  <a:lnTo>
                    <a:pt x="5293504" y="1262228"/>
                  </a:lnTo>
                  <a:lnTo>
                    <a:pt x="5294164" y="1290645"/>
                  </a:lnTo>
                  <a:lnTo>
                    <a:pt x="5294825" y="1306118"/>
                  </a:lnTo>
                  <a:lnTo>
                    <a:pt x="5295485" y="1322578"/>
                  </a:lnTo>
                  <a:lnTo>
                    <a:pt x="5296146" y="1359022"/>
                  </a:lnTo>
                  <a:lnTo>
                    <a:pt x="5296806" y="1406121"/>
                  </a:lnTo>
                  <a:lnTo>
                    <a:pt x="5297467" y="1430742"/>
                  </a:lnTo>
                  <a:lnTo>
                    <a:pt x="5298128" y="1430742"/>
                  </a:lnTo>
                  <a:lnTo>
                    <a:pt x="5298788" y="1430742"/>
                  </a:lnTo>
                  <a:lnTo>
                    <a:pt x="5299449" y="1430742"/>
                  </a:lnTo>
                  <a:lnTo>
                    <a:pt x="5300109" y="1430742"/>
                  </a:lnTo>
                  <a:lnTo>
                    <a:pt x="5300770" y="1430742"/>
                  </a:lnTo>
                  <a:lnTo>
                    <a:pt x="5301430" y="1430742"/>
                  </a:lnTo>
                  <a:lnTo>
                    <a:pt x="5302091" y="1430742"/>
                  </a:lnTo>
                  <a:lnTo>
                    <a:pt x="5302751" y="1430742"/>
                  </a:lnTo>
                  <a:lnTo>
                    <a:pt x="5303412" y="1430742"/>
                  </a:lnTo>
                  <a:lnTo>
                    <a:pt x="5304072" y="1430742"/>
                  </a:lnTo>
                  <a:lnTo>
                    <a:pt x="5304733" y="1430742"/>
                  </a:lnTo>
                  <a:lnTo>
                    <a:pt x="5305393" y="1430742"/>
                  </a:lnTo>
                  <a:lnTo>
                    <a:pt x="5306054" y="1430742"/>
                  </a:lnTo>
                  <a:lnTo>
                    <a:pt x="5306714" y="1430742"/>
                  </a:lnTo>
                  <a:lnTo>
                    <a:pt x="5307375" y="1430742"/>
                  </a:lnTo>
                  <a:lnTo>
                    <a:pt x="5308036" y="1430742"/>
                  </a:lnTo>
                  <a:lnTo>
                    <a:pt x="5308696" y="1406121"/>
                  </a:lnTo>
                  <a:lnTo>
                    <a:pt x="5309357" y="1383643"/>
                  </a:lnTo>
                  <a:lnTo>
                    <a:pt x="5310017" y="1343822"/>
                  </a:lnTo>
                  <a:lnTo>
                    <a:pt x="5310678" y="1325999"/>
                  </a:lnTo>
                  <a:lnTo>
                    <a:pt x="5311338" y="1325999"/>
                  </a:lnTo>
                  <a:lnTo>
                    <a:pt x="5311999" y="1343822"/>
                  </a:lnTo>
                  <a:lnTo>
                    <a:pt x="5312659" y="1362966"/>
                  </a:lnTo>
                  <a:lnTo>
                    <a:pt x="5313320" y="1406121"/>
                  </a:lnTo>
                  <a:lnTo>
                    <a:pt x="5313980" y="1430742"/>
                  </a:lnTo>
                  <a:lnTo>
                    <a:pt x="5314641" y="1430742"/>
                  </a:lnTo>
                  <a:lnTo>
                    <a:pt x="5315301" y="1430742"/>
                  </a:lnTo>
                  <a:lnTo>
                    <a:pt x="5315962" y="1401466"/>
                  </a:lnTo>
                  <a:lnTo>
                    <a:pt x="5316622" y="1340158"/>
                  </a:lnTo>
                  <a:lnTo>
                    <a:pt x="5317283" y="1262228"/>
                  </a:lnTo>
                  <a:lnTo>
                    <a:pt x="5317943" y="1184404"/>
                  </a:lnTo>
                  <a:lnTo>
                    <a:pt x="5318604" y="1138886"/>
                  </a:lnTo>
                  <a:lnTo>
                    <a:pt x="5319265" y="1111210"/>
                  </a:lnTo>
                  <a:lnTo>
                    <a:pt x="5319925" y="1111210"/>
                  </a:lnTo>
                  <a:lnTo>
                    <a:pt x="5320586" y="1138053"/>
                  </a:lnTo>
                  <a:lnTo>
                    <a:pt x="5321246" y="1201375"/>
                  </a:lnTo>
                  <a:lnTo>
                    <a:pt x="5321907" y="1260886"/>
                  </a:lnTo>
                  <a:lnTo>
                    <a:pt x="5322567" y="1332982"/>
                  </a:lnTo>
                  <a:lnTo>
                    <a:pt x="5323228" y="1392401"/>
                  </a:lnTo>
                  <a:lnTo>
                    <a:pt x="5323888" y="1430742"/>
                  </a:lnTo>
                  <a:lnTo>
                    <a:pt x="5324549" y="1406121"/>
                  </a:lnTo>
                  <a:lnTo>
                    <a:pt x="5325209" y="1362966"/>
                  </a:lnTo>
                  <a:lnTo>
                    <a:pt x="5325870" y="1325999"/>
                  </a:lnTo>
                  <a:lnTo>
                    <a:pt x="5326530" y="1293666"/>
                  </a:lnTo>
                  <a:lnTo>
                    <a:pt x="5327191" y="1239079"/>
                  </a:lnTo>
                  <a:lnTo>
                    <a:pt x="5327851" y="1212786"/>
                  </a:lnTo>
                  <a:lnTo>
                    <a:pt x="5328512" y="1212786"/>
                  </a:lnTo>
                  <a:lnTo>
                    <a:pt x="5329173" y="1224143"/>
                  </a:lnTo>
                  <a:lnTo>
                    <a:pt x="5329833" y="1248474"/>
                  </a:lnTo>
                  <a:lnTo>
                    <a:pt x="5330494" y="1305322"/>
                  </a:lnTo>
                  <a:lnTo>
                    <a:pt x="5331154" y="1362966"/>
                  </a:lnTo>
                  <a:lnTo>
                    <a:pt x="5331815" y="1383643"/>
                  </a:lnTo>
                  <a:lnTo>
                    <a:pt x="5332475" y="1383643"/>
                  </a:lnTo>
                  <a:lnTo>
                    <a:pt x="5333136" y="1367982"/>
                  </a:lnTo>
                  <a:lnTo>
                    <a:pt x="5333796" y="1348477"/>
                  </a:lnTo>
                  <a:lnTo>
                    <a:pt x="5334457" y="1330341"/>
                  </a:lnTo>
                  <a:lnTo>
                    <a:pt x="5335117" y="1348477"/>
                  </a:lnTo>
                  <a:lnTo>
                    <a:pt x="5335778" y="1367982"/>
                  </a:lnTo>
                  <a:lnTo>
                    <a:pt x="5336438" y="1383643"/>
                  </a:lnTo>
                  <a:lnTo>
                    <a:pt x="5337099" y="1406121"/>
                  </a:lnTo>
                  <a:lnTo>
                    <a:pt x="5337759" y="1430742"/>
                  </a:lnTo>
                  <a:lnTo>
                    <a:pt x="5338420" y="1430742"/>
                  </a:lnTo>
                  <a:lnTo>
                    <a:pt x="5339081" y="1430742"/>
                  </a:lnTo>
                  <a:lnTo>
                    <a:pt x="5339741" y="1430742"/>
                  </a:lnTo>
                  <a:lnTo>
                    <a:pt x="5340402" y="1430742"/>
                  </a:lnTo>
                  <a:lnTo>
                    <a:pt x="5341062" y="1430742"/>
                  </a:lnTo>
                  <a:lnTo>
                    <a:pt x="5341723" y="1430742"/>
                  </a:lnTo>
                  <a:lnTo>
                    <a:pt x="5342383" y="1430742"/>
                  </a:lnTo>
                  <a:lnTo>
                    <a:pt x="5343044" y="1430742"/>
                  </a:lnTo>
                  <a:lnTo>
                    <a:pt x="5343704" y="1430742"/>
                  </a:lnTo>
                  <a:lnTo>
                    <a:pt x="5344365" y="1430742"/>
                  </a:lnTo>
                  <a:lnTo>
                    <a:pt x="5345025" y="1406121"/>
                  </a:lnTo>
                  <a:lnTo>
                    <a:pt x="5345686" y="1383643"/>
                  </a:lnTo>
                  <a:lnTo>
                    <a:pt x="5346346" y="1343822"/>
                  </a:lnTo>
                  <a:lnTo>
                    <a:pt x="5347007" y="1309327"/>
                  </a:lnTo>
                  <a:lnTo>
                    <a:pt x="5347667" y="1278901"/>
                  </a:lnTo>
                  <a:lnTo>
                    <a:pt x="5348328" y="1278901"/>
                  </a:lnTo>
                  <a:lnTo>
                    <a:pt x="5348988" y="1285441"/>
                  </a:lnTo>
                  <a:lnTo>
                    <a:pt x="5349649" y="1316697"/>
                  </a:lnTo>
                  <a:lnTo>
                    <a:pt x="5350310" y="1352262"/>
                  </a:lnTo>
                  <a:lnTo>
                    <a:pt x="5350970" y="1393517"/>
                  </a:lnTo>
                  <a:lnTo>
                    <a:pt x="5351631" y="1416911"/>
                  </a:lnTo>
                  <a:lnTo>
                    <a:pt x="5352291" y="1430742"/>
                  </a:lnTo>
                  <a:lnTo>
                    <a:pt x="5352952" y="1430742"/>
                  </a:lnTo>
                  <a:lnTo>
                    <a:pt x="5353612" y="1430742"/>
                  </a:lnTo>
                  <a:lnTo>
                    <a:pt x="5354273" y="1430742"/>
                  </a:lnTo>
                  <a:lnTo>
                    <a:pt x="5354933" y="1430742"/>
                  </a:lnTo>
                  <a:lnTo>
                    <a:pt x="5355594" y="1430742"/>
                  </a:lnTo>
                  <a:lnTo>
                    <a:pt x="5356254" y="1430742"/>
                  </a:lnTo>
                  <a:lnTo>
                    <a:pt x="5356915" y="1430742"/>
                  </a:lnTo>
                  <a:lnTo>
                    <a:pt x="5357575" y="1430742"/>
                  </a:lnTo>
                  <a:lnTo>
                    <a:pt x="5358236" y="1430742"/>
                  </a:lnTo>
                  <a:lnTo>
                    <a:pt x="5358896" y="1430742"/>
                  </a:lnTo>
                  <a:lnTo>
                    <a:pt x="5359557" y="1430742"/>
                  </a:lnTo>
                  <a:lnTo>
                    <a:pt x="5360218" y="1430742"/>
                  </a:lnTo>
                  <a:lnTo>
                    <a:pt x="5360878" y="1430742"/>
                  </a:lnTo>
                  <a:lnTo>
                    <a:pt x="5361539" y="1430742"/>
                  </a:lnTo>
                  <a:lnTo>
                    <a:pt x="5362199" y="1430742"/>
                  </a:lnTo>
                  <a:lnTo>
                    <a:pt x="5362860" y="1430742"/>
                  </a:lnTo>
                  <a:lnTo>
                    <a:pt x="5363520" y="1430742"/>
                  </a:lnTo>
                  <a:lnTo>
                    <a:pt x="5364181" y="1430742"/>
                  </a:lnTo>
                  <a:lnTo>
                    <a:pt x="5364841" y="1430742"/>
                  </a:lnTo>
                  <a:lnTo>
                    <a:pt x="5365502" y="1430742"/>
                  </a:lnTo>
                  <a:lnTo>
                    <a:pt x="5366162" y="1430742"/>
                  </a:lnTo>
                  <a:lnTo>
                    <a:pt x="5366823" y="1430742"/>
                  </a:lnTo>
                  <a:lnTo>
                    <a:pt x="5367483" y="1430742"/>
                  </a:lnTo>
                  <a:lnTo>
                    <a:pt x="5368144" y="1430742"/>
                  </a:lnTo>
                  <a:lnTo>
                    <a:pt x="5368804" y="1430742"/>
                  </a:lnTo>
                  <a:lnTo>
                    <a:pt x="5369465" y="1430742"/>
                  </a:lnTo>
                  <a:lnTo>
                    <a:pt x="5370126" y="1430742"/>
                  </a:lnTo>
                  <a:lnTo>
                    <a:pt x="5370786" y="1423106"/>
                  </a:lnTo>
                  <a:lnTo>
                    <a:pt x="5371447" y="1377265"/>
                  </a:lnTo>
                  <a:lnTo>
                    <a:pt x="5372107" y="1338345"/>
                  </a:lnTo>
                  <a:lnTo>
                    <a:pt x="5372768" y="1320884"/>
                  </a:lnTo>
                  <a:lnTo>
                    <a:pt x="5373428" y="1320884"/>
                  </a:lnTo>
                  <a:lnTo>
                    <a:pt x="5374089" y="1325999"/>
                  </a:lnTo>
                  <a:lnTo>
                    <a:pt x="5374749" y="1362966"/>
                  </a:lnTo>
                  <a:lnTo>
                    <a:pt x="5375410" y="1406121"/>
                  </a:lnTo>
                  <a:lnTo>
                    <a:pt x="5376070" y="1430742"/>
                  </a:lnTo>
                  <a:lnTo>
                    <a:pt x="5376731" y="1406121"/>
                  </a:lnTo>
                  <a:lnTo>
                    <a:pt x="5377391" y="1383643"/>
                  </a:lnTo>
                  <a:lnTo>
                    <a:pt x="5378052" y="1351310"/>
                  </a:lnTo>
                  <a:lnTo>
                    <a:pt x="5378712" y="1332982"/>
                  </a:lnTo>
                  <a:lnTo>
                    <a:pt x="5379373" y="1332982"/>
                  </a:lnTo>
                  <a:lnTo>
                    <a:pt x="5380034" y="1351310"/>
                  </a:lnTo>
                  <a:lnTo>
                    <a:pt x="5380694" y="1371040"/>
                  </a:lnTo>
                  <a:lnTo>
                    <a:pt x="5381355" y="1406121"/>
                  </a:lnTo>
                  <a:lnTo>
                    <a:pt x="5382015" y="1430742"/>
                  </a:lnTo>
                  <a:lnTo>
                    <a:pt x="5382676" y="1430742"/>
                  </a:lnTo>
                  <a:lnTo>
                    <a:pt x="5383336" y="1430742"/>
                  </a:lnTo>
                  <a:lnTo>
                    <a:pt x="5383997" y="1430742"/>
                  </a:lnTo>
                  <a:lnTo>
                    <a:pt x="5384657" y="1430742"/>
                  </a:lnTo>
                  <a:lnTo>
                    <a:pt x="5385318" y="1430742"/>
                  </a:lnTo>
                  <a:lnTo>
                    <a:pt x="5385978" y="1430742"/>
                  </a:lnTo>
                  <a:lnTo>
                    <a:pt x="5386639" y="1430742"/>
                  </a:lnTo>
                  <a:lnTo>
                    <a:pt x="5387299" y="1430742"/>
                  </a:lnTo>
                  <a:lnTo>
                    <a:pt x="5387960" y="1406121"/>
                  </a:lnTo>
                  <a:lnTo>
                    <a:pt x="5388620" y="1362966"/>
                  </a:lnTo>
                  <a:lnTo>
                    <a:pt x="5389281" y="1325999"/>
                  </a:lnTo>
                  <a:lnTo>
                    <a:pt x="5389941" y="1278901"/>
                  </a:lnTo>
                  <a:lnTo>
                    <a:pt x="5390602" y="1264933"/>
                  </a:lnTo>
                  <a:lnTo>
                    <a:pt x="5391263" y="1264933"/>
                  </a:lnTo>
                  <a:lnTo>
                    <a:pt x="5391923" y="1293666"/>
                  </a:lnTo>
                  <a:lnTo>
                    <a:pt x="5392584" y="1325999"/>
                  </a:lnTo>
                  <a:lnTo>
                    <a:pt x="5393244" y="1375173"/>
                  </a:lnTo>
                  <a:lnTo>
                    <a:pt x="5393905" y="1355138"/>
                  </a:lnTo>
                  <a:lnTo>
                    <a:pt x="5394565" y="1319201"/>
                  </a:lnTo>
                  <a:lnTo>
                    <a:pt x="5395226" y="1287658"/>
                  </a:lnTo>
                  <a:lnTo>
                    <a:pt x="5395886" y="1260218"/>
                  </a:lnTo>
                  <a:lnTo>
                    <a:pt x="5396547" y="1265614"/>
                  </a:lnTo>
                  <a:lnTo>
                    <a:pt x="5397207" y="1294427"/>
                  </a:lnTo>
                  <a:lnTo>
                    <a:pt x="5397868" y="1344746"/>
                  </a:lnTo>
                  <a:lnTo>
                    <a:pt x="5398528" y="1384722"/>
                  </a:lnTo>
                  <a:lnTo>
                    <a:pt x="5399189" y="1430742"/>
                  </a:lnTo>
                  <a:lnTo>
                    <a:pt x="5399849" y="1430742"/>
                  </a:lnTo>
                  <a:lnTo>
                    <a:pt x="5400510" y="1430742"/>
                  </a:lnTo>
                  <a:lnTo>
                    <a:pt x="5401171" y="1430742"/>
                  </a:lnTo>
                  <a:lnTo>
                    <a:pt x="5401831" y="1430742"/>
                  </a:lnTo>
                  <a:lnTo>
                    <a:pt x="5402492" y="1430742"/>
                  </a:lnTo>
                  <a:lnTo>
                    <a:pt x="5403152" y="1430742"/>
                  </a:lnTo>
                  <a:lnTo>
                    <a:pt x="5403813" y="1430742"/>
                  </a:lnTo>
                  <a:lnTo>
                    <a:pt x="5404473" y="1430742"/>
                  </a:lnTo>
                  <a:lnTo>
                    <a:pt x="5405134" y="1406121"/>
                  </a:lnTo>
                  <a:lnTo>
                    <a:pt x="5405794" y="1362966"/>
                  </a:lnTo>
                  <a:lnTo>
                    <a:pt x="5406455" y="1309327"/>
                  </a:lnTo>
                  <a:lnTo>
                    <a:pt x="5407115" y="1293666"/>
                  </a:lnTo>
                  <a:lnTo>
                    <a:pt x="5407776" y="1278901"/>
                  </a:lnTo>
                  <a:lnTo>
                    <a:pt x="5408436" y="1278901"/>
                  </a:lnTo>
                  <a:lnTo>
                    <a:pt x="5409097" y="1309327"/>
                  </a:lnTo>
                  <a:lnTo>
                    <a:pt x="5409757" y="1362966"/>
                  </a:lnTo>
                  <a:lnTo>
                    <a:pt x="5410418" y="1383643"/>
                  </a:lnTo>
                  <a:lnTo>
                    <a:pt x="5411079" y="1406121"/>
                  </a:lnTo>
                  <a:lnTo>
                    <a:pt x="5411739" y="1430742"/>
                  </a:lnTo>
                  <a:lnTo>
                    <a:pt x="5412400" y="1430742"/>
                  </a:lnTo>
                  <a:lnTo>
                    <a:pt x="5413060" y="1430742"/>
                  </a:lnTo>
                  <a:lnTo>
                    <a:pt x="5413721" y="1430742"/>
                  </a:lnTo>
                  <a:lnTo>
                    <a:pt x="5414381" y="1430742"/>
                  </a:lnTo>
                  <a:lnTo>
                    <a:pt x="5415042" y="1430742"/>
                  </a:lnTo>
                  <a:lnTo>
                    <a:pt x="5415702" y="1430742"/>
                  </a:lnTo>
                  <a:lnTo>
                    <a:pt x="5416363" y="1430742"/>
                  </a:lnTo>
                  <a:lnTo>
                    <a:pt x="5417023" y="1430742"/>
                  </a:lnTo>
                  <a:lnTo>
                    <a:pt x="5417684" y="1406121"/>
                  </a:lnTo>
                  <a:lnTo>
                    <a:pt x="5418344" y="1362966"/>
                  </a:lnTo>
                  <a:lnTo>
                    <a:pt x="5419005" y="1343822"/>
                  </a:lnTo>
                  <a:lnTo>
                    <a:pt x="5419665" y="1343822"/>
                  </a:lnTo>
                  <a:lnTo>
                    <a:pt x="5420326" y="1343822"/>
                  </a:lnTo>
                  <a:lnTo>
                    <a:pt x="5420986" y="1362966"/>
                  </a:lnTo>
                  <a:lnTo>
                    <a:pt x="5421647" y="1406121"/>
                  </a:lnTo>
                  <a:lnTo>
                    <a:pt x="5422308" y="1430742"/>
                  </a:lnTo>
                  <a:lnTo>
                    <a:pt x="5422968" y="1430742"/>
                  </a:lnTo>
                  <a:lnTo>
                    <a:pt x="5423629" y="1430742"/>
                  </a:lnTo>
                  <a:lnTo>
                    <a:pt x="5424289" y="1430742"/>
                  </a:lnTo>
                  <a:lnTo>
                    <a:pt x="5424950" y="1430742"/>
                  </a:lnTo>
                  <a:lnTo>
                    <a:pt x="5425610" y="1430742"/>
                  </a:lnTo>
                  <a:lnTo>
                    <a:pt x="5426271" y="1430742"/>
                  </a:lnTo>
                  <a:lnTo>
                    <a:pt x="5426931" y="1430742"/>
                  </a:lnTo>
                  <a:lnTo>
                    <a:pt x="5427592" y="1430742"/>
                  </a:lnTo>
                  <a:lnTo>
                    <a:pt x="5428252" y="1430742"/>
                  </a:lnTo>
                  <a:lnTo>
                    <a:pt x="5428913" y="1430742"/>
                  </a:lnTo>
                  <a:lnTo>
                    <a:pt x="5429573" y="1430742"/>
                  </a:lnTo>
                  <a:lnTo>
                    <a:pt x="5430234" y="1430742"/>
                  </a:lnTo>
                  <a:lnTo>
                    <a:pt x="5430894" y="1430742"/>
                  </a:lnTo>
                  <a:lnTo>
                    <a:pt x="5431555" y="1430742"/>
                  </a:lnTo>
                  <a:lnTo>
                    <a:pt x="5432216" y="1430742"/>
                  </a:lnTo>
                  <a:lnTo>
                    <a:pt x="5432876" y="1430742"/>
                  </a:lnTo>
                  <a:lnTo>
                    <a:pt x="5433537" y="1430742"/>
                  </a:lnTo>
                  <a:lnTo>
                    <a:pt x="5434197" y="1430742"/>
                  </a:lnTo>
                  <a:lnTo>
                    <a:pt x="5434858" y="1430742"/>
                  </a:lnTo>
                  <a:lnTo>
                    <a:pt x="5435518" y="1430742"/>
                  </a:lnTo>
                  <a:lnTo>
                    <a:pt x="5436179" y="1430742"/>
                  </a:lnTo>
                  <a:lnTo>
                    <a:pt x="5436839" y="1430742"/>
                  </a:lnTo>
                  <a:lnTo>
                    <a:pt x="5437500" y="1430742"/>
                  </a:lnTo>
                  <a:lnTo>
                    <a:pt x="5438160" y="1430742"/>
                  </a:lnTo>
                  <a:lnTo>
                    <a:pt x="5438821" y="1430742"/>
                  </a:lnTo>
                  <a:lnTo>
                    <a:pt x="5439481" y="1430742"/>
                  </a:lnTo>
                  <a:lnTo>
                    <a:pt x="5440142" y="1430742"/>
                  </a:lnTo>
                  <a:lnTo>
                    <a:pt x="5440802" y="1421855"/>
                  </a:lnTo>
                  <a:lnTo>
                    <a:pt x="5441463" y="1398029"/>
                  </a:lnTo>
                  <a:lnTo>
                    <a:pt x="5442124" y="1356103"/>
                  </a:lnTo>
                  <a:lnTo>
                    <a:pt x="5442784" y="1337443"/>
                  </a:lnTo>
                  <a:lnTo>
                    <a:pt x="5443445" y="1337443"/>
                  </a:lnTo>
                  <a:lnTo>
                    <a:pt x="5444105" y="1343822"/>
                  </a:lnTo>
                  <a:lnTo>
                    <a:pt x="5444766" y="1362966"/>
                  </a:lnTo>
                  <a:lnTo>
                    <a:pt x="5445426" y="1406121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30742"/>
                  </a:lnTo>
                  <a:lnTo>
                    <a:pt x="5448729" y="1430742"/>
                  </a:lnTo>
                  <a:lnTo>
                    <a:pt x="5449389" y="1430742"/>
                  </a:lnTo>
                  <a:lnTo>
                    <a:pt x="5450050" y="1430742"/>
                  </a:lnTo>
                  <a:lnTo>
                    <a:pt x="5450710" y="1430742"/>
                  </a:lnTo>
                  <a:lnTo>
                    <a:pt x="5451371" y="1430742"/>
                  </a:lnTo>
                  <a:lnTo>
                    <a:pt x="5452032" y="1430742"/>
                  </a:lnTo>
                  <a:lnTo>
                    <a:pt x="5452692" y="1430742"/>
                  </a:lnTo>
                  <a:lnTo>
                    <a:pt x="5453353" y="1430742"/>
                  </a:lnTo>
                  <a:lnTo>
                    <a:pt x="5454013" y="1430742"/>
                  </a:lnTo>
                  <a:lnTo>
                    <a:pt x="5454674" y="1430742"/>
                  </a:lnTo>
                  <a:lnTo>
                    <a:pt x="5455334" y="1430742"/>
                  </a:lnTo>
                  <a:lnTo>
                    <a:pt x="5455995" y="1430742"/>
                  </a:lnTo>
                  <a:lnTo>
                    <a:pt x="5456655" y="1430742"/>
                  </a:lnTo>
                  <a:lnTo>
                    <a:pt x="5457316" y="1430742"/>
                  </a:lnTo>
                  <a:lnTo>
                    <a:pt x="5457976" y="1430742"/>
                  </a:lnTo>
                  <a:lnTo>
                    <a:pt x="5458637" y="1430742"/>
                  </a:lnTo>
                  <a:lnTo>
                    <a:pt x="5459297" y="1401466"/>
                  </a:lnTo>
                  <a:lnTo>
                    <a:pt x="5459958" y="1340158"/>
                  </a:lnTo>
                  <a:lnTo>
                    <a:pt x="5460618" y="1290645"/>
                  </a:lnTo>
                  <a:lnTo>
                    <a:pt x="5461279" y="1262228"/>
                  </a:lnTo>
                  <a:lnTo>
                    <a:pt x="5461939" y="1262228"/>
                  </a:lnTo>
                  <a:lnTo>
                    <a:pt x="5462600" y="1278901"/>
                  </a:lnTo>
                  <a:lnTo>
                    <a:pt x="5463261" y="1325999"/>
                  </a:lnTo>
                  <a:lnTo>
                    <a:pt x="5463921" y="1383643"/>
                  </a:lnTo>
                  <a:lnTo>
                    <a:pt x="5464582" y="1430742"/>
                  </a:lnTo>
                  <a:lnTo>
                    <a:pt x="5465242" y="1430742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30742"/>
                  </a:lnTo>
                  <a:lnTo>
                    <a:pt x="5468545" y="1430742"/>
                  </a:lnTo>
                  <a:lnTo>
                    <a:pt x="5469205" y="1430742"/>
                  </a:lnTo>
                  <a:lnTo>
                    <a:pt x="5469866" y="1430742"/>
                  </a:lnTo>
                  <a:lnTo>
                    <a:pt x="5470526" y="1430742"/>
                  </a:lnTo>
                  <a:lnTo>
                    <a:pt x="5471187" y="1430742"/>
                  </a:lnTo>
                  <a:lnTo>
                    <a:pt x="5471847" y="1430742"/>
                  </a:lnTo>
                  <a:lnTo>
                    <a:pt x="5472508" y="1430742"/>
                  </a:lnTo>
                  <a:lnTo>
                    <a:pt x="5473169" y="1430742"/>
                  </a:lnTo>
                  <a:lnTo>
                    <a:pt x="5473829" y="1430742"/>
                  </a:lnTo>
                  <a:lnTo>
                    <a:pt x="5474490" y="1430742"/>
                  </a:lnTo>
                  <a:lnTo>
                    <a:pt x="5475150" y="1430742"/>
                  </a:lnTo>
                  <a:lnTo>
                    <a:pt x="5475811" y="1430742"/>
                  </a:lnTo>
                  <a:lnTo>
                    <a:pt x="5476471" y="1430742"/>
                  </a:lnTo>
                  <a:lnTo>
                    <a:pt x="5477132" y="1430742"/>
                  </a:lnTo>
                  <a:lnTo>
                    <a:pt x="5477792" y="1430742"/>
                  </a:lnTo>
                  <a:lnTo>
                    <a:pt x="5478453" y="1430742"/>
                  </a:lnTo>
                  <a:lnTo>
                    <a:pt x="5479113" y="1430742"/>
                  </a:lnTo>
                  <a:lnTo>
                    <a:pt x="5479774" y="1430742"/>
                  </a:lnTo>
                  <a:lnTo>
                    <a:pt x="5480434" y="1430742"/>
                  </a:lnTo>
                  <a:lnTo>
                    <a:pt x="5481095" y="1430742"/>
                  </a:lnTo>
                  <a:lnTo>
                    <a:pt x="5481755" y="1430742"/>
                  </a:lnTo>
                  <a:lnTo>
                    <a:pt x="5482416" y="1430742"/>
                  </a:lnTo>
                  <a:lnTo>
                    <a:pt x="5483077" y="1430742"/>
                  </a:lnTo>
                  <a:lnTo>
                    <a:pt x="5483737" y="1430742"/>
                  </a:lnTo>
                  <a:lnTo>
                    <a:pt x="5484398" y="1430742"/>
                  </a:lnTo>
                  <a:lnTo>
                    <a:pt x="5485058" y="1430742"/>
                  </a:lnTo>
                  <a:lnTo>
                    <a:pt x="5485719" y="1406121"/>
                  </a:lnTo>
                  <a:lnTo>
                    <a:pt x="5486379" y="1383643"/>
                  </a:lnTo>
                  <a:lnTo>
                    <a:pt x="5487040" y="1343822"/>
                  </a:lnTo>
                  <a:lnTo>
                    <a:pt x="5487700" y="1325999"/>
                  </a:lnTo>
                  <a:lnTo>
                    <a:pt x="5488361" y="1309327"/>
                  </a:lnTo>
                  <a:lnTo>
                    <a:pt x="5489021" y="1325999"/>
                  </a:lnTo>
                  <a:lnTo>
                    <a:pt x="5489682" y="1343822"/>
                  </a:lnTo>
                  <a:lnTo>
                    <a:pt x="5490342" y="1383643"/>
                  </a:lnTo>
                  <a:lnTo>
                    <a:pt x="5491003" y="1406121"/>
                  </a:lnTo>
                  <a:lnTo>
                    <a:pt x="5491663" y="1430742"/>
                  </a:lnTo>
                  <a:lnTo>
                    <a:pt x="5492324" y="1430742"/>
                  </a:lnTo>
                  <a:lnTo>
                    <a:pt x="5492984" y="1430742"/>
                  </a:lnTo>
                  <a:lnTo>
                    <a:pt x="5493645" y="1430742"/>
                  </a:lnTo>
                  <a:lnTo>
                    <a:pt x="5494306" y="1430742"/>
                  </a:lnTo>
                  <a:lnTo>
                    <a:pt x="5494966" y="1430742"/>
                  </a:lnTo>
                  <a:lnTo>
                    <a:pt x="5495627" y="1406121"/>
                  </a:lnTo>
                  <a:lnTo>
                    <a:pt x="5496287" y="1364961"/>
                  </a:lnTo>
                  <a:lnTo>
                    <a:pt x="5496948" y="1345674"/>
                  </a:lnTo>
                  <a:lnTo>
                    <a:pt x="5497608" y="1327727"/>
                  </a:lnTo>
                  <a:lnTo>
                    <a:pt x="5498269" y="1327727"/>
                  </a:lnTo>
                  <a:lnTo>
                    <a:pt x="5498929" y="1345674"/>
                  </a:lnTo>
                  <a:lnTo>
                    <a:pt x="5499590" y="1383643"/>
                  </a:lnTo>
                  <a:lnTo>
                    <a:pt x="5500250" y="1406121"/>
                  </a:lnTo>
                  <a:lnTo>
                    <a:pt x="5500911" y="1430742"/>
                  </a:lnTo>
                  <a:lnTo>
                    <a:pt x="5501571" y="1430742"/>
                  </a:lnTo>
                  <a:lnTo>
                    <a:pt x="5502232" y="1430742"/>
                  </a:lnTo>
                  <a:lnTo>
                    <a:pt x="5502892" y="1430742"/>
                  </a:lnTo>
                  <a:lnTo>
                    <a:pt x="5503553" y="1430742"/>
                  </a:lnTo>
                  <a:lnTo>
                    <a:pt x="5504214" y="1430742"/>
                  </a:lnTo>
                  <a:lnTo>
                    <a:pt x="5504874" y="1430742"/>
                  </a:lnTo>
                  <a:lnTo>
                    <a:pt x="5505535" y="1430742"/>
                  </a:lnTo>
                  <a:lnTo>
                    <a:pt x="5506195" y="1430742"/>
                  </a:lnTo>
                  <a:lnTo>
                    <a:pt x="5506856" y="1430742"/>
                  </a:lnTo>
                  <a:lnTo>
                    <a:pt x="5507516" y="1430742"/>
                  </a:lnTo>
                  <a:lnTo>
                    <a:pt x="5508177" y="1430742"/>
                  </a:lnTo>
                  <a:lnTo>
                    <a:pt x="5508837" y="1430742"/>
                  </a:lnTo>
                  <a:lnTo>
                    <a:pt x="5509498" y="1430742"/>
                  </a:lnTo>
                  <a:lnTo>
                    <a:pt x="5510158" y="1430742"/>
                  </a:lnTo>
                  <a:lnTo>
                    <a:pt x="5510819" y="1430742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30742"/>
                  </a:lnTo>
                  <a:lnTo>
                    <a:pt x="5513461" y="1423106"/>
                  </a:lnTo>
                  <a:lnTo>
                    <a:pt x="5514122" y="1398029"/>
                  </a:lnTo>
                  <a:lnTo>
                    <a:pt x="5514782" y="1337443"/>
                  </a:lnTo>
                  <a:lnTo>
                    <a:pt x="5515443" y="1288402"/>
                  </a:lnTo>
                  <a:lnTo>
                    <a:pt x="5516103" y="1273926"/>
                  </a:lnTo>
                  <a:lnTo>
                    <a:pt x="5516764" y="1278184"/>
                  </a:lnTo>
                  <a:lnTo>
                    <a:pt x="5517424" y="1286917"/>
                  </a:lnTo>
                  <a:lnTo>
                    <a:pt x="5518085" y="1306118"/>
                  </a:lnTo>
                  <a:lnTo>
                    <a:pt x="5518745" y="1322578"/>
                  </a:lnTo>
                  <a:lnTo>
                    <a:pt x="5519406" y="1322578"/>
                  </a:lnTo>
                  <a:lnTo>
                    <a:pt x="5520066" y="1322578"/>
                  </a:lnTo>
                  <a:lnTo>
                    <a:pt x="5520727" y="1330341"/>
                  </a:lnTo>
                  <a:lnTo>
                    <a:pt x="5521387" y="1362966"/>
                  </a:lnTo>
                  <a:lnTo>
                    <a:pt x="5522048" y="1406121"/>
                  </a:lnTo>
                  <a:lnTo>
                    <a:pt x="5522708" y="1430742"/>
                  </a:lnTo>
                  <a:lnTo>
                    <a:pt x="5523369" y="1430742"/>
                  </a:lnTo>
                  <a:lnTo>
                    <a:pt x="5524030" y="1430742"/>
                  </a:lnTo>
                  <a:lnTo>
                    <a:pt x="5524690" y="1430742"/>
                  </a:lnTo>
                  <a:lnTo>
                    <a:pt x="5525351" y="1430742"/>
                  </a:lnTo>
                  <a:lnTo>
                    <a:pt x="5526011" y="1430742"/>
                  </a:lnTo>
                  <a:lnTo>
                    <a:pt x="5526672" y="1430742"/>
                  </a:lnTo>
                  <a:lnTo>
                    <a:pt x="5527332" y="1430742"/>
                  </a:lnTo>
                  <a:lnTo>
                    <a:pt x="5527993" y="1430742"/>
                  </a:lnTo>
                  <a:lnTo>
                    <a:pt x="5528653" y="1430742"/>
                  </a:lnTo>
                  <a:lnTo>
                    <a:pt x="5529314" y="1430742"/>
                  </a:lnTo>
                  <a:lnTo>
                    <a:pt x="5529974" y="1430742"/>
                  </a:lnTo>
                  <a:lnTo>
                    <a:pt x="5530635" y="1430742"/>
                  </a:lnTo>
                  <a:lnTo>
                    <a:pt x="5531295" y="1430742"/>
                  </a:lnTo>
                  <a:lnTo>
                    <a:pt x="5531956" y="1406121"/>
                  </a:lnTo>
                  <a:lnTo>
                    <a:pt x="5532616" y="1362966"/>
                  </a:lnTo>
                  <a:lnTo>
                    <a:pt x="5533277" y="1343822"/>
                  </a:lnTo>
                  <a:lnTo>
                    <a:pt x="5533937" y="1343822"/>
                  </a:lnTo>
                  <a:lnTo>
                    <a:pt x="5534598" y="1343822"/>
                  </a:lnTo>
                  <a:lnTo>
                    <a:pt x="5535259" y="1362966"/>
                  </a:lnTo>
                  <a:lnTo>
                    <a:pt x="5535919" y="1406121"/>
                  </a:lnTo>
                  <a:lnTo>
                    <a:pt x="5536580" y="1430742"/>
                  </a:lnTo>
                  <a:lnTo>
                    <a:pt x="5537240" y="1430742"/>
                  </a:lnTo>
                  <a:lnTo>
                    <a:pt x="5537901" y="1430742"/>
                  </a:lnTo>
                  <a:lnTo>
                    <a:pt x="5538561" y="1430742"/>
                  </a:lnTo>
                  <a:lnTo>
                    <a:pt x="5539222" y="1430742"/>
                  </a:lnTo>
                  <a:lnTo>
                    <a:pt x="5539882" y="1430742"/>
                  </a:lnTo>
                  <a:lnTo>
                    <a:pt x="5540543" y="1430742"/>
                  </a:lnTo>
                  <a:lnTo>
                    <a:pt x="5541203" y="1406121"/>
                  </a:lnTo>
                  <a:lnTo>
                    <a:pt x="5541864" y="1362966"/>
                  </a:lnTo>
                  <a:lnTo>
                    <a:pt x="5542524" y="1343822"/>
                  </a:lnTo>
                  <a:lnTo>
                    <a:pt x="5543185" y="1343822"/>
                  </a:lnTo>
                  <a:lnTo>
                    <a:pt x="5543845" y="1343822"/>
                  </a:lnTo>
                  <a:lnTo>
                    <a:pt x="5544506" y="1362966"/>
                  </a:lnTo>
                  <a:lnTo>
                    <a:pt x="5545167" y="1406121"/>
                  </a:lnTo>
                  <a:lnTo>
                    <a:pt x="5545827" y="1430742"/>
                  </a:lnTo>
                  <a:lnTo>
                    <a:pt x="5546488" y="1430742"/>
                  </a:lnTo>
                  <a:lnTo>
                    <a:pt x="5547148" y="1430742"/>
                  </a:lnTo>
                  <a:lnTo>
                    <a:pt x="5547809" y="1430742"/>
                  </a:lnTo>
                  <a:lnTo>
                    <a:pt x="5548469" y="1430742"/>
                  </a:lnTo>
                  <a:lnTo>
                    <a:pt x="5549130" y="1430742"/>
                  </a:lnTo>
                  <a:lnTo>
                    <a:pt x="5549790" y="1430742"/>
                  </a:lnTo>
                  <a:lnTo>
                    <a:pt x="5550451" y="1430742"/>
                  </a:lnTo>
                  <a:lnTo>
                    <a:pt x="5551111" y="1430742"/>
                  </a:lnTo>
                  <a:lnTo>
                    <a:pt x="5551772" y="1430742"/>
                  </a:lnTo>
                  <a:lnTo>
                    <a:pt x="5552432" y="1430742"/>
                  </a:lnTo>
                  <a:lnTo>
                    <a:pt x="5553093" y="1430742"/>
                  </a:lnTo>
                  <a:lnTo>
                    <a:pt x="5553753" y="1430742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430742"/>
                  </a:lnTo>
                  <a:lnTo>
                    <a:pt x="5557056" y="1430742"/>
                  </a:lnTo>
                  <a:lnTo>
                    <a:pt x="5557717" y="1423106"/>
                  </a:lnTo>
                  <a:lnTo>
                    <a:pt x="5558377" y="1399170"/>
                  </a:lnTo>
                  <a:lnTo>
                    <a:pt x="5559038" y="1357073"/>
                  </a:lnTo>
                  <a:lnTo>
                    <a:pt x="5559698" y="1338345"/>
                  </a:lnTo>
                  <a:lnTo>
                    <a:pt x="5560359" y="1338345"/>
                  </a:lnTo>
                  <a:lnTo>
                    <a:pt x="5561019" y="1343822"/>
                  </a:lnTo>
                  <a:lnTo>
                    <a:pt x="5561680" y="1362966"/>
                  </a:lnTo>
                  <a:lnTo>
                    <a:pt x="5562340" y="1406121"/>
                  </a:lnTo>
                  <a:lnTo>
                    <a:pt x="5563001" y="1430742"/>
                  </a:lnTo>
                  <a:lnTo>
                    <a:pt x="5563661" y="1430742"/>
                  </a:lnTo>
                  <a:lnTo>
                    <a:pt x="5564322" y="1430742"/>
                  </a:lnTo>
                  <a:lnTo>
                    <a:pt x="5564982" y="1430742"/>
                  </a:lnTo>
                  <a:lnTo>
                    <a:pt x="5565643" y="1430742"/>
                  </a:lnTo>
                  <a:lnTo>
                    <a:pt x="5566304" y="1430742"/>
                  </a:lnTo>
                  <a:lnTo>
                    <a:pt x="5566964" y="1430742"/>
                  </a:lnTo>
                  <a:lnTo>
                    <a:pt x="5567625" y="1430742"/>
                  </a:lnTo>
                  <a:lnTo>
                    <a:pt x="5568285" y="1430742"/>
                  </a:lnTo>
                  <a:lnTo>
                    <a:pt x="5568946" y="1430742"/>
                  </a:lnTo>
                  <a:lnTo>
                    <a:pt x="5569606" y="1430742"/>
                  </a:lnTo>
                  <a:lnTo>
                    <a:pt x="5570267" y="1430742"/>
                  </a:lnTo>
                  <a:lnTo>
                    <a:pt x="5570927" y="1406121"/>
                  </a:lnTo>
                  <a:lnTo>
                    <a:pt x="5571588" y="1362966"/>
                  </a:lnTo>
                  <a:lnTo>
                    <a:pt x="5572248" y="1343822"/>
                  </a:lnTo>
                  <a:lnTo>
                    <a:pt x="5572909" y="1325999"/>
                  </a:lnTo>
                  <a:lnTo>
                    <a:pt x="5573569" y="1325999"/>
                  </a:lnTo>
                  <a:lnTo>
                    <a:pt x="5574230" y="1343822"/>
                  </a:lnTo>
                  <a:lnTo>
                    <a:pt x="5574890" y="1383643"/>
                  </a:lnTo>
                  <a:lnTo>
                    <a:pt x="5575551" y="1406121"/>
                  </a:lnTo>
                  <a:lnTo>
                    <a:pt x="5576212" y="1430742"/>
                  </a:lnTo>
                  <a:lnTo>
                    <a:pt x="5576872" y="1430742"/>
                  </a:lnTo>
                  <a:lnTo>
                    <a:pt x="5577533" y="1430742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30742"/>
                  </a:lnTo>
                  <a:lnTo>
                    <a:pt x="5580175" y="1430742"/>
                  </a:lnTo>
                  <a:lnTo>
                    <a:pt x="5580835" y="1430742"/>
                  </a:lnTo>
                  <a:lnTo>
                    <a:pt x="5581496" y="1430742"/>
                  </a:lnTo>
                  <a:lnTo>
                    <a:pt x="5582156" y="1430742"/>
                  </a:lnTo>
                  <a:lnTo>
                    <a:pt x="5582817" y="1430742"/>
                  </a:lnTo>
                  <a:lnTo>
                    <a:pt x="5583477" y="1430742"/>
                  </a:lnTo>
                  <a:lnTo>
                    <a:pt x="5584138" y="1430742"/>
                  </a:lnTo>
                  <a:lnTo>
                    <a:pt x="5584798" y="1430742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30742"/>
                  </a:lnTo>
                  <a:lnTo>
                    <a:pt x="5590083" y="1430742"/>
                  </a:lnTo>
                  <a:lnTo>
                    <a:pt x="5590743" y="1430742"/>
                  </a:lnTo>
                  <a:lnTo>
                    <a:pt x="5591404" y="1430742"/>
                  </a:lnTo>
                  <a:lnTo>
                    <a:pt x="5592064" y="1430742"/>
                  </a:lnTo>
                  <a:lnTo>
                    <a:pt x="5592725" y="1430742"/>
                  </a:lnTo>
                  <a:lnTo>
                    <a:pt x="5593385" y="1430742"/>
                  </a:lnTo>
                  <a:lnTo>
                    <a:pt x="5594046" y="1430742"/>
                  </a:lnTo>
                  <a:lnTo>
                    <a:pt x="5594706" y="1430742"/>
                  </a:lnTo>
                  <a:lnTo>
                    <a:pt x="5595367" y="1430742"/>
                  </a:lnTo>
                  <a:lnTo>
                    <a:pt x="5596028" y="1430742"/>
                  </a:lnTo>
                  <a:lnTo>
                    <a:pt x="5596688" y="1430742"/>
                  </a:lnTo>
                  <a:lnTo>
                    <a:pt x="5597349" y="1430742"/>
                  </a:lnTo>
                  <a:lnTo>
                    <a:pt x="5598009" y="1430742"/>
                  </a:lnTo>
                  <a:lnTo>
                    <a:pt x="5598670" y="1430742"/>
                  </a:lnTo>
                  <a:lnTo>
                    <a:pt x="5599330" y="1430742"/>
                  </a:lnTo>
                  <a:lnTo>
                    <a:pt x="5599991" y="1430742"/>
                  </a:lnTo>
                  <a:lnTo>
                    <a:pt x="5600651" y="1430742"/>
                  </a:lnTo>
                  <a:lnTo>
                    <a:pt x="5601312" y="1430742"/>
                  </a:lnTo>
                  <a:lnTo>
                    <a:pt x="5601972" y="1398029"/>
                  </a:lnTo>
                  <a:lnTo>
                    <a:pt x="5602633" y="1356103"/>
                  </a:lnTo>
                  <a:lnTo>
                    <a:pt x="5603293" y="1337443"/>
                  </a:lnTo>
                  <a:lnTo>
                    <a:pt x="5603954" y="1337443"/>
                  </a:lnTo>
                  <a:lnTo>
                    <a:pt x="5604614" y="1337443"/>
                  </a:lnTo>
                  <a:lnTo>
                    <a:pt x="5605275" y="1362966"/>
                  </a:lnTo>
                  <a:lnTo>
                    <a:pt x="5605935" y="1406121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430742"/>
                  </a:lnTo>
                  <a:lnTo>
                    <a:pt x="5608578" y="1430742"/>
                  </a:lnTo>
                  <a:lnTo>
                    <a:pt x="5609238" y="1430742"/>
                  </a:lnTo>
                  <a:lnTo>
                    <a:pt x="5609899" y="1430742"/>
                  </a:lnTo>
                  <a:lnTo>
                    <a:pt x="5610559" y="1430742"/>
                  </a:lnTo>
                  <a:lnTo>
                    <a:pt x="5611220" y="1430742"/>
                  </a:lnTo>
                  <a:lnTo>
                    <a:pt x="5611880" y="1430742"/>
                  </a:lnTo>
                  <a:lnTo>
                    <a:pt x="5612541" y="1430742"/>
                  </a:lnTo>
                  <a:lnTo>
                    <a:pt x="5613201" y="1406121"/>
                  </a:lnTo>
                  <a:lnTo>
                    <a:pt x="5613862" y="1362966"/>
                  </a:lnTo>
                  <a:lnTo>
                    <a:pt x="5614522" y="1293666"/>
                  </a:lnTo>
                  <a:lnTo>
                    <a:pt x="5615183" y="1215579"/>
                  </a:lnTo>
                  <a:lnTo>
                    <a:pt x="5615843" y="1164763"/>
                  </a:lnTo>
                  <a:lnTo>
                    <a:pt x="5616504" y="1146940"/>
                  </a:lnTo>
                  <a:lnTo>
                    <a:pt x="5617165" y="1138469"/>
                  </a:lnTo>
                  <a:lnTo>
                    <a:pt x="5617825" y="1130672"/>
                  </a:lnTo>
                  <a:lnTo>
                    <a:pt x="5618486" y="1138886"/>
                  </a:lnTo>
                  <a:lnTo>
                    <a:pt x="5619146" y="1156144"/>
                  </a:lnTo>
                  <a:lnTo>
                    <a:pt x="5619807" y="1165225"/>
                  </a:lnTo>
                  <a:lnTo>
                    <a:pt x="5620467" y="1165225"/>
                  </a:lnTo>
                  <a:lnTo>
                    <a:pt x="5621128" y="1174158"/>
                  </a:lnTo>
                  <a:lnTo>
                    <a:pt x="5621788" y="1194039"/>
                  </a:lnTo>
                  <a:lnTo>
                    <a:pt x="5622449" y="1215579"/>
                  </a:lnTo>
                  <a:lnTo>
                    <a:pt x="5623109" y="1239079"/>
                  </a:lnTo>
                  <a:lnTo>
                    <a:pt x="5623770" y="1278901"/>
                  </a:lnTo>
                  <a:lnTo>
                    <a:pt x="5624430" y="1343822"/>
                  </a:lnTo>
                  <a:lnTo>
                    <a:pt x="5625091" y="1406121"/>
                  </a:lnTo>
                  <a:lnTo>
                    <a:pt x="5625751" y="1430742"/>
                  </a:lnTo>
                  <a:lnTo>
                    <a:pt x="5626412" y="1430742"/>
                  </a:lnTo>
                  <a:lnTo>
                    <a:pt x="5627073" y="1430742"/>
                  </a:lnTo>
                  <a:lnTo>
                    <a:pt x="5627733" y="1430742"/>
                  </a:lnTo>
                  <a:lnTo>
                    <a:pt x="5628394" y="1430742"/>
                  </a:lnTo>
                  <a:lnTo>
                    <a:pt x="5629054" y="1430742"/>
                  </a:lnTo>
                  <a:lnTo>
                    <a:pt x="5629715" y="1430742"/>
                  </a:lnTo>
                  <a:lnTo>
                    <a:pt x="5630375" y="1430742"/>
                  </a:lnTo>
                  <a:lnTo>
                    <a:pt x="5631036" y="1430742"/>
                  </a:lnTo>
                  <a:lnTo>
                    <a:pt x="5631696" y="1430742"/>
                  </a:lnTo>
                  <a:lnTo>
                    <a:pt x="5632357" y="1430742"/>
                  </a:lnTo>
                  <a:lnTo>
                    <a:pt x="5633017" y="1430742"/>
                  </a:lnTo>
                  <a:lnTo>
                    <a:pt x="5633678" y="1430742"/>
                  </a:lnTo>
                  <a:lnTo>
                    <a:pt x="5634338" y="1430742"/>
                  </a:lnTo>
                  <a:lnTo>
                    <a:pt x="5634999" y="1430742"/>
                  </a:lnTo>
                  <a:lnTo>
                    <a:pt x="5635659" y="1430742"/>
                  </a:lnTo>
                  <a:lnTo>
                    <a:pt x="5636320" y="1430742"/>
                  </a:lnTo>
                  <a:lnTo>
                    <a:pt x="5636980" y="1430742"/>
                  </a:lnTo>
                  <a:lnTo>
                    <a:pt x="5637641" y="1430742"/>
                  </a:lnTo>
                  <a:lnTo>
                    <a:pt x="5638302" y="1430742"/>
                  </a:lnTo>
                  <a:lnTo>
                    <a:pt x="5638962" y="1430742"/>
                  </a:lnTo>
                  <a:lnTo>
                    <a:pt x="5639623" y="1430742"/>
                  </a:lnTo>
                  <a:lnTo>
                    <a:pt x="5640283" y="1430742"/>
                  </a:lnTo>
                  <a:lnTo>
                    <a:pt x="5640944" y="1430742"/>
                  </a:lnTo>
                  <a:lnTo>
                    <a:pt x="5641604" y="1430742"/>
                  </a:lnTo>
                  <a:lnTo>
                    <a:pt x="5642265" y="1430742"/>
                  </a:lnTo>
                  <a:lnTo>
                    <a:pt x="5642925" y="1430742"/>
                  </a:lnTo>
                  <a:lnTo>
                    <a:pt x="5643586" y="1430742"/>
                  </a:lnTo>
                  <a:lnTo>
                    <a:pt x="5644246" y="1430742"/>
                  </a:lnTo>
                  <a:lnTo>
                    <a:pt x="5644907" y="1430742"/>
                  </a:lnTo>
                  <a:lnTo>
                    <a:pt x="5645567" y="1430742"/>
                  </a:lnTo>
                  <a:lnTo>
                    <a:pt x="5646228" y="1430742"/>
                  </a:lnTo>
                  <a:lnTo>
                    <a:pt x="5646888" y="1430742"/>
                  </a:lnTo>
                  <a:lnTo>
                    <a:pt x="5647549" y="1430742"/>
                  </a:lnTo>
                  <a:lnTo>
                    <a:pt x="5648210" y="1430742"/>
                  </a:lnTo>
                  <a:lnTo>
                    <a:pt x="5648870" y="1430742"/>
                  </a:lnTo>
                  <a:lnTo>
                    <a:pt x="5649531" y="1406121"/>
                  </a:lnTo>
                  <a:lnTo>
                    <a:pt x="5650191" y="1362966"/>
                  </a:lnTo>
                  <a:lnTo>
                    <a:pt x="5650852" y="1343822"/>
                  </a:lnTo>
                  <a:lnTo>
                    <a:pt x="5651512" y="1309327"/>
                  </a:lnTo>
                  <a:lnTo>
                    <a:pt x="5652173" y="1251683"/>
                  </a:lnTo>
                  <a:lnTo>
                    <a:pt x="5652833" y="1214458"/>
                  </a:lnTo>
                  <a:lnTo>
                    <a:pt x="5653494" y="1214458"/>
                  </a:lnTo>
                  <a:lnTo>
                    <a:pt x="5654154" y="1225890"/>
                  </a:lnTo>
                  <a:lnTo>
                    <a:pt x="5654815" y="1250395"/>
                  </a:lnTo>
                  <a:lnTo>
                    <a:pt x="5655475" y="1307718"/>
                  </a:lnTo>
                  <a:lnTo>
                    <a:pt x="5656136" y="1383643"/>
                  </a:lnTo>
                  <a:lnTo>
                    <a:pt x="5656796" y="1430742"/>
                  </a:lnTo>
                  <a:lnTo>
                    <a:pt x="5657457" y="1430742"/>
                  </a:lnTo>
                  <a:lnTo>
                    <a:pt x="5658118" y="1430742"/>
                  </a:lnTo>
                  <a:lnTo>
                    <a:pt x="5658778" y="1430742"/>
                  </a:lnTo>
                  <a:lnTo>
                    <a:pt x="5659439" y="1430742"/>
                  </a:lnTo>
                  <a:lnTo>
                    <a:pt x="5660099" y="1430742"/>
                  </a:lnTo>
                  <a:lnTo>
                    <a:pt x="5660760" y="1406121"/>
                  </a:lnTo>
                  <a:lnTo>
                    <a:pt x="5661420" y="1362966"/>
                  </a:lnTo>
                  <a:lnTo>
                    <a:pt x="5662081" y="1325999"/>
                  </a:lnTo>
                  <a:lnTo>
                    <a:pt x="5662741" y="1294427"/>
                  </a:lnTo>
                  <a:lnTo>
                    <a:pt x="5663402" y="1265614"/>
                  </a:lnTo>
                  <a:lnTo>
                    <a:pt x="5664062" y="1265614"/>
                  </a:lnTo>
                  <a:lnTo>
                    <a:pt x="5664723" y="1265614"/>
                  </a:lnTo>
                  <a:lnTo>
                    <a:pt x="5665383" y="1239695"/>
                  </a:lnTo>
                  <a:lnTo>
                    <a:pt x="5666044" y="1239079"/>
                  </a:lnTo>
                  <a:lnTo>
                    <a:pt x="5666704" y="1264933"/>
                  </a:lnTo>
                  <a:lnTo>
                    <a:pt x="5667365" y="1278901"/>
                  </a:lnTo>
                  <a:lnTo>
                    <a:pt x="5668026" y="1309327"/>
                  </a:lnTo>
                  <a:lnTo>
                    <a:pt x="5668686" y="1383643"/>
                  </a:lnTo>
                  <a:lnTo>
                    <a:pt x="5669347" y="1430742"/>
                  </a:lnTo>
                  <a:lnTo>
                    <a:pt x="5670007" y="1430742"/>
                  </a:lnTo>
                  <a:lnTo>
                    <a:pt x="5670668" y="1430742"/>
                  </a:lnTo>
                  <a:lnTo>
                    <a:pt x="5671328" y="1430742"/>
                  </a:lnTo>
                  <a:lnTo>
                    <a:pt x="5671989" y="1430742"/>
                  </a:lnTo>
                  <a:lnTo>
                    <a:pt x="5672649" y="1430742"/>
                  </a:lnTo>
                  <a:lnTo>
                    <a:pt x="5673310" y="1430742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06121"/>
                  </a:lnTo>
                  <a:lnTo>
                    <a:pt x="5675952" y="1362966"/>
                  </a:lnTo>
                  <a:lnTo>
                    <a:pt x="5676612" y="1334757"/>
                  </a:lnTo>
                  <a:lnTo>
                    <a:pt x="5677273" y="1301378"/>
                  </a:lnTo>
                  <a:lnTo>
                    <a:pt x="5677933" y="1245304"/>
                  </a:lnTo>
                  <a:lnTo>
                    <a:pt x="5678594" y="1221256"/>
                  </a:lnTo>
                  <a:lnTo>
                    <a:pt x="5679255" y="1212231"/>
                  </a:lnTo>
                  <a:lnTo>
                    <a:pt x="5679915" y="1217835"/>
                  </a:lnTo>
                  <a:lnTo>
                    <a:pt x="5680576" y="1235415"/>
                  </a:lnTo>
                  <a:lnTo>
                    <a:pt x="5681236" y="1274631"/>
                  </a:lnTo>
                  <a:lnTo>
                    <a:pt x="5681897" y="1289147"/>
                  </a:lnTo>
                  <a:lnTo>
                    <a:pt x="5682557" y="1317529"/>
                  </a:lnTo>
                  <a:lnTo>
                    <a:pt x="5683218" y="1334757"/>
                  </a:lnTo>
                  <a:lnTo>
                    <a:pt x="5683878" y="1325999"/>
                  </a:lnTo>
                  <a:lnTo>
                    <a:pt x="5684539" y="1264933"/>
                  </a:lnTo>
                  <a:lnTo>
                    <a:pt x="5685199" y="1203510"/>
                  </a:lnTo>
                  <a:lnTo>
                    <a:pt x="5685860" y="1147803"/>
                  </a:lnTo>
                  <a:lnTo>
                    <a:pt x="5686520" y="1100920"/>
                  </a:lnTo>
                  <a:lnTo>
                    <a:pt x="5687181" y="1086896"/>
                  </a:lnTo>
                  <a:lnTo>
                    <a:pt x="5687841" y="1108228"/>
                  </a:lnTo>
                  <a:lnTo>
                    <a:pt x="5688502" y="1167080"/>
                  </a:lnTo>
                  <a:lnTo>
                    <a:pt x="5689163" y="1239695"/>
                  </a:lnTo>
                  <a:lnTo>
                    <a:pt x="5689823" y="1309327"/>
                  </a:lnTo>
                  <a:lnTo>
                    <a:pt x="5690484" y="1325999"/>
                  </a:lnTo>
                  <a:lnTo>
                    <a:pt x="5691144" y="1343822"/>
                  </a:lnTo>
                  <a:lnTo>
                    <a:pt x="5691805" y="1343822"/>
                  </a:lnTo>
                  <a:lnTo>
                    <a:pt x="5692465" y="1343822"/>
                  </a:lnTo>
                  <a:lnTo>
                    <a:pt x="5693126" y="1362966"/>
                  </a:lnTo>
                  <a:lnTo>
                    <a:pt x="5693786" y="1406121"/>
                  </a:lnTo>
                  <a:lnTo>
                    <a:pt x="5694447" y="1430742"/>
                  </a:lnTo>
                  <a:lnTo>
                    <a:pt x="5695107" y="1430742"/>
                  </a:lnTo>
                  <a:lnTo>
                    <a:pt x="5695768" y="1430742"/>
                  </a:lnTo>
                  <a:lnTo>
                    <a:pt x="5696428" y="1430742"/>
                  </a:lnTo>
                  <a:lnTo>
                    <a:pt x="5697089" y="1430742"/>
                  </a:lnTo>
                  <a:lnTo>
                    <a:pt x="5697749" y="1430742"/>
                  </a:lnTo>
                  <a:lnTo>
                    <a:pt x="5698410" y="1430742"/>
                  </a:lnTo>
                  <a:lnTo>
                    <a:pt x="5699071" y="1430742"/>
                  </a:lnTo>
                  <a:lnTo>
                    <a:pt x="5699731" y="1383643"/>
                  </a:lnTo>
                  <a:lnTo>
                    <a:pt x="5700392" y="1293666"/>
                  </a:lnTo>
                  <a:lnTo>
                    <a:pt x="5701052" y="1217269"/>
                  </a:lnTo>
                  <a:lnTo>
                    <a:pt x="5701713" y="1147803"/>
                  </a:lnTo>
                  <a:lnTo>
                    <a:pt x="5702373" y="1100560"/>
                  </a:lnTo>
                  <a:lnTo>
                    <a:pt x="5703034" y="1100560"/>
                  </a:lnTo>
                  <a:lnTo>
                    <a:pt x="5703694" y="1139304"/>
                  </a:lnTo>
                  <a:lnTo>
                    <a:pt x="5704355" y="1193523"/>
                  </a:lnTo>
                  <a:lnTo>
                    <a:pt x="5705015" y="1278901"/>
                  </a:lnTo>
                  <a:lnTo>
                    <a:pt x="5705676" y="1383643"/>
                  </a:lnTo>
                  <a:lnTo>
                    <a:pt x="5706336" y="1430742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06121"/>
                  </a:lnTo>
                  <a:lnTo>
                    <a:pt x="5708978" y="1362966"/>
                  </a:lnTo>
                  <a:lnTo>
                    <a:pt x="5709639" y="1343822"/>
                  </a:lnTo>
                  <a:lnTo>
                    <a:pt x="5710300" y="1325999"/>
                  </a:lnTo>
                  <a:lnTo>
                    <a:pt x="5710960" y="1325140"/>
                  </a:lnTo>
                  <a:lnTo>
                    <a:pt x="5711621" y="1325140"/>
                  </a:lnTo>
                  <a:lnTo>
                    <a:pt x="5712281" y="1308521"/>
                  </a:lnTo>
                  <a:lnTo>
                    <a:pt x="5712942" y="1278184"/>
                  </a:lnTo>
                  <a:lnTo>
                    <a:pt x="5713602" y="1278184"/>
                  </a:lnTo>
                  <a:lnTo>
                    <a:pt x="5714263" y="1264933"/>
                  </a:lnTo>
                  <a:lnTo>
                    <a:pt x="5714923" y="1239079"/>
                  </a:lnTo>
                  <a:lnTo>
                    <a:pt x="5715584" y="1227062"/>
                  </a:lnTo>
                  <a:lnTo>
                    <a:pt x="5716244" y="1235415"/>
                  </a:lnTo>
                  <a:lnTo>
                    <a:pt x="5716905" y="1223563"/>
                  </a:lnTo>
                  <a:lnTo>
                    <a:pt x="5717565" y="1223563"/>
                  </a:lnTo>
                  <a:lnTo>
                    <a:pt x="5718226" y="1247837"/>
                  </a:lnTo>
                  <a:lnTo>
                    <a:pt x="5718886" y="1289147"/>
                  </a:lnTo>
                  <a:lnTo>
                    <a:pt x="5719547" y="1293666"/>
                  </a:lnTo>
                  <a:lnTo>
                    <a:pt x="5720208" y="1309327"/>
                  </a:lnTo>
                  <a:lnTo>
                    <a:pt x="5720868" y="1319201"/>
                  </a:lnTo>
                  <a:lnTo>
                    <a:pt x="5721529" y="1336545"/>
                  </a:lnTo>
                  <a:lnTo>
                    <a:pt x="5722189" y="1319201"/>
                  </a:lnTo>
                  <a:lnTo>
                    <a:pt x="5722850" y="1319201"/>
                  </a:lnTo>
                  <a:lnTo>
                    <a:pt x="5723510" y="1319201"/>
                  </a:lnTo>
                  <a:lnTo>
                    <a:pt x="5724171" y="1325999"/>
                  </a:lnTo>
                  <a:lnTo>
                    <a:pt x="5724831" y="1325999"/>
                  </a:lnTo>
                  <a:lnTo>
                    <a:pt x="5725492" y="1362966"/>
                  </a:lnTo>
                  <a:lnTo>
                    <a:pt x="5726152" y="1406121"/>
                  </a:lnTo>
                  <a:lnTo>
                    <a:pt x="5726813" y="1430742"/>
                  </a:lnTo>
                  <a:lnTo>
                    <a:pt x="5727473" y="1430742"/>
                  </a:lnTo>
                  <a:lnTo>
                    <a:pt x="5728134" y="1430742"/>
                  </a:lnTo>
                  <a:lnTo>
                    <a:pt x="5728794" y="1430742"/>
                  </a:lnTo>
                  <a:lnTo>
                    <a:pt x="5729455" y="1430742"/>
                  </a:lnTo>
                  <a:lnTo>
                    <a:pt x="5730116" y="1430742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30742"/>
                  </a:lnTo>
                  <a:lnTo>
                    <a:pt x="5735400" y="1430742"/>
                  </a:lnTo>
                  <a:lnTo>
                    <a:pt x="5736060" y="1430742"/>
                  </a:lnTo>
                  <a:lnTo>
                    <a:pt x="5736721" y="1430742"/>
                  </a:lnTo>
                  <a:lnTo>
                    <a:pt x="5737381" y="1430742"/>
                  </a:lnTo>
                  <a:lnTo>
                    <a:pt x="5738042" y="1430742"/>
                  </a:lnTo>
                  <a:lnTo>
                    <a:pt x="5738702" y="1430742"/>
                  </a:lnTo>
                  <a:lnTo>
                    <a:pt x="5739363" y="1430742"/>
                  </a:lnTo>
                  <a:lnTo>
                    <a:pt x="5740024" y="1430742"/>
                  </a:lnTo>
                  <a:lnTo>
                    <a:pt x="5740684" y="1430742"/>
                  </a:lnTo>
                  <a:lnTo>
                    <a:pt x="5741345" y="1430742"/>
                  </a:lnTo>
                  <a:lnTo>
                    <a:pt x="5742005" y="1430742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06121"/>
                  </a:lnTo>
                  <a:lnTo>
                    <a:pt x="5745308" y="1383643"/>
                  </a:lnTo>
                  <a:lnTo>
                    <a:pt x="5745968" y="1343822"/>
                  </a:lnTo>
                  <a:lnTo>
                    <a:pt x="5746629" y="1325999"/>
                  </a:lnTo>
                  <a:lnTo>
                    <a:pt x="5747289" y="1325999"/>
                  </a:lnTo>
                  <a:lnTo>
                    <a:pt x="5747950" y="1343822"/>
                  </a:lnTo>
                  <a:lnTo>
                    <a:pt x="5748610" y="1362966"/>
                  </a:lnTo>
                  <a:lnTo>
                    <a:pt x="5749271" y="1406121"/>
                  </a:lnTo>
                  <a:lnTo>
                    <a:pt x="5749931" y="1430742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430742"/>
                  </a:lnTo>
                  <a:lnTo>
                    <a:pt x="5753234" y="1430742"/>
                  </a:lnTo>
                  <a:lnTo>
                    <a:pt x="5753895" y="1430742"/>
                  </a:lnTo>
                  <a:lnTo>
                    <a:pt x="5754555" y="1430742"/>
                  </a:lnTo>
                  <a:lnTo>
                    <a:pt x="5755216" y="1430742"/>
                  </a:lnTo>
                  <a:lnTo>
                    <a:pt x="5755876" y="1430742"/>
                  </a:lnTo>
                  <a:lnTo>
                    <a:pt x="5756537" y="1406121"/>
                  </a:lnTo>
                  <a:lnTo>
                    <a:pt x="5757197" y="1383643"/>
                  </a:lnTo>
                  <a:lnTo>
                    <a:pt x="5757858" y="1343822"/>
                  </a:lnTo>
                  <a:lnTo>
                    <a:pt x="5758518" y="1293666"/>
                  </a:lnTo>
                  <a:lnTo>
                    <a:pt x="5759179" y="1264933"/>
                  </a:lnTo>
                  <a:lnTo>
                    <a:pt x="5759839" y="1264933"/>
                  </a:lnTo>
                  <a:lnTo>
                    <a:pt x="5760500" y="1278901"/>
                  </a:lnTo>
                  <a:lnTo>
                    <a:pt x="5761161" y="1309327"/>
                  </a:lnTo>
                  <a:lnTo>
                    <a:pt x="5761821" y="1362966"/>
                  </a:lnTo>
                  <a:lnTo>
                    <a:pt x="5762482" y="1406121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06121"/>
                  </a:lnTo>
                  <a:lnTo>
                    <a:pt x="5765784" y="1383643"/>
                  </a:lnTo>
                  <a:lnTo>
                    <a:pt x="5766445" y="1362966"/>
                  </a:lnTo>
                  <a:lnTo>
                    <a:pt x="5767105" y="1343822"/>
                  </a:lnTo>
                  <a:lnTo>
                    <a:pt x="5767766" y="1325999"/>
                  </a:lnTo>
                  <a:lnTo>
                    <a:pt x="5768426" y="1325999"/>
                  </a:lnTo>
                  <a:lnTo>
                    <a:pt x="5769087" y="1309327"/>
                  </a:lnTo>
                  <a:lnTo>
                    <a:pt x="5769747" y="1309327"/>
                  </a:lnTo>
                  <a:lnTo>
                    <a:pt x="5770408" y="1325999"/>
                  </a:lnTo>
                  <a:lnTo>
                    <a:pt x="5771069" y="1343822"/>
                  </a:lnTo>
                  <a:lnTo>
                    <a:pt x="5771729" y="1362966"/>
                  </a:lnTo>
                  <a:lnTo>
                    <a:pt x="5772390" y="1406121"/>
                  </a:lnTo>
                  <a:lnTo>
                    <a:pt x="5773050" y="1430742"/>
                  </a:lnTo>
                  <a:lnTo>
                    <a:pt x="5773711" y="1430742"/>
                  </a:lnTo>
                  <a:lnTo>
                    <a:pt x="5774371" y="1430742"/>
                  </a:lnTo>
                  <a:lnTo>
                    <a:pt x="5775032" y="1430742"/>
                  </a:lnTo>
                  <a:lnTo>
                    <a:pt x="5775692" y="1430742"/>
                  </a:lnTo>
                  <a:lnTo>
                    <a:pt x="5776353" y="1430742"/>
                  </a:lnTo>
                  <a:lnTo>
                    <a:pt x="5777013" y="1430742"/>
                  </a:lnTo>
                  <a:lnTo>
                    <a:pt x="5777674" y="1430742"/>
                  </a:lnTo>
                  <a:lnTo>
                    <a:pt x="5778334" y="1430742"/>
                  </a:lnTo>
                  <a:lnTo>
                    <a:pt x="5778995" y="1430742"/>
                  </a:lnTo>
                  <a:lnTo>
                    <a:pt x="5779655" y="1406121"/>
                  </a:lnTo>
                  <a:lnTo>
                    <a:pt x="5780316" y="1343822"/>
                  </a:lnTo>
                  <a:lnTo>
                    <a:pt x="5780976" y="1278901"/>
                  </a:lnTo>
                  <a:lnTo>
                    <a:pt x="5781637" y="1207289"/>
                  </a:lnTo>
                  <a:lnTo>
                    <a:pt x="5782298" y="1167080"/>
                  </a:lnTo>
                  <a:lnTo>
                    <a:pt x="5782958" y="1149102"/>
                  </a:lnTo>
                  <a:lnTo>
                    <a:pt x="5783619" y="1167080"/>
                  </a:lnTo>
                  <a:lnTo>
                    <a:pt x="5784279" y="1207289"/>
                  </a:lnTo>
                  <a:lnTo>
                    <a:pt x="5784940" y="1251683"/>
                  </a:lnTo>
                  <a:lnTo>
                    <a:pt x="5785600" y="1264933"/>
                  </a:lnTo>
                  <a:lnTo>
                    <a:pt x="5786261" y="1278901"/>
                  </a:lnTo>
                  <a:lnTo>
                    <a:pt x="5786921" y="1264933"/>
                  </a:lnTo>
                  <a:lnTo>
                    <a:pt x="5787582" y="1251683"/>
                  </a:lnTo>
                  <a:lnTo>
                    <a:pt x="5788242" y="1278901"/>
                  </a:lnTo>
                  <a:lnTo>
                    <a:pt x="5788903" y="1325999"/>
                  </a:lnTo>
                  <a:lnTo>
                    <a:pt x="5789563" y="1362966"/>
                  </a:lnTo>
                  <a:lnTo>
                    <a:pt x="5790224" y="1406121"/>
                  </a:lnTo>
                  <a:lnTo>
                    <a:pt x="5790884" y="1430742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30742"/>
                  </a:lnTo>
                  <a:lnTo>
                    <a:pt x="5793527" y="1430742"/>
                  </a:lnTo>
                  <a:lnTo>
                    <a:pt x="5794187" y="1430742"/>
                  </a:lnTo>
                  <a:lnTo>
                    <a:pt x="5794848" y="1406121"/>
                  </a:lnTo>
                  <a:lnTo>
                    <a:pt x="5795508" y="1383643"/>
                  </a:lnTo>
                  <a:lnTo>
                    <a:pt x="5796169" y="1362966"/>
                  </a:lnTo>
                  <a:lnTo>
                    <a:pt x="5796829" y="1343822"/>
                  </a:lnTo>
                  <a:lnTo>
                    <a:pt x="5797490" y="1325999"/>
                  </a:lnTo>
                  <a:lnTo>
                    <a:pt x="5798150" y="1309327"/>
                  </a:lnTo>
                  <a:lnTo>
                    <a:pt x="5798811" y="1264933"/>
                  </a:lnTo>
                  <a:lnTo>
                    <a:pt x="5799471" y="1239079"/>
                  </a:lnTo>
                  <a:lnTo>
                    <a:pt x="5800132" y="1239695"/>
                  </a:lnTo>
                  <a:lnTo>
                    <a:pt x="5800792" y="1252330"/>
                  </a:lnTo>
                  <a:lnTo>
                    <a:pt x="5801453" y="1279619"/>
                  </a:lnTo>
                  <a:lnTo>
                    <a:pt x="5802114" y="1344746"/>
                  </a:lnTo>
                  <a:lnTo>
                    <a:pt x="5802774" y="1407298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30742"/>
                  </a:lnTo>
                  <a:lnTo>
                    <a:pt x="5809379" y="1430742"/>
                  </a:lnTo>
                  <a:lnTo>
                    <a:pt x="5810040" y="1430742"/>
                  </a:lnTo>
                  <a:lnTo>
                    <a:pt x="5810700" y="1430742"/>
                  </a:lnTo>
                  <a:lnTo>
                    <a:pt x="5811361" y="1430742"/>
                  </a:lnTo>
                  <a:lnTo>
                    <a:pt x="5812022" y="1430742"/>
                  </a:lnTo>
                  <a:lnTo>
                    <a:pt x="5812682" y="1430742"/>
                  </a:lnTo>
                  <a:lnTo>
                    <a:pt x="5813343" y="1430742"/>
                  </a:lnTo>
                  <a:lnTo>
                    <a:pt x="5814003" y="1406121"/>
                  </a:lnTo>
                  <a:lnTo>
                    <a:pt x="5814664" y="1362966"/>
                  </a:lnTo>
                  <a:lnTo>
                    <a:pt x="5815324" y="1325999"/>
                  </a:lnTo>
                  <a:lnTo>
                    <a:pt x="5815985" y="1300596"/>
                  </a:lnTo>
                  <a:lnTo>
                    <a:pt x="5816645" y="1271125"/>
                  </a:lnTo>
                  <a:lnTo>
                    <a:pt x="5817306" y="1257562"/>
                  </a:lnTo>
                  <a:lnTo>
                    <a:pt x="5817966" y="1271125"/>
                  </a:lnTo>
                  <a:lnTo>
                    <a:pt x="5818627" y="1300596"/>
                  </a:lnTo>
                  <a:lnTo>
                    <a:pt x="5819287" y="1325999"/>
                  </a:lnTo>
                  <a:lnTo>
                    <a:pt x="5819948" y="1362966"/>
                  </a:lnTo>
                  <a:lnTo>
                    <a:pt x="5820608" y="1406121"/>
                  </a:lnTo>
                  <a:lnTo>
                    <a:pt x="5821269" y="1430742"/>
                  </a:lnTo>
                  <a:lnTo>
                    <a:pt x="5821929" y="1430742"/>
                  </a:lnTo>
                  <a:lnTo>
                    <a:pt x="5822590" y="1430742"/>
                  </a:lnTo>
                  <a:lnTo>
                    <a:pt x="5823251" y="1430742"/>
                  </a:lnTo>
                  <a:lnTo>
                    <a:pt x="5823911" y="1430742"/>
                  </a:lnTo>
                  <a:lnTo>
                    <a:pt x="5824572" y="1430742"/>
                  </a:lnTo>
                  <a:lnTo>
                    <a:pt x="5825232" y="1430742"/>
                  </a:lnTo>
                  <a:lnTo>
                    <a:pt x="5825893" y="1430742"/>
                  </a:lnTo>
                  <a:lnTo>
                    <a:pt x="5826553" y="1430742"/>
                  </a:lnTo>
                  <a:lnTo>
                    <a:pt x="5827214" y="1430742"/>
                  </a:lnTo>
                  <a:lnTo>
                    <a:pt x="5827874" y="1430742"/>
                  </a:lnTo>
                  <a:lnTo>
                    <a:pt x="5828535" y="1430742"/>
                  </a:lnTo>
                  <a:lnTo>
                    <a:pt x="5829195" y="1430742"/>
                  </a:lnTo>
                  <a:lnTo>
                    <a:pt x="5829856" y="1430742"/>
                  </a:lnTo>
                  <a:lnTo>
                    <a:pt x="5830516" y="1430742"/>
                  </a:lnTo>
                  <a:lnTo>
                    <a:pt x="5831177" y="1430742"/>
                  </a:lnTo>
                  <a:lnTo>
                    <a:pt x="5831837" y="1430742"/>
                  </a:lnTo>
                  <a:lnTo>
                    <a:pt x="5832498" y="1430742"/>
                  </a:lnTo>
                  <a:lnTo>
                    <a:pt x="5833159" y="1430742"/>
                  </a:lnTo>
                  <a:lnTo>
                    <a:pt x="5833819" y="1430742"/>
                  </a:lnTo>
                  <a:lnTo>
                    <a:pt x="5834480" y="1430742"/>
                  </a:lnTo>
                  <a:lnTo>
                    <a:pt x="5835140" y="1430742"/>
                  </a:lnTo>
                  <a:lnTo>
                    <a:pt x="5835801" y="1430742"/>
                  </a:lnTo>
                  <a:lnTo>
                    <a:pt x="5836461" y="1430742"/>
                  </a:lnTo>
                  <a:lnTo>
                    <a:pt x="5837122" y="1430742"/>
                  </a:lnTo>
                  <a:lnTo>
                    <a:pt x="5837782" y="1430742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30742"/>
                  </a:lnTo>
                  <a:lnTo>
                    <a:pt x="5845709" y="1430742"/>
                  </a:lnTo>
                  <a:lnTo>
                    <a:pt x="5846369" y="1430742"/>
                  </a:lnTo>
                  <a:lnTo>
                    <a:pt x="5847030" y="1430742"/>
                  </a:lnTo>
                  <a:lnTo>
                    <a:pt x="5847690" y="1430742"/>
                  </a:lnTo>
                  <a:lnTo>
                    <a:pt x="5848351" y="1430742"/>
                  </a:lnTo>
                  <a:lnTo>
                    <a:pt x="5849011" y="1430742"/>
                  </a:lnTo>
                  <a:lnTo>
                    <a:pt x="5849672" y="1430742"/>
                  </a:lnTo>
                  <a:lnTo>
                    <a:pt x="5850332" y="1430742"/>
                  </a:lnTo>
                  <a:lnTo>
                    <a:pt x="5850993" y="1430742"/>
                  </a:lnTo>
                  <a:lnTo>
                    <a:pt x="5851653" y="1430742"/>
                  </a:lnTo>
                  <a:lnTo>
                    <a:pt x="5852314" y="1430742"/>
                  </a:lnTo>
                  <a:lnTo>
                    <a:pt x="5852974" y="1430742"/>
                  </a:lnTo>
                  <a:lnTo>
                    <a:pt x="5853635" y="1430742"/>
                  </a:lnTo>
                  <a:lnTo>
                    <a:pt x="5854296" y="1430742"/>
                  </a:lnTo>
                  <a:lnTo>
                    <a:pt x="5854956" y="1430742"/>
                  </a:lnTo>
                  <a:lnTo>
                    <a:pt x="5855617" y="1430742"/>
                  </a:lnTo>
                  <a:lnTo>
                    <a:pt x="5856277" y="1430742"/>
                  </a:lnTo>
                  <a:lnTo>
                    <a:pt x="5856938" y="1430742"/>
                  </a:lnTo>
                  <a:lnTo>
                    <a:pt x="5857598" y="1430742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30742"/>
                  </a:lnTo>
                  <a:lnTo>
                    <a:pt x="5862222" y="1430742"/>
                  </a:lnTo>
                  <a:lnTo>
                    <a:pt x="5862882" y="1430742"/>
                  </a:lnTo>
                  <a:lnTo>
                    <a:pt x="5863543" y="1430742"/>
                  </a:lnTo>
                  <a:lnTo>
                    <a:pt x="5864204" y="1430742"/>
                  </a:lnTo>
                  <a:lnTo>
                    <a:pt x="5864864" y="1430742"/>
                  </a:lnTo>
                  <a:lnTo>
                    <a:pt x="5865525" y="1430742"/>
                  </a:lnTo>
                  <a:lnTo>
                    <a:pt x="5866185" y="1430742"/>
                  </a:lnTo>
                  <a:lnTo>
                    <a:pt x="5866846" y="1430742"/>
                  </a:lnTo>
                  <a:lnTo>
                    <a:pt x="5867506" y="1430742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30742"/>
                  </a:lnTo>
                  <a:lnTo>
                    <a:pt x="5870148" y="1430742"/>
                  </a:lnTo>
                  <a:lnTo>
                    <a:pt x="5870809" y="1430742"/>
                  </a:lnTo>
                  <a:lnTo>
                    <a:pt x="5871469" y="1430742"/>
                  </a:lnTo>
                  <a:lnTo>
                    <a:pt x="5872130" y="1430742"/>
                  </a:lnTo>
                  <a:lnTo>
                    <a:pt x="5872790" y="1406121"/>
                  </a:lnTo>
                  <a:lnTo>
                    <a:pt x="5873451" y="1362966"/>
                  </a:lnTo>
                  <a:lnTo>
                    <a:pt x="5874112" y="1343822"/>
                  </a:lnTo>
                  <a:lnTo>
                    <a:pt x="5874772" y="1325999"/>
                  </a:lnTo>
                  <a:lnTo>
                    <a:pt x="5875433" y="1325999"/>
                  </a:lnTo>
                  <a:lnTo>
                    <a:pt x="5876093" y="1343822"/>
                  </a:lnTo>
                  <a:lnTo>
                    <a:pt x="5876754" y="1383643"/>
                  </a:lnTo>
                  <a:lnTo>
                    <a:pt x="5877414" y="1406121"/>
                  </a:lnTo>
                  <a:lnTo>
                    <a:pt x="5878075" y="1430742"/>
                  </a:lnTo>
                  <a:lnTo>
                    <a:pt x="5878735" y="1406121"/>
                  </a:lnTo>
                  <a:lnTo>
                    <a:pt x="5879396" y="1362966"/>
                  </a:lnTo>
                  <a:lnTo>
                    <a:pt x="5880056" y="1325999"/>
                  </a:lnTo>
                  <a:lnTo>
                    <a:pt x="5880717" y="1325999"/>
                  </a:lnTo>
                  <a:lnTo>
                    <a:pt x="5881377" y="1325999"/>
                  </a:lnTo>
                  <a:lnTo>
                    <a:pt x="5882038" y="1343822"/>
                  </a:lnTo>
                  <a:lnTo>
                    <a:pt x="5882698" y="1383643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06121"/>
                  </a:lnTo>
                  <a:lnTo>
                    <a:pt x="5886001" y="1362966"/>
                  </a:lnTo>
                  <a:lnTo>
                    <a:pt x="5886662" y="1325999"/>
                  </a:lnTo>
                  <a:lnTo>
                    <a:pt x="5887322" y="1293666"/>
                  </a:lnTo>
                  <a:lnTo>
                    <a:pt x="5887983" y="1278901"/>
                  </a:lnTo>
                  <a:lnTo>
                    <a:pt x="5888643" y="1293666"/>
                  </a:lnTo>
                  <a:lnTo>
                    <a:pt x="5889304" y="1325999"/>
                  </a:lnTo>
                  <a:lnTo>
                    <a:pt x="5889964" y="1356103"/>
                  </a:lnTo>
                  <a:lnTo>
                    <a:pt x="5890625" y="1376217"/>
                  </a:lnTo>
                  <a:lnTo>
                    <a:pt x="5891285" y="1356103"/>
                  </a:lnTo>
                  <a:lnTo>
                    <a:pt x="5891946" y="1337443"/>
                  </a:lnTo>
                  <a:lnTo>
                    <a:pt x="5892606" y="1290645"/>
                  </a:lnTo>
                  <a:lnTo>
                    <a:pt x="5893267" y="1253628"/>
                  </a:lnTo>
                  <a:lnTo>
                    <a:pt x="5893927" y="1240931"/>
                  </a:lnTo>
                  <a:lnTo>
                    <a:pt x="5894588" y="1251038"/>
                  </a:lnTo>
                  <a:lnTo>
                    <a:pt x="5895249" y="1251038"/>
                  </a:lnTo>
                  <a:lnTo>
                    <a:pt x="5895909" y="1262228"/>
                  </a:lnTo>
                  <a:lnTo>
                    <a:pt x="5896570" y="1276046"/>
                  </a:lnTo>
                  <a:lnTo>
                    <a:pt x="5897230" y="1290645"/>
                  </a:lnTo>
                  <a:lnTo>
                    <a:pt x="5897891" y="1309327"/>
                  </a:lnTo>
                  <a:lnTo>
                    <a:pt x="5898551" y="1325999"/>
                  </a:lnTo>
                  <a:lnTo>
                    <a:pt x="5899212" y="1362966"/>
                  </a:lnTo>
                  <a:lnTo>
                    <a:pt x="5899872" y="1406121"/>
                  </a:lnTo>
                  <a:lnTo>
                    <a:pt x="5900533" y="1430742"/>
                  </a:lnTo>
                  <a:lnTo>
                    <a:pt x="5901193" y="1406121"/>
                  </a:lnTo>
                  <a:lnTo>
                    <a:pt x="5901854" y="1362966"/>
                  </a:lnTo>
                  <a:lnTo>
                    <a:pt x="5902514" y="1343822"/>
                  </a:lnTo>
                  <a:lnTo>
                    <a:pt x="5903175" y="1343822"/>
                  </a:lnTo>
                  <a:lnTo>
                    <a:pt x="5903835" y="1343822"/>
                  </a:lnTo>
                  <a:lnTo>
                    <a:pt x="5904496" y="1362966"/>
                  </a:lnTo>
                  <a:lnTo>
                    <a:pt x="5905157" y="1406121"/>
                  </a:lnTo>
                  <a:lnTo>
                    <a:pt x="5905817" y="1430742"/>
                  </a:lnTo>
                  <a:lnTo>
                    <a:pt x="5906478" y="1430742"/>
                  </a:lnTo>
                  <a:lnTo>
                    <a:pt x="5907138" y="1430742"/>
                  </a:lnTo>
                  <a:lnTo>
                    <a:pt x="5907799" y="1430742"/>
                  </a:lnTo>
                  <a:lnTo>
                    <a:pt x="5908459" y="1430742"/>
                  </a:lnTo>
                  <a:lnTo>
                    <a:pt x="5909120" y="1430742"/>
                  </a:lnTo>
                  <a:lnTo>
                    <a:pt x="5909780" y="1430742"/>
                  </a:lnTo>
                  <a:lnTo>
                    <a:pt x="5910441" y="1430742"/>
                  </a:lnTo>
                  <a:lnTo>
                    <a:pt x="5911101" y="1430742"/>
                  </a:lnTo>
                  <a:lnTo>
                    <a:pt x="5911762" y="1430742"/>
                  </a:lnTo>
                  <a:lnTo>
                    <a:pt x="5912422" y="1430742"/>
                  </a:lnTo>
                  <a:lnTo>
                    <a:pt x="5913083" y="1430742"/>
                  </a:lnTo>
                  <a:lnTo>
                    <a:pt x="5913743" y="1430742"/>
                  </a:lnTo>
                  <a:lnTo>
                    <a:pt x="5914404" y="1430742"/>
                  </a:lnTo>
                  <a:lnTo>
                    <a:pt x="5915065" y="1430742"/>
                  </a:lnTo>
                  <a:lnTo>
                    <a:pt x="5915725" y="1430742"/>
                  </a:lnTo>
                  <a:lnTo>
                    <a:pt x="5916386" y="1430742"/>
                  </a:lnTo>
                  <a:lnTo>
                    <a:pt x="5917046" y="1430742"/>
                  </a:lnTo>
                  <a:lnTo>
                    <a:pt x="5917707" y="1430742"/>
                  </a:lnTo>
                  <a:lnTo>
                    <a:pt x="5918367" y="1430742"/>
                  </a:lnTo>
                  <a:lnTo>
                    <a:pt x="5919028" y="1430742"/>
                  </a:lnTo>
                  <a:lnTo>
                    <a:pt x="5919688" y="1430742"/>
                  </a:lnTo>
                  <a:lnTo>
                    <a:pt x="5920349" y="1430742"/>
                  </a:lnTo>
                  <a:lnTo>
                    <a:pt x="5921009" y="1430742"/>
                  </a:lnTo>
                  <a:lnTo>
                    <a:pt x="5921670" y="1430742"/>
                  </a:lnTo>
                  <a:lnTo>
                    <a:pt x="5922330" y="1430742"/>
                  </a:lnTo>
                  <a:lnTo>
                    <a:pt x="5922991" y="1430742"/>
                  </a:lnTo>
                  <a:lnTo>
                    <a:pt x="5923651" y="1430742"/>
                  </a:lnTo>
                  <a:lnTo>
                    <a:pt x="5924312" y="1430742"/>
                  </a:lnTo>
                  <a:lnTo>
                    <a:pt x="5924972" y="1430742"/>
                  </a:lnTo>
                  <a:lnTo>
                    <a:pt x="5925633" y="1430742"/>
                  </a:lnTo>
                  <a:lnTo>
                    <a:pt x="5926294" y="1430742"/>
                  </a:lnTo>
                  <a:lnTo>
                    <a:pt x="5926954" y="1430742"/>
                  </a:lnTo>
                  <a:lnTo>
                    <a:pt x="5927615" y="1430742"/>
                  </a:lnTo>
                  <a:lnTo>
                    <a:pt x="5928275" y="1430742"/>
                  </a:lnTo>
                  <a:lnTo>
                    <a:pt x="5928936" y="1430742"/>
                  </a:lnTo>
                  <a:lnTo>
                    <a:pt x="5929596" y="1430742"/>
                  </a:lnTo>
                  <a:lnTo>
                    <a:pt x="5930257" y="1430742"/>
                  </a:lnTo>
                  <a:lnTo>
                    <a:pt x="5930917" y="1416911"/>
                  </a:lnTo>
                  <a:lnTo>
                    <a:pt x="5931578" y="1393517"/>
                  </a:lnTo>
                  <a:lnTo>
                    <a:pt x="5932238" y="1352262"/>
                  </a:lnTo>
                  <a:lnTo>
                    <a:pt x="5932899" y="1333868"/>
                  </a:lnTo>
                  <a:lnTo>
                    <a:pt x="5933559" y="1316697"/>
                  </a:lnTo>
                  <a:lnTo>
                    <a:pt x="5934220" y="1325999"/>
                  </a:lnTo>
                  <a:lnTo>
                    <a:pt x="5934880" y="1343822"/>
                  </a:lnTo>
                  <a:lnTo>
                    <a:pt x="5935541" y="1383643"/>
                  </a:lnTo>
                  <a:lnTo>
                    <a:pt x="5936202" y="1406121"/>
                  </a:lnTo>
                  <a:lnTo>
                    <a:pt x="5936862" y="1430742"/>
                  </a:lnTo>
                  <a:lnTo>
                    <a:pt x="5937523" y="1430742"/>
                  </a:lnTo>
                  <a:lnTo>
                    <a:pt x="5938183" y="1430742"/>
                  </a:lnTo>
                  <a:lnTo>
                    <a:pt x="5938844" y="1430742"/>
                  </a:lnTo>
                  <a:lnTo>
                    <a:pt x="5939504" y="1430742"/>
                  </a:lnTo>
                  <a:lnTo>
                    <a:pt x="5940165" y="1430742"/>
                  </a:lnTo>
                  <a:lnTo>
                    <a:pt x="5940825" y="1430742"/>
                  </a:lnTo>
                  <a:lnTo>
                    <a:pt x="5941486" y="1430742"/>
                  </a:lnTo>
                  <a:lnTo>
                    <a:pt x="5942146" y="1430742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06121"/>
                  </a:lnTo>
                  <a:lnTo>
                    <a:pt x="5944788" y="1383643"/>
                  </a:lnTo>
                  <a:lnTo>
                    <a:pt x="5945449" y="1360003"/>
                  </a:lnTo>
                  <a:lnTo>
                    <a:pt x="5946110" y="1341069"/>
                  </a:lnTo>
                  <a:lnTo>
                    <a:pt x="5946770" y="1341069"/>
                  </a:lnTo>
                  <a:lnTo>
                    <a:pt x="5947431" y="1360003"/>
                  </a:lnTo>
                  <a:lnTo>
                    <a:pt x="5948091" y="1380434"/>
                  </a:lnTo>
                  <a:lnTo>
                    <a:pt x="5948752" y="1406121"/>
                  </a:lnTo>
                  <a:lnTo>
                    <a:pt x="5949412" y="1430742"/>
                  </a:lnTo>
                  <a:lnTo>
                    <a:pt x="5950073" y="1430742"/>
                  </a:lnTo>
                  <a:lnTo>
                    <a:pt x="5950733" y="1430742"/>
                  </a:lnTo>
                  <a:lnTo>
                    <a:pt x="5951394" y="1430742"/>
                  </a:lnTo>
                  <a:lnTo>
                    <a:pt x="5952054" y="1430742"/>
                  </a:lnTo>
                  <a:lnTo>
                    <a:pt x="5952715" y="1430742"/>
                  </a:lnTo>
                  <a:lnTo>
                    <a:pt x="5953375" y="1430742"/>
                  </a:lnTo>
                  <a:lnTo>
                    <a:pt x="5954036" y="1430742"/>
                  </a:lnTo>
                  <a:lnTo>
                    <a:pt x="5954696" y="1430742"/>
                  </a:lnTo>
                  <a:lnTo>
                    <a:pt x="5955357" y="1430742"/>
                  </a:lnTo>
                  <a:lnTo>
                    <a:pt x="5956018" y="1406121"/>
                  </a:lnTo>
                  <a:lnTo>
                    <a:pt x="5956678" y="1362966"/>
                  </a:lnTo>
                  <a:lnTo>
                    <a:pt x="5957339" y="1343822"/>
                  </a:lnTo>
                  <a:lnTo>
                    <a:pt x="5957999" y="1325999"/>
                  </a:lnTo>
                  <a:lnTo>
                    <a:pt x="5958660" y="1293666"/>
                  </a:lnTo>
                  <a:lnTo>
                    <a:pt x="5959320" y="1293666"/>
                  </a:lnTo>
                  <a:lnTo>
                    <a:pt x="5959981" y="1325999"/>
                  </a:lnTo>
                  <a:lnTo>
                    <a:pt x="5960641" y="1343822"/>
                  </a:lnTo>
                  <a:lnTo>
                    <a:pt x="5961302" y="1362966"/>
                  </a:lnTo>
                  <a:lnTo>
                    <a:pt x="5961962" y="1406121"/>
                  </a:lnTo>
                  <a:lnTo>
                    <a:pt x="5962623" y="1430742"/>
                  </a:lnTo>
                  <a:lnTo>
                    <a:pt x="5963283" y="1430742"/>
                  </a:lnTo>
                  <a:lnTo>
                    <a:pt x="5963944" y="1430742"/>
                  </a:lnTo>
                  <a:lnTo>
                    <a:pt x="5964604" y="1430742"/>
                  </a:lnTo>
                  <a:lnTo>
                    <a:pt x="5965265" y="1430742"/>
                  </a:lnTo>
                  <a:lnTo>
                    <a:pt x="5965925" y="1406121"/>
                  </a:lnTo>
                  <a:lnTo>
                    <a:pt x="5966586" y="1383643"/>
                  </a:lnTo>
                  <a:lnTo>
                    <a:pt x="5967247" y="1343822"/>
                  </a:lnTo>
                  <a:lnTo>
                    <a:pt x="5967907" y="1325999"/>
                  </a:lnTo>
                  <a:lnTo>
                    <a:pt x="5968568" y="1309327"/>
                  </a:lnTo>
                  <a:lnTo>
                    <a:pt x="5969228" y="1293666"/>
                  </a:lnTo>
                  <a:lnTo>
                    <a:pt x="5969889" y="1293666"/>
                  </a:lnTo>
                  <a:lnTo>
                    <a:pt x="5970549" y="1325999"/>
                  </a:lnTo>
                  <a:lnTo>
                    <a:pt x="5971210" y="1325999"/>
                  </a:lnTo>
                  <a:lnTo>
                    <a:pt x="5971870" y="1309327"/>
                  </a:lnTo>
                  <a:lnTo>
                    <a:pt x="5972531" y="1325999"/>
                  </a:lnTo>
                  <a:lnTo>
                    <a:pt x="5973191" y="1332098"/>
                  </a:lnTo>
                  <a:lnTo>
                    <a:pt x="5973852" y="1332098"/>
                  </a:lnTo>
                  <a:lnTo>
                    <a:pt x="5974512" y="1350362"/>
                  </a:lnTo>
                  <a:lnTo>
                    <a:pt x="5975173" y="1391290"/>
                  </a:lnTo>
                  <a:lnTo>
                    <a:pt x="5975833" y="1414474"/>
                  </a:lnTo>
                  <a:lnTo>
                    <a:pt x="5976494" y="1430742"/>
                  </a:lnTo>
                  <a:lnTo>
                    <a:pt x="5977155" y="1406121"/>
                  </a:lnTo>
                  <a:lnTo>
                    <a:pt x="5977815" y="1362966"/>
                  </a:lnTo>
                  <a:lnTo>
                    <a:pt x="5978476" y="1343822"/>
                  </a:lnTo>
                  <a:lnTo>
                    <a:pt x="5979136" y="1343822"/>
                  </a:lnTo>
                  <a:lnTo>
                    <a:pt x="5979797" y="1343822"/>
                  </a:lnTo>
                  <a:lnTo>
                    <a:pt x="5980457" y="1362966"/>
                  </a:lnTo>
                  <a:lnTo>
                    <a:pt x="5981118" y="1406121"/>
                  </a:lnTo>
                  <a:lnTo>
                    <a:pt x="5981778" y="1366971"/>
                  </a:lnTo>
                  <a:lnTo>
                    <a:pt x="5982439" y="1310136"/>
                  </a:lnTo>
                  <a:lnTo>
                    <a:pt x="5983099" y="1265614"/>
                  </a:lnTo>
                  <a:lnTo>
                    <a:pt x="5983760" y="1227649"/>
                  </a:lnTo>
                  <a:lnTo>
                    <a:pt x="5984420" y="1216141"/>
                  </a:lnTo>
                  <a:lnTo>
                    <a:pt x="5985081" y="1249753"/>
                  </a:lnTo>
                  <a:lnTo>
                    <a:pt x="5985741" y="1293666"/>
                  </a:lnTo>
                  <a:lnTo>
                    <a:pt x="5986402" y="1343822"/>
                  </a:lnTo>
                  <a:lnTo>
                    <a:pt x="5987063" y="1406121"/>
                  </a:lnTo>
                  <a:lnTo>
                    <a:pt x="5987723" y="1430742"/>
                  </a:lnTo>
                  <a:lnTo>
                    <a:pt x="5988384" y="1406121"/>
                  </a:lnTo>
                  <a:lnTo>
                    <a:pt x="5989044" y="1362966"/>
                  </a:lnTo>
                  <a:lnTo>
                    <a:pt x="5989705" y="1327727"/>
                  </a:lnTo>
                  <a:lnTo>
                    <a:pt x="5990365" y="1327727"/>
                  </a:lnTo>
                  <a:lnTo>
                    <a:pt x="5991026" y="1327727"/>
                  </a:lnTo>
                  <a:lnTo>
                    <a:pt x="5991686" y="1345674"/>
                  </a:lnTo>
                  <a:lnTo>
                    <a:pt x="5992347" y="1358046"/>
                  </a:lnTo>
                  <a:lnTo>
                    <a:pt x="5993007" y="1320041"/>
                  </a:lnTo>
                  <a:lnTo>
                    <a:pt x="5993668" y="1260218"/>
                  </a:lnTo>
                  <a:lnTo>
                    <a:pt x="5994328" y="1245935"/>
                  </a:lnTo>
                  <a:lnTo>
                    <a:pt x="5994989" y="1245935"/>
                  </a:lnTo>
                  <a:lnTo>
                    <a:pt x="5995649" y="1263577"/>
                  </a:lnTo>
                  <a:lnTo>
                    <a:pt x="5996310" y="1324283"/>
                  </a:lnTo>
                  <a:lnTo>
                    <a:pt x="5996970" y="1403783"/>
                  </a:lnTo>
                  <a:lnTo>
                    <a:pt x="5997631" y="1430742"/>
                  </a:lnTo>
                  <a:lnTo>
                    <a:pt x="5998292" y="1430742"/>
                  </a:lnTo>
                  <a:lnTo>
                    <a:pt x="5998952" y="1413264"/>
                  </a:lnTo>
                  <a:lnTo>
                    <a:pt x="5999613" y="1368998"/>
                  </a:lnTo>
                  <a:lnTo>
                    <a:pt x="6000273" y="1298266"/>
                  </a:lnTo>
                  <a:lnTo>
                    <a:pt x="6000934" y="1269045"/>
                  </a:lnTo>
                  <a:lnTo>
                    <a:pt x="6001594" y="1269045"/>
                  </a:lnTo>
                  <a:lnTo>
                    <a:pt x="6002255" y="1278901"/>
                  </a:lnTo>
                  <a:lnTo>
                    <a:pt x="6002915" y="1309327"/>
                  </a:lnTo>
                  <a:lnTo>
                    <a:pt x="6003576" y="1383643"/>
                  </a:lnTo>
                  <a:lnTo>
                    <a:pt x="6004236" y="1430742"/>
                  </a:lnTo>
                  <a:lnTo>
                    <a:pt x="6004897" y="1430742"/>
                  </a:lnTo>
                  <a:lnTo>
                    <a:pt x="6005557" y="1406121"/>
                  </a:lnTo>
                  <a:lnTo>
                    <a:pt x="6006218" y="1362966"/>
                  </a:lnTo>
                  <a:lnTo>
                    <a:pt x="6006878" y="1309327"/>
                  </a:lnTo>
                  <a:lnTo>
                    <a:pt x="6007539" y="1278901"/>
                  </a:lnTo>
                  <a:lnTo>
                    <a:pt x="6008200" y="1215579"/>
                  </a:lnTo>
                  <a:lnTo>
                    <a:pt x="6008860" y="1164763"/>
                  </a:lnTo>
                  <a:lnTo>
                    <a:pt x="6009521" y="1114607"/>
                  </a:lnTo>
                  <a:lnTo>
                    <a:pt x="6010181" y="1107119"/>
                  </a:lnTo>
                  <a:lnTo>
                    <a:pt x="6010842" y="1122319"/>
                  </a:lnTo>
                  <a:lnTo>
                    <a:pt x="6011502" y="1164763"/>
                  </a:lnTo>
                  <a:lnTo>
                    <a:pt x="6012163" y="1227062"/>
                  </a:lnTo>
                  <a:lnTo>
                    <a:pt x="6012823" y="1343822"/>
                  </a:lnTo>
                  <a:lnTo>
                    <a:pt x="6013484" y="1430742"/>
                  </a:lnTo>
                  <a:lnTo>
                    <a:pt x="6014144" y="1430742"/>
                  </a:lnTo>
                  <a:lnTo>
                    <a:pt x="6014805" y="1430742"/>
                  </a:lnTo>
                  <a:lnTo>
                    <a:pt x="6015465" y="1430742"/>
                  </a:lnTo>
                  <a:lnTo>
                    <a:pt x="6016126" y="1430742"/>
                  </a:lnTo>
                  <a:lnTo>
                    <a:pt x="6016786" y="1430742"/>
                  </a:lnTo>
                  <a:lnTo>
                    <a:pt x="6017447" y="1430742"/>
                  </a:lnTo>
                  <a:lnTo>
                    <a:pt x="6018108" y="1430742"/>
                  </a:lnTo>
                  <a:lnTo>
                    <a:pt x="6018768" y="1430742"/>
                  </a:lnTo>
                  <a:lnTo>
                    <a:pt x="6019429" y="1430742"/>
                  </a:lnTo>
                  <a:lnTo>
                    <a:pt x="6020089" y="1430742"/>
                  </a:lnTo>
                  <a:lnTo>
                    <a:pt x="6020750" y="1430742"/>
                  </a:lnTo>
                  <a:lnTo>
                    <a:pt x="6021410" y="1430742"/>
                  </a:lnTo>
                  <a:lnTo>
                    <a:pt x="6022071" y="1424363"/>
                  </a:lnTo>
                  <a:lnTo>
                    <a:pt x="6022731" y="1400316"/>
                  </a:lnTo>
                  <a:lnTo>
                    <a:pt x="6023392" y="1378317"/>
                  </a:lnTo>
                  <a:lnTo>
                    <a:pt x="6024052" y="1358046"/>
                  </a:lnTo>
                  <a:lnTo>
                    <a:pt x="6024713" y="1339250"/>
                  </a:lnTo>
                  <a:lnTo>
                    <a:pt x="6025373" y="1343822"/>
                  </a:lnTo>
                  <a:lnTo>
                    <a:pt x="6026034" y="1362966"/>
                  </a:lnTo>
                  <a:lnTo>
                    <a:pt x="6026694" y="1383643"/>
                  </a:lnTo>
                  <a:lnTo>
                    <a:pt x="6027355" y="1406121"/>
                  </a:lnTo>
                  <a:lnTo>
                    <a:pt x="6028016" y="1430742"/>
                  </a:lnTo>
                  <a:lnTo>
                    <a:pt x="6028676" y="1430742"/>
                  </a:lnTo>
                  <a:lnTo>
                    <a:pt x="6029337" y="1430742"/>
                  </a:lnTo>
                  <a:lnTo>
                    <a:pt x="6029997" y="1430742"/>
                  </a:lnTo>
                  <a:lnTo>
                    <a:pt x="6030658" y="1406121"/>
                  </a:lnTo>
                  <a:lnTo>
                    <a:pt x="6031318" y="1362966"/>
                  </a:lnTo>
                  <a:lnTo>
                    <a:pt x="6031979" y="1299817"/>
                  </a:lnTo>
                  <a:lnTo>
                    <a:pt x="6032639" y="1264255"/>
                  </a:lnTo>
                  <a:lnTo>
                    <a:pt x="6033300" y="1264255"/>
                  </a:lnTo>
                  <a:lnTo>
                    <a:pt x="6033960" y="1278184"/>
                  </a:lnTo>
                  <a:lnTo>
                    <a:pt x="6034621" y="1308521"/>
                  </a:lnTo>
                  <a:lnTo>
                    <a:pt x="6035281" y="1374133"/>
                  </a:lnTo>
                  <a:lnTo>
                    <a:pt x="6035942" y="1430742"/>
                  </a:lnTo>
                  <a:lnTo>
                    <a:pt x="6036602" y="1430742"/>
                  </a:lnTo>
                  <a:lnTo>
                    <a:pt x="6037263" y="1430742"/>
                  </a:lnTo>
                  <a:lnTo>
                    <a:pt x="6037923" y="1430742"/>
                  </a:lnTo>
                  <a:lnTo>
                    <a:pt x="6038584" y="1430742"/>
                  </a:lnTo>
                  <a:lnTo>
                    <a:pt x="6039245" y="1430742"/>
                  </a:lnTo>
                  <a:lnTo>
                    <a:pt x="6039905" y="1430742"/>
                  </a:lnTo>
                  <a:lnTo>
                    <a:pt x="6040566" y="1430742"/>
                  </a:lnTo>
                  <a:lnTo>
                    <a:pt x="6041226" y="1430742"/>
                  </a:lnTo>
                  <a:lnTo>
                    <a:pt x="6041887" y="1430742"/>
                  </a:lnTo>
                  <a:lnTo>
                    <a:pt x="6042547" y="1430742"/>
                  </a:lnTo>
                  <a:lnTo>
                    <a:pt x="6043208" y="1430742"/>
                  </a:lnTo>
                  <a:lnTo>
                    <a:pt x="6043868" y="1430742"/>
                  </a:lnTo>
                  <a:lnTo>
                    <a:pt x="6044529" y="1430742"/>
                  </a:lnTo>
                  <a:lnTo>
                    <a:pt x="6045189" y="1430742"/>
                  </a:lnTo>
                  <a:lnTo>
                    <a:pt x="6045850" y="1430742"/>
                  </a:lnTo>
                  <a:lnTo>
                    <a:pt x="6046510" y="1430742"/>
                  </a:lnTo>
                  <a:lnTo>
                    <a:pt x="6047171" y="1430742"/>
                  </a:lnTo>
                  <a:lnTo>
                    <a:pt x="6047831" y="1430742"/>
                  </a:lnTo>
                  <a:lnTo>
                    <a:pt x="6048492" y="1430742"/>
                  </a:lnTo>
                  <a:lnTo>
                    <a:pt x="6049153" y="1430742"/>
                  </a:lnTo>
                  <a:lnTo>
                    <a:pt x="6049813" y="1430742"/>
                  </a:lnTo>
                  <a:lnTo>
                    <a:pt x="6050474" y="1430742"/>
                  </a:lnTo>
                  <a:lnTo>
                    <a:pt x="6051134" y="1406121"/>
                  </a:lnTo>
                  <a:lnTo>
                    <a:pt x="6051795" y="1383643"/>
                  </a:lnTo>
                  <a:lnTo>
                    <a:pt x="6052455" y="1343822"/>
                  </a:lnTo>
                  <a:lnTo>
                    <a:pt x="6053116" y="1325999"/>
                  </a:lnTo>
                  <a:lnTo>
                    <a:pt x="6053776" y="1325999"/>
                  </a:lnTo>
                  <a:lnTo>
                    <a:pt x="6054437" y="1343822"/>
                  </a:lnTo>
                  <a:lnTo>
                    <a:pt x="6055097" y="1362966"/>
                  </a:lnTo>
                  <a:lnTo>
                    <a:pt x="6055758" y="1406121"/>
                  </a:lnTo>
                  <a:lnTo>
                    <a:pt x="6056418" y="1430742"/>
                  </a:lnTo>
                  <a:lnTo>
                    <a:pt x="6057079" y="1430742"/>
                  </a:lnTo>
                  <a:lnTo>
                    <a:pt x="6057739" y="1430742"/>
                  </a:lnTo>
                  <a:lnTo>
                    <a:pt x="6058400" y="1430742"/>
                  </a:lnTo>
                  <a:lnTo>
                    <a:pt x="6059061" y="1406121"/>
                  </a:lnTo>
                  <a:lnTo>
                    <a:pt x="6059721" y="1383643"/>
                  </a:lnTo>
                  <a:lnTo>
                    <a:pt x="6060382" y="1362966"/>
                  </a:lnTo>
                  <a:lnTo>
                    <a:pt x="6061042" y="1343822"/>
                  </a:lnTo>
                  <a:lnTo>
                    <a:pt x="6061703" y="1325999"/>
                  </a:lnTo>
                  <a:lnTo>
                    <a:pt x="6062363" y="1343822"/>
                  </a:lnTo>
                  <a:lnTo>
                    <a:pt x="6063024" y="1362966"/>
                  </a:lnTo>
                  <a:lnTo>
                    <a:pt x="6063684" y="1383643"/>
                  </a:lnTo>
                  <a:lnTo>
                    <a:pt x="6064345" y="1406121"/>
                  </a:lnTo>
                  <a:lnTo>
                    <a:pt x="6065005" y="1406121"/>
                  </a:lnTo>
                  <a:lnTo>
                    <a:pt x="6065666" y="1362966"/>
                  </a:lnTo>
                  <a:lnTo>
                    <a:pt x="6066326" y="1333868"/>
                  </a:lnTo>
                  <a:lnTo>
                    <a:pt x="6066987" y="1333868"/>
                  </a:lnTo>
                  <a:lnTo>
                    <a:pt x="6067647" y="1333868"/>
                  </a:lnTo>
                  <a:lnTo>
                    <a:pt x="6068308" y="1352262"/>
                  </a:lnTo>
                  <a:lnTo>
                    <a:pt x="6068968" y="1393517"/>
                  </a:lnTo>
                  <a:lnTo>
                    <a:pt x="6069629" y="1430742"/>
                  </a:lnTo>
                  <a:lnTo>
                    <a:pt x="6070290" y="1430742"/>
                  </a:lnTo>
                  <a:lnTo>
                    <a:pt x="6070950" y="1430742"/>
                  </a:lnTo>
                  <a:lnTo>
                    <a:pt x="6071611" y="1430742"/>
                  </a:lnTo>
                  <a:lnTo>
                    <a:pt x="6072271" y="1430742"/>
                  </a:lnTo>
                  <a:lnTo>
                    <a:pt x="6072932" y="1430742"/>
                  </a:lnTo>
                  <a:lnTo>
                    <a:pt x="6073592" y="1430742"/>
                  </a:lnTo>
                  <a:lnTo>
                    <a:pt x="6074253" y="1430742"/>
                  </a:lnTo>
                  <a:lnTo>
                    <a:pt x="6074913" y="1430742"/>
                  </a:lnTo>
                  <a:lnTo>
                    <a:pt x="6075574" y="1430742"/>
                  </a:lnTo>
                  <a:lnTo>
                    <a:pt x="6076234" y="1430742"/>
                  </a:lnTo>
                  <a:lnTo>
                    <a:pt x="6076895" y="1406121"/>
                  </a:lnTo>
                  <a:lnTo>
                    <a:pt x="6077555" y="1383643"/>
                  </a:lnTo>
                  <a:lnTo>
                    <a:pt x="6078216" y="1362966"/>
                  </a:lnTo>
                  <a:lnTo>
                    <a:pt x="6078876" y="1325999"/>
                  </a:lnTo>
                  <a:lnTo>
                    <a:pt x="6079537" y="1293666"/>
                  </a:lnTo>
                  <a:lnTo>
                    <a:pt x="6080198" y="1309327"/>
                  </a:lnTo>
                  <a:lnTo>
                    <a:pt x="6080858" y="1309327"/>
                  </a:lnTo>
                  <a:lnTo>
                    <a:pt x="6081519" y="1309327"/>
                  </a:lnTo>
                  <a:lnTo>
                    <a:pt x="6082179" y="1343822"/>
                  </a:lnTo>
                  <a:lnTo>
                    <a:pt x="6082840" y="1383643"/>
                  </a:lnTo>
                  <a:lnTo>
                    <a:pt x="6083500" y="1383643"/>
                  </a:lnTo>
                  <a:lnTo>
                    <a:pt x="6084161" y="1406121"/>
                  </a:lnTo>
                  <a:lnTo>
                    <a:pt x="6084821" y="1430742"/>
                  </a:lnTo>
                  <a:lnTo>
                    <a:pt x="6085482" y="1430742"/>
                  </a:lnTo>
                  <a:lnTo>
                    <a:pt x="6086142" y="1430742"/>
                  </a:lnTo>
                  <a:lnTo>
                    <a:pt x="6086803" y="1430742"/>
                  </a:lnTo>
                  <a:lnTo>
                    <a:pt x="6087463" y="1430742"/>
                  </a:lnTo>
                  <a:lnTo>
                    <a:pt x="6088124" y="1430742"/>
                  </a:lnTo>
                  <a:lnTo>
                    <a:pt x="6088784" y="1430742"/>
                  </a:lnTo>
                  <a:lnTo>
                    <a:pt x="6089445" y="1430742"/>
                  </a:lnTo>
                  <a:lnTo>
                    <a:pt x="6090106" y="1430742"/>
                  </a:lnTo>
                  <a:lnTo>
                    <a:pt x="6090766" y="1430742"/>
                  </a:lnTo>
                  <a:lnTo>
                    <a:pt x="6091427" y="1430742"/>
                  </a:lnTo>
                  <a:lnTo>
                    <a:pt x="6092087" y="1430742"/>
                  </a:lnTo>
                  <a:lnTo>
                    <a:pt x="6092748" y="1430742"/>
                  </a:lnTo>
                  <a:lnTo>
                    <a:pt x="6093408" y="1430742"/>
                  </a:lnTo>
                  <a:lnTo>
                    <a:pt x="6094069" y="1430742"/>
                  </a:lnTo>
                  <a:lnTo>
                    <a:pt x="6094729" y="1430742"/>
                  </a:lnTo>
                  <a:lnTo>
                    <a:pt x="6095390" y="1430742"/>
                  </a:lnTo>
                  <a:lnTo>
                    <a:pt x="6096050" y="1430742"/>
                  </a:lnTo>
                  <a:lnTo>
                    <a:pt x="6096711" y="1430742"/>
                  </a:lnTo>
                  <a:lnTo>
                    <a:pt x="6097371" y="1430742"/>
                  </a:lnTo>
                  <a:lnTo>
                    <a:pt x="6098032" y="1430742"/>
                  </a:lnTo>
                  <a:lnTo>
                    <a:pt x="6098692" y="1430742"/>
                  </a:lnTo>
                  <a:lnTo>
                    <a:pt x="6099353" y="1430742"/>
                  </a:lnTo>
                  <a:lnTo>
                    <a:pt x="6100014" y="1430742"/>
                  </a:lnTo>
                  <a:lnTo>
                    <a:pt x="6100674" y="1430742"/>
                  </a:lnTo>
                  <a:lnTo>
                    <a:pt x="6101335" y="1430742"/>
                  </a:lnTo>
                  <a:lnTo>
                    <a:pt x="6101995" y="1430742"/>
                  </a:lnTo>
                  <a:lnTo>
                    <a:pt x="6102656" y="1430742"/>
                  </a:lnTo>
                  <a:lnTo>
                    <a:pt x="6103316" y="1430742"/>
                  </a:lnTo>
                  <a:lnTo>
                    <a:pt x="6103977" y="1430742"/>
                  </a:lnTo>
                  <a:lnTo>
                    <a:pt x="6104637" y="1430742"/>
                  </a:lnTo>
                  <a:lnTo>
                    <a:pt x="6105298" y="1430742"/>
                  </a:lnTo>
                  <a:lnTo>
                    <a:pt x="6105958" y="1430742"/>
                  </a:lnTo>
                  <a:lnTo>
                    <a:pt x="6106619" y="1430742"/>
                  </a:lnTo>
                  <a:lnTo>
                    <a:pt x="6107279" y="1430742"/>
                  </a:lnTo>
                  <a:lnTo>
                    <a:pt x="6107940" y="1430742"/>
                  </a:lnTo>
                  <a:lnTo>
                    <a:pt x="6108600" y="1430742"/>
                  </a:lnTo>
                  <a:lnTo>
                    <a:pt x="6109261" y="1430742"/>
                  </a:lnTo>
                  <a:lnTo>
                    <a:pt x="6109921" y="1430742"/>
                  </a:lnTo>
                  <a:lnTo>
                    <a:pt x="6110582" y="1430742"/>
                  </a:lnTo>
                  <a:lnTo>
                    <a:pt x="6111243" y="1430742"/>
                  </a:lnTo>
                  <a:lnTo>
                    <a:pt x="6111903" y="1430742"/>
                  </a:lnTo>
                  <a:lnTo>
                    <a:pt x="6112564" y="1430742"/>
                  </a:lnTo>
                  <a:lnTo>
                    <a:pt x="6113224" y="1430742"/>
                  </a:lnTo>
                  <a:lnTo>
                    <a:pt x="6113885" y="1406121"/>
                  </a:lnTo>
                  <a:lnTo>
                    <a:pt x="6114545" y="1383643"/>
                  </a:lnTo>
                  <a:lnTo>
                    <a:pt x="6115206" y="1362966"/>
                  </a:lnTo>
                  <a:lnTo>
                    <a:pt x="6115866" y="1343822"/>
                  </a:lnTo>
                  <a:lnTo>
                    <a:pt x="6116527" y="1325999"/>
                  </a:lnTo>
                  <a:lnTo>
                    <a:pt x="6117187" y="1343822"/>
                  </a:lnTo>
                  <a:lnTo>
                    <a:pt x="6117848" y="1362966"/>
                  </a:lnTo>
                  <a:lnTo>
                    <a:pt x="6118508" y="1383643"/>
                  </a:lnTo>
                  <a:lnTo>
                    <a:pt x="6119169" y="1406121"/>
                  </a:lnTo>
                  <a:lnTo>
                    <a:pt x="6119829" y="1430742"/>
                  </a:lnTo>
                  <a:lnTo>
                    <a:pt x="6120490" y="1430742"/>
                  </a:lnTo>
                  <a:lnTo>
                    <a:pt x="6121151" y="1430742"/>
                  </a:lnTo>
                  <a:lnTo>
                    <a:pt x="6121811" y="1430742"/>
                  </a:lnTo>
                  <a:lnTo>
                    <a:pt x="6122472" y="1430742"/>
                  </a:lnTo>
                  <a:lnTo>
                    <a:pt x="6123132" y="1430742"/>
                  </a:lnTo>
                  <a:lnTo>
                    <a:pt x="6123793" y="1430742"/>
                  </a:lnTo>
                  <a:lnTo>
                    <a:pt x="6124453" y="1430742"/>
                  </a:lnTo>
                  <a:lnTo>
                    <a:pt x="6125114" y="1430742"/>
                  </a:lnTo>
                  <a:lnTo>
                    <a:pt x="6125774" y="1430742"/>
                  </a:lnTo>
                  <a:lnTo>
                    <a:pt x="6126435" y="1430742"/>
                  </a:lnTo>
                  <a:lnTo>
                    <a:pt x="6127095" y="1430742"/>
                  </a:lnTo>
                  <a:lnTo>
                    <a:pt x="6127756" y="1430742"/>
                  </a:lnTo>
                  <a:lnTo>
                    <a:pt x="6128416" y="1430742"/>
                  </a:lnTo>
                  <a:lnTo>
                    <a:pt x="6129077" y="1430742"/>
                  </a:lnTo>
                  <a:lnTo>
                    <a:pt x="6129737" y="1430742"/>
                  </a:lnTo>
                  <a:lnTo>
                    <a:pt x="6130398" y="1430742"/>
                  </a:lnTo>
                  <a:lnTo>
                    <a:pt x="6131059" y="1430742"/>
                  </a:lnTo>
                  <a:lnTo>
                    <a:pt x="6131719" y="1430742"/>
                  </a:lnTo>
                  <a:lnTo>
                    <a:pt x="6132380" y="1430742"/>
                  </a:lnTo>
                  <a:lnTo>
                    <a:pt x="6133040" y="1430742"/>
                  </a:lnTo>
                  <a:lnTo>
                    <a:pt x="6133701" y="1430742"/>
                  </a:lnTo>
                  <a:lnTo>
                    <a:pt x="6134361" y="1406121"/>
                  </a:lnTo>
                  <a:lnTo>
                    <a:pt x="6135022" y="1383643"/>
                  </a:lnTo>
                  <a:lnTo>
                    <a:pt x="6135682" y="1362966"/>
                  </a:lnTo>
                  <a:lnTo>
                    <a:pt x="6136343" y="1343822"/>
                  </a:lnTo>
                  <a:lnTo>
                    <a:pt x="6137003" y="1325999"/>
                  </a:lnTo>
                  <a:lnTo>
                    <a:pt x="6137664" y="1343822"/>
                  </a:lnTo>
                  <a:lnTo>
                    <a:pt x="6138324" y="1362966"/>
                  </a:lnTo>
                  <a:lnTo>
                    <a:pt x="6138985" y="1383643"/>
                  </a:lnTo>
                  <a:lnTo>
                    <a:pt x="6139645" y="1406121"/>
                  </a:lnTo>
                  <a:lnTo>
                    <a:pt x="6140306" y="1430742"/>
                  </a:lnTo>
                  <a:lnTo>
                    <a:pt x="6140966" y="1430742"/>
                  </a:lnTo>
                  <a:lnTo>
                    <a:pt x="6141627" y="1430742"/>
                  </a:lnTo>
                  <a:lnTo>
                    <a:pt x="6142288" y="1430742"/>
                  </a:lnTo>
                  <a:lnTo>
                    <a:pt x="6142948" y="1430742"/>
                  </a:lnTo>
                  <a:lnTo>
                    <a:pt x="6143609" y="1430742"/>
                  </a:lnTo>
                  <a:lnTo>
                    <a:pt x="6144269" y="1430742"/>
                  </a:lnTo>
                  <a:lnTo>
                    <a:pt x="6144930" y="1430742"/>
                  </a:lnTo>
                  <a:lnTo>
                    <a:pt x="6145590" y="1430742"/>
                  </a:lnTo>
                  <a:lnTo>
                    <a:pt x="6146251" y="1430742"/>
                  </a:lnTo>
                  <a:lnTo>
                    <a:pt x="6146911" y="1430742"/>
                  </a:lnTo>
                  <a:lnTo>
                    <a:pt x="6147572" y="1430742"/>
                  </a:lnTo>
                  <a:lnTo>
                    <a:pt x="6148232" y="1430742"/>
                  </a:lnTo>
                  <a:lnTo>
                    <a:pt x="6148893" y="1430742"/>
                  </a:lnTo>
                  <a:lnTo>
                    <a:pt x="6149553" y="1430742"/>
                  </a:lnTo>
                  <a:lnTo>
                    <a:pt x="6150214" y="1430742"/>
                  </a:lnTo>
                  <a:lnTo>
                    <a:pt x="6150874" y="1430742"/>
                  </a:lnTo>
                  <a:lnTo>
                    <a:pt x="6151535" y="1430742"/>
                  </a:lnTo>
                  <a:lnTo>
                    <a:pt x="6152196" y="1430742"/>
                  </a:lnTo>
                  <a:lnTo>
                    <a:pt x="6152856" y="1430742"/>
                  </a:lnTo>
                  <a:lnTo>
                    <a:pt x="6153517" y="1430742"/>
                  </a:lnTo>
                  <a:lnTo>
                    <a:pt x="6154177" y="1430742"/>
                  </a:lnTo>
                  <a:lnTo>
                    <a:pt x="6154838" y="1430742"/>
                  </a:lnTo>
                  <a:lnTo>
                    <a:pt x="6155498" y="1430742"/>
                  </a:lnTo>
                  <a:lnTo>
                    <a:pt x="6156159" y="1430742"/>
                  </a:lnTo>
                  <a:lnTo>
                    <a:pt x="6156819" y="1430742"/>
                  </a:lnTo>
                  <a:lnTo>
                    <a:pt x="6157480" y="1430742"/>
                  </a:lnTo>
                  <a:lnTo>
                    <a:pt x="6158140" y="1430742"/>
                  </a:lnTo>
                  <a:lnTo>
                    <a:pt x="6158801" y="1430742"/>
                  </a:lnTo>
                  <a:lnTo>
                    <a:pt x="6159461" y="1430742"/>
                  </a:lnTo>
                  <a:lnTo>
                    <a:pt x="6160122" y="1430742"/>
                  </a:lnTo>
                  <a:lnTo>
                    <a:pt x="6160782" y="1430742"/>
                  </a:lnTo>
                  <a:lnTo>
                    <a:pt x="6161443" y="1430742"/>
                  </a:lnTo>
                  <a:lnTo>
                    <a:pt x="6162104" y="1430742"/>
                  </a:lnTo>
                  <a:lnTo>
                    <a:pt x="6162764" y="1430742"/>
                  </a:lnTo>
                  <a:lnTo>
                    <a:pt x="6163425" y="1430742"/>
                  </a:lnTo>
                  <a:lnTo>
                    <a:pt x="6164085" y="1430742"/>
                  </a:lnTo>
                  <a:lnTo>
                    <a:pt x="6164746" y="1430742"/>
                  </a:lnTo>
                  <a:lnTo>
                    <a:pt x="6165406" y="1430742"/>
                  </a:lnTo>
                  <a:lnTo>
                    <a:pt x="6166067" y="1430742"/>
                  </a:lnTo>
                  <a:lnTo>
                    <a:pt x="6166727" y="1430742"/>
                  </a:lnTo>
                  <a:lnTo>
                    <a:pt x="6167388" y="1430742"/>
                  </a:lnTo>
                  <a:lnTo>
                    <a:pt x="6168048" y="1430742"/>
                  </a:lnTo>
                  <a:lnTo>
                    <a:pt x="6168709" y="1430742"/>
                  </a:lnTo>
                  <a:lnTo>
                    <a:pt x="6169369" y="1406121"/>
                  </a:lnTo>
                  <a:lnTo>
                    <a:pt x="6170030" y="1383643"/>
                  </a:lnTo>
                  <a:lnTo>
                    <a:pt x="6170690" y="1343822"/>
                  </a:lnTo>
                  <a:lnTo>
                    <a:pt x="6171351" y="1325999"/>
                  </a:lnTo>
                  <a:lnTo>
                    <a:pt x="6172012" y="1325999"/>
                  </a:lnTo>
                  <a:lnTo>
                    <a:pt x="6172672" y="1343822"/>
                  </a:lnTo>
                  <a:lnTo>
                    <a:pt x="6173333" y="1362966"/>
                  </a:lnTo>
                  <a:lnTo>
                    <a:pt x="6173993" y="1406121"/>
                  </a:lnTo>
                  <a:lnTo>
                    <a:pt x="6174654" y="1430742"/>
                  </a:lnTo>
                  <a:lnTo>
                    <a:pt x="6175314" y="1430742"/>
                  </a:lnTo>
                  <a:lnTo>
                    <a:pt x="6175975" y="1406121"/>
                  </a:lnTo>
                  <a:lnTo>
                    <a:pt x="6176635" y="1362966"/>
                  </a:lnTo>
                  <a:lnTo>
                    <a:pt x="6177296" y="1343822"/>
                  </a:lnTo>
                  <a:lnTo>
                    <a:pt x="6177956" y="1325999"/>
                  </a:lnTo>
                  <a:lnTo>
                    <a:pt x="6178617" y="1325999"/>
                  </a:lnTo>
                  <a:lnTo>
                    <a:pt x="6179277" y="1343822"/>
                  </a:lnTo>
                  <a:lnTo>
                    <a:pt x="6179938" y="1362966"/>
                  </a:lnTo>
                  <a:lnTo>
                    <a:pt x="6180598" y="1343822"/>
                  </a:lnTo>
                  <a:lnTo>
                    <a:pt x="6181259" y="1325999"/>
                  </a:lnTo>
                  <a:lnTo>
                    <a:pt x="6181919" y="1317529"/>
                  </a:lnTo>
                  <a:lnTo>
                    <a:pt x="6182580" y="1317529"/>
                  </a:lnTo>
                  <a:lnTo>
                    <a:pt x="6183241" y="1334757"/>
                  </a:lnTo>
                  <a:lnTo>
                    <a:pt x="6183901" y="1373098"/>
                  </a:lnTo>
                  <a:lnTo>
                    <a:pt x="6184562" y="1418138"/>
                  </a:lnTo>
                  <a:lnTo>
                    <a:pt x="6185222" y="1430742"/>
                  </a:lnTo>
                  <a:lnTo>
                    <a:pt x="6185883" y="1430742"/>
                  </a:lnTo>
                  <a:lnTo>
                    <a:pt x="6186543" y="1406121"/>
                  </a:lnTo>
                  <a:lnTo>
                    <a:pt x="6187204" y="1362966"/>
                  </a:lnTo>
                  <a:lnTo>
                    <a:pt x="6187864" y="1343822"/>
                  </a:lnTo>
                  <a:lnTo>
                    <a:pt x="6188525" y="1343822"/>
                  </a:lnTo>
                  <a:lnTo>
                    <a:pt x="6189185" y="1343822"/>
                  </a:lnTo>
                  <a:lnTo>
                    <a:pt x="6189846" y="1362966"/>
                  </a:lnTo>
                  <a:lnTo>
                    <a:pt x="6190506" y="1406121"/>
                  </a:lnTo>
                  <a:lnTo>
                    <a:pt x="6191167" y="1430742"/>
                  </a:lnTo>
                  <a:lnTo>
                    <a:pt x="6191827" y="1430742"/>
                  </a:lnTo>
                  <a:lnTo>
                    <a:pt x="6192488" y="1430742"/>
                  </a:lnTo>
                  <a:lnTo>
                    <a:pt x="6193149" y="1430742"/>
                  </a:lnTo>
                  <a:lnTo>
                    <a:pt x="6193809" y="1430742"/>
                  </a:lnTo>
                  <a:lnTo>
                    <a:pt x="6194470" y="1430742"/>
                  </a:lnTo>
                  <a:lnTo>
                    <a:pt x="6195130" y="1430742"/>
                  </a:lnTo>
                  <a:lnTo>
                    <a:pt x="6195791" y="1430742"/>
                  </a:lnTo>
                  <a:lnTo>
                    <a:pt x="6196451" y="1430742"/>
                  </a:lnTo>
                  <a:lnTo>
                    <a:pt x="6197112" y="1430742"/>
                  </a:lnTo>
                  <a:lnTo>
                    <a:pt x="6197772" y="1430742"/>
                  </a:lnTo>
                  <a:lnTo>
                    <a:pt x="6198433" y="1430742"/>
                  </a:lnTo>
                  <a:lnTo>
                    <a:pt x="6199093" y="1430742"/>
                  </a:lnTo>
                  <a:lnTo>
                    <a:pt x="6199754" y="1430742"/>
                  </a:lnTo>
                  <a:lnTo>
                    <a:pt x="6200414" y="1430742"/>
                  </a:lnTo>
                  <a:lnTo>
                    <a:pt x="6201075" y="1430742"/>
                  </a:lnTo>
                  <a:lnTo>
                    <a:pt x="6201735" y="1430742"/>
                  </a:lnTo>
                  <a:lnTo>
                    <a:pt x="6202396" y="1430742"/>
                  </a:lnTo>
                  <a:lnTo>
                    <a:pt x="6203057" y="1430742"/>
                  </a:lnTo>
                  <a:lnTo>
                    <a:pt x="6203717" y="1430742"/>
                  </a:lnTo>
                  <a:lnTo>
                    <a:pt x="6204378" y="1430742"/>
                  </a:lnTo>
                  <a:lnTo>
                    <a:pt x="6205038" y="1430742"/>
                  </a:lnTo>
                  <a:lnTo>
                    <a:pt x="6205699" y="1430742"/>
                  </a:lnTo>
                  <a:lnTo>
                    <a:pt x="6206359" y="1430742"/>
                  </a:lnTo>
                  <a:lnTo>
                    <a:pt x="6207020" y="1430742"/>
                  </a:lnTo>
                  <a:lnTo>
                    <a:pt x="6207680" y="1430742"/>
                  </a:lnTo>
                  <a:lnTo>
                    <a:pt x="6208341" y="1430742"/>
                  </a:lnTo>
                  <a:lnTo>
                    <a:pt x="6209001" y="1430742"/>
                  </a:lnTo>
                  <a:lnTo>
                    <a:pt x="6209662" y="1430742"/>
                  </a:lnTo>
                  <a:lnTo>
                    <a:pt x="6210322" y="1430742"/>
                  </a:lnTo>
                  <a:lnTo>
                    <a:pt x="6210983" y="1430742"/>
                  </a:lnTo>
                  <a:lnTo>
                    <a:pt x="6211643" y="1430742"/>
                  </a:lnTo>
                  <a:lnTo>
                    <a:pt x="6212304" y="1430742"/>
                  </a:lnTo>
                  <a:lnTo>
                    <a:pt x="6212964" y="1430742"/>
                  </a:lnTo>
                  <a:lnTo>
                    <a:pt x="6213625" y="1430742"/>
                  </a:lnTo>
                  <a:lnTo>
                    <a:pt x="6214286" y="1430742"/>
                  </a:lnTo>
                  <a:lnTo>
                    <a:pt x="6214946" y="1430742"/>
                  </a:lnTo>
                  <a:lnTo>
                    <a:pt x="6215607" y="1430742"/>
                  </a:lnTo>
                  <a:lnTo>
                    <a:pt x="6216267" y="1430742"/>
                  </a:lnTo>
                  <a:lnTo>
                    <a:pt x="6216928" y="1430742"/>
                  </a:lnTo>
                  <a:lnTo>
                    <a:pt x="6217588" y="1430742"/>
                  </a:lnTo>
                  <a:lnTo>
                    <a:pt x="6218249" y="1430742"/>
                  </a:lnTo>
                  <a:lnTo>
                    <a:pt x="6218909" y="1430742"/>
                  </a:lnTo>
                  <a:lnTo>
                    <a:pt x="6219570" y="1430742"/>
                  </a:lnTo>
                  <a:lnTo>
                    <a:pt x="6220230" y="1430742"/>
                  </a:lnTo>
                  <a:lnTo>
                    <a:pt x="6220891" y="1430742"/>
                  </a:lnTo>
                  <a:lnTo>
                    <a:pt x="6221551" y="1430742"/>
                  </a:lnTo>
                  <a:lnTo>
                    <a:pt x="6222212" y="1430742"/>
                  </a:lnTo>
                  <a:lnTo>
                    <a:pt x="6222872" y="1430742"/>
                  </a:lnTo>
                  <a:lnTo>
                    <a:pt x="6223533" y="1430742"/>
                  </a:lnTo>
                  <a:lnTo>
                    <a:pt x="6224194" y="1430742"/>
                  </a:lnTo>
                  <a:lnTo>
                    <a:pt x="6224854" y="1430742"/>
                  </a:lnTo>
                  <a:lnTo>
                    <a:pt x="6225515" y="1430742"/>
                  </a:lnTo>
                  <a:lnTo>
                    <a:pt x="6226175" y="1406121"/>
                  </a:lnTo>
                  <a:lnTo>
                    <a:pt x="6226836" y="1362966"/>
                  </a:lnTo>
                  <a:lnTo>
                    <a:pt x="6227496" y="1343822"/>
                  </a:lnTo>
                  <a:lnTo>
                    <a:pt x="6228157" y="1343822"/>
                  </a:lnTo>
                  <a:lnTo>
                    <a:pt x="6228817" y="1343822"/>
                  </a:lnTo>
                  <a:lnTo>
                    <a:pt x="6229478" y="1362966"/>
                  </a:lnTo>
                  <a:lnTo>
                    <a:pt x="6230138" y="1406121"/>
                  </a:lnTo>
                  <a:lnTo>
                    <a:pt x="6230799" y="1383643"/>
                  </a:lnTo>
                  <a:lnTo>
                    <a:pt x="6231459" y="1325999"/>
                  </a:lnTo>
                  <a:lnTo>
                    <a:pt x="6232120" y="1278901"/>
                  </a:lnTo>
                  <a:lnTo>
                    <a:pt x="6232780" y="1264933"/>
                  </a:lnTo>
                  <a:lnTo>
                    <a:pt x="6233441" y="1264933"/>
                  </a:lnTo>
                  <a:lnTo>
                    <a:pt x="6234102" y="1293666"/>
                  </a:lnTo>
                  <a:lnTo>
                    <a:pt x="6234762" y="1343822"/>
                  </a:lnTo>
                  <a:lnTo>
                    <a:pt x="6235423" y="1406121"/>
                  </a:lnTo>
                  <a:lnTo>
                    <a:pt x="6236083" y="1430742"/>
                  </a:lnTo>
                  <a:lnTo>
                    <a:pt x="6236744" y="1430742"/>
                  </a:lnTo>
                  <a:lnTo>
                    <a:pt x="6237404" y="1430742"/>
                  </a:lnTo>
                  <a:lnTo>
                    <a:pt x="6238065" y="1406121"/>
                  </a:lnTo>
                  <a:lnTo>
                    <a:pt x="6238725" y="1383643"/>
                  </a:lnTo>
                  <a:lnTo>
                    <a:pt x="6239386" y="1343822"/>
                  </a:lnTo>
                  <a:lnTo>
                    <a:pt x="6240046" y="1325999"/>
                  </a:lnTo>
                  <a:lnTo>
                    <a:pt x="6240707" y="1309327"/>
                  </a:lnTo>
                  <a:lnTo>
                    <a:pt x="6241367" y="1325999"/>
                  </a:lnTo>
                  <a:lnTo>
                    <a:pt x="6242028" y="1343822"/>
                  </a:lnTo>
                  <a:lnTo>
                    <a:pt x="6242688" y="1383643"/>
                  </a:lnTo>
                  <a:lnTo>
                    <a:pt x="6243349" y="1406121"/>
                  </a:lnTo>
                  <a:lnTo>
                    <a:pt x="6244010" y="1430742"/>
                  </a:lnTo>
                  <a:lnTo>
                    <a:pt x="6244670" y="1430742"/>
                  </a:lnTo>
                  <a:lnTo>
                    <a:pt x="6245331" y="1430742"/>
                  </a:lnTo>
                  <a:lnTo>
                    <a:pt x="6245991" y="1430742"/>
                  </a:lnTo>
                  <a:lnTo>
                    <a:pt x="6246652" y="1430742"/>
                  </a:lnTo>
                  <a:lnTo>
                    <a:pt x="6247312" y="1430742"/>
                  </a:lnTo>
                  <a:lnTo>
                    <a:pt x="6247973" y="1430742"/>
                  </a:lnTo>
                  <a:lnTo>
                    <a:pt x="6248633" y="1430742"/>
                  </a:lnTo>
                  <a:lnTo>
                    <a:pt x="6249294" y="1430742"/>
                  </a:lnTo>
                  <a:lnTo>
                    <a:pt x="6249954" y="1430742"/>
                  </a:lnTo>
                  <a:lnTo>
                    <a:pt x="6250615" y="1430742"/>
                  </a:lnTo>
                  <a:lnTo>
                    <a:pt x="6251275" y="1430742"/>
                  </a:lnTo>
                  <a:lnTo>
                    <a:pt x="6251936" y="1430742"/>
                  </a:lnTo>
                  <a:lnTo>
                    <a:pt x="6252596" y="1430742"/>
                  </a:lnTo>
                  <a:lnTo>
                    <a:pt x="6253257" y="1430742"/>
                  </a:lnTo>
                  <a:lnTo>
                    <a:pt x="6253917" y="1430742"/>
                  </a:lnTo>
                  <a:lnTo>
                    <a:pt x="6254578" y="1430742"/>
                  </a:lnTo>
                  <a:lnTo>
                    <a:pt x="6255239" y="1430742"/>
                  </a:lnTo>
                  <a:lnTo>
                    <a:pt x="6255899" y="1430742"/>
                  </a:lnTo>
                  <a:lnTo>
                    <a:pt x="6256560" y="1430742"/>
                  </a:lnTo>
                  <a:lnTo>
                    <a:pt x="6257220" y="1430742"/>
                  </a:lnTo>
                  <a:lnTo>
                    <a:pt x="6257881" y="1430742"/>
                  </a:lnTo>
                  <a:lnTo>
                    <a:pt x="6258541" y="1430742"/>
                  </a:lnTo>
                  <a:lnTo>
                    <a:pt x="6259202" y="1430742"/>
                  </a:lnTo>
                  <a:lnTo>
                    <a:pt x="6259862" y="1430742"/>
                  </a:lnTo>
                  <a:lnTo>
                    <a:pt x="6260523" y="1430742"/>
                  </a:lnTo>
                  <a:lnTo>
                    <a:pt x="6261183" y="1430742"/>
                  </a:lnTo>
                  <a:lnTo>
                    <a:pt x="6261844" y="1430742"/>
                  </a:lnTo>
                  <a:lnTo>
                    <a:pt x="6262504" y="1430742"/>
                  </a:lnTo>
                  <a:lnTo>
                    <a:pt x="6263165" y="1430742"/>
                  </a:lnTo>
                  <a:lnTo>
                    <a:pt x="6263825" y="1430742"/>
                  </a:lnTo>
                  <a:lnTo>
                    <a:pt x="6264486" y="1430742"/>
                  </a:lnTo>
                  <a:lnTo>
                    <a:pt x="6265147" y="1430742"/>
                  </a:lnTo>
                  <a:lnTo>
                    <a:pt x="6265807" y="1430742"/>
                  </a:lnTo>
                  <a:lnTo>
                    <a:pt x="6266468" y="1430742"/>
                  </a:lnTo>
                  <a:lnTo>
                    <a:pt x="6267128" y="1430742"/>
                  </a:lnTo>
                  <a:lnTo>
                    <a:pt x="6267789" y="1430742"/>
                  </a:lnTo>
                  <a:lnTo>
                    <a:pt x="6268449" y="1430742"/>
                  </a:lnTo>
                  <a:lnTo>
                    <a:pt x="6269110" y="1430742"/>
                  </a:lnTo>
                  <a:lnTo>
                    <a:pt x="6269770" y="1430742"/>
                  </a:lnTo>
                  <a:lnTo>
                    <a:pt x="6270431" y="1430742"/>
                  </a:lnTo>
                  <a:lnTo>
                    <a:pt x="6271091" y="1430742"/>
                  </a:lnTo>
                  <a:lnTo>
                    <a:pt x="6271752" y="1430742"/>
                  </a:lnTo>
                  <a:lnTo>
                    <a:pt x="6272412" y="1430742"/>
                  </a:lnTo>
                  <a:lnTo>
                    <a:pt x="6273073" y="1430742"/>
                  </a:lnTo>
                  <a:lnTo>
                    <a:pt x="6273733" y="1430742"/>
                  </a:lnTo>
                  <a:lnTo>
                    <a:pt x="6274394" y="1430742"/>
                  </a:lnTo>
                  <a:lnTo>
                    <a:pt x="6275055" y="1430742"/>
                  </a:lnTo>
                  <a:lnTo>
                    <a:pt x="6275715" y="1406121"/>
                  </a:lnTo>
                  <a:lnTo>
                    <a:pt x="6276376" y="1383643"/>
                  </a:lnTo>
                  <a:lnTo>
                    <a:pt x="6277036" y="1362966"/>
                  </a:lnTo>
                  <a:lnTo>
                    <a:pt x="6277697" y="1343822"/>
                  </a:lnTo>
                  <a:lnTo>
                    <a:pt x="6278357" y="1333868"/>
                  </a:lnTo>
                  <a:lnTo>
                    <a:pt x="6279018" y="1352262"/>
                  </a:lnTo>
                  <a:lnTo>
                    <a:pt x="6279678" y="1372067"/>
                  </a:lnTo>
                  <a:lnTo>
                    <a:pt x="6280339" y="1393517"/>
                  </a:lnTo>
                  <a:lnTo>
                    <a:pt x="6280999" y="1416911"/>
                  </a:lnTo>
                  <a:lnTo>
                    <a:pt x="6281660" y="1430742"/>
                  </a:lnTo>
                  <a:lnTo>
                    <a:pt x="6282320" y="1430742"/>
                  </a:lnTo>
                  <a:lnTo>
                    <a:pt x="6282981" y="1430742"/>
                  </a:lnTo>
                  <a:lnTo>
                    <a:pt x="6283641" y="1430742"/>
                  </a:lnTo>
                  <a:lnTo>
                    <a:pt x="6284302" y="1430742"/>
                  </a:lnTo>
                  <a:lnTo>
                    <a:pt x="6284962" y="1430742"/>
                  </a:lnTo>
                  <a:lnTo>
                    <a:pt x="6285623" y="1430742"/>
                  </a:lnTo>
                  <a:lnTo>
                    <a:pt x="6286284" y="1430742"/>
                  </a:lnTo>
                  <a:lnTo>
                    <a:pt x="6286944" y="1430742"/>
                  </a:lnTo>
                  <a:lnTo>
                    <a:pt x="6287605" y="1430742"/>
                  </a:lnTo>
                  <a:lnTo>
                    <a:pt x="6288265" y="1430742"/>
                  </a:lnTo>
                  <a:lnTo>
                    <a:pt x="6288926" y="1430742"/>
                  </a:lnTo>
                  <a:lnTo>
                    <a:pt x="6289586" y="1430742"/>
                  </a:lnTo>
                  <a:lnTo>
                    <a:pt x="6290247" y="1430742"/>
                  </a:lnTo>
                  <a:lnTo>
                    <a:pt x="6290907" y="1430742"/>
                  </a:lnTo>
                  <a:lnTo>
                    <a:pt x="6291568" y="1430742"/>
                  </a:lnTo>
                  <a:lnTo>
                    <a:pt x="6292228" y="1430742"/>
                  </a:lnTo>
                  <a:lnTo>
                    <a:pt x="6292889" y="1430742"/>
                  </a:lnTo>
                  <a:lnTo>
                    <a:pt x="6293549" y="1430742"/>
                  </a:lnTo>
                  <a:lnTo>
                    <a:pt x="6294210" y="1430742"/>
                  </a:lnTo>
                  <a:lnTo>
                    <a:pt x="6294870" y="1383643"/>
                  </a:lnTo>
                  <a:lnTo>
                    <a:pt x="6295531" y="1343822"/>
                  </a:lnTo>
                  <a:lnTo>
                    <a:pt x="6296192" y="1293666"/>
                  </a:lnTo>
                  <a:lnTo>
                    <a:pt x="6296852" y="1278901"/>
                  </a:lnTo>
                  <a:lnTo>
                    <a:pt x="6297513" y="1278901"/>
                  </a:lnTo>
                  <a:lnTo>
                    <a:pt x="6298173" y="1293666"/>
                  </a:lnTo>
                  <a:lnTo>
                    <a:pt x="6298834" y="1309327"/>
                  </a:lnTo>
                  <a:lnTo>
                    <a:pt x="6299494" y="1343822"/>
                  </a:lnTo>
                  <a:lnTo>
                    <a:pt x="6300155" y="1343822"/>
                  </a:lnTo>
                  <a:lnTo>
                    <a:pt x="6300815" y="1309327"/>
                  </a:lnTo>
                  <a:lnTo>
                    <a:pt x="6301476" y="1309327"/>
                  </a:lnTo>
                  <a:lnTo>
                    <a:pt x="6302136" y="1309327"/>
                  </a:lnTo>
                  <a:lnTo>
                    <a:pt x="6302797" y="1325999"/>
                  </a:lnTo>
                  <a:lnTo>
                    <a:pt x="6303457" y="1343822"/>
                  </a:lnTo>
                  <a:lnTo>
                    <a:pt x="6304118" y="1383643"/>
                  </a:lnTo>
                  <a:lnTo>
                    <a:pt x="6304778" y="1406121"/>
                  </a:lnTo>
                  <a:lnTo>
                    <a:pt x="6305439" y="1430742"/>
                  </a:lnTo>
                  <a:lnTo>
                    <a:pt x="6306100" y="1430742"/>
                  </a:lnTo>
                  <a:lnTo>
                    <a:pt x="6306760" y="1430742"/>
                  </a:lnTo>
                  <a:lnTo>
                    <a:pt x="6307421" y="1430742"/>
                  </a:lnTo>
                  <a:lnTo>
                    <a:pt x="6308081" y="1430742"/>
                  </a:lnTo>
                  <a:lnTo>
                    <a:pt x="6308742" y="1430742"/>
                  </a:lnTo>
                  <a:lnTo>
                    <a:pt x="6309402" y="1430742"/>
                  </a:lnTo>
                  <a:lnTo>
                    <a:pt x="6310063" y="1430742"/>
                  </a:lnTo>
                  <a:lnTo>
                    <a:pt x="6310723" y="1430742"/>
                  </a:lnTo>
                  <a:lnTo>
                    <a:pt x="6311384" y="1430742"/>
                  </a:lnTo>
                  <a:lnTo>
                    <a:pt x="6312044" y="1430742"/>
                  </a:lnTo>
                  <a:lnTo>
                    <a:pt x="6312705" y="1430742"/>
                  </a:lnTo>
                  <a:lnTo>
                    <a:pt x="6313365" y="1430742"/>
                  </a:lnTo>
                  <a:lnTo>
                    <a:pt x="6314026" y="1430742"/>
                  </a:lnTo>
                  <a:lnTo>
                    <a:pt x="6314686" y="1430742"/>
                  </a:lnTo>
                  <a:lnTo>
                    <a:pt x="6315347" y="1430742"/>
                  </a:lnTo>
                  <a:lnTo>
                    <a:pt x="6316008" y="1430742"/>
                  </a:lnTo>
                  <a:lnTo>
                    <a:pt x="6316668" y="1430742"/>
                  </a:lnTo>
                  <a:lnTo>
                    <a:pt x="6317329" y="1430742"/>
                  </a:lnTo>
                  <a:lnTo>
                    <a:pt x="6317989" y="1430742"/>
                  </a:lnTo>
                  <a:lnTo>
                    <a:pt x="6318650" y="1430742"/>
                  </a:lnTo>
                  <a:lnTo>
                    <a:pt x="6319310" y="1430742"/>
                  </a:lnTo>
                  <a:lnTo>
                    <a:pt x="6319971" y="1430742"/>
                  </a:lnTo>
                  <a:lnTo>
                    <a:pt x="6320631" y="1430742"/>
                  </a:lnTo>
                  <a:lnTo>
                    <a:pt x="6321292" y="1430742"/>
                  </a:lnTo>
                  <a:lnTo>
                    <a:pt x="6321952" y="1430742"/>
                  </a:lnTo>
                  <a:lnTo>
                    <a:pt x="6322613" y="1430742"/>
                  </a:lnTo>
                  <a:lnTo>
                    <a:pt x="6323273" y="1430742"/>
                  </a:lnTo>
                  <a:lnTo>
                    <a:pt x="6323934" y="1430742"/>
                  </a:lnTo>
                  <a:lnTo>
                    <a:pt x="6324594" y="1430742"/>
                  </a:lnTo>
                  <a:lnTo>
                    <a:pt x="6325255" y="1430742"/>
                  </a:lnTo>
                  <a:lnTo>
                    <a:pt x="6325915" y="1430742"/>
                  </a:lnTo>
                  <a:lnTo>
                    <a:pt x="6326576" y="1430742"/>
                  </a:lnTo>
                  <a:lnTo>
                    <a:pt x="6327237" y="1430742"/>
                  </a:lnTo>
                  <a:lnTo>
                    <a:pt x="6327897" y="1430742"/>
                  </a:lnTo>
                  <a:lnTo>
                    <a:pt x="6328558" y="1430742"/>
                  </a:lnTo>
                  <a:lnTo>
                    <a:pt x="6329218" y="1430742"/>
                  </a:lnTo>
                  <a:lnTo>
                    <a:pt x="6329879" y="1430742"/>
                  </a:lnTo>
                  <a:lnTo>
                    <a:pt x="6330539" y="1430742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30742"/>
                  </a:lnTo>
                  <a:lnTo>
                    <a:pt x="6333181" y="1430742"/>
                  </a:lnTo>
                  <a:lnTo>
                    <a:pt x="6333842" y="1430742"/>
                  </a:lnTo>
                  <a:lnTo>
                    <a:pt x="6334502" y="1430742"/>
                  </a:lnTo>
                  <a:lnTo>
                    <a:pt x="6335163" y="1430742"/>
                  </a:lnTo>
                  <a:lnTo>
                    <a:pt x="6335823" y="1430742"/>
                  </a:lnTo>
                  <a:lnTo>
                    <a:pt x="6336484" y="1430742"/>
                  </a:lnTo>
                  <a:lnTo>
                    <a:pt x="6337145" y="1430742"/>
                  </a:lnTo>
                  <a:lnTo>
                    <a:pt x="6337805" y="1430742"/>
                  </a:lnTo>
                  <a:lnTo>
                    <a:pt x="6338466" y="1430742"/>
                  </a:lnTo>
                  <a:lnTo>
                    <a:pt x="6339126" y="1430742"/>
                  </a:lnTo>
                  <a:lnTo>
                    <a:pt x="6339787" y="1430742"/>
                  </a:lnTo>
                  <a:lnTo>
                    <a:pt x="6340447" y="1430742"/>
                  </a:lnTo>
                  <a:lnTo>
                    <a:pt x="6341108" y="1430742"/>
                  </a:lnTo>
                  <a:lnTo>
                    <a:pt x="6341768" y="1430742"/>
                  </a:lnTo>
                  <a:lnTo>
                    <a:pt x="6342429" y="1430742"/>
                  </a:lnTo>
                  <a:lnTo>
                    <a:pt x="6343089" y="1420610"/>
                  </a:lnTo>
                  <a:lnTo>
                    <a:pt x="6343750" y="1391290"/>
                  </a:lnTo>
                  <a:lnTo>
                    <a:pt x="6344410" y="1350362"/>
                  </a:lnTo>
                  <a:lnTo>
                    <a:pt x="6345071" y="1332098"/>
                  </a:lnTo>
                  <a:lnTo>
                    <a:pt x="6345731" y="1332098"/>
                  </a:lnTo>
                  <a:lnTo>
                    <a:pt x="6346392" y="1339250"/>
                  </a:lnTo>
                  <a:lnTo>
                    <a:pt x="6347053" y="1362966"/>
                  </a:lnTo>
                  <a:lnTo>
                    <a:pt x="6347713" y="1406121"/>
                  </a:lnTo>
                  <a:lnTo>
                    <a:pt x="6348374" y="1430742"/>
                  </a:lnTo>
                  <a:lnTo>
                    <a:pt x="6349034" y="1430742"/>
                  </a:lnTo>
                  <a:lnTo>
                    <a:pt x="6349695" y="1430742"/>
                  </a:lnTo>
                  <a:lnTo>
                    <a:pt x="6350355" y="1430742"/>
                  </a:lnTo>
                  <a:lnTo>
                    <a:pt x="6351016" y="1383643"/>
                  </a:lnTo>
                  <a:lnTo>
                    <a:pt x="6351676" y="1343822"/>
                  </a:lnTo>
                  <a:lnTo>
                    <a:pt x="6352337" y="1325999"/>
                  </a:lnTo>
                  <a:lnTo>
                    <a:pt x="6352997" y="1325999"/>
                  </a:lnTo>
                  <a:lnTo>
                    <a:pt x="6353658" y="1325999"/>
                  </a:lnTo>
                  <a:lnTo>
                    <a:pt x="6354318" y="1362966"/>
                  </a:lnTo>
                  <a:lnTo>
                    <a:pt x="6354979" y="1406121"/>
                  </a:lnTo>
                  <a:lnTo>
                    <a:pt x="6355639" y="1430742"/>
                  </a:lnTo>
                  <a:lnTo>
                    <a:pt x="6356300" y="1430742"/>
                  </a:lnTo>
                  <a:lnTo>
                    <a:pt x="6356960" y="1430742"/>
                  </a:lnTo>
                  <a:lnTo>
                    <a:pt x="6357621" y="1430742"/>
                  </a:lnTo>
                  <a:lnTo>
                    <a:pt x="6358282" y="1430742"/>
                  </a:lnTo>
                  <a:lnTo>
                    <a:pt x="6358942" y="1430742"/>
                  </a:lnTo>
                  <a:lnTo>
                    <a:pt x="6359603" y="1430742"/>
                  </a:lnTo>
                  <a:lnTo>
                    <a:pt x="6360263" y="1406121"/>
                  </a:lnTo>
                  <a:lnTo>
                    <a:pt x="6360924" y="1362966"/>
                  </a:lnTo>
                  <a:lnTo>
                    <a:pt x="6361584" y="1343822"/>
                  </a:lnTo>
                  <a:lnTo>
                    <a:pt x="6362245" y="1343822"/>
                  </a:lnTo>
                  <a:lnTo>
                    <a:pt x="6362905" y="1343822"/>
                  </a:lnTo>
                  <a:lnTo>
                    <a:pt x="6363566" y="1362966"/>
                  </a:lnTo>
                  <a:lnTo>
                    <a:pt x="6364226" y="1406121"/>
                  </a:lnTo>
                  <a:lnTo>
                    <a:pt x="6364887" y="1430742"/>
                  </a:lnTo>
                  <a:lnTo>
                    <a:pt x="6365547" y="1430742"/>
                  </a:lnTo>
                  <a:lnTo>
                    <a:pt x="6366208" y="1430742"/>
                  </a:lnTo>
                  <a:lnTo>
                    <a:pt x="6366868" y="1430742"/>
                  </a:lnTo>
                  <a:lnTo>
                    <a:pt x="6367529" y="1430742"/>
                  </a:lnTo>
                  <a:lnTo>
                    <a:pt x="6368190" y="1430742"/>
                  </a:lnTo>
                  <a:lnTo>
                    <a:pt x="6368850" y="1430742"/>
                  </a:lnTo>
                  <a:lnTo>
                    <a:pt x="6369511" y="1430742"/>
                  </a:lnTo>
                  <a:lnTo>
                    <a:pt x="6370171" y="1406121"/>
                  </a:lnTo>
                  <a:lnTo>
                    <a:pt x="6370832" y="1362966"/>
                  </a:lnTo>
                  <a:lnTo>
                    <a:pt x="6371492" y="1343822"/>
                  </a:lnTo>
                  <a:lnTo>
                    <a:pt x="6372153" y="1343822"/>
                  </a:lnTo>
                  <a:lnTo>
                    <a:pt x="6372813" y="1325999"/>
                  </a:lnTo>
                  <a:lnTo>
                    <a:pt x="6373474" y="1309327"/>
                  </a:lnTo>
                  <a:lnTo>
                    <a:pt x="6374134" y="1309327"/>
                  </a:lnTo>
                  <a:lnTo>
                    <a:pt x="6374795" y="1325999"/>
                  </a:lnTo>
                  <a:lnTo>
                    <a:pt x="6375455" y="1325999"/>
                  </a:lnTo>
                  <a:lnTo>
                    <a:pt x="6376116" y="1343822"/>
                  </a:lnTo>
                  <a:lnTo>
                    <a:pt x="6376776" y="1383643"/>
                  </a:lnTo>
                  <a:lnTo>
                    <a:pt x="6377437" y="1430742"/>
                  </a:lnTo>
                  <a:lnTo>
                    <a:pt x="6378098" y="1430742"/>
                  </a:lnTo>
                  <a:lnTo>
                    <a:pt x="6378758" y="1430742"/>
                  </a:lnTo>
                  <a:lnTo>
                    <a:pt x="6379419" y="1430742"/>
                  </a:lnTo>
                  <a:lnTo>
                    <a:pt x="6380079" y="1430742"/>
                  </a:lnTo>
                  <a:lnTo>
                    <a:pt x="6380740" y="1430742"/>
                  </a:lnTo>
                  <a:lnTo>
                    <a:pt x="6381400" y="1430742"/>
                  </a:lnTo>
                  <a:lnTo>
                    <a:pt x="6382061" y="1430742"/>
                  </a:lnTo>
                  <a:lnTo>
                    <a:pt x="6382721" y="1430742"/>
                  </a:lnTo>
                  <a:lnTo>
                    <a:pt x="6383382" y="1430742"/>
                  </a:lnTo>
                  <a:lnTo>
                    <a:pt x="6384042" y="1430742"/>
                  </a:lnTo>
                  <a:lnTo>
                    <a:pt x="6384703" y="1430742"/>
                  </a:lnTo>
                  <a:lnTo>
                    <a:pt x="6385363" y="1430742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383643"/>
                  </a:lnTo>
                  <a:lnTo>
                    <a:pt x="6388006" y="1343822"/>
                  </a:lnTo>
                  <a:lnTo>
                    <a:pt x="6388666" y="1325999"/>
                  </a:lnTo>
                  <a:lnTo>
                    <a:pt x="6389327" y="1325999"/>
                  </a:lnTo>
                  <a:lnTo>
                    <a:pt x="6389987" y="1325999"/>
                  </a:lnTo>
                  <a:lnTo>
                    <a:pt x="6390648" y="1362966"/>
                  </a:lnTo>
                  <a:lnTo>
                    <a:pt x="6391308" y="1406121"/>
                  </a:lnTo>
                  <a:lnTo>
                    <a:pt x="6391969" y="1430742"/>
                  </a:lnTo>
                  <a:lnTo>
                    <a:pt x="6392629" y="1430742"/>
                  </a:lnTo>
                  <a:lnTo>
                    <a:pt x="6393290" y="1430742"/>
                  </a:lnTo>
                  <a:lnTo>
                    <a:pt x="6393950" y="1430742"/>
                  </a:lnTo>
                  <a:lnTo>
                    <a:pt x="6394611" y="1430742"/>
                  </a:lnTo>
                  <a:lnTo>
                    <a:pt x="6395271" y="1430742"/>
                  </a:lnTo>
                  <a:lnTo>
                    <a:pt x="6395932" y="1430742"/>
                  </a:lnTo>
                  <a:lnTo>
                    <a:pt x="6396592" y="1430742"/>
                  </a:lnTo>
                  <a:lnTo>
                    <a:pt x="6397253" y="1430742"/>
                  </a:lnTo>
                  <a:lnTo>
                    <a:pt x="6397913" y="1430742"/>
                  </a:lnTo>
                  <a:lnTo>
                    <a:pt x="6398574" y="1430742"/>
                  </a:lnTo>
                  <a:lnTo>
                    <a:pt x="6399235" y="1430742"/>
                  </a:lnTo>
                  <a:lnTo>
                    <a:pt x="6399895" y="1430742"/>
                  </a:lnTo>
                  <a:lnTo>
                    <a:pt x="6400556" y="1430742"/>
                  </a:lnTo>
                  <a:lnTo>
                    <a:pt x="6401216" y="1430742"/>
                  </a:lnTo>
                  <a:lnTo>
                    <a:pt x="6401877" y="1430742"/>
                  </a:lnTo>
                  <a:lnTo>
                    <a:pt x="6402537" y="1430742"/>
                  </a:lnTo>
                  <a:lnTo>
                    <a:pt x="6403198" y="1430742"/>
                  </a:lnTo>
                  <a:lnTo>
                    <a:pt x="6403858" y="1430742"/>
                  </a:lnTo>
                  <a:lnTo>
                    <a:pt x="6404519" y="1430742"/>
                  </a:lnTo>
                  <a:lnTo>
                    <a:pt x="6405179" y="1430742"/>
                  </a:lnTo>
                  <a:lnTo>
                    <a:pt x="6405840" y="1430742"/>
                  </a:lnTo>
                  <a:lnTo>
                    <a:pt x="6406500" y="1430742"/>
                  </a:lnTo>
                  <a:lnTo>
                    <a:pt x="6407161" y="1430742"/>
                  </a:lnTo>
                  <a:lnTo>
                    <a:pt x="6407821" y="1430742"/>
                  </a:lnTo>
                  <a:lnTo>
                    <a:pt x="6408482" y="1430742"/>
                  </a:lnTo>
                  <a:lnTo>
                    <a:pt x="6409143" y="1430742"/>
                  </a:lnTo>
                  <a:lnTo>
                    <a:pt x="6409803" y="1430742"/>
                  </a:lnTo>
                  <a:lnTo>
                    <a:pt x="6410464" y="1430742"/>
                  </a:lnTo>
                  <a:lnTo>
                    <a:pt x="6411124" y="1430742"/>
                  </a:lnTo>
                  <a:lnTo>
                    <a:pt x="6411785" y="1430742"/>
                  </a:lnTo>
                  <a:lnTo>
                    <a:pt x="6412445" y="1430742"/>
                  </a:lnTo>
                  <a:lnTo>
                    <a:pt x="6413106" y="1430742"/>
                  </a:lnTo>
                  <a:lnTo>
                    <a:pt x="6413766" y="1430742"/>
                  </a:lnTo>
                  <a:lnTo>
                    <a:pt x="6414427" y="1430742"/>
                  </a:lnTo>
                  <a:lnTo>
                    <a:pt x="6415087" y="1430742"/>
                  </a:lnTo>
                  <a:lnTo>
                    <a:pt x="6415748" y="1430742"/>
                  </a:lnTo>
                  <a:lnTo>
                    <a:pt x="6416408" y="1430742"/>
                  </a:lnTo>
                  <a:lnTo>
                    <a:pt x="6417069" y="1430742"/>
                  </a:lnTo>
                  <a:lnTo>
                    <a:pt x="6417729" y="1430742"/>
                  </a:lnTo>
                  <a:lnTo>
                    <a:pt x="6418390" y="1430742"/>
                  </a:lnTo>
                  <a:lnTo>
                    <a:pt x="6419051" y="1430742"/>
                  </a:lnTo>
                  <a:lnTo>
                    <a:pt x="6419711" y="1406121"/>
                  </a:lnTo>
                  <a:lnTo>
                    <a:pt x="6420372" y="1343822"/>
                  </a:lnTo>
                  <a:lnTo>
                    <a:pt x="6421032" y="1251683"/>
                  </a:lnTo>
                  <a:lnTo>
                    <a:pt x="6421693" y="1183907"/>
                  </a:lnTo>
                  <a:lnTo>
                    <a:pt x="6422353" y="1146510"/>
                  </a:lnTo>
                  <a:lnTo>
                    <a:pt x="6423014" y="1114227"/>
                  </a:lnTo>
                  <a:lnTo>
                    <a:pt x="6423674" y="1114227"/>
                  </a:lnTo>
                  <a:lnTo>
                    <a:pt x="6424335" y="1155253"/>
                  </a:lnTo>
                  <a:lnTo>
                    <a:pt x="6424995" y="1215018"/>
                  </a:lnTo>
                  <a:lnTo>
                    <a:pt x="6425656" y="1264933"/>
                  </a:lnTo>
                  <a:lnTo>
                    <a:pt x="6426316" y="1343822"/>
                  </a:lnTo>
                  <a:lnTo>
                    <a:pt x="6426977" y="1406121"/>
                  </a:lnTo>
                  <a:lnTo>
                    <a:pt x="6427637" y="1430742"/>
                  </a:lnTo>
                  <a:lnTo>
                    <a:pt x="6428298" y="1430742"/>
                  </a:lnTo>
                  <a:lnTo>
                    <a:pt x="6428958" y="1430742"/>
                  </a:lnTo>
                  <a:lnTo>
                    <a:pt x="6429619" y="1430742"/>
                  </a:lnTo>
                  <a:lnTo>
                    <a:pt x="6430280" y="1430742"/>
                  </a:lnTo>
                  <a:lnTo>
                    <a:pt x="6430940" y="1430742"/>
                  </a:lnTo>
                  <a:lnTo>
                    <a:pt x="6431601" y="1430742"/>
                  </a:lnTo>
                  <a:lnTo>
                    <a:pt x="6432261" y="1430742"/>
                  </a:lnTo>
                  <a:lnTo>
                    <a:pt x="6432922" y="1430742"/>
                  </a:lnTo>
                  <a:lnTo>
                    <a:pt x="6433582" y="1430742"/>
                  </a:lnTo>
                  <a:lnTo>
                    <a:pt x="6434243" y="1430742"/>
                  </a:lnTo>
                  <a:lnTo>
                    <a:pt x="6434903" y="1430742"/>
                  </a:lnTo>
                  <a:lnTo>
                    <a:pt x="6435564" y="1430742"/>
                  </a:lnTo>
                  <a:lnTo>
                    <a:pt x="6436224" y="1430742"/>
                  </a:lnTo>
                  <a:lnTo>
                    <a:pt x="6436885" y="1406121"/>
                  </a:lnTo>
                  <a:lnTo>
                    <a:pt x="6437545" y="1362966"/>
                  </a:lnTo>
                  <a:lnTo>
                    <a:pt x="6438206" y="1343822"/>
                  </a:lnTo>
                  <a:lnTo>
                    <a:pt x="6438866" y="1309327"/>
                  </a:lnTo>
                  <a:lnTo>
                    <a:pt x="6439527" y="1251683"/>
                  </a:lnTo>
                  <a:lnTo>
                    <a:pt x="6440188" y="1219540"/>
                  </a:lnTo>
                  <a:lnTo>
                    <a:pt x="6440848" y="1208379"/>
                  </a:lnTo>
                  <a:lnTo>
                    <a:pt x="6441509" y="1188417"/>
                  </a:lnTo>
                  <a:lnTo>
                    <a:pt x="6442169" y="1198731"/>
                  </a:lnTo>
                  <a:lnTo>
                    <a:pt x="6442830" y="1244675"/>
                  </a:lnTo>
                  <a:lnTo>
                    <a:pt x="6443490" y="1295190"/>
                  </a:lnTo>
                  <a:lnTo>
                    <a:pt x="6444151" y="1345674"/>
                  </a:lnTo>
                  <a:lnTo>
                    <a:pt x="6444811" y="1406121"/>
                  </a:lnTo>
                  <a:lnTo>
                    <a:pt x="6445472" y="1430742"/>
                  </a:lnTo>
                  <a:lnTo>
                    <a:pt x="6446132" y="1430742"/>
                  </a:lnTo>
                  <a:lnTo>
                    <a:pt x="6446793" y="1430742"/>
                  </a:lnTo>
                  <a:lnTo>
                    <a:pt x="6447453" y="1430742"/>
                  </a:lnTo>
                  <a:lnTo>
                    <a:pt x="6448114" y="1430742"/>
                  </a:lnTo>
                  <a:lnTo>
                    <a:pt x="6448774" y="1430742"/>
                  </a:lnTo>
                  <a:lnTo>
                    <a:pt x="6449435" y="1430742"/>
                  </a:lnTo>
                  <a:lnTo>
                    <a:pt x="6450096" y="1430742"/>
                  </a:lnTo>
                  <a:lnTo>
                    <a:pt x="6450756" y="1430742"/>
                  </a:lnTo>
                  <a:lnTo>
                    <a:pt x="6451417" y="1430742"/>
                  </a:lnTo>
                  <a:lnTo>
                    <a:pt x="6452077" y="1430742"/>
                  </a:lnTo>
                  <a:lnTo>
                    <a:pt x="6452738" y="1430742"/>
                  </a:lnTo>
                  <a:lnTo>
                    <a:pt x="6453398" y="1430742"/>
                  </a:lnTo>
                  <a:lnTo>
                    <a:pt x="6454059" y="1430742"/>
                  </a:lnTo>
                  <a:lnTo>
                    <a:pt x="6454719" y="1430742"/>
                  </a:lnTo>
                  <a:lnTo>
                    <a:pt x="6455380" y="1430742"/>
                  </a:lnTo>
                  <a:lnTo>
                    <a:pt x="6456040" y="1430742"/>
                  </a:lnTo>
                  <a:lnTo>
                    <a:pt x="6456701" y="1430742"/>
                  </a:lnTo>
                  <a:lnTo>
                    <a:pt x="6457361" y="1430742"/>
                  </a:lnTo>
                  <a:lnTo>
                    <a:pt x="6458022" y="1430742"/>
                  </a:lnTo>
                  <a:lnTo>
                    <a:pt x="6458682" y="1430742"/>
                  </a:lnTo>
                  <a:lnTo>
                    <a:pt x="6459343" y="1430742"/>
                  </a:lnTo>
                  <a:lnTo>
                    <a:pt x="6460004" y="1430742"/>
                  </a:lnTo>
                  <a:lnTo>
                    <a:pt x="6460664" y="1430742"/>
                  </a:lnTo>
                  <a:lnTo>
                    <a:pt x="6461325" y="1430742"/>
                  </a:lnTo>
                  <a:lnTo>
                    <a:pt x="6461985" y="1430742"/>
                  </a:lnTo>
                  <a:lnTo>
                    <a:pt x="6462646" y="1430742"/>
                  </a:lnTo>
                  <a:lnTo>
                    <a:pt x="6463306" y="1430742"/>
                  </a:lnTo>
                  <a:lnTo>
                    <a:pt x="6463967" y="1430742"/>
                  </a:lnTo>
                  <a:lnTo>
                    <a:pt x="6464627" y="1430742"/>
                  </a:lnTo>
                  <a:lnTo>
                    <a:pt x="6465288" y="1430742"/>
                  </a:lnTo>
                  <a:lnTo>
                    <a:pt x="6465948" y="1430742"/>
                  </a:lnTo>
                  <a:lnTo>
                    <a:pt x="6466609" y="1406121"/>
                  </a:lnTo>
                  <a:lnTo>
                    <a:pt x="6467269" y="1381500"/>
                  </a:lnTo>
                  <a:lnTo>
                    <a:pt x="6467930" y="1360987"/>
                  </a:lnTo>
                  <a:lnTo>
                    <a:pt x="6468590" y="1341983"/>
                  </a:lnTo>
                  <a:lnTo>
                    <a:pt x="6469251" y="1341983"/>
                  </a:lnTo>
                  <a:lnTo>
                    <a:pt x="6469911" y="1360987"/>
                  </a:lnTo>
                  <a:lnTo>
                    <a:pt x="6470572" y="1383643"/>
                  </a:lnTo>
                  <a:lnTo>
                    <a:pt x="6471233" y="1406121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30742"/>
                  </a:lnTo>
                  <a:lnTo>
                    <a:pt x="6475196" y="1430742"/>
                  </a:lnTo>
                  <a:lnTo>
                    <a:pt x="6475856" y="1430742"/>
                  </a:lnTo>
                  <a:lnTo>
                    <a:pt x="6476517" y="1430742"/>
                  </a:lnTo>
                  <a:lnTo>
                    <a:pt x="6477177" y="1430742"/>
                  </a:lnTo>
                  <a:lnTo>
                    <a:pt x="6477838" y="1430742"/>
                  </a:lnTo>
                  <a:lnTo>
                    <a:pt x="6478498" y="1430742"/>
                  </a:lnTo>
                  <a:lnTo>
                    <a:pt x="6479159" y="1430742"/>
                  </a:lnTo>
                  <a:lnTo>
                    <a:pt x="6479819" y="1430742"/>
                  </a:lnTo>
                  <a:lnTo>
                    <a:pt x="6480480" y="1430742"/>
                  </a:lnTo>
                  <a:lnTo>
                    <a:pt x="6481141" y="1430742"/>
                  </a:lnTo>
                  <a:lnTo>
                    <a:pt x="6481801" y="1430742"/>
                  </a:lnTo>
                  <a:lnTo>
                    <a:pt x="6482462" y="1430742"/>
                  </a:lnTo>
                  <a:lnTo>
                    <a:pt x="6483122" y="1430742"/>
                  </a:lnTo>
                  <a:lnTo>
                    <a:pt x="6483783" y="1430742"/>
                  </a:lnTo>
                  <a:lnTo>
                    <a:pt x="6484443" y="1430742"/>
                  </a:lnTo>
                  <a:lnTo>
                    <a:pt x="6485104" y="1430742"/>
                  </a:lnTo>
                  <a:lnTo>
                    <a:pt x="6485764" y="1430742"/>
                  </a:lnTo>
                  <a:lnTo>
                    <a:pt x="6486425" y="1430742"/>
                  </a:lnTo>
                  <a:lnTo>
                    <a:pt x="6487085" y="1430742"/>
                  </a:lnTo>
                  <a:lnTo>
                    <a:pt x="6487746" y="1430742"/>
                  </a:lnTo>
                  <a:lnTo>
                    <a:pt x="6488406" y="1430742"/>
                  </a:lnTo>
                  <a:lnTo>
                    <a:pt x="6489067" y="1430742"/>
                  </a:lnTo>
                  <a:lnTo>
                    <a:pt x="6489727" y="1430742"/>
                  </a:lnTo>
                  <a:lnTo>
                    <a:pt x="6490388" y="1430742"/>
                  </a:lnTo>
                  <a:lnTo>
                    <a:pt x="6491049" y="1430742"/>
                  </a:lnTo>
                  <a:lnTo>
                    <a:pt x="6491709" y="1430742"/>
                  </a:lnTo>
                  <a:lnTo>
                    <a:pt x="6492370" y="1430742"/>
                  </a:lnTo>
                  <a:lnTo>
                    <a:pt x="6493030" y="1430742"/>
                  </a:lnTo>
                  <a:lnTo>
                    <a:pt x="6493691" y="1430742"/>
                  </a:lnTo>
                  <a:lnTo>
                    <a:pt x="6494351" y="1430742"/>
                  </a:lnTo>
                  <a:lnTo>
                    <a:pt x="6495012" y="1430742"/>
                  </a:lnTo>
                  <a:lnTo>
                    <a:pt x="6495672" y="1430742"/>
                  </a:lnTo>
                  <a:lnTo>
                    <a:pt x="6496333" y="1430742"/>
                  </a:lnTo>
                  <a:lnTo>
                    <a:pt x="6496993" y="1406121"/>
                  </a:lnTo>
                  <a:lnTo>
                    <a:pt x="6497654" y="1383643"/>
                  </a:lnTo>
                  <a:lnTo>
                    <a:pt x="6498314" y="1362966"/>
                  </a:lnTo>
                  <a:lnTo>
                    <a:pt x="6498975" y="1309327"/>
                  </a:lnTo>
                  <a:lnTo>
                    <a:pt x="6499635" y="1264933"/>
                  </a:lnTo>
                  <a:lnTo>
                    <a:pt x="6500296" y="1264933"/>
                  </a:lnTo>
                  <a:lnTo>
                    <a:pt x="6500956" y="1278901"/>
                  </a:lnTo>
                  <a:lnTo>
                    <a:pt x="6501617" y="1293666"/>
                  </a:lnTo>
                  <a:lnTo>
                    <a:pt x="6502278" y="1343822"/>
                  </a:lnTo>
                  <a:lnTo>
                    <a:pt x="6502938" y="1406121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430742"/>
                  </a:lnTo>
                  <a:lnTo>
                    <a:pt x="6510204" y="1430742"/>
                  </a:lnTo>
                  <a:lnTo>
                    <a:pt x="6510864" y="1406121"/>
                  </a:lnTo>
                  <a:lnTo>
                    <a:pt x="6511525" y="1362966"/>
                  </a:lnTo>
                  <a:lnTo>
                    <a:pt x="6512186" y="1343822"/>
                  </a:lnTo>
                  <a:lnTo>
                    <a:pt x="6512846" y="1343822"/>
                  </a:lnTo>
                  <a:lnTo>
                    <a:pt x="6513507" y="1343822"/>
                  </a:lnTo>
                  <a:lnTo>
                    <a:pt x="6514167" y="1343822"/>
                  </a:lnTo>
                  <a:lnTo>
                    <a:pt x="6514828" y="1343822"/>
                  </a:lnTo>
                  <a:lnTo>
                    <a:pt x="6515488" y="1343822"/>
                  </a:lnTo>
                  <a:lnTo>
                    <a:pt x="6516149" y="1325999"/>
                  </a:lnTo>
                  <a:lnTo>
                    <a:pt x="6516809" y="1309327"/>
                  </a:lnTo>
                  <a:lnTo>
                    <a:pt x="6517470" y="1293666"/>
                  </a:lnTo>
                  <a:lnTo>
                    <a:pt x="6518130" y="1275337"/>
                  </a:lnTo>
                  <a:lnTo>
                    <a:pt x="6518791" y="1224143"/>
                  </a:lnTo>
                  <a:lnTo>
                    <a:pt x="6519451" y="1191468"/>
                  </a:lnTo>
                  <a:lnTo>
                    <a:pt x="6520112" y="1153480"/>
                  </a:lnTo>
                  <a:lnTo>
                    <a:pt x="6520772" y="1153480"/>
                  </a:lnTo>
                  <a:lnTo>
                    <a:pt x="6521433" y="1138469"/>
                  </a:lnTo>
                  <a:lnTo>
                    <a:pt x="6522094" y="1153480"/>
                  </a:lnTo>
                  <a:lnTo>
                    <a:pt x="6522754" y="1155253"/>
                  </a:lnTo>
                  <a:lnTo>
                    <a:pt x="6523415" y="1114607"/>
                  </a:lnTo>
                  <a:lnTo>
                    <a:pt x="6524075" y="1048296"/>
                  </a:lnTo>
                  <a:lnTo>
                    <a:pt x="6524736" y="983865"/>
                  </a:lnTo>
                  <a:lnTo>
                    <a:pt x="6525396" y="920423"/>
                  </a:lnTo>
                  <a:lnTo>
                    <a:pt x="6526057" y="875032"/>
                  </a:lnTo>
                  <a:lnTo>
                    <a:pt x="6526717" y="847544"/>
                  </a:lnTo>
                  <a:lnTo>
                    <a:pt x="6527378" y="831947"/>
                  </a:lnTo>
                  <a:lnTo>
                    <a:pt x="6528038" y="819410"/>
                  </a:lnTo>
                  <a:lnTo>
                    <a:pt x="6528699" y="819167"/>
                  </a:lnTo>
                  <a:lnTo>
                    <a:pt x="6529359" y="818201"/>
                  </a:lnTo>
                  <a:lnTo>
                    <a:pt x="6530020" y="816758"/>
                  </a:lnTo>
                  <a:lnTo>
                    <a:pt x="6530680" y="818925"/>
                  </a:lnTo>
                  <a:lnTo>
                    <a:pt x="6531341" y="845660"/>
                  </a:lnTo>
                  <a:lnTo>
                    <a:pt x="6532002" y="873683"/>
                  </a:lnTo>
                  <a:lnTo>
                    <a:pt x="6532662" y="916865"/>
                  </a:lnTo>
                  <a:lnTo>
                    <a:pt x="6533323" y="983636"/>
                  </a:lnTo>
                  <a:lnTo>
                    <a:pt x="6533983" y="1069734"/>
                  </a:lnTo>
                  <a:lnTo>
                    <a:pt x="6534644" y="1154808"/>
                  </a:lnTo>
                  <a:lnTo>
                    <a:pt x="6535304" y="1216141"/>
                  </a:lnTo>
                  <a:lnTo>
                    <a:pt x="6535965" y="1202440"/>
                  </a:lnTo>
                  <a:lnTo>
                    <a:pt x="6536625" y="1177528"/>
                  </a:lnTo>
                  <a:lnTo>
                    <a:pt x="6537286" y="1145224"/>
                  </a:lnTo>
                  <a:lnTo>
                    <a:pt x="6537946" y="1142247"/>
                  </a:lnTo>
                  <a:lnTo>
                    <a:pt x="6538607" y="1168948"/>
                  </a:lnTo>
                  <a:lnTo>
                    <a:pt x="6539267" y="1220683"/>
                  </a:lnTo>
                  <a:lnTo>
                    <a:pt x="6539928" y="1271125"/>
                  </a:lnTo>
                  <a:lnTo>
                    <a:pt x="6540588" y="1318363"/>
                  </a:lnTo>
                  <a:lnTo>
                    <a:pt x="6541249" y="1318363"/>
                  </a:lnTo>
                  <a:lnTo>
                    <a:pt x="6541909" y="1272522"/>
                  </a:lnTo>
                  <a:lnTo>
                    <a:pt x="6542570" y="1258887"/>
                  </a:lnTo>
                  <a:lnTo>
                    <a:pt x="6543231" y="1245935"/>
                  </a:lnTo>
                  <a:lnTo>
                    <a:pt x="6543891" y="1251683"/>
                  </a:lnTo>
                  <a:lnTo>
                    <a:pt x="6544552" y="1251683"/>
                  </a:lnTo>
                  <a:lnTo>
                    <a:pt x="6545212" y="1239079"/>
                  </a:lnTo>
                  <a:lnTo>
                    <a:pt x="6545873" y="1208379"/>
                  </a:lnTo>
                  <a:lnTo>
                    <a:pt x="6546533" y="1158834"/>
                  </a:lnTo>
                  <a:lnTo>
                    <a:pt x="6547194" y="1102365"/>
                  </a:lnTo>
                  <a:lnTo>
                    <a:pt x="6547854" y="1058487"/>
                  </a:lnTo>
                  <a:lnTo>
                    <a:pt x="6548515" y="1025794"/>
                  </a:lnTo>
                  <a:lnTo>
                    <a:pt x="6549175" y="1006592"/>
                  </a:lnTo>
                  <a:lnTo>
                    <a:pt x="6549836" y="1006592"/>
                  </a:lnTo>
                  <a:lnTo>
                    <a:pt x="6550496" y="1027416"/>
                  </a:lnTo>
                  <a:lnTo>
                    <a:pt x="6551157" y="1059713"/>
                  </a:lnTo>
                  <a:lnTo>
                    <a:pt x="6551817" y="1097342"/>
                  </a:lnTo>
                  <a:lnTo>
                    <a:pt x="6552478" y="1130268"/>
                  </a:lnTo>
                  <a:lnTo>
                    <a:pt x="6553139" y="1191468"/>
                  </a:lnTo>
                  <a:lnTo>
                    <a:pt x="6553799" y="1231205"/>
                  </a:lnTo>
                  <a:lnTo>
                    <a:pt x="6554460" y="1256244"/>
                  </a:lnTo>
                  <a:lnTo>
                    <a:pt x="6555120" y="1315041"/>
                  </a:lnTo>
                  <a:lnTo>
                    <a:pt x="6555781" y="1370017"/>
                  </a:lnTo>
                  <a:lnTo>
                    <a:pt x="6556441" y="1355138"/>
                  </a:lnTo>
                  <a:lnTo>
                    <a:pt x="6557102" y="1325999"/>
                  </a:lnTo>
                  <a:lnTo>
                    <a:pt x="6557762" y="1325999"/>
                  </a:lnTo>
                  <a:lnTo>
                    <a:pt x="6558423" y="1325999"/>
                  </a:lnTo>
                  <a:lnTo>
                    <a:pt x="6559083" y="1302162"/>
                  </a:lnTo>
                  <a:lnTo>
                    <a:pt x="6559744" y="1233602"/>
                  </a:lnTo>
                  <a:lnTo>
                    <a:pt x="6560404" y="1169888"/>
                  </a:lnTo>
                  <a:lnTo>
                    <a:pt x="6561065" y="1107119"/>
                  </a:lnTo>
                  <a:lnTo>
                    <a:pt x="6561725" y="1056053"/>
                  </a:lnTo>
                  <a:lnTo>
                    <a:pt x="6562386" y="1052743"/>
                  </a:lnTo>
                  <a:lnTo>
                    <a:pt x="6563047" y="1077843"/>
                  </a:lnTo>
                  <a:lnTo>
                    <a:pt x="6563707" y="1127059"/>
                  </a:lnTo>
                  <a:lnTo>
                    <a:pt x="6564368" y="1185402"/>
                  </a:lnTo>
                  <a:lnTo>
                    <a:pt x="6565028" y="1262228"/>
                  </a:lnTo>
                  <a:lnTo>
                    <a:pt x="6565689" y="1306118"/>
                  </a:lnTo>
                  <a:lnTo>
                    <a:pt x="6566349" y="1359022"/>
                  </a:lnTo>
                  <a:lnTo>
                    <a:pt x="6567010" y="1383643"/>
                  </a:lnTo>
                  <a:lnTo>
                    <a:pt x="6567670" y="1406121"/>
                  </a:lnTo>
                  <a:lnTo>
                    <a:pt x="6568331" y="1430742"/>
                  </a:lnTo>
                  <a:lnTo>
                    <a:pt x="6568991" y="1406121"/>
                  </a:lnTo>
                  <a:lnTo>
                    <a:pt x="6569652" y="1383643"/>
                  </a:lnTo>
                  <a:lnTo>
                    <a:pt x="6570312" y="1362966"/>
                  </a:lnTo>
                  <a:lnTo>
                    <a:pt x="6570973" y="1343822"/>
                  </a:lnTo>
                  <a:lnTo>
                    <a:pt x="6571633" y="1325999"/>
                  </a:lnTo>
                  <a:lnTo>
                    <a:pt x="6572294" y="1330341"/>
                  </a:lnTo>
                  <a:lnTo>
                    <a:pt x="6572954" y="1348477"/>
                  </a:lnTo>
                  <a:lnTo>
                    <a:pt x="6573615" y="1348477"/>
                  </a:lnTo>
                  <a:lnTo>
                    <a:pt x="6574276" y="1330341"/>
                  </a:lnTo>
                  <a:lnTo>
                    <a:pt x="6574936" y="1313395"/>
                  </a:lnTo>
                  <a:lnTo>
                    <a:pt x="6575597" y="1325999"/>
                  </a:lnTo>
                  <a:lnTo>
                    <a:pt x="6576257" y="1325999"/>
                  </a:lnTo>
                  <a:lnTo>
                    <a:pt x="6576918" y="1343822"/>
                  </a:lnTo>
                  <a:lnTo>
                    <a:pt x="6577578" y="1383643"/>
                  </a:lnTo>
                  <a:lnTo>
                    <a:pt x="6578239" y="1406121"/>
                  </a:lnTo>
                  <a:lnTo>
                    <a:pt x="6578899" y="1383643"/>
                  </a:lnTo>
                  <a:lnTo>
                    <a:pt x="6579560" y="1343822"/>
                  </a:lnTo>
                  <a:lnTo>
                    <a:pt x="6580220" y="1325999"/>
                  </a:lnTo>
                  <a:lnTo>
                    <a:pt x="6580881" y="1282514"/>
                  </a:lnTo>
                  <a:lnTo>
                    <a:pt x="6581541" y="1242173"/>
                  </a:lnTo>
                  <a:lnTo>
                    <a:pt x="6582202" y="1207289"/>
                  </a:lnTo>
                  <a:lnTo>
                    <a:pt x="6582862" y="1196635"/>
                  </a:lnTo>
                  <a:lnTo>
                    <a:pt x="6583523" y="1190957"/>
                  </a:lnTo>
                  <a:lnTo>
                    <a:pt x="6584184" y="1198731"/>
                  </a:lnTo>
                  <a:lnTo>
                    <a:pt x="6584844" y="1232400"/>
                  </a:lnTo>
                  <a:lnTo>
                    <a:pt x="6585505" y="1285441"/>
                  </a:lnTo>
                  <a:lnTo>
                    <a:pt x="6586165" y="1333868"/>
                  </a:lnTo>
                  <a:lnTo>
                    <a:pt x="6586826" y="1362966"/>
                  </a:lnTo>
                  <a:lnTo>
                    <a:pt x="6587486" y="1406121"/>
                  </a:lnTo>
                  <a:lnTo>
                    <a:pt x="6588147" y="1430742"/>
                  </a:lnTo>
                  <a:lnTo>
                    <a:pt x="6588807" y="1430742"/>
                  </a:lnTo>
                  <a:lnTo>
                    <a:pt x="6589468" y="1430742"/>
                  </a:lnTo>
                  <a:lnTo>
                    <a:pt x="6590128" y="1430742"/>
                  </a:lnTo>
                  <a:lnTo>
                    <a:pt x="6590789" y="1430742"/>
                  </a:lnTo>
                  <a:lnTo>
                    <a:pt x="6591449" y="1430742"/>
                  </a:lnTo>
                  <a:lnTo>
                    <a:pt x="6592110" y="1430742"/>
                  </a:lnTo>
                  <a:lnTo>
                    <a:pt x="6592770" y="1430742"/>
                  </a:lnTo>
                  <a:lnTo>
                    <a:pt x="6593431" y="1430742"/>
                  </a:lnTo>
                  <a:lnTo>
                    <a:pt x="6594092" y="1408480"/>
                  </a:lnTo>
                  <a:lnTo>
                    <a:pt x="6594752" y="1364961"/>
                  </a:lnTo>
                  <a:lnTo>
                    <a:pt x="6595413" y="1327727"/>
                  </a:lnTo>
                  <a:lnTo>
                    <a:pt x="6596073" y="1310947"/>
                  </a:lnTo>
                  <a:lnTo>
                    <a:pt x="6596734" y="1310947"/>
                  </a:lnTo>
                  <a:lnTo>
                    <a:pt x="6597394" y="1325999"/>
                  </a:lnTo>
                  <a:lnTo>
                    <a:pt x="6598055" y="1362966"/>
                  </a:lnTo>
                  <a:lnTo>
                    <a:pt x="6598715" y="1406121"/>
                  </a:lnTo>
                  <a:lnTo>
                    <a:pt x="6599376" y="1430742"/>
                  </a:lnTo>
                  <a:lnTo>
                    <a:pt x="6600036" y="1430742"/>
                  </a:lnTo>
                  <a:lnTo>
                    <a:pt x="6600697" y="1430742"/>
                  </a:lnTo>
                  <a:lnTo>
                    <a:pt x="6601357" y="1406121"/>
                  </a:lnTo>
                  <a:lnTo>
                    <a:pt x="6602018" y="1383643"/>
                  </a:lnTo>
                  <a:lnTo>
                    <a:pt x="6602678" y="1362966"/>
                  </a:lnTo>
                  <a:lnTo>
                    <a:pt x="6603339" y="1343822"/>
                  </a:lnTo>
                  <a:lnTo>
                    <a:pt x="6604000" y="1325999"/>
                  </a:lnTo>
                  <a:lnTo>
                    <a:pt x="6604000" y="1430742"/>
                  </a:lnTo>
                  <a:lnTo>
                    <a:pt x="6603339" y="1430742"/>
                  </a:lnTo>
                  <a:lnTo>
                    <a:pt x="6602678" y="1430742"/>
                  </a:lnTo>
                  <a:lnTo>
                    <a:pt x="6602018" y="1430742"/>
                  </a:lnTo>
                  <a:lnTo>
                    <a:pt x="6601357" y="1430742"/>
                  </a:lnTo>
                  <a:lnTo>
                    <a:pt x="6600697" y="1430742"/>
                  </a:lnTo>
                  <a:lnTo>
                    <a:pt x="6600036" y="1430742"/>
                  </a:lnTo>
                  <a:lnTo>
                    <a:pt x="6599376" y="1430742"/>
                  </a:lnTo>
                  <a:lnTo>
                    <a:pt x="6598715" y="1430742"/>
                  </a:lnTo>
                  <a:lnTo>
                    <a:pt x="6598055" y="1430742"/>
                  </a:lnTo>
                  <a:lnTo>
                    <a:pt x="6597394" y="1430742"/>
                  </a:lnTo>
                  <a:lnTo>
                    <a:pt x="6596734" y="1430742"/>
                  </a:lnTo>
                  <a:lnTo>
                    <a:pt x="6596073" y="1430742"/>
                  </a:lnTo>
                  <a:lnTo>
                    <a:pt x="6595413" y="1430742"/>
                  </a:lnTo>
                  <a:lnTo>
                    <a:pt x="6594752" y="1430742"/>
                  </a:lnTo>
                  <a:lnTo>
                    <a:pt x="6594092" y="1430742"/>
                  </a:lnTo>
                  <a:lnTo>
                    <a:pt x="6593431" y="1430742"/>
                  </a:lnTo>
                  <a:lnTo>
                    <a:pt x="6592770" y="1430742"/>
                  </a:lnTo>
                  <a:lnTo>
                    <a:pt x="6592110" y="1430742"/>
                  </a:lnTo>
                  <a:lnTo>
                    <a:pt x="6591449" y="1430742"/>
                  </a:lnTo>
                  <a:lnTo>
                    <a:pt x="6590789" y="1430742"/>
                  </a:lnTo>
                  <a:lnTo>
                    <a:pt x="6590128" y="1430742"/>
                  </a:lnTo>
                  <a:lnTo>
                    <a:pt x="6589468" y="1430742"/>
                  </a:lnTo>
                  <a:lnTo>
                    <a:pt x="6588807" y="1430742"/>
                  </a:lnTo>
                  <a:lnTo>
                    <a:pt x="6588147" y="1430742"/>
                  </a:lnTo>
                  <a:lnTo>
                    <a:pt x="6587486" y="1430742"/>
                  </a:lnTo>
                  <a:lnTo>
                    <a:pt x="6586826" y="1430742"/>
                  </a:lnTo>
                  <a:lnTo>
                    <a:pt x="6586165" y="1430742"/>
                  </a:lnTo>
                  <a:lnTo>
                    <a:pt x="6585505" y="1430742"/>
                  </a:lnTo>
                  <a:lnTo>
                    <a:pt x="6584844" y="1430742"/>
                  </a:lnTo>
                  <a:lnTo>
                    <a:pt x="6584184" y="1430742"/>
                  </a:lnTo>
                  <a:lnTo>
                    <a:pt x="6583523" y="1430742"/>
                  </a:lnTo>
                  <a:lnTo>
                    <a:pt x="6582862" y="1430742"/>
                  </a:lnTo>
                  <a:lnTo>
                    <a:pt x="6582202" y="1430742"/>
                  </a:lnTo>
                  <a:lnTo>
                    <a:pt x="6581541" y="1430742"/>
                  </a:lnTo>
                  <a:lnTo>
                    <a:pt x="6580881" y="1430742"/>
                  </a:lnTo>
                  <a:lnTo>
                    <a:pt x="6580220" y="1430742"/>
                  </a:lnTo>
                  <a:lnTo>
                    <a:pt x="6579560" y="1430742"/>
                  </a:lnTo>
                  <a:lnTo>
                    <a:pt x="6578899" y="1430742"/>
                  </a:lnTo>
                  <a:lnTo>
                    <a:pt x="6578239" y="1430742"/>
                  </a:lnTo>
                  <a:lnTo>
                    <a:pt x="6577578" y="1430742"/>
                  </a:lnTo>
                  <a:lnTo>
                    <a:pt x="6576918" y="1430742"/>
                  </a:lnTo>
                  <a:lnTo>
                    <a:pt x="6576257" y="1430742"/>
                  </a:lnTo>
                  <a:lnTo>
                    <a:pt x="6575597" y="1430742"/>
                  </a:lnTo>
                  <a:lnTo>
                    <a:pt x="6574936" y="1430742"/>
                  </a:lnTo>
                  <a:lnTo>
                    <a:pt x="6574276" y="1430742"/>
                  </a:lnTo>
                  <a:lnTo>
                    <a:pt x="6573615" y="1430742"/>
                  </a:lnTo>
                  <a:lnTo>
                    <a:pt x="6572954" y="1430742"/>
                  </a:lnTo>
                  <a:lnTo>
                    <a:pt x="6572294" y="1430742"/>
                  </a:lnTo>
                  <a:lnTo>
                    <a:pt x="6571633" y="1430742"/>
                  </a:lnTo>
                  <a:lnTo>
                    <a:pt x="6570973" y="1430742"/>
                  </a:lnTo>
                  <a:lnTo>
                    <a:pt x="6570312" y="1430742"/>
                  </a:lnTo>
                  <a:lnTo>
                    <a:pt x="6569652" y="1430742"/>
                  </a:lnTo>
                  <a:lnTo>
                    <a:pt x="6568991" y="1430742"/>
                  </a:lnTo>
                  <a:lnTo>
                    <a:pt x="6568331" y="1430742"/>
                  </a:lnTo>
                  <a:lnTo>
                    <a:pt x="6567670" y="1430742"/>
                  </a:lnTo>
                  <a:lnTo>
                    <a:pt x="6567010" y="1430742"/>
                  </a:lnTo>
                  <a:lnTo>
                    <a:pt x="6566349" y="1430742"/>
                  </a:lnTo>
                  <a:lnTo>
                    <a:pt x="6565689" y="1430742"/>
                  </a:lnTo>
                  <a:lnTo>
                    <a:pt x="6565028" y="1430742"/>
                  </a:lnTo>
                  <a:lnTo>
                    <a:pt x="6564368" y="1430742"/>
                  </a:lnTo>
                  <a:lnTo>
                    <a:pt x="6563707" y="1430742"/>
                  </a:lnTo>
                  <a:lnTo>
                    <a:pt x="6563047" y="1430742"/>
                  </a:lnTo>
                  <a:lnTo>
                    <a:pt x="6562386" y="1430742"/>
                  </a:lnTo>
                  <a:lnTo>
                    <a:pt x="6561725" y="1430742"/>
                  </a:lnTo>
                  <a:lnTo>
                    <a:pt x="6561065" y="1430742"/>
                  </a:lnTo>
                  <a:lnTo>
                    <a:pt x="6560404" y="1430742"/>
                  </a:lnTo>
                  <a:lnTo>
                    <a:pt x="6559744" y="1430742"/>
                  </a:lnTo>
                  <a:lnTo>
                    <a:pt x="6559083" y="1430742"/>
                  </a:lnTo>
                  <a:lnTo>
                    <a:pt x="6558423" y="1430742"/>
                  </a:lnTo>
                  <a:lnTo>
                    <a:pt x="6557762" y="1430742"/>
                  </a:lnTo>
                  <a:lnTo>
                    <a:pt x="6557102" y="1430742"/>
                  </a:lnTo>
                  <a:lnTo>
                    <a:pt x="6556441" y="1430742"/>
                  </a:lnTo>
                  <a:lnTo>
                    <a:pt x="6555781" y="1430742"/>
                  </a:lnTo>
                  <a:lnTo>
                    <a:pt x="6555120" y="1430742"/>
                  </a:lnTo>
                  <a:lnTo>
                    <a:pt x="6554460" y="1430742"/>
                  </a:lnTo>
                  <a:lnTo>
                    <a:pt x="6553799" y="1430742"/>
                  </a:lnTo>
                  <a:lnTo>
                    <a:pt x="6553139" y="1430742"/>
                  </a:lnTo>
                  <a:lnTo>
                    <a:pt x="6552478" y="1430742"/>
                  </a:lnTo>
                  <a:lnTo>
                    <a:pt x="6551817" y="1430742"/>
                  </a:lnTo>
                  <a:lnTo>
                    <a:pt x="6551157" y="1430742"/>
                  </a:lnTo>
                  <a:lnTo>
                    <a:pt x="6550496" y="1430742"/>
                  </a:lnTo>
                  <a:lnTo>
                    <a:pt x="6549836" y="1430742"/>
                  </a:lnTo>
                  <a:lnTo>
                    <a:pt x="6549175" y="1430742"/>
                  </a:lnTo>
                  <a:lnTo>
                    <a:pt x="6548515" y="1430742"/>
                  </a:lnTo>
                  <a:lnTo>
                    <a:pt x="6547854" y="1430742"/>
                  </a:lnTo>
                  <a:lnTo>
                    <a:pt x="6547194" y="1430742"/>
                  </a:lnTo>
                  <a:lnTo>
                    <a:pt x="6546533" y="1430742"/>
                  </a:lnTo>
                  <a:lnTo>
                    <a:pt x="6545873" y="1430742"/>
                  </a:lnTo>
                  <a:lnTo>
                    <a:pt x="6545212" y="1430742"/>
                  </a:lnTo>
                  <a:lnTo>
                    <a:pt x="6544552" y="1430742"/>
                  </a:lnTo>
                  <a:lnTo>
                    <a:pt x="6543891" y="1430742"/>
                  </a:lnTo>
                  <a:lnTo>
                    <a:pt x="6543231" y="1430742"/>
                  </a:lnTo>
                  <a:lnTo>
                    <a:pt x="6542570" y="1430742"/>
                  </a:lnTo>
                  <a:lnTo>
                    <a:pt x="6541909" y="1430742"/>
                  </a:lnTo>
                  <a:lnTo>
                    <a:pt x="6541249" y="1430742"/>
                  </a:lnTo>
                  <a:lnTo>
                    <a:pt x="6540588" y="1430742"/>
                  </a:lnTo>
                  <a:lnTo>
                    <a:pt x="6539928" y="1430742"/>
                  </a:lnTo>
                  <a:lnTo>
                    <a:pt x="6539267" y="1430742"/>
                  </a:lnTo>
                  <a:lnTo>
                    <a:pt x="6538607" y="1430742"/>
                  </a:lnTo>
                  <a:lnTo>
                    <a:pt x="6537946" y="1430742"/>
                  </a:lnTo>
                  <a:lnTo>
                    <a:pt x="6537286" y="1430742"/>
                  </a:lnTo>
                  <a:lnTo>
                    <a:pt x="6536625" y="1430742"/>
                  </a:lnTo>
                  <a:lnTo>
                    <a:pt x="6535965" y="1430742"/>
                  </a:lnTo>
                  <a:lnTo>
                    <a:pt x="6535304" y="1430742"/>
                  </a:lnTo>
                  <a:lnTo>
                    <a:pt x="6534644" y="1430742"/>
                  </a:lnTo>
                  <a:lnTo>
                    <a:pt x="6533983" y="1430742"/>
                  </a:lnTo>
                  <a:lnTo>
                    <a:pt x="6533323" y="1430742"/>
                  </a:lnTo>
                  <a:lnTo>
                    <a:pt x="6532662" y="1430742"/>
                  </a:lnTo>
                  <a:lnTo>
                    <a:pt x="6532002" y="1430742"/>
                  </a:lnTo>
                  <a:lnTo>
                    <a:pt x="6531341" y="1430742"/>
                  </a:lnTo>
                  <a:lnTo>
                    <a:pt x="6530680" y="1430742"/>
                  </a:lnTo>
                  <a:lnTo>
                    <a:pt x="6530020" y="1430742"/>
                  </a:lnTo>
                  <a:lnTo>
                    <a:pt x="6529359" y="1430742"/>
                  </a:lnTo>
                  <a:lnTo>
                    <a:pt x="6528699" y="1430742"/>
                  </a:lnTo>
                  <a:lnTo>
                    <a:pt x="6528038" y="1430742"/>
                  </a:lnTo>
                  <a:lnTo>
                    <a:pt x="6527378" y="1430742"/>
                  </a:lnTo>
                  <a:lnTo>
                    <a:pt x="6526717" y="1430742"/>
                  </a:lnTo>
                  <a:lnTo>
                    <a:pt x="6526057" y="1430742"/>
                  </a:lnTo>
                  <a:lnTo>
                    <a:pt x="6525396" y="1430742"/>
                  </a:lnTo>
                  <a:lnTo>
                    <a:pt x="6524736" y="1430742"/>
                  </a:lnTo>
                  <a:lnTo>
                    <a:pt x="6524075" y="1430742"/>
                  </a:lnTo>
                  <a:lnTo>
                    <a:pt x="6523415" y="1430742"/>
                  </a:lnTo>
                  <a:lnTo>
                    <a:pt x="6522754" y="1430742"/>
                  </a:lnTo>
                  <a:lnTo>
                    <a:pt x="6522094" y="1430742"/>
                  </a:lnTo>
                  <a:lnTo>
                    <a:pt x="6521433" y="1430742"/>
                  </a:lnTo>
                  <a:lnTo>
                    <a:pt x="6520772" y="1430742"/>
                  </a:lnTo>
                  <a:lnTo>
                    <a:pt x="6520112" y="1430742"/>
                  </a:lnTo>
                  <a:lnTo>
                    <a:pt x="6519451" y="1430742"/>
                  </a:lnTo>
                  <a:lnTo>
                    <a:pt x="6518791" y="1430742"/>
                  </a:lnTo>
                  <a:lnTo>
                    <a:pt x="6518130" y="1430742"/>
                  </a:lnTo>
                  <a:lnTo>
                    <a:pt x="6517470" y="1430742"/>
                  </a:lnTo>
                  <a:lnTo>
                    <a:pt x="6516809" y="1430742"/>
                  </a:lnTo>
                  <a:lnTo>
                    <a:pt x="6516149" y="1430742"/>
                  </a:lnTo>
                  <a:lnTo>
                    <a:pt x="6515488" y="1430742"/>
                  </a:lnTo>
                  <a:lnTo>
                    <a:pt x="6514828" y="1430742"/>
                  </a:lnTo>
                  <a:lnTo>
                    <a:pt x="6514167" y="1430742"/>
                  </a:lnTo>
                  <a:lnTo>
                    <a:pt x="6513507" y="1430742"/>
                  </a:lnTo>
                  <a:lnTo>
                    <a:pt x="6512846" y="1430742"/>
                  </a:lnTo>
                  <a:lnTo>
                    <a:pt x="6512186" y="1430742"/>
                  </a:lnTo>
                  <a:lnTo>
                    <a:pt x="6511525" y="1430742"/>
                  </a:lnTo>
                  <a:lnTo>
                    <a:pt x="6510864" y="1430742"/>
                  </a:lnTo>
                  <a:lnTo>
                    <a:pt x="6510204" y="1430742"/>
                  </a:lnTo>
                  <a:lnTo>
                    <a:pt x="6509543" y="1430742"/>
                  </a:lnTo>
                  <a:lnTo>
                    <a:pt x="6508883" y="1430742"/>
                  </a:lnTo>
                  <a:lnTo>
                    <a:pt x="6508222" y="1430742"/>
                  </a:lnTo>
                  <a:lnTo>
                    <a:pt x="6507562" y="1430742"/>
                  </a:lnTo>
                  <a:lnTo>
                    <a:pt x="6506901" y="1430742"/>
                  </a:lnTo>
                  <a:lnTo>
                    <a:pt x="6506241" y="1430742"/>
                  </a:lnTo>
                  <a:lnTo>
                    <a:pt x="6505580" y="1430742"/>
                  </a:lnTo>
                  <a:lnTo>
                    <a:pt x="6504920" y="1430742"/>
                  </a:lnTo>
                  <a:lnTo>
                    <a:pt x="6504259" y="1430742"/>
                  </a:lnTo>
                  <a:lnTo>
                    <a:pt x="6503599" y="1430742"/>
                  </a:lnTo>
                  <a:lnTo>
                    <a:pt x="6502938" y="1430742"/>
                  </a:lnTo>
                  <a:lnTo>
                    <a:pt x="6502278" y="1430742"/>
                  </a:lnTo>
                  <a:lnTo>
                    <a:pt x="6501617" y="1430742"/>
                  </a:lnTo>
                  <a:lnTo>
                    <a:pt x="6500956" y="1430742"/>
                  </a:lnTo>
                  <a:lnTo>
                    <a:pt x="6500296" y="1430742"/>
                  </a:lnTo>
                  <a:lnTo>
                    <a:pt x="6499635" y="1430742"/>
                  </a:lnTo>
                  <a:lnTo>
                    <a:pt x="6498975" y="1430742"/>
                  </a:lnTo>
                  <a:lnTo>
                    <a:pt x="6498314" y="1430742"/>
                  </a:lnTo>
                  <a:lnTo>
                    <a:pt x="6497654" y="1430742"/>
                  </a:lnTo>
                  <a:lnTo>
                    <a:pt x="6496993" y="1430742"/>
                  </a:lnTo>
                  <a:lnTo>
                    <a:pt x="6496333" y="1430742"/>
                  </a:lnTo>
                  <a:lnTo>
                    <a:pt x="6495672" y="1430742"/>
                  </a:lnTo>
                  <a:lnTo>
                    <a:pt x="6495012" y="1430742"/>
                  </a:lnTo>
                  <a:lnTo>
                    <a:pt x="6494351" y="1430742"/>
                  </a:lnTo>
                  <a:lnTo>
                    <a:pt x="6493691" y="1430742"/>
                  </a:lnTo>
                  <a:lnTo>
                    <a:pt x="6493030" y="1430742"/>
                  </a:lnTo>
                  <a:lnTo>
                    <a:pt x="6492370" y="1430742"/>
                  </a:lnTo>
                  <a:lnTo>
                    <a:pt x="6491709" y="1430742"/>
                  </a:lnTo>
                  <a:lnTo>
                    <a:pt x="6491049" y="1430742"/>
                  </a:lnTo>
                  <a:lnTo>
                    <a:pt x="6490388" y="1430742"/>
                  </a:lnTo>
                  <a:lnTo>
                    <a:pt x="6489727" y="1430742"/>
                  </a:lnTo>
                  <a:lnTo>
                    <a:pt x="6489067" y="1430742"/>
                  </a:lnTo>
                  <a:lnTo>
                    <a:pt x="6488406" y="1430742"/>
                  </a:lnTo>
                  <a:lnTo>
                    <a:pt x="6487746" y="1430742"/>
                  </a:lnTo>
                  <a:lnTo>
                    <a:pt x="6487085" y="1430742"/>
                  </a:lnTo>
                  <a:lnTo>
                    <a:pt x="6486425" y="1430742"/>
                  </a:lnTo>
                  <a:lnTo>
                    <a:pt x="6485764" y="1430742"/>
                  </a:lnTo>
                  <a:lnTo>
                    <a:pt x="6485104" y="1430742"/>
                  </a:lnTo>
                  <a:lnTo>
                    <a:pt x="6484443" y="1430742"/>
                  </a:lnTo>
                  <a:lnTo>
                    <a:pt x="6483783" y="1430742"/>
                  </a:lnTo>
                  <a:lnTo>
                    <a:pt x="6483122" y="1430742"/>
                  </a:lnTo>
                  <a:lnTo>
                    <a:pt x="6482462" y="1430742"/>
                  </a:lnTo>
                  <a:lnTo>
                    <a:pt x="6481801" y="1430742"/>
                  </a:lnTo>
                  <a:lnTo>
                    <a:pt x="6481141" y="1430742"/>
                  </a:lnTo>
                  <a:lnTo>
                    <a:pt x="6480480" y="1430742"/>
                  </a:lnTo>
                  <a:lnTo>
                    <a:pt x="6479819" y="1430742"/>
                  </a:lnTo>
                  <a:lnTo>
                    <a:pt x="6479159" y="1430742"/>
                  </a:lnTo>
                  <a:lnTo>
                    <a:pt x="6478498" y="1430742"/>
                  </a:lnTo>
                  <a:lnTo>
                    <a:pt x="6477838" y="1430742"/>
                  </a:lnTo>
                  <a:lnTo>
                    <a:pt x="6477177" y="1430742"/>
                  </a:lnTo>
                  <a:lnTo>
                    <a:pt x="6476517" y="1430742"/>
                  </a:lnTo>
                  <a:lnTo>
                    <a:pt x="6475856" y="1430742"/>
                  </a:lnTo>
                  <a:lnTo>
                    <a:pt x="6475196" y="1430742"/>
                  </a:lnTo>
                  <a:lnTo>
                    <a:pt x="6474535" y="1430742"/>
                  </a:lnTo>
                  <a:lnTo>
                    <a:pt x="6473875" y="1430742"/>
                  </a:lnTo>
                  <a:lnTo>
                    <a:pt x="6473214" y="1430742"/>
                  </a:lnTo>
                  <a:lnTo>
                    <a:pt x="6472554" y="1430742"/>
                  </a:lnTo>
                  <a:lnTo>
                    <a:pt x="6471893" y="1430742"/>
                  </a:lnTo>
                  <a:lnTo>
                    <a:pt x="6471233" y="1430742"/>
                  </a:lnTo>
                  <a:lnTo>
                    <a:pt x="6470572" y="1430742"/>
                  </a:lnTo>
                  <a:lnTo>
                    <a:pt x="6469911" y="1430742"/>
                  </a:lnTo>
                  <a:lnTo>
                    <a:pt x="6469251" y="1430742"/>
                  </a:lnTo>
                  <a:lnTo>
                    <a:pt x="6468590" y="1430742"/>
                  </a:lnTo>
                  <a:lnTo>
                    <a:pt x="6467930" y="1430742"/>
                  </a:lnTo>
                  <a:lnTo>
                    <a:pt x="6467269" y="1430742"/>
                  </a:lnTo>
                  <a:lnTo>
                    <a:pt x="6466609" y="1430742"/>
                  </a:lnTo>
                  <a:lnTo>
                    <a:pt x="6465948" y="1430742"/>
                  </a:lnTo>
                  <a:lnTo>
                    <a:pt x="6465288" y="1430742"/>
                  </a:lnTo>
                  <a:lnTo>
                    <a:pt x="6464627" y="1430742"/>
                  </a:lnTo>
                  <a:lnTo>
                    <a:pt x="6463967" y="1430742"/>
                  </a:lnTo>
                  <a:lnTo>
                    <a:pt x="6463306" y="1430742"/>
                  </a:lnTo>
                  <a:lnTo>
                    <a:pt x="6462646" y="1430742"/>
                  </a:lnTo>
                  <a:lnTo>
                    <a:pt x="6461985" y="1430742"/>
                  </a:lnTo>
                  <a:lnTo>
                    <a:pt x="6461325" y="1430742"/>
                  </a:lnTo>
                  <a:lnTo>
                    <a:pt x="6460664" y="1430742"/>
                  </a:lnTo>
                  <a:lnTo>
                    <a:pt x="6460004" y="1430742"/>
                  </a:lnTo>
                  <a:lnTo>
                    <a:pt x="6459343" y="1430742"/>
                  </a:lnTo>
                  <a:lnTo>
                    <a:pt x="6458682" y="1430742"/>
                  </a:lnTo>
                  <a:lnTo>
                    <a:pt x="6458022" y="1430742"/>
                  </a:lnTo>
                  <a:lnTo>
                    <a:pt x="6457361" y="1430742"/>
                  </a:lnTo>
                  <a:lnTo>
                    <a:pt x="6456701" y="1430742"/>
                  </a:lnTo>
                  <a:lnTo>
                    <a:pt x="6456040" y="1430742"/>
                  </a:lnTo>
                  <a:lnTo>
                    <a:pt x="6455380" y="1430742"/>
                  </a:lnTo>
                  <a:lnTo>
                    <a:pt x="6454719" y="1430742"/>
                  </a:lnTo>
                  <a:lnTo>
                    <a:pt x="6454059" y="1430742"/>
                  </a:lnTo>
                  <a:lnTo>
                    <a:pt x="6453398" y="1430742"/>
                  </a:lnTo>
                  <a:lnTo>
                    <a:pt x="6452738" y="1430742"/>
                  </a:lnTo>
                  <a:lnTo>
                    <a:pt x="6452077" y="1430742"/>
                  </a:lnTo>
                  <a:lnTo>
                    <a:pt x="6451417" y="1430742"/>
                  </a:lnTo>
                  <a:lnTo>
                    <a:pt x="6450756" y="1430742"/>
                  </a:lnTo>
                  <a:lnTo>
                    <a:pt x="6450096" y="1430742"/>
                  </a:lnTo>
                  <a:lnTo>
                    <a:pt x="6449435" y="1430742"/>
                  </a:lnTo>
                  <a:lnTo>
                    <a:pt x="6448774" y="1430742"/>
                  </a:lnTo>
                  <a:lnTo>
                    <a:pt x="6448114" y="1430742"/>
                  </a:lnTo>
                  <a:lnTo>
                    <a:pt x="6447453" y="1430742"/>
                  </a:lnTo>
                  <a:lnTo>
                    <a:pt x="6446793" y="1430742"/>
                  </a:lnTo>
                  <a:lnTo>
                    <a:pt x="6446132" y="1430742"/>
                  </a:lnTo>
                  <a:lnTo>
                    <a:pt x="6445472" y="1430742"/>
                  </a:lnTo>
                  <a:lnTo>
                    <a:pt x="6444811" y="1430742"/>
                  </a:lnTo>
                  <a:lnTo>
                    <a:pt x="6444151" y="1430742"/>
                  </a:lnTo>
                  <a:lnTo>
                    <a:pt x="6443490" y="1430742"/>
                  </a:lnTo>
                  <a:lnTo>
                    <a:pt x="6442830" y="1430742"/>
                  </a:lnTo>
                  <a:lnTo>
                    <a:pt x="6442169" y="1430742"/>
                  </a:lnTo>
                  <a:lnTo>
                    <a:pt x="6441509" y="1430742"/>
                  </a:lnTo>
                  <a:lnTo>
                    <a:pt x="6440848" y="1430742"/>
                  </a:lnTo>
                  <a:lnTo>
                    <a:pt x="6440188" y="1430742"/>
                  </a:lnTo>
                  <a:lnTo>
                    <a:pt x="6439527" y="1430742"/>
                  </a:lnTo>
                  <a:lnTo>
                    <a:pt x="6438866" y="1430742"/>
                  </a:lnTo>
                  <a:lnTo>
                    <a:pt x="6438206" y="1430742"/>
                  </a:lnTo>
                  <a:lnTo>
                    <a:pt x="6437545" y="1430742"/>
                  </a:lnTo>
                  <a:lnTo>
                    <a:pt x="6436885" y="1430742"/>
                  </a:lnTo>
                  <a:lnTo>
                    <a:pt x="6436224" y="1430742"/>
                  </a:lnTo>
                  <a:lnTo>
                    <a:pt x="6435564" y="1430742"/>
                  </a:lnTo>
                  <a:lnTo>
                    <a:pt x="6434903" y="1430742"/>
                  </a:lnTo>
                  <a:lnTo>
                    <a:pt x="6434243" y="1430742"/>
                  </a:lnTo>
                  <a:lnTo>
                    <a:pt x="6433582" y="1430742"/>
                  </a:lnTo>
                  <a:lnTo>
                    <a:pt x="6432922" y="1430742"/>
                  </a:lnTo>
                  <a:lnTo>
                    <a:pt x="6432261" y="1430742"/>
                  </a:lnTo>
                  <a:lnTo>
                    <a:pt x="6431601" y="1430742"/>
                  </a:lnTo>
                  <a:lnTo>
                    <a:pt x="6430940" y="1430742"/>
                  </a:lnTo>
                  <a:lnTo>
                    <a:pt x="6430280" y="1430742"/>
                  </a:lnTo>
                  <a:lnTo>
                    <a:pt x="6429619" y="1430742"/>
                  </a:lnTo>
                  <a:lnTo>
                    <a:pt x="6428958" y="1430742"/>
                  </a:lnTo>
                  <a:lnTo>
                    <a:pt x="6428298" y="1430742"/>
                  </a:lnTo>
                  <a:lnTo>
                    <a:pt x="6427637" y="1430742"/>
                  </a:lnTo>
                  <a:lnTo>
                    <a:pt x="6426977" y="1430742"/>
                  </a:lnTo>
                  <a:lnTo>
                    <a:pt x="6426316" y="1430742"/>
                  </a:lnTo>
                  <a:lnTo>
                    <a:pt x="6425656" y="1430742"/>
                  </a:lnTo>
                  <a:lnTo>
                    <a:pt x="6424995" y="1430742"/>
                  </a:lnTo>
                  <a:lnTo>
                    <a:pt x="6424335" y="1430742"/>
                  </a:lnTo>
                  <a:lnTo>
                    <a:pt x="6423674" y="1430742"/>
                  </a:lnTo>
                  <a:lnTo>
                    <a:pt x="6423014" y="1430742"/>
                  </a:lnTo>
                  <a:lnTo>
                    <a:pt x="6422353" y="1430742"/>
                  </a:lnTo>
                  <a:lnTo>
                    <a:pt x="6421693" y="1430742"/>
                  </a:lnTo>
                  <a:lnTo>
                    <a:pt x="6421032" y="1430742"/>
                  </a:lnTo>
                  <a:lnTo>
                    <a:pt x="6420372" y="1430742"/>
                  </a:lnTo>
                  <a:lnTo>
                    <a:pt x="6419711" y="1430742"/>
                  </a:lnTo>
                  <a:lnTo>
                    <a:pt x="6419051" y="1430742"/>
                  </a:lnTo>
                  <a:lnTo>
                    <a:pt x="6418390" y="1430742"/>
                  </a:lnTo>
                  <a:lnTo>
                    <a:pt x="6417729" y="1430742"/>
                  </a:lnTo>
                  <a:lnTo>
                    <a:pt x="6417069" y="1430742"/>
                  </a:lnTo>
                  <a:lnTo>
                    <a:pt x="6416408" y="1430742"/>
                  </a:lnTo>
                  <a:lnTo>
                    <a:pt x="6415748" y="1430742"/>
                  </a:lnTo>
                  <a:lnTo>
                    <a:pt x="6415087" y="1430742"/>
                  </a:lnTo>
                  <a:lnTo>
                    <a:pt x="6414427" y="1430742"/>
                  </a:lnTo>
                  <a:lnTo>
                    <a:pt x="6413766" y="1430742"/>
                  </a:lnTo>
                  <a:lnTo>
                    <a:pt x="6413106" y="1430742"/>
                  </a:lnTo>
                  <a:lnTo>
                    <a:pt x="6412445" y="1430742"/>
                  </a:lnTo>
                  <a:lnTo>
                    <a:pt x="6411785" y="1430742"/>
                  </a:lnTo>
                  <a:lnTo>
                    <a:pt x="6411124" y="1430742"/>
                  </a:lnTo>
                  <a:lnTo>
                    <a:pt x="6410464" y="1430742"/>
                  </a:lnTo>
                  <a:lnTo>
                    <a:pt x="6409803" y="1430742"/>
                  </a:lnTo>
                  <a:lnTo>
                    <a:pt x="6409143" y="1430742"/>
                  </a:lnTo>
                  <a:lnTo>
                    <a:pt x="6408482" y="1430742"/>
                  </a:lnTo>
                  <a:lnTo>
                    <a:pt x="6407821" y="1430742"/>
                  </a:lnTo>
                  <a:lnTo>
                    <a:pt x="6407161" y="1430742"/>
                  </a:lnTo>
                  <a:lnTo>
                    <a:pt x="6406500" y="1430742"/>
                  </a:lnTo>
                  <a:lnTo>
                    <a:pt x="6405840" y="1430742"/>
                  </a:lnTo>
                  <a:lnTo>
                    <a:pt x="6405179" y="1430742"/>
                  </a:lnTo>
                  <a:lnTo>
                    <a:pt x="6404519" y="1430742"/>
                  </a:lnTo>
                  <a:lnTo>
                    <a:pt x="6403858" y="1430742"/>
                  </a:lnTo>
                  <a:lnTo>
                    <a:pt x="6403198" y="1430742"/>
                  </a:lnTo>
                  <a:lnTo>
                    <a:pt x="6402537" y="1430742"/>
                  </a:lnTo>
                  <a:lnTo>
                    <a:pt x="6401877" y="1430742"/>
                  </a:lnTo>
                  <a:lnTo>
                    <a:pt x="6401216" y="1430742"/>
                  </a:lnTo>
                  <a:lnTo>
                    <a:pt x="6400556" y="1430742"/>
                  </a:lnTo>
                  <a:lnTo>
                    <a:pt x="6399895" y="1430742"/>
                  </a:lnTo>
                  <a:lnTo>
                    <a:pt x="6399235" y="1430742"/>
                  </a:lnTo>
                  <a:lnTo>
                    <a:pt x="6398574" y="1430742"/>
                  </a:lnTo>
                  <a:lnTo>
                    <a:pt x="6397913" y="1430742"/>
                  </a:lnTo>
                  <a:lnTo>
                    <a:pt x="6397253" y="1430742"/>
                  </a:lnTo>
                  <a:lnTo>
                    <a:pt x="6396592" y="1430742"/>
                  </a:lnTo>
                  <a:lnTo>
                    <a:pt x="6395932" y="1430742"/>
                  </a:lnTo>
                  <a:lnTo>
                    <a:pt x="6395271" y="1430742"/>
                  </a:lnTo>
                  <a:lnTo>
                    <a:pt x="6394611" y="1430742"/>
                  </a:lnTo>
                  <a:lnTo>
                    <a:pt x="6393950" y="1430742"/>
                  </a:lnTo>
                  <a:lnTo>
                    <a:pt x="6393290" y="1430742"/>
                  </a:lnTo>
                  <a:lnTo>
                    <a:pt x="6392629" y="1430742"/>
                  </a:lnTo>
                  <a:lnTo>
                    <a:pt x="6391969" y="1430742"/>
                  </a:lnTo>
                  <a:lnTo>
                    <a:pt x="6391308" y="1430742"/>
                  </a:lnTo>
                  <a:lnTo>
                    <a:pt x="6390648" y="1430742"/>
                  </a:lnTo>
                  <a:lnTo>
                    <a:pt x="6389987" y="1430742"/>
                  </a:lnTo>
                  <a:lnTo>
                    <a:pt x="6389327" y="1430742"/>
                  </a:lnTo>
                  <a:lnTo>
                    <a:pt x="6388666" y="1430742"/>
                  </a:lnTo>
                  <a:lnTo>
                    <a:pt x="6388006" y="1430742"/>
                  </a:lnTo>
                  <a:lnTo>
                    <a:pt x="6387345" y="1430742"/>
                  </a:lnTo>
                  <a:lnTo>
                    <a:pt x="6386684" y="1430742"/>
                  </a:lnTo>
                  <a:lnTo>
                    <a:pt x="6386024" y="1430742"/>
                  </a:lnTo>
                  <a:lnTo>
                    <a:pt x="6385363" y="1430742"/>
                  </a:lnTo>
                  <a:lnTo>
                    <a:pt x="6384703" y="1430742"/>
                  </a:lnTo>
                  <a:lnTo>
                    <a:pt x="6384042" y="1430742"/>
                  </a:lnTo>
                  <a:lnTo>
                    <a:pt x="6383382" y="1430742"/>
                  </a:lnTo>
                  <a:lnTo>
                    <a:pt x="6382721" y="1430742"/>
                  </a:lnTo>
                  <a:lnTo>
                    <a:pt x="6382061" y="1430742"/>
                  </a:lnTo>
                  <a:lnTo>
                    <a:pt x="6381400" y="1430742"/>
                  </a:lnTo>
                  <a:lnTo>
                    <a:pt x="6380740" y="1430742"/>
                  </a:lnTo>
                  <a:lnTo>
                    <a:pt x="6380079" y="1430742"/>
                  </a:lnTo>
                  <a:lnTo>
                    <a:pt x="6379419" y="1430742"/>
                  </a:lnTo>
                  <a:lnTo>
                    <a:pt x="6378758" y="1430742"/>
                  </a:lnTo>
                  <a:lnTo>
                    <a:pt x="6378098" y="1430742"/>
                  </a:lnTo>
                  <a:lnTo>
                    <a:pt x="6377437" y="1430742"/>
                  </a:lnTo>
                  <a:lnTo>
                    <a:pt x="6376776" y="1430742"/>
                  </a:lnTo>
                  <a:lnTo>
                    <a:pt x="6376116" y="1430742"/>
                  </a:lnTo>
                  <a:lnTo>
                    <a:pt x="6375455" y="1430742"/>
                  </a:lnTo>
                  <a:lnTo>
                    <a:pt x="6374795" y="1430742"/>
                  </a:lnTo>
                  <a:lnTo>
                    <a:pt x="6374134" y="1430742"/>
                  </a:lnTo>
                  <a:lnTo>
                    <a:pt x="6373474" y="1430742"/>
                  </a:lnTo>
                  <a:lnTo>
                    <a:pt x="6372813" y="1430742"/>
                  </a:lnTo>
                  <a:lnTo>
                    <a:pt x="6372153" y="1430742"/>
                  </a:lnTo>
                  <a:lnTo>
                    <a:pt x="6371492" y="1430742"/>
                  </a:lnTo>
                  <a:lnTo>
                    <a:pt x="6370832" y="1430742"/>
                  </a:lnTo>
                  <a:lnTo>
                    <a:pt x="6370171" y="1430742"/>
                  </a:lnTo>
                  <a:lnTo>
                    <a:pt x="6369511" y="1430742"/>
                  </a:lnTo>
                  <a:lnTo>
                    <a:pt x="6368850" y="1430742"/>
                  </a:lnTo>
                  <a:lnTo>
                    <a:pt x="6368190" y="1430742"/>
                  </a:lnTo>
                  <a:lnTo>
                    <a:pt x="6367529" y="1430742"/>
                  </a:lnTo>
                  <a:lnTo>
                    <a:pt x="6366868" y="1430742"/>
                  </a:lnTo>
                  <a:lnTo>
                    <a:pt x="6366208" y="1430742"/>
                  </a:lnTo>
                  <a:lnTo>
                    <a:pt x="6365547" y="1430742"/>
                  </a:lnTo>
                  <a:lnTo>
                    <a:pt x="6364887" y="1430742"/>
                  </a:lnTo>
                  <a:lnTo>
                    <a:pt x="6364226" y="1430742"/>
                  </a:lnTo>
                  <a:lnTo>
                    <a:pt x="6363566" y="1430742"/>
                  </a:lnTo>
                  <a:lnTo>
                    <a:pt x="6362905" y="1430742"/>
                  </a:lnTo>
                  <a:lnTo>
                    <a:pt x="6362245" y="1430742"/>
                  </a:lnTo>
                  <a:lnTo>
                    <a:pt x="6361584" y="1430742"/>
                  </a:lnTo>
                  <a:lnTo>
                    <a:pt x="6360924" y="1430742"/>
                  </a:lnTo>
                  <a:lnTo>
                    <a:pt x="6360263" y="1430742"/>
                  </a:lnTo>
                  <a:lnTo>
                    <a:pt x="6359603" y="1430742"/>
                  </a:lnTo>
                  <a:lnTo>
                    <a:pt x="6358942" y="1430742"/>
                  </a:lnTo>
                  <a:lnTo>
                    <a:pt x="6358282" y="1430742"/>
                  </a:lnTo>
                  <a:lnTo>
                    <a:pt x="6357621" y="1430742"/>
                  </a:lnTo>
                  <a:lnTo>
                    <a:pt x="6356960" y="1430742"/>
                  </a:lnTo>
                  <a:lnTo>
                    <a:pt x="6356300" y="1430742"/>
                  </a:lnTo>
                  <a:lnTo>
                    <a:pt x="6355639" y="1430742"/>
                  </a:lnTo>
                  <a:lnTo>
                    <a:pt x="6354979" y="1430742"/>
                  </a:lnTo>
                  <a:lnTo>
                    <a:pt x="6354318" y="1430742"/>
                  </a:lnTo>
                  <a:lnTo>
                    <a:pt x="6353658" y="1430742"/>
                  </a:lnTo>
                  <a:lnTo>
                    <a:pt x="6352997" y="1430742"/>
                  </a:lnTo>
                  <a:lnTo>
                    <a:pt x="6352337" y="1430742"/>
                  </a:lnTo>
                  <a:lnTo>
                    <a:pt x="6351676" y="1430742"/>
                  </a:lnTo>
                  <a:lnTo>
                    <a:pt x="6351016" y="1430742"/>
                  </a:lnTo>
                  <a:lnTo>
                    <a:pt x="6350355" y="1430742"/>
                  </a:lnTo>
                  <a:lnTo>
                    <a:pt x="6349695" y="1430742"/>
                  </a:lnTo>
                  <a:lnTo>
                    <a:pt x="6349034" y="1430742"/>
                  </a:lnTo>
                  <a:lnTo>
                    <a:pt x="6348374" y="1430742"/>
                  </a:lnTo>
                  <a:lnTo>
                    <a:pt x="6347713" y="1430742"/>
                  </a:lnTo>
                  <a:lnTo>
                    <a:pt x="6347053" y="1430742"/>
                  </a:lnTo>
                  <a:lnTo>
                    <a:pt x="6346392" y="1430742"/>
                  </a:lnTo>
                  <a:lnTo>
                    <a:pt x="6345731" y="1430742"/>
                  </a:lnTo>
                  <a:lnTo>
                    <a:pt x="6345071" y="1430742"/>
                  </a:lnTo>
                  <a:lnTo>
                    <a:pt x="6344410" y="1430742"/>
                  </a:lnTo>
                  <a:lnTo>
                    <a:pt x="6343750" y="1430742"/>
                  </a:lnTo>
                  <a:lnTo>
                    <a:pt x="6343089" y="1430742"/>
                  </a:lnTo>
                  <a:lnTo>
                    <a:pt x="6342429" y="1430742"/>
                  </a:lnTo>
                  <a:lnTo>
                    <a:pt x="6341768" y="1430742"/>
                  </a:lnTo>
                  <a:lnTo>
                    <a:pt x="6341108" y="1430742"/>
                  </a:lnTo>
                  <a:lnTo>
                    <a:pt x="6340447" y="1430742"/>
                  </a:lnTo>
                  <a:lnTo>
                    <a:pt x="6339787" y="1430742"/>
                  </a:lnTo>
                  <a:lnTo>
                    <a:pt x="6339126" y="1430742"/>
                  </a:lnTo>
                  <a:lnTo>
                    <a:pt x="6338466" y="1430742"/>
                  </a:lnTo>
                  <a:lnTo>
                    <a:pt x="6337805" y="1430742"/>
                  </a:lnTo>
                  <a:lnTo>
                    <a:pt x="6337145" y="1430742"/>
                  </a:lnTo>
                  <a:lnTo>
                    <a:pt x="6336484" y="1430742"/>
                  </a:lnTo>
                  <a:lnTo>
                    <a:pt x="6335823" y="1430742"/>
                  </a:lnTo>
                  <a:lnTo>
                    <a:pt x="6335163" y="1430742"/>
                  </a:lnTo>
                  <a:lnTo>
                    <a:pt x="6334502" y="1430742"/>
                  </a:lnTo>
                  <a:lnTo>
                    <a:pt x="6333842" y="1430742"/>
                  </a:lnTo>
                  <a:lnTo>
                    <a:pt x="6333181" y="1430742"/>
                  </a:lnTo>
                  <a:lnTo>
                    <a:pt x="6332521" y="1430742"/>
                  </a:lnTo>
                  <a:lnTo>
                    <a:pt x="6331860" y="1430742"/>
                  </a:lnTo>
                  <a:lnTo>
                    <a:pt x="6331200" y="1430742"/>
                  </a:lnTo>
                  <a:lnTo>
                    <a:pt x="6330539" y="1430742"/>
                  </a:lnTo>
                  <a:lnTo>
                    <a:pt x="6329879" y="1430742"/>
                  </a:lnTo>
                  <a:lnTo>
                    <a:pt x="6329218" y="1430742"/>
                  </a:lnTo>
                  <a:lnTo>
                    <a:pt x="6328558" y="1430742"/>
                  </a:lnTo>
                  <a:lnTo>
                    <a:pt x="6327897" y="1430742"/>
                  </a:lnTo>
                  <a:lnTo>
                    <a:pt x="6327237" y="1430742"/>
                  </a:lnTo>
                  <a:lnTo>
                    <a:pt x="6326576" y="1430742"/>
                  </a:lnTo>
                  <a:lnTo>
                    <a:pt x="6325915" y="1430742"/>
                  </a:lnTo>
                  <a:lnTo>
                    <a:pt x="6325255" y="1430742"/>
                  </a:lnTo>
                  <a:lnTo>
                    <a:pt x="6324594" y="1430742"/>
                  </a:lnTo>
                  <a:lnTo>
                    <a:pt x="6323934" y="1430742"/>
                  </a:lnTo>
                  <a:lnTo>
                    <a:pt x="6323273" y="1430742"/>
                  </a:lnTo>
                  <a:lnTo>
                    <a:pt x="6322613" y="1430742"/>
                  </a:lnTo>
                  <a:lnTo>
                    <a:pt x="6321952" y="1430742"/>
                  </a:lnTo>
                  <a:lnTo>
                    <a:pt x="6321292" y="1430742"/>
                  </a:lnTo>
                  <a:lnTo>
                    <a:pt x="6320631" y="1430742"/>
                  </a:lnTo>
                  <a:lnTo>
                    <a:pt x="6319971" y="1430742"/>
                  </a:lnTo>
                  <a:lnTo>
                    <a:pt x="6319310" y="1430742"/>
                  </a:lnTo>
                  <a:lnTo>
                    <a:pt x="6318650" y="1430742"/>
                  </a:lnTo>
                  <a:lnTo>
                    <a:pt x="6317989" y="1430742"/>
                  </a:lnTo>
                  <a:lnTo>
                    <a:pt x="6317329" y="1430742"/>
                  </a:lnTo>
                  <a:lnTo>
                    <a:pt x="6316668" y="1430742"/>
                  </a:lnTo>
                  <a:lnTo>
                    <a:pt x="6316008" y="1430742"/>
                  </a:lnTo>
                  <a:lnTo>
                    <a:pt x="6315347" y="1430742"/>
                  </a:lnTo>
                  <a:lnTo>
                    <a:pt x="6314686" y="1430742"/>
                  </a:lnTo>
                  <a:lnTo>
                    <a:pt x="6314026" y="1430742"/>
                  </a:lnTo>
                  <a:lnTo>
                    <a:pt x="6313365" y="1430742"/>
                  </a:lnTo>
                  <a:lnTo>
                    <a:pt x="6312705" y="1430742"/>
                  </a:lnTo>
                  <a:lnTo>
                    <a:pt x="6312044" y="1430742"/>
                  </a:lnTo>
                  <a:lnTo>
                    <a:pt x="6311384" y="1430742"/>
                  </a:lnTo>
                  <a:lnTo>
                    <a:pt x="6310723" y="1430742"/>
                  </a:lnTo>
                  <a:lnTo>
                    <a:pt x="6310063" y="1430742"/>
                  </a:lnTo>
                  <a:lnTo>
                    <a:pt x="6309402" y="1430742"/>
                  </a:lnTo>
                  <a:lnTo>
                    <a:pt x="6308742" y="1430742"/>
                  </a:lnTo>
                  <a:lnTo>
                    <a:pt x="6308081" y="1430742"/>
                  </a:lnTo>
                  <a:lnTo>
                    <a:pt x="6307421" y="1430742"/>
                  </a:lnTo>
                  <a:lnTo>
                    <a:pt x="6306760" y="1430742"/>
                  </a:lnTo>
                  <a:lnTo>
                    <a:pt x="6306100" y="1430742"/>
                  </a:lnTo>
                  <a:lnTo>
                    <a:pt x="6305439" y="1430742"/>
                  </a:lnTo>
                  <a:lnTo>
                    <a:pt x="6304778" y="1430742"/>
                  </a:lnTo>
                  <a:lnTo>
                    <a:pt x="6304118" y="1430742"/>
                  </a:lnTo>
                  <a:lnTo>
                    <a:pt x="6303457" y="1430742"/>
                  </a:lnTo>
                  <a:lnTo>
                    <a:pt x="6302797" y="1430742"/>
                  </a:lnTo>
                  <a:lnTo>
                    <a:pt x="6302136" y="1430742"/>
                  </a:lnTo>
                  <a:lnTo>
                    <a:pt x="6301476" y="1430742"/>
                  </a:lnTo>
                  <a:lnTo>
                    <a:pt x="6300815" y="1430742"/>
                  </a:lnTo>
                  <a:lnTo>
                    <a:pt x="6300155" y="1430742"/>
                  </a:lnTo>
                  <a:lnTo>
                    <a:pt x="6299494" y="1430742"/>
                  </a:lnTo>
                  <a:lnTo>
                    <a:pt x="6298834" y="1430742"/>
                  </a:lnTo>
                  <a:lnTo>
                    <a:pt x="6298173" y="1430742"/>
                  </a:lnTo>
                  <a:lnTo>
                    <a:pt x="6297513" y="1430742"/>
                  </a:lnTo>
                  <a:lnTo>
                    <a:pt x="6296852" y="1430742"/>
                  </a:lnTo>
                  <a:lnTo>
                    <a:pt x="6296192" y="1430742"/>
                  </a:lnTo>
                  <a:lnTo>
                    <a:pt x="6295531" y="1430742"/>
                  </a:lnTo>
                  <a:lnTo>
                    <a:pt x="6294870" y="1430742"/>
                  </a:lnTo>
                  <a:lnTo>
                    <a:pt x="6294210" y="1430742"/>
                  </a:lnTo>
                  <a:lnTo>
                    <a:pt x="6293549" y="1430742"/>
                  </a:lnTo>
                  <a:lnTo>
                    <a:pt x="6292889" y="1430742"/>
                  </a:lnTo>
                  <a:lnTo>
                    <a:pt x="6292228" y="1430742"/>
                  </a:lnTo>
                  <a:lnTo>
                    <a:pt x="6291568" y="1430742"/>
                  </a:lnTo>
                  <a:lnTo>
                    <a:pt x="6290907" y="1430742"/>
                  </a:lnTo>
                  <a:lnTo>
                    <a:pt x="6290247" y="1430742"/>
                  </a:lnTo>
                  <a:lnTo>
                    <a:pt x="6289586" y="1430742"/>
                  </a:lnTo>
                  <a:lnTo>
                    <a:pt x="6288926" y="1430742"/>
                  </a:lnTo>
                  <a:lnTo>
                    <a:pt x="6288265" y="1430742"/>
                  </a:lnTo>
                  <a:lnTo>
                    <a:pt x="6287605" y="1430742"/>
                  </a:lnTo>
                  <a:lnTo>
                    <a:pt x="6286944" y="1430742"/>
                  </a:lnTo>
                  <a:lnTo>
                    <a:pt x="6286284" y="1430742"/>
                  </a:lnTo>
                  <a:lnTo>
                    <a:pt x="6285623" y="1430742"/>
                  </a:lnTo>
                  <a:lnTo>
                    <a:pt x="6284962" y="1430742"/>
                  </a:lnTo>
                  <a:lnTo>
                    <a:pt x="6284302" y="1430742"/>
                  </a:lnTo>
                  <a:lnTo>
                    <a:pt x="6283641" y="1430742"/>
                  </a:lnTo>
                  <a:lnTo>
                    <a:pt x="6282981" y="1430742"/>
                  </a:lnTo>
                  <a:lnTo>
                    <a:pt x="6282320" y="1430742"/>
                  </a:lnTo>
                  <a:lnTo>
                    <a:pt x="6281660" y="1430742"/>
                  </a:lnTo>
                  <a:lnTo>
                    <a:pt x="6280999" y="1430742"/>
                  </a:lnTo>
                  <a:lnTo>
                    <a:pt x="6280339" y="1430742"/>
                  </a:lnTo>
                  <a:lnTo>
                    <a:pt x="6279678" y="1430742"/>
                  </a:lnTo>
                  <a:lnTo>
                    <a:pt x="6279018" y="1430742"/>
                  </a:lnTo>
                  <a:lnTo>
                    <a:pt x="6278357" y="1430742"/>
                  </a:lnTo>
                  <a:lnTo>
                    <a:pt x="6277697" y="1430742"/>
                  </a:lnTo>
                  <a:lnTo>
                    <a:pt x="6277036" y="1430742"/>
                  </a:lnTo>
                  <a:lnTo>
                    <a:pt x="6276376" y="1430742"/>
                  </a:lnTo>
                  <a:lnTo>
                    <a:pt x="6275715" y="1430742"/>
                  </a:lnTo>
                  <a:lnTo>
                    <a:pt x="6275055" y="1430742"/>
                  </a:lnTo>
                  <a:lnTo>
                    <a:pt x="6274394" y="1430742"/>
                  </a:lnTo>
                  <a:lnTo>
                    <a:pt x="6273733" y="1430742"/>
                  </a:lnTo>
                  <a:lnTo>
                    <a:pt x="6273073" y="1430742"/>
                  </a:lnTo>
                  <a:lnTo>
                    <a:pt x="6272412" y="1430742"/>
                  </a:lnTo>
                  <a:lnTo>
                    <a:pt x="6271752" y="1430742"/>
                  </a:lnTo>
                  <a:lnTo>
                    <a:pt x="6271091" y="1430742"/>
                  </a:lnTo>
                  <a:lnTo>
                    <a:pt x="6270431" y="1430742"/>
                  </a:lnTo>
                  <a:lnTo>
                    <a:pt x="6269770" y="1430742"/>
                  </a:lnTo>
                  <a:lnTo>
                    <a:pt x="6269110" y="1430742"/>
                  </a:lnTo>
                  <a:lnTo>
                    <a:pt x="6268449" y="1430742"/>
                  </a:lnTo>
                  <a:lnTo>
                    <a:pt x="6267789" y="1430742"/>
                  </a:lnTo>
                  <a:lnTo>
                    <a:pt x="6267128" y="1430742"/>
                  </a:lnTo>
                  <a:lnTo>
                    <a:pt x="6266468" y="1430742"/>
                  </a:lnTo>
                  <a:lnTo>
                    <a:pt x="6265807" y="1430742"/>
                  </a:lnTo>
                  <a:lnTo>
                    <a:pt x="6265147" y="1430742"/>
                  </a:lnTo>
                  <a:lnTo>
                    <a:pt x="6264486" y="1430742"/>
                  </a:lnTo>
                  <a:lnTo>
                    <a:pt x="6263825" y="1430742"/>
                  </a:lnTo>
                  <a:lnTo>
                    <a:pt x="6263165" y="1430742"/>
                  </a:lnTo>
                  <a:lnTo>
                    <a:pt x="6262504" y="1430742"/>
                  </a:lnTo>
                  <a:lnTo>
                    <a:pt x="6261844" y="1430742"/>
                  </a:lnTo>
                  <a:lnTo>
                    <a:pt x="6261183" y="1430742"/>
                  </a:lnTo>
                  <a:lnTo>
                    <a:pt x="6260523" y="1430742"/>
                  </a:lnTo>
                  <a:lnTo>
                    <a:pt x="6259862" y="1430742"/>
                  </a:lnTo>
                  <a:lnTo>
                    <a:pt x="6259202" y="1430742"/>
                  </a:lnTo>
                  <a:lnTo>
                    <a:pt x="6258541" y="1430742"/>
                  </a:lnTo>
                  <a:lnTo>
                    <a:pt x="6257881" y="1430742"/>
                  </a:lnTo>
                  <a:lnTo>
                    <a:pt x="6257220" y="1430742"/>
                  </a:lnTo>
                  <a:lnTo>
                    <a:pt x="6256560" y="1430742"/>
                  </a:lnTo>
                  <a:lnTo>
                    <a:pt x="6255899" y="1430742"/>
                  </a:lnTo>
                  <a:lnTo>
                    <a:pt x="6255239" y="1430742"/>
                  </a:lnTo>
                  <a:lnTo>
                    <a:pt x="6254578" y="1430742"/>
                  </a:lnTo>
                  <a:lnTo>
                    <a:pt x="6253917" y="1430742"/>
                  </a:lnTo>
                  <a:lnTo>
                    <a:pt x="6253257" y="1430742"/>
                  </a:lnTo>
                  <a:lnTo>
                    <a:pt x="6252596" y="1430742"/>
                  </a:lnTo>
                  <a:lnTo>
                    <a:pt x="6251936" y="1430742"/>
                  </a:lnTo>
                  <a:lnTo>
                    <a:pt x="6251275" y="1430742"/>
                  </a:lnTo>
                  <a:lnTo>
                    <a:pt x="6250615" y="1430742"/>
                  </a:lnTo>
                  <a:lnTo>
                    <a:pt x="6249954" y="1430742"/>
                  </a:lnTo>
                  <a:lnTo>
                    <a:pt x="6249294" y="1430742"/>
                  </a:lnTo>
                  <a:lnTo>
                    <a:pt x="6248633" y="1430742"/>
                  </a:lnTo>
                  <a:lnTo>
                    <a:pt x="6247973" y="1430742"/>
                  </a:lnTo>
                  <a:lnTo>
                    <a:pt x="6247312" y="1430742"/>
                  </a:lnTo>
                  <a:lnTo>
                    <a:pt x="6246652" y="1430742"/>
                  </a:lnTo>
                  <a:lnTo>
                    <a:pt x="6245991" y="1430742"/>
                  </a:lnTo>
                  <a:lnTo>
                    <a:pt x="6245331" y="1430742"/>
                  </a:lnTo>
                  <a:lnTo>
                    <a:pt x="6244670" y="1430742"/>
                  </a:lnTo>
                  <a:lnTo>
                    <a:pt x="6244010" y="1430742"/>
                  </a:lnTo>
                  <a:lnTo>
                    <a:pt x="6243349" y="1430742"/>
                  </a:lnTo>
                  <a:lnTo>
                    <a:pt x="6242688" y="1430742"/>
                  </a:lnTo>
                  <a:lnTo>
                    <a:pt x="6242028" y="1430742"/>
                  </a:lnTo>
                  <a:lnTo>
                    <a:pt x="6241367" y="1430742"/>
                  </a:lnTo>
                  <a:lnTo>
                    <a:pt x="6240707" y="1430742"/>
                  </a:lnTo>
                  <a:lnTo>
                    <a:pt x="6240046" y="1430742"/>
                  </a:lnTo>
                  <a:lnTo>
                    <a:pt x="6239386" y="1430742"/>
                  </a:lnTo>
                  <a:lnTo>
                    <a:pt x="6238725" y="1430742"/>
                  </a:lnTo>
                  <a:lnTo>
                    <a:pt x="6238065" y="1430742"/>
                  </a:lnTo>
                  <a:lnTo>
                    <a:pt x="6237404" y="1430742"/>
                  </a:lnTo>
                  <a:lnTo>
                    <a:pt x="6236744" y="1430742"/>
                  </a:lnTo>
                  <a:lnTo>
                    <a:pt x="6236083" y="1430742"/>
                  </a:lnTo>
                  <a:lnTo>
                    <a:pt x="6235423" y="1430742"/>
                  </a:lnTo>
                  <a:lnTo>
                    <a:pt x="6234762" y="1430742"/>
                  </a:lnTo>
                  <a:lnTo>
                    <a:pt x="6234102" y="1430742"/>
                  </a:lnTo>
                  <a:lnTo>
                    <a:pt x="6233441" y="1430742"/>
                  </a:lnTo>
                  <a:lnTo>
                    <a:pt x="6232780" y="1430742"/>
                  </a:lnTo>
                  <a:lnTo>
                    <a:pt x="6232120" y="1430742"/>
                  </a:lnTo>
                  <a:lnTo>
                    <a:pt x="6231459" y="1430742"/>
                  </a:lnTo>
                  <a:lnTo>
                    <a:pt x="6230799" y="1430742"/>
                  </a:lnTo>
                  <a:lnTo>
                    <a:pt x="6230138" y="1430742"/>
                  </a:lnTo>
                  <a:lnTo>
                    <a:pt x="6229478" y="1430742"/>
                  </a:lnTo>
                  <a:lnTo>
                    <a:pt x="6228817" y="1430742"/>
                  </a:lnTo>
                  <a:lnTo>
                    <a:pt x="6228157" y="1430742"/>
                  </a:lnTo>
                  <a:lnTo>
                    <a:pt x="6227496" y="1430742"/>
                  </a:lnTo>
                  <a:lnTo>
                    <a:pt x="6226836" y="1430742"/>
                  </a:lnTo>
                  <a:lnTo>
                    <a:pt x="6226175" y="1430742"/>
                  </a:lnTo>
                  <a:lnTo>
                    <a:pt x="6225515" y="1430742"/>
                  </a:lnTo>
                  <a:lnTo>
                    <a:pt x="6224854" y="1430742"/>
                  </a:lnTo>
                  <a:lnTo>
                    <a:pt x="6224194" y="1430742"/>
                  </a:lnTo>
                  <a:lnTo>
                    <a:pt x="6223533" y="1430742"/>
                  </a:lnTo>
                  <a:lnTo>
                    <a:pt x="6222872" y="1430742"/>
                  </a:lnTo>
                  <a:lnTo>
                    <a:pt x="6222212" y="1430742"/>
                  </a:lnTo>
                  <a:lnTo>
                    <a:pt x="6221551" y="1430742"/>
                  </a:lnTo>
                  <a:lnTo>
                    <a:pt x="6220891" y="1430742"/>
                  </a:lnTo>
                  <a:lnTo>
                    <a:pt x="6220230" y="1430742"/>
                  </a:lnTo>
                  <a:lnTo>
                    <a:pt x="6219570" y="1430742"/>
                  </a:lnTo>
                  <a:lnTo>
                    <a:pt x="6218909" y="1430742"/>
                  </a:lnTo>
                  <a:lnTo>
                    <a:pt x="6218249" y="1430742"/>
                  </a:lnTo>
                  <a:lnTo>
                    <a:pt x="6217588" y="1430742"/>
                  </a:lnTo>
                  <a:lnTo>
                    <a:pt x="6216928" y="1430742"/>
                  </a:lnTo>
                  <a:lnTo>
                    <a:pt x="6216267" y="1430742"/>
                  </a:lnTo>
                  <a:lnTo>
                    <a:pt x="6215607" y="1430742"/>
                  </a:lnTo>
                  <a:lnTo>
                    <a:pt x="6214946" y="1430742"/>
                  </a:lnTo>
                  <a:lnTo>
                    <a:pt x="6214286" y="1430742"/>
                  </a:lnTo>
                  <a:lnTo>
                    <a:pt x="6213625" y="1430742"/>
                  </a:lnTo>
                  <a:lnTo>
                    <a:pt x="6212964" y="1430742"/>
                  </a:lnTo>
                  <a:lnTo>
                    <a:pt x="6212304" y="1430742"/>
                  </a:lnTo>
                  <a:lnTo>
                    <a:pt x="6211643" y="1430742"/>
                  </a:lnTo>
                  <a:lnTo>
                    <a:pt x="6210983" y="1430742"/>
                  </a:lnTo>
                  <a:lnTo>
                    <a:pt x="6210322" y="1430742"/>
                  </a:lnTo>
                  <a:lnTo>
                    <a:pt x="6209662" y="1430742"/>
                  </a:lnTo>
                  <a:lnTo>
                    <a:pt x="6209001" y="1430742"/>
                  </a:lnTo>
                  <a:lnTo>
                    <a:pt x="6208341" y="1430742"/>
                  </a:lnTo>
                  <a:lnTo>
                    <a:pt x="6207680" y="1430742"/>
                  </a:lnTo>
                  <a:lnTo>
                    <a:pt x="6207020" y="1430742"/>
                  </a:lnTo>
                  <a:lnTo>
                    <a:pt x="6206359" y="1430742"/>
                  </a:lnTo>
                  <a:lnTo>
                    <a:pt x="6205699" y="1430742"/>
                  </a:lnTo>
                  <a:lnTo>
                    <a:pt x="6205038" y="1430742"/>
                  </a:lnTo>
                  <a:lnTo>
                    <a:pt x="6204378" y="1430742"/>
                  </a:lnTo>
                  <a:lnTo>
                    <a:pt x="6203717" y="1430742"/>
                  </a:lnTo>
                  <a:lnTo>
                    <a:pt x="6203057" y="1430742"/>
                  </a:lnTo>
                  <a:lnTo>
                    <a:pt x="6202396" y="1430742"/>
                  </a:lnTo>
                  <a:lnTo>
                    <a:pt x="6201735" y="1430742"/>
                  </a:lnTo>
                  <a:lnTo>
                    <a:pt x="6201075" y="1430742"/>
                  </a:lnTo>
                  <a:lnTo>
                    <a:pt x="6200414" y="1430742"/>
                  </a:lnTo>
                  <a:lnTo>
                    <a:pt x="6199754" y="1430742"/>
                  </a:lnTo>
                  <a:lnTo>
                    <a:pt x="6199093" y="1430742"/>
                  </a:lnTo>
                  <a:lnTo>
                    <a:pt x="6198433" y="1430742"/>
                  </a:lnTo>
                  <a:lnTo>
                    <a:pt x="6197772" y="1430742"/>
                  </a:lnTo>
                  <a:lnTo>
                    <a:pt x="6197112" y="1430742"/>
                  </a:lnTo>
                  <a:lnTo>
                    <a:pt x="6196451" y="1430742"/>
                  </a:lnTo>
                  <a:lnTo>
                    <a:pt x="6195791" y="1430742"/>
                  </a:lnTo>
                  <a:lnTo>
                    <a:pt x="6195130" y="1430742"/>
                  </a:lnTo>
                  <a:lnTo>
                    <a:pt x="6194470" y="1430742"/>
                  </a:lnTo>
                  <a:lnTo>
                    <a:pt x="6193809" y="1430742"/>
                  </a:lnTo>
                  <a:lnTo>
                    <a:pt x="6193149" y="1430742"/>
                  </a:lnTo>
                  <a:lnTo>
                    <a:pt x="6192488" y="1430742"/>
                  </a:lnTo>
                  <a:lnTo>
                    <a:pt x="6191827" y="1430742"/>
                  </a:lnTo>
                  <a:lnTo>
                    <a:pt x="6191167" y="1430742"/>
                  </a:lnTo>
                  <a:lnTo>
                    <a:pt x="6190506" y="1430742"/>
                  </a:lnTo>
                  <a:lnTo>
                    <a:pt x="6189846" y="1430742"/>
                  </a:lnTo>
                  <a:lnTo>
                    <a:pt x="6189185" y="1430742"/>
                  </a:lnTo>
                  <a:lnTo>
                    <a:pt x="6188525" y="1430742"/>
                  </a:lnTo>
                  <a:lnTo>
                    <a:pt x="6187864" y="1430742"/>
                  </a:lnTo>
                  <a:lnTo>
                    <a:pt x="6187204" y="1430742"/>
                  </a:lnTo>
                  <a:lnTo>
                    <a:pt x="6186543" y="1430742"/>
                  </a:lnTo>
                  <a:lnTo>
                    <a:pt x="6185883" y="1430742"/>
                  </a:lnTo>
                  <a:lnTo>
                    <a:pt x="6185222" y="1430742"/>
                  </a:lnTo>
                  <a:lnTo>
                    <a:pt x="6184562" y="1430742"/>
                  </a:lnTo>
                  <a:lnTo>
                    <a:pt x="6183901" y="1430742"/>
                  </a:lnTo>
                  <a:lnTo>
                    <a:pt x="6183241" y="1430742"/>
                  </a:lnTo>
                  <a:lnTo>
                    <a:pt x="6182580" y="1430742"/>
                  </a:lnTo>
                  <a:lnTo>
                    <a:pt x="6181919" y="1430742"/>
                  </a:lnTo>
                  <a:lnTo>
                    <a:pt x="6181259" y="1430742"/>
                  </a:lnTo>
                  <a:lnTo>
                    <a:pt x="6180598" y="1430742"/>
                  </a:lnTo>
                  <a:lnTo>
                    <a:pt x="6179938" y="1430742"/>
                  </a:lnTo>
                  <a:lnTo>
                    <a:pt x="6179277" y="1430742"/>
                  </a:lnTo>
                  <a:lnTo>
                    <a:pt x="6178617" y="1430742"/>
                  </a:lnTo>
                  <a:lnTo>
                    <a:pt x="6177956" y="1430742"/>
                  </a:lnTo>
                  <a:lnTo>
                    <a:pt x="6177296" y="1430742"/>
                  </a:lnTo>
                  <a:lnTo>
                    <a:pt x="6176635" y="1430742"/>
                  </a:lnTo>
                  <a:lnTo>
                    <a:pt x="6175975" y="1430742"/>
                  </a:lnTo>
                  <a:lnTo>
                    <a:pt x="6175314" y="1430742"/>
                  </a:lnTo>
                  <a:lnTo>
                    <a:pt x="6174654" y="1430742"/>
                  </a:lnTo>
                  <a:lnTo>
                    <a:pt x="6173993" y="1430742"/>
                  </a:lnTo>
                  <a:lnTo>
                    <a:pt x="6173333" y="1430742"/>
                  </a:lnTo>
                  <a:lnTo>
                    <a:pt x="6172672" y="1430742"/>
                  </a:lnTo>
                  <a:lnTo>
                    <a:pt x="6172012" y="1430742"/>
                  </a:lnTo>
                  <a:lnTo>
                    <a:pt x="6171351" y="1430742"/>
                  </a:lnTo>
                  <a:lnTo>
                    <a:pt x="6170690" y="1430742"/>
                  </a:lnTo>
                  <a:lnTo>
                    <a:pt x="6170030" y="1430742"/>
                  </a:lnTo>
                  <a:lnTo>
                    <a:pt x="6169369" y="1430742"/>
                  </a:lnTo>
                  <a:lnTo>
                    <a:pt x="6168709" y="1430742"/>
                  </a:lnTo>
                  <a:lnTo>
                    <a:pt x="6168048" y="1430742"/>
                  </a:lnTo>
                  <a:lnTo>
                    <a:pt x="6167388" y="1430742"/>
                  </a:lnTo>
                  <a:lnTo>
                    <a:pt x="6166727" y="1430742"/>
                  </a:lnTo>
                  <a:lnTo>
                    <a:pt x="6166067" y="1430742"/>
                  </a:lnTo>
                  <a:lnTo>
                    <a:pt x="6165406" y="1430742"/>
                  </a:lnTo>
                  <a:lnTo>
                    <a:pt x="6164746" y="1430742"/>
                  </a:lnTo>
                  <a:lnTo>
                    <a:pt x="6164085" y="1430742"/>
                  </a:lnTo>
                  <a:lnTo>
                    <a:pt x="6163425" y="1430742"/>
                  </a:lnTo>
                  <a:lnTo>
                    <a:pt x="6162764" y="1430742"/>
                  </a:lnTo>
                  <a:lnTo>
                    <a:pt x="6162104" y="1430742"/>
                  </a:lnTo>
                  <a:lnTo>
                    <a:pt x="6161443" y="1430742"/>
                  </a:lnTo>
                  <a:lnTo>
                    <a:pt x="6160782" y="1430742"/>
                  </a:lnTo>
                  <a:lnTo>
                    <a:pt x="6160122" y="1430742"/>
                  </a:lnTo>
                  <a:lnTo>
                    <a:pt x="6159461" y="1430742"/>
                  </a:lnTo>
                  <a:lnTo>
                    <a:pt x="6158801" y="1430742"/>
                  </a:lnTo>
                  <a:lnTo>
                    <a:pt x="6158140" y="1430742"/>
                  </a:lnTo>
                  <a:lnTo>
                    <a:pt x="6157480" y="1430742"/>
                  </a:lnTo>
                  <a:lnTo>
                    <a:pt x="6156819" y="1430742"/>
                  </a:lnTo>
                  <a:lnTo>
                    <a:pt x="6156159" y="1430742"/>
                  </a:lnTo>
                  <a:lnTo>
                    <a:pt x="6155498" y="1430742"/>
                  </a:lnTo>
                  <a:lnTo>
                    <a:pt x="6154838" y="1430742"/>
                  </a:lnTo>
                  <a:lnTo>
                    <a:pt x="6154177" y="1430742"/>
                  </a:lnTo>
                  <a:lnTo>
                    <a:pt x="6153517" y="1430742"/>
                  </a:lnTo>
                  <a:lnTo>
                    <a:pt x="6152856" y="1430742"/>
                  </a:lnTo>
                  <a:lnTo>
                    <a:pt x="6152196" y="1430742"/>
                  </a:lnTo>
                  <a:lnTo>
                    <a:pt x="6151535" y="1430742"/>
                  </a:lnTo>
                  <a:lnTo>
                    <a:pt x="6150874" y="1430742"/>
                  </a:lnTo>
                  <a:lnTo>
                    <a:pt x="6150214" y="1430742"/>
                  </a:lnTo>
                  <a:lnTo>
                    <a:pt x="6149553" y="1430742"/>
                  </a:lnTo>
                  <a:lnTo>
                    <a:pt x="6148893" y="1430742"/>
                  </a:lnTo>
                  <a:lnTo>
                    <a:pt x="6148232" y="1430742"/>
                  </a:lnTo>
                  <a:lnTo>
                    <a:pt x="6147572" y="1430742"/>
                  </a:lnTo>
                  <a:lnTo>
                    <a:pt x="6146911" y="1430742"/>
                  </a:lnTo>
                  <a:lnTo>
                    <a:pt x="6146251" y="1430742"/>
                  </a:lnTo>
                  <a:lnTo>
                    <a:pt x="6145590" y="1430742"/>
                  </a:lnTo>
                  <a:lnTo>
                    <a:pt x="6144930" y="1430742"/>
                  </a:lnTo>
                  <a:lnTo>
                    <a:pt x="6144269" y="1430742"/>
                  </a:lnTo>
                  <a:lnTo>
                    <a:pt x="6143609" y="1430742"/>
                  </a:lnTo>
                  <a:lnTo>
                    <a:pt x="6142948" y="1430742"/>
                  </a:lnTo>
                  <a:lnTo>
                    <a:pt x="6142288" y="1430742"/>
                  </a:lnTo>
                  <a:lnTo>
                    <a:pt x="6141627" y="1430742"/>
                  </a:lnTo>
                  <a:lnTo>
                    <a:pt x="6140966" y="1430742"/>
                  </a:lnTo>
                  <a:lnTo>
                    <a:pt x="6140306" y="1430742"/>
                  </a:lnTo>
                  <a:lnTo>
                    <a:pt x="6139645" y="1430742"/>
                  </a:lnTo>
                  <a:lnTo>
                    <a:pt x="6138985" y="1430742"/>
                  </a:lnTo>
                  <a:lnTo>
                    <a:pt x="6138324" y="1430742"/>
                  </a:lnTo>
                  <a:lnTo>
                    <a:pt x="6137664" y="1430742"/>
                  </a:lnTo>
                  <a:lnTo>
                    <a:pt x="6137003" y="1430742"/>
                  </a:lnTo>
                  <a:lnTo>
                    <a:pt x="6136343" y="1430742"/>
                  </a:lnTo>
                  <a:lnTo>
                    <a:pt x="6135682" y="1430742"/>
                  </a:lnTo>
                  <a:lnTo>
                    <a:pt x="6135022" y="1430742"/>
                  </a:lnTo>
                  <a:lnTo>
                    <a:pt x="6134361" y="1430742"/>
                  </a:lnTo>
                  <a:lnTo>
                    <a:pt x="6133701" y="1430742"/>
                  </a:lnTo>
                  <a:lnTo>
                    <a:pt x="6133040" y="1430742"/>
                  </a:lnTo>
                  <a:lnTo>
                    <a:pt x="6132380" y="1430742"/>
                  </a:lnTo>
                  <a:lnTo>
                    <a:pt x="6131719" y="1430742"/>
                  </a:lnTo>
                  <a:lnTo>
                    <a:pt x="6131059" y="1430742"/>
                  </a:lnTo>
                  <a:lnTo>
                    <a:pt x="6130398" y="1430742"/>
                  </a:lnTo>
                  <a:lnTo>
                    <a:pt x="6129737" y="1430742"/>
                  </a:lnTo>
                  <a:lnTo>
                    <a:pt x="6129077" y="1430742"/>
                  </a:lnTo>
                  <a:lnTo>
                    <a:pt x="6128416" y="1430742"/>
                  </a:lnTo>
                  <a:lnTo>
                    <a:pt x="6127756" y="1430742"/>
                  </a:lnTo>
                  <a:lnTo>
                    <a:pt x="6127095" y="1430742"/>
                  </a:lnTo>
                  <a:lnTo>
                    <a:pt x="6126435" y="1430742"/>
                  </a:lnTo>
                  <a:lnTo>
                    <a:pt x="6125774" y="1430742"/>
                  </a:lnTo>
                  <a:lnTo>
                    <a:pt x="6125114" y="1430742"/>
                  </a:lnTo>
                  <a:lnTo>
                    <a:pt x="6124453" y="1430742"/>
                  </a:lnTo>
                  <a:lnTo>
                    <a:pt x="6123793" y="1430742"/>
                  </a:lnTo>
                  <a:lnTo>
                    <a:pt x="6123132" y="1430742"/>
                  </a:lnTo>
                  <a:lnTo>
                    <a:pt x="6122472" y="1430742"/>
                  </a:lnTo>
                  <a:lnTo>
                    <a:pt x="6121811" y="1430742"/>
                  </a:lnTo>
                  <a:lnTo>
                    <a:pt x="6121151" y="1430742"/>
                  </a:lnTo>
                  <a:lnTo>
                    <a:pt x="6120490" y="1430742"/>
                  </a:lnTo>
                  <a:lnTo>
                    <a:pt x="6119829" y="1430742"/>
                  </a:lnTo>
                  <a:lnTo>
                    <a:pt x="6119169" y="1430742"/>
                  </a:lnTo>
                  <a:lnTo>
                    <a:pt x="6118508" y="1430742"/>
                  </a:lnTo>
                  <a:lnTo>
                    <a:pt x="6117848" y="1430742"/>
                  </a:lnTo>
                  <a:lnTo>
                    <a:pt x="6117187" y="1430742"/>
                  </a:lnTo>
                  <a:lnTo>
                    <a:pt x="6116527" y="1430742"/>
                  </a:lnTo>
                  <a:lnTo>
                    <a:pt x="6115866" y="1430742"/>
                  </a:lnTo>
                  <a:lnTo>
                    <a:pt x="6115206" y="1430742"/>
                  </a:lnTo>
                  <a:lnTo>
                    <a:pt x="6114545" y="1430742"/>
                  </a:lnTo>
                  <a:lnTo>
                    <a:pt x="6113885" y="1430742"/>
                  </a:lnTo>
                  <a:lnTo>
                    <a:pt x="6113224" y="1430742"/>
                  </a:lnTo>
                  <a:lnTo>
                    <a:pt x="6112564" y="1430742"/>
                  </a:lnTo>
                  <a:lnTo>
                    <a:pt x="6111903" y="1430742"/>
                  </a:lnTo>
                  <a:lnTo>
                    <a:pt x="6111243" y="1430742"/>
                  </a:lnTo>
                  <a:lnTo>
                    <a:pt x="6110582" y="1430742"/>
                  </a:lnTo>
                  <a:lnTo>
                    <a:pt x="6109921" y="1430742"/>
                  </a:lnTo>
                  <a:lnTo>
                    <a:pt x="6109261" y="1430742"/>
                  </a:lnTo>
                  <a:lnTo>
                    <a:pt x="6108600" y="1430742"/>
                  </a:lnTo>
                  <a:lnTo>
                    <a:pt x="6107940" y="1430742"/>
                  </a:lnTo>
                  <a:lnTo>
                    <a:pt x="6107279" y="1430742"/>
                  </a:lnTo>
                  <a:lnTo>
                    <a:pt x="6106619" y="1430742"/>
                  </a:lnTo>
                  <a:lnTo>
                    <a:pt x="6105958" y="1430742"/>
                  </a:lnTo>
                  <a:lnTo>
                    <a:pt x="6105298" y="1430742"/>
                  </a:lnTo>
                  <a:lnTo>
                    <a:pt x="6104637" y="1430742"/>
                  </a:lnTo>
                  <a:lnTo>
                    <a:pt x="6103977" y="1430742"/>
                  </a:lnTo>
                  <a:lnTo>
                    <a:pt x="6103316" y="1430742"/>
                  </a:lnTo>
                  <a:lnTo>
                    <a:pt x="6102656" y="1430742"/>
                  </a:lnTo>
                  <a:lnTo>
                    <a:pt x="6101995" y="1430742"/>
                  </a:lnTo>
                  <a:lnTo>
                    <a:pt x="6101335" y="1430742"/>
                  </a:lnTo>
                  <a:lnTo>
                    <a:pt x="6100674" y="1430742"/>
                  </a:lnTo>
                  <a:lnTo>
                    <a:pt x="6100014" y="1430742"/>
                  </a:lnTo>
                  <a:lnTo>
                    <a:pt x="6099353" y="1430742"/>
                  </a:lnTo>
                  <a:lnTo>
                    <a:pt x="6098692" y="1430742"/>
                  </a:lnTo>
                  <a:lnTo>
                    <a:pt x="6098032" y="1430742"/>
                  </a:lnTo>
                  <a:lnTo>
                    <a:pt x="6097371" y="1430742"/>
                  </a:lnTo>
                  <a:lnTo>
                    <a:pt x="6096711" y="1430742"/>
                  </a:lnTo>
                  <a:lnTo>
                    <a:pt x="6096050" y="1430742"/>
                  </a:lnTo>
                  <a:lnTo>
                    <a:pt x="6095390" y="1430742"/>
                  </a:lnTo>
                  <a:lnTo>
                    <a:pt x="6094729" y="1430742"/>
                  </a:lnTo>
                  <a:lnTo>
                    <a:pt x="6094069" y="1430742"/>
                  </a:lnTo>
                  <a:lnTo>
                    <a:pt x="6093408" y="1430742"/>
                  </a:lnTo>
                  <a:lnTo>
                    <a:pt x="6092748" y="1430742"/>
                  </a:lnTo>
                  <a:lnTo>
                    <a:pt x="6092087" y="1430742"/>
                  </a:lnTo>
                  <a:lnTo>
                    <a:pt x="6091427" y="1430742"/>
                  </a:lnTo>
                  <a:lnTo>
                    <a:pt x="6090766" y="1430742"/>
                  </a:lnTo>
                  <a:lnTo>
                    <a:pt x="6090106" y="1430742"/>
                  </a:lnTo>
                  <a:lnTo>
                    <a:pt x="6089445" y="1430742"/>
                  </a:lnTo>
                  <a:lnTo>
                    <a:pt x="6088784" y="1430742"/>
                  </a:lnTo>
                  <a:lnTo>
                    <a:pt x="6088124" y="1430742"/>
                  </a:lnTo>
                  <a:lnTo>
                    <a:pt x="6087463" y="1430742"/>
                  </a:lnTo>
                  <a:lnTo>
                    <a:pt x="6086803" y="1430742"/>
                  </a:lnTo>
                  <a:lnTo>
                    <a:pt x="6086142" y="1430742"/>
                  </a:lnTo>
                  <a:lnTo>
                    <a:pt x="6085482" y="1430742"/>
                  </a:lnTo>
                  <a:lnTo>
                    <a:pt x="6084821" y="1430742"/>
                  </a:lnTo>
                  <a:lnTo>
                    <a:pt x="6084161" y="1430742"/>
                  </a:lnTo>
                  <a:lnTo>
                    <a:pt x="6083500" y="1430742"/>
                  </a:lnTo>
                  <a:lnTo>
                    <a:pt x="6082840" y="1430742"/>
                  </a:lnTo>
                  <a:lnTo>
                    <a:pt x="6082179" y="1430742"/>
                  </a:lnTo>
                  <a:lnTo>
                    <a:pt x="6081519" y="1430742"/>
                  </a:lnTo>
                  <a:lnTo>
                    <a:pt x="6080858" y="1430742"/>
                  </a:lnTo>
                  <a:lnTo>
                    <a:pt x="6080198" y="1430742"/>
                  </a:lnTo>
                  <a:lnTo>
                    <a:pt x="6079537" y="1430742"/>
                  </a:lnTo>
                  <a:lnTo>
                    <a:pt x="6078876" y="1430742"/>
                  </a:lnTo>
                  <a:lnTo>
                    <a:pt x="6078216" y="1430742"/>
                  </a:lnTo>
                  <a:lnTo>
                    <a:pt x="6077555" y="1430742"/>
                  </a:lnTo>
                  <a:lnTo>
                    <a:pt x="6076895" y="1430742"/>
                  </a:lnTo>
                  <a:lnTo>
                    <a:pt x="6076234" y="1430742"/>
                  </a:lnTo>
                  <a:lnTo>
                    <a:pt x="6075574" y="1430742"/>
                  </a:lnTo>
                  <a:lnTo>
                    <a:pt x="6074913" y="1430742"/>
                  </a:lnTo>
                  <a:lnTo>
                    <a:pt x="6074253" y="1430742"/>
                  </a:lnTo>
                  <a:lnTo>
                    <a:pt x="6073592" y="1430742"/>
                  </a:lnTo>
                  <a:lnTo>
                    <a:pt x="6072932" y="1430742"/>
                  </a:lnTo>
                  <a:lnTo>
                    <a:pt x="6072271" y="1430742"/>
                  </a:lnTo>
                  <a:lnTo>
                    <a:pt x="6071611" y="1430742"/>
                  </a:lnTo>
                  <a:lnTo>
                    <a:pt x="6070950" y="1430742"/>
                  </a:lnTo>
                  <a:lnTo>
                    <a:pt x="6070290" y="1430742"/>
                  </a:lnTo>
                  <a:lnTo>
                    <a:pt x="6069629" y="1430742"/>
                  </a:lnTo>
                  <a:lnTo>
                    <a:pt x="6068968" y="1430742"/>
                  </a:lnTo>
                  <a:lnTo>
                    <a:pt x="6068308" y="1430742"/>
                  </a:lnTo>
                  <a:lnTo>
                    <a:pt x="6067647" y="1430742"/>
                  </a:lnTo>
                  <a:lnTo>
                    <a:pt x="6066987" y="1430742"/>
                  </a:lnTo>
                  <a:lnTo>
                    <a:pt x="6066326" y="1430742"/>
                  </a:lnTo>
                  <a:lnTo>
                    <a:pt x="6065666" y="1430742"/>
                  </a:lnTo>
                  <a:lnTo>
                    <a:pt x="6065005" y="1430742"/>
                  </a:lnTo>
                  <a:lnTo>
                    <a:pt x="6064345" y="1430742"/>
                  </a:lnTo>
                  <a:lnTo>
                    <a:pt x="6063684" y="1430742"/>
                  </a:lnTo>
                  <a:lnTo>
                    <a:pt x="6063024" y="1430742"/>
                  </a:lnTo>
                  <a:lnTo>
                    <a:pt x="6062363" y="1430742"/>
                  </a:lnTo>
                  <a:lnTo>
                    <a:pt x="6061703" y="1430742"/>
                  </a:lnTo>
                  <a:lnTo>
                    <a:pt x="6061042" y="1430742"/>
                  </a:lnTo>
                  <a:lnTo>
                    <a:pt x="6060382" y="1430742"/>
                  </a:lnTo>
                  <a:lnTo>
                    <a:pt x="6059721" y="1430742"/>
                  </a:lnTo>
                  <a:lnTo>
                    <a:pt x="6059061" y="1430742"/>
                  </a:lnTo>
                  <a:lnTo>
                    <a:pt x="6058400" y="1430742"/>
                  </a:lnTo>
                  <a:lnTo>
                    <a:pt x="6057739" y="1430742"/>
                  </a:lnTo>
                  <a:lnTo>
                    <a:pt x="6057079" y="1430742"/>
                  </a:lnTo>
                  <a:lnTo>
                    <a:pt x="6056418" y="1430742"/>
                  </a:lnTo>
                  <a:lnTo>
                    <a:pt x="6055758" y="1430742"/>
                  </a:lnTo>
                  <a:lnTo>
                    <a:pt x="6055097" y="1430742"/>
                  </a:lnTo>
                  <a:lnTo>
                    <a:pt x="6054437" y="1430742"/>
                  </a:lnTo>
                  <a:lnTo>
                    <a:pt x="6053776" y="1430742"/>
                  </a:lnTo>
                  <a:lnTo>
                    <a:pt x="6053116" y="1430742"/>
                  </a:lnTo>
                  <a:lnTo>
                    <a:pt x="6052455" y="1430742"/>
                  </a:lnTo>
                  <a:lnTo>
                    <a:pt x="6051795" y="1430742"/>
                  </a:lnTo>
                  <a:lnTo>
                    <a:pt x="6051134" y="1430742"/>
                  </a:lnTo>
                  <a:lnTo>
                    <a:pt x="6050474" y="1430742"/>
                  </a:lnTo>
                  <a:lnTo>
                    <a:pt x="6049813" y="1430742"/>
                  </a:lnTo>
                  <a:lnTo>
                    <a:pt x="6049153" y="1430742"/>
                  </a:lnTo>
                  <a:lnTo>
                    <a:pt x="6048492" y="1430742"/>
                  </a:lnTo>
                  <a:lnTo>
                    <a:pt x="6047831" y="1430742"/>
                  </a:lnTo>
                  <a:lnTo>
                    <a:pt x="6047171" y="1430742"/>
                  </a:lnTo>
                  <a:lnTo>
                    <a:pt x="6046510" y="1430742"/>
                  </a:lnTo>
                  <a:lnTo>
                    <a:pt x="6045850" y="1430742"/>
                  </a:lnTo>
                  <a:lnTo>
                    <a:pt x="6045189" y="1430742"/>
                  </a:lnTo>
                  <a:lnTo>
                    <a:pt x="6044529" y="1430742"/>
                  </a:lnTo>
                  <a:lnTo>
                    <a:pt x="6043868" y="1430742"/>
                  </a:lnTo>
                  <a:lnTo>
                    <a:pt x="6043208" y="1430742"/>
                  </a:lnTo>
                  <a:lnTo>
                    <a:pt x="6042547" y="1430742"/>
                  </a:lnTo>
                  <a:lnTo>
                    <a:pt x="6041887" y="1430742"/>
                  </a:lnTo>
                  <a:lnTo>
                    <a:pt x="6041226" y="1430742"/>
                  </a:lnTo>
                  <a:lnTo>
                    <a:pt x="6040566" y="1430742"/>
                  </a:lnTo>
                  <a:lnTo>
                    <a:pt x="6039905" y="1430742"/>
                  </a:lnTo>
                  <a:lnTo>
                    <a:pt x="6039245" y="1430742"/>
                  </a:lnTo>
                  <a:lnTo>
                    <a:pt x="6038584" y="1430742"/>
                  </a:lnTo>
                  <a:lnTo>
                    <a:pt x="6037923" y="1430742"/>
                  </a:lnTo>
                  <a:lnTo>
                    <a:pt x="6037263" y="1430742"/>
                  </a:lnTo>
                  <a:lnTo>
                    <a:pt x="6036602" y="1430742"/>
                  </a:lnTo>
                  <a:lnTo>
                    <a:pt x="6035942" y="1430742"/>
                  </a:lnTo>
                  <a:lnTo>
                    <a:pt x="6035281" y="1430742"/>
                  </a:lnTo>
                  <a:lnTo>
                    <a:pt x="6034621" y="1430742"/>
                  </a:lnTo>
                  <a:lnTo>
                    <a:pt x="6033960" y="1430742"/>
                  </a:lnTo>
                  <a:lnTo>
                    <a:pt x="6033300" y="1430742"/>
                  </a:lnTo>
                  <a:lnTo>
                    <a:pt x="6032639" y="1430742"/>
                  </a:lnTo>
                  <a:lnTo>
                    <a:pt x="6031979" y="1430742"/>
                  </a:lnTo>
                  <a:lnTo>
                    <a:pt x="6031318" y="1430742"/>
                  </a:lnTo>
                  <a:lnTo>
                    <a:pt x="6030658" y="1430742"/>
                  </a:lnTo>
                  <a:lnTo>
                    <a:pt x="6029997" y="1430742"/>
                  </a:lnTo>
                  <a:lnTo>
                    <a:pt x="6029337" y="1430742"/>
                  </a:lnTo>
                  <a:lnTo>
                    <a:pt x="6028676" y="1430742"/>
                  </a:lnTo>
                  <a:lnTo>
                    <a:pt x="6028016" y="1430742"/>
                  </a:lnTo>
                  <a:lnTo>
                    <a:pt x="6027355" y="1430742"/>
                  </a:lnTo>
                  <a:lnTo>
                    <a:pt x="6026694" y="1430742"/>
                  </a:lnTo>
                  <a:lnTo>
                    <a:pt x="6026034" y="1430742"/>
                  </a:lnTo>
                  <a:lnTo>
                    <a:pt x="6025373" y="1430742"/>
                  </a:lnTo>
                  <a:lnTo>
                    <a:pt x="6024713" y="1430742"/>
                  </a:lnTo>
                  <a:lnTo>
                    <a:pt x="6024052" y="1430742"/>
                  </a:lnTo>
                  <a:lnTo>
                    <a:pt x="6023392" y="1430742"/>
                  </a:lnTo>
                  <a:lnTo>
                    <a:pt x="6022731" y="1430742"/>
                  </a:lnTo>
                  <a:lnTo>
                    <a:pt x="6022071" y="1430742"/>
                  </a:lnTo>
                  <a:lnTo>
                    <a:pt x="6021410" y="1430742"/>
                  </a:lnTo>
                  <a:lnTo>
                    <a:pt x="6020750" y="1430742"/>
                  </a:lnTo>
                  <a:lnTo>
                    <a:pt x="6020089" y="1430742"/>
                  </a:lnTo>
                  <a:lnTo>
                    <a:pt x="6019429" y="1430742"/>
                  </a:lnTo>
                  <a:lnTo>
                    <a:pt x="6018768" y="1430742"/>
                  </a:lnTo>
                  <a:lnTo>
                    <a:pt x="6018108" y="1430742"/>
                  </a:lnTo>
                  <a:lnTo>
                    <a:pt x="6017447" y="1430742"/>
                  </a:lnTo>
                  <a:lnTo>
                    <a:pt x="6016786" y="1430742"/>
                  </a:lnTo>
                  <a:lnTo>
                    <a:pt x="6016126" y="1430742"/>
                  </a:lnTo>
                  <a:lnTo>
                    <a:pt x="6015465" y="1430742"/>
                  </a:lnTo>
                  <a:lnTo>
                    <a:pt x="6014805" y="1430742"/>
                  </a:lnTo>
                  <a:lnTo>
                    <a:pt x="6014144" y="1430742"/>
                  </a:lnTo>
                  <a:lnTo>
                    <a:pt x="6013484" y="1430742"/>
                  </a:lnTo>
                  <a:lnTo>
                    <a:pt x="6012823" y="1430742"/>
                  </a:lnTo>
                  <a:lnTo>
                    <a:pt x="6012163" y="1430742"/>
                  </a:lnTo>
                  <a:lnTo>
                    <a:pt x="6011502" y="1430742"/>
                  </a:lnTo>
                  <a:lnTo>
                    <a:pt x="6010842" y="1430742"/>
                  </a:lnTo>
                  <a:lnTo>
                    <a:pt x="6010181" y="1430742"/>
                  </a:lnTo>
                  <a:lnTo>
                    <a:pt x="6009521" y="1430742"/>
                  </a:lnTo>
                  <a:lnTo>
                    <a:pt x="6008860" y="1430742"/>
                  </a:lnTo>
                  <a:lnTo>
                    <a:pt x="6008200" y="1430742"/>
                  </a:lnTo>
                  <a:lnTo>
                    <a:pt x="6007539" y="1430742"/>
                  </a:lnTo>
                  <a:lnTo>
                    <a:pt x="6006878" y="1430742"/>
                  </a:lnTo>
                  <a:lnTo>
                    <a:pt x="6006218" y="1430742"/>
                  </a:lnTo>
                  <a:lnTo>
                    <a:pt x="6005557" y="1430742"/>
                  </a:lnTo>
                  <a:lnTo>
                    <a:pt x="6004897" y="1430742"/>
                  </a:lnTo>
                  <a:lnTo>
                    <a:pt x="6004236" y="1430742"/>
                  </a:lnTo>
                  <a:lnTo>
                    <a:pt x="6003576" y="1430742"/>
                  </a:lnTo>
                  <a:lnTo>
                    <a:pt x="6002915" y="1430742"/>
                  </a:lnTo>
                  <a:lnTo>
                    <a:pt x="6002255" y="1430742"/>
                  </a:lnTo>
                  <a:lnTo>
                    <a:pt x="6001594" y="1430742"/>
                  </a:lnTo>
                  <a:lnTo>
                    <a:pt x="6000934" y="1430742"/>
                  </a:lnTo>
                  <a:lnTo>
                    <a:pt x="6000273" y="1430742"/>
                  </a:lnTo>
                  <a:lnTo>
                    <a:pt x="5999613" y="1430742"/>
                  </a:lnTo>
                  <a:lnTo>
                    <a:pt x="5998952" y="1430742"/>
                  </a:lnTo>
                  <a:lnTo>
                    <a:pt x="5998292" y="1430742"/>
                  </a:lnTo>
                  <a:lnTo>
                    <a:pt x="5997631" y="1430742"/>
                  </a:lnTo>
                  <a:lnTo>
                    <a:pt x="5996970" y="1430742"/>
                  </a:lnTo>
                  <a:lnTo>
                    <a:pt x="5996310" y="1430742"/>
                  </a:lnTo>
                  <a:lnTo>
                    <a:pt x="5995649" y="1430742"/>
                  </a:lnTo>
                  <a:lnTo>
                    <a:pt x="5994989" y="1430742"/>
                  </a:lnTo>
                  <a:lnTo>
                    <a:pt x="5994328" y="1430742"/>
                  </a:lnTo>
                  <a:lnTo>
                    <a:pt x="5993668" y="1430742"/>
                  </a:lnTo>
                  <a:lnTo>
                    <a:pt x="5993007" y="1430742"/>
                  </a:lnTo>
                  <a:lnTo>
                    <a:pt x="5992347" y="1430742"/>
                  </a:lnTo>
                  <a:lnTo>
                    <a:pt x="5991686" y="1430742"/>
                  </a:lnTo>
                  <a:lnTo>
                    <a:pt x="5991026" y="1430742"/>
                  </a:lnTo>
                  <a:lnTo>
                    <a:pt x="5990365" y="1430742"/>
                  </a:lnTo>
                  <a:lnTo>
                    <a:pt x="5989705" y="1430742"/>
                  </a:lnTo>
                  <a:lnTo>
                    <a:pt x="5989044" y="1430742"/>
                  </a:lnTo>
                  <a:lnTo>
                    <a:pt x="5988384" y="1430742"/>
                  </a:lnTo>
                  <a:lnTo>
                    <a:pt x="5987723" y="1430742"/>
                  </a:lnTo>
                  <a:lnTo>
                    <a:pt x="5987063" y="1430742"/>
                  </a:lnTo>
                  <a:lnTo>
                    <a:pt x="5986402" y="1430742"/>
                  </a:lnTo>
                  <a:lnTo>
                    <a:pt x="5985741" y="1430742"/>
                  </a:lnTo>
                  <a:lnTo>
                    <a:pt x="5985081" y="1430742"/>
                  </a:lnTo>
                  <a:lnTo>
                    <a:pt x="5984420" y="1430742"/>
                  </a:lnTo>
                  <a:lnTo>
                    <a:pt x="5983760" y="1430742"/>
                  </a:lnTo>
                  <a:lnTo>
                    <a:pt x="5983099" y="1430742"/>
                  </a:lnTo>
                  <a:lnTo>
                    <a:pt x="5982439" y="1430742"/>
                  </a:lnTo>
                  <a:lnTo>
                    <a:pt x="5981778" y="1430742"/>
                  </a:lnTo>
                  <a:lnTo>
                    <a:pt x="5981118" y="1430742"/>
                  </a:lnTo>
                  <a:lnTo>
                    <a:pt x="5980457" y="1430742"/>
                  </a:lnTo>
                  <a:lnTo>
                    <a:pt x="5979797" y="1430742"/>
                  </a:lnTo>
                  <a:lnTo>
                    <a:pt x="5979136" y="1430742"/>
                  </a:lnTo>
                  <a:lnTo>
                    <a:pt x="5978476" y="1430742"/>
                  </a:lnTo>
                  <a:lnTo>
                    <a:pt x="5977815" y="1430742"/>
                  </a:lnTo>
                  <a:lnTo>
                    <a:pt x="5977155" y="1430742"/>
                  </a:lnTo>
                  <a:lnTo>
                    <a:pt x="5976494" y="1430742"/>
                  </a:lnTo>
                  <a:lnTo>
                    <a:pt x="5975833" y="1430742"/>
                  </a:lnTo>
                  <a:lnTo>
                    <a:pt x="5975173" y="1430742"/>
                  </a:lnTo>
                  <a:lnTo>
                    <a:pt x="5974512" y="1430742"/>
                  </a:lnTo>
                  <a:lnTo>
                    <a:pt x="5973852" y="1430742"/>
                  </a:lnTo>
                  <a:lnTo>
                    <a:pt x="5973191" y="1430742"/>
                  </a:lnTo>
                  <a:lnTo>
                    <a:pt x="5972531" y="1430742"/>
                  </a:lnTo>
                  <a:lnTo>
                    <a:pt x="5971870" y="1430742"/>
                  </a:lnTo>
                  <a:lnTo>
                    <a:pt x="5971210" y="1430742"/>
                  </a:lnTo>
                  <a:lnTo>
                    <a:pt x="5970549" y="1430742"/>
                  </a:lnTo>
                  <a:lnTo>
                    <a:pt x="5969889" y="1430742"/>
                  </a:lnTo>
                  <a:lnTo>
                    <a:pt x="5969228" y="1430742"/>
                  </a:lnTo>
                  <a:lnTo>
                    <a:pt x="5968568" y="1430742"/>
                  </a:lnTo>
                  <a:lnTo>
                    <a:pt x="5967907" y="1430742"/>
                  </a:lnTo>
                  <a:lnTo>
                    <a:pt x="5967247" y="1430742"/>
                  </a:lnTo>
                  <a:lnTo>
                    <a:pt x="5966586" y="1430742"/>
                  </a:lnTo>
                  <a:lnTo>
                    <a:pt x="5965925" y="1430742"/>
                  </a:lnTo>
                  <a:lnTo>
                    <a:pt x="5965265" y="1430742"/>
                  </a:lnTo>
                  <a:lnTo>
                    <a:pt x="5964604" y="1430742"/>
                  </a:lnTo>
                  <a:lnTo>
                    <a:pt x="5963944" y="1430742"/>
                  </a:lnTo>
                  <a:lnTo>
                    <a:pt x="5963283" y="1430742"/>
                  </a:lnTo>
                  <a:lnTo>
                    <a:pt x="5962623" y="1430742"/>
                  </a:lnTo>
                  <a:lnTo>
                    <a:pt x="5961962" y="1430742"/>
                  </a:lnTo>
                  <a:lnTo>
                    <a:pt x="5961302" y="1430742"/>
                  </a:lnTo>
                  <a:lnTo>
                    <a:pt x="5960641" y="1430742"/>
                  </a:lnTo>
                  <a:lnTo>
                    <a:pt x="5959981" y="1430742"/>
                  </a:lnTo>
                  <a:lnTo>
                    <a:pt x="5959320" y="1430742"/>
                  </a:lnTo>
                  <a:lnTo>
                    <a:pt x="5958660" y="1430742"/>
                  </a:lnTo>
                  <a:lnTo>
                    <a:pt x="5957999" y="1430742"/>
                  </a:lnTo>
                  <a:lnTo>
                    <a:pt x="5957339" y="1430742"/>
                  </a:lnTo>
                  <a:lnTo>
                    <a:pt x="5956678" y="1430742"/>
                  </a:lnTo>
                  <a:lnTo>
                    <a:pt x="5956018" y="1430742"/>
                  </a:lnTo>
                  <a:lnTo>
                    <a:pt x="5955357" y="1430742"/>
                  </a:lnTo>
                  <a:lnTo>
                    <a:pt x="5954696" y="1430742"/>
                  </a:lnTo>
                  <a:lnTo>
                    <a:pt x="5954036" y="1430742"/>
                  </a:lnTo>
                  <a:lnTo>
                    <a:pt x="5953375" y="1430742"/>
                  </a:lnTo>
                  <a:lnTo>
                    <a:pt x="5952715" y="1430742"/>
                  </a:lnTo>
                  <a:lnTo>
                    <a:pt x="5952054" y="1430742"/>
                  </a:lnTo>
                  <a:lnTo>
                    <a:pt x="5951394" y="1430742"/>
                  </a:lnTo>
                  <a:lnTo>
                    <a:pt x="5950733" y="1430742"/>
                  </a:lnTo>
                  <a:lnTo>
                    <a:pt x="5950073" y="1430742"/>
                  </a:lnTo>
                  <a:lnTo>
                    <a:pt x="5949412" y="1430742"/>
                  </a:lnTo>
                  <a:lnTo>
                    <a:pt x="5948752" y="1430742"/>
                  </a:lnTo>
                  <a:lnTo>
                    <a:pt x="5948091" y="1430742"/>
                  </a:lnTo>
                  <a:lnTo>
                    <a:pt x="5947431" y="1430742"/>
                  </a:lnTo>
                  <a:lnTo>
                    <a:pt x="5946770" y="1430742"/>
                  </a:lnTo>
                  <a:lnTo>
                    <a:pt x="5946110" y="1430742"/>
                  </a:lnTo>
                  <a:lnTo>
                    <a:pt x="5945449" y="1430742"/>
                  </a:lnTo>
                  <a:lnTo>
                    <a:pt x="5944788" y="1430742"/>
                  </a:lnTo>
                  <a:lnTo>
                    <a:pt x="5944128" y="1430742"/>
                  </a:lnTo>
                  <a:lnTo>
                    <a:pt x="5943467" y="1430742"/>
                  </a:lnTo>
                  <a:lnTo>
                    <a:pt x="5942807" y="1430742"/>
                  </a:lnTo>
                  <a:lnTo>
                    <a:pt x="5942146" y="1430742"/>
                  </a:lnTo>
                  <a:lnTo>
                    <a:pt x="5941486" y="1430742"/>
                  </a:lnTo>
                  <a:lnTo>
                    <a:pt x="5940825" y="1430742"/>
                  </a:lnTo>
                  <a:lnTo>
                    <a:pt x="5940165" y="1430742"/>
                  </a:lnTo>
                  <a:lnTo>
                    <a:pt x="5939504" y="1430742"/>
                  </a:lnTo>
                  <a:lnTo>
                    <a:pt x="5938844" y="1430742"/>
                  </a:lnTo>
                  <a:lnTo>
                    <a:pt x="5938183" y="1430742"/>
                  </a:lnTo>
                  <a:lnTo>
                    <a:pt x="5937523" y="1430742"/>
                  </a:lnTo>
                  <a:lnTo>
                    <a:pt x="5936862" y="1430742"/>
                  </a:lnTo>
                  <a:lnTo>
                    <a:pt x="5936202" y="1430742"/>
                  </a:lnTo>
                  <a:lnTo>
                    <a:pt x="5935541" y="1430742"/>
                  </a:lnTo>
                  <a:lnTo>
                    <a:pt x="5934880" y="1430742"/>
                  </a:lnTo>
                  <a:lnTo>
                    <a:pt x="5934220" y="1430742"/>
                  </a:lnTo>
                  <a:lnTo>
                    <a:pt x="5933559" y="1430742"/>
                  </a:lnTo>
                  <a:lnTo>
                    <a:pt x="5932899" y="1430742"/>
                  </a:lnTo>
                  <a:lnTo>
                    <a:pt x="5932238" y="1430742"/>
                  </a:lnTo>
                  <a:lnTo>
                    <a:pt x="5931578" y="1430742"/>
                  </a:lnTo>
                  <a:lnTo>
                    <a:pt x="5930917" y="1430742"/>
                  </a:lnTo>
                  <a:lnTo>
                    <a:pt x="5930257" y="1430742"/>
                  </a:lnTo>
                  <a:lnTo>
                    <a:pt x="5929596" y="1430742"/>
                  </a:lnTo>
                  <a:lnTo>
                    <a:pt x="5928936" y="1430742"/>
                  </a:lnTo>
                  <a:lnTo>
                    <a:pt x="5928275" y="1430742"/>
                  </a:lnTo>
                  <a:lnTo>
                    <a:pt x="5927615" y="1430742"/>
                  </a:lnTo>
                  <a:lnTo>
                    <a:pt x="5926954" y="1430742"/>
                  </a:lnTo>
                  <a:lnTo>
                    <a:pt x="5926294" y="1430742"/>
                  </a:lnTo>
                  <a:lnTo>
                    <a:pt x="5925633" y="1430742"/>
                  </a:lnTo>
                  <a:lnTo>
                    <a:pt x="5924972" y="1430742"/>
                  </a:lnTo>
                  <a:lnTo>
                    <a:pt x="5924312" y="1430742"/>
                  </a:lnTo>
                  <a:lnTo>
                    <a:pt x="5923651" y="1430742"/>
                  </a:lnTo>
                  <a:lnTo>
                    <a:pt x="5922991" y="1430742"/>
                  </a:lnTo>
                  <a:lnTo>
                    <a:pt x="5922330" y="1430742"/>
                  </a:lnTo>
                  <a:lnTo>
                    <a:pt x="5921670" y="1430742"/>
                  </a:lnTo>
                  <a:lnTo>
                    <a:pt x="5921009" y="1430742"/>
                  </a:lnTo>
                  <a:lnTo>
                    <a:pt x="5920349" y="1430742"/>
                  </a:lnTo>
                  <a:lnTo>
                    <a:pt x="5919688" y="1430742"/>
                  </a:lnTo>
                  <a:lnTo>
                    <a:pt x="5919028" y="1430742"/>
                  </a:lnTo>
                  <a:lnTo>
                    <a:pt x="5918367" y="1430742"/>
                  </a:lnTo>
                  <a:lnTo>
                    <a:pt x="5917707" y="1430742"/>
                  </a:lnTo>
                  <a:lnTo>
                    <a:pt x="5917046" y="1430742"/>
                  </a:lnTo>
                  <a:lnTo>
                    <a:pt x="5916386" y="1430742"/>
                  </a:lnTo>
                  <a:lnTo>
                    <a:pt x="5915725" y="1430742"/>
                  </a:lnTo>
                  <a:lnTo>
                    <a:pt x="5915065" y="1430742"/>
                  </a:lnTo>
                  <a:lnTo>
                    <a:pt x="5914404" y="1430742"/>
                  </a:lnTo>
                  <a:lnTo>
                    <a:pt x="5913743" y="1430742"/>
                  </a:lnTo>
                  <a:lnTo>
                    <a:pt x="5913083" y="1430742"/>
                  </a:lnTo>
                  <a:lnTo>
                    <a:pt x="5912422" y="1430742"/>
                  </a:lnTo>
                  <a:lnTo>
                    <a:pt x="5911762" y="1430742"/>
                  </a:lnTo>
                  <a:lnTo>
                    <a:pt x="5911101" y="1430742"/>
                  </a:lnTo>
                  <a:lnTo>
                    <a:pt x="5910441" y="1430742"/>
                  </a:lnTo>
                  <a:lnTo>
                    <a:pt x="5909780" y="1430742"/>
                  </a:lnTo>
                  <a:lnTo>
                    <a:pt x="5909120" y="1430742"/>
                  </a:lnTo>
                  <a:lnTo>
                    <a:pt x="5908459" y="1430742"/>
                  </a:lnTo>
                  <a:lnTo>
                    <a:pt x="5907799" y="1430742"/>
                  </a:lnTo>
                  <a:lnTo>
                    <a:pt x="5907138" y="1430742"/>
                  </a:lnTo>
                  <a:lnTo>
                    <a:pt x="5906478" y="1430742"/>
                  </a:lnTo>
                  <a:lnTo>
                    <a:pt x="5905817" y="1430742"/>
                  </a:lnTo>
                  <a:lnTo>
                    <a:pt x="5905157" y="1430742"/>
                  </a:lnTo>
                  <a:lnTo>
                    <a:pt x="5904496" y="1430742"/>
                  </a:lnTo>
                  <a:lnTo>
                    <a:pt x="5903835" y="1430742"/>
                  </a:lnTo>
                  <a:lnTo>
                    <a:pt x="5903175" y="1430742"/>
                  </a:lnTo>
                  <a:lnTo>
                    <a:pt x="5902514" y="1430742"/>
                  </a:lnTo>
                  <a:lnTo>
                    <a:pt x="5901854" y="1430742"/>
                  </a:lnTo>
                  <a:lnTo>
                    <a:pt x="5901193" y="1430742"/>
                  </a:lnTo>
                  <a:lnTo>
                    <a:pt x="5900533" y="1430742"/>
                  </a:lnTo>
                  <a:lnTo>
                    <a:pt x="5899872" y="1430742"/>
                  </a:lnTo>
                  <a:lnTo>
                    <a:pt x="5899212" y="1430742"/>
                  </a:lnTo>
                  <a:lnTo>
                    <a:pt x="5898551" y="1430742"/>
                  </a:lnTo>
                  <a:lnTo>
                    <a:pt x="5897891" y="1430742"/>
                  </a:lnTo>
                  <a:lnTo>
                    <a:pt x="5897230" y="1430742"/>
                  </a:lnTo>
                  <a:lnTo>
                    <a:pt x="5896570" y="1430742"/>
                  </a:lnTo>
                  <a:lnTo>
                    <a:pt x="5895909" y="1430742"/>
                  </a:lnTo>
                  <a:lnTo>
                    <a:pt x="5895249" y="1430742"/>
                  </a:lnTo>
                  <a:lnTo>
                    <a:pt x="5894588" y="1430742"/>
                  </a:lnTo>
                  <a:lnTo>
                    <a:pt x="5893927" y="1430742"/>
                  </a:lnTo>
                  <a:lnTo>
                    <a:pt x="5893267" y="1430742"/>
                  </a:lnTo>
                  <a:lnTo>
                    <a:pt x="5892606" y="1430742"/>
                  </a:lnTo>
                  <a:lnTo>
                    <a:pt x="5891946" y="1430742"/>
                  </a:lnTo>
                  <a:lnTo>
                    <a:pt x="5891285" y="1430742"/>
                  </a:lnTo>
                  <a:lnTo>
                    <a:pt x="5890625" y="1430742"/>
                  </a:lnTo>
                  <a:lnTo>
                    <a:pt x="5889964" y="1430742"/>
                  </a:lnTo>
                  <a:lnTo>
                    <a:pt x="5889304" y="1430742"/>
                  </a:lnTo>
                  <a:lnTo>
                    <a:pt x="5888643" y="1430742"/>
                  </a:lnTo>
                  <a:lnTo>
                    <a:pt x="5887983" y="1430742"/>
                  </a:lnTo>
                  <a:lnTo>
                    <a:pt x="5887322" y="1430742"/>
                  </a:lnTo>
                  <a:lnTo>
                    <a:pt x="5886662" y="1430742"/>
                  </a:lnTo>
                  <a:lnTo>
                    <a:pt x="5886001" y="1430742"/>
                  </a:lnTo>
                  <a:lnTo>
                    <a:pt x="5885341" y="1430742"/>
                  </a:lnTo>
                  <a:lnTo>
                    <a:pt x="5884680" y="1430742"/>
                  </a:lnTo>
                  <a:lnTo>
                    <a:pt x="5884020" y="1430742"/>
                  </a:lnTo>
                  <a:lnTo>
                    <a:pt x="5883359" y="1430742"/>
                  </a:lnTo>
                  <a:lnTo>
                    <a:pt x="5882698" y="1430742"/>
                  </a:lnTo>
                  <a:lnTo>
                    <a:pt x="5882038" y="1430742"/>
                  </a:lnTo>
                  <a:lnTo>
                    <a:pt x="5881377" y="1430742"/>
                  </a:lnTo>
                  <a:lnTo>
                    <a:pt x="5880717" y="1430742"/>
                  </a:lnTo>
                  <a:lnTo>
                    <a:pt x="5880056" y="1430742"/>
                  </a:lnTo>
                  <a:lnTo>
                    <a:pt x="5879396" y="1430742"/>
                  </a:lnTo>
                  <a:lnTo>
                    <a:pt x="5878735" y="1430742"/>
                  </a:lnTo>
                  <a:lnTo>
                    <a:pt x="5878075" y="1430742"/>
                  </a:lnTo>
                  <a:lnTo>
                    <a:pt x="5877414" y="1430742"/>
                  </a:lnTo>
                  <a:lnTo>
                    <a:pt x="5876754" y="1430742"/>
                  </a:lnTo>
                  <a:lnTo>
                    <a:pt x="5876093" y="1430742"/>
                  </a:lnTo>
                  <a:lnTo>
                    <a:pt x="5875433" y="1430742"/>
                  </a:lnTo>
                  <a:lnTo>
                    <a:pt x="5874772" y="1430742"/>
                  </a:lnTo>
                  <a:lnTo>
                    <a:pt x="5874112" y="1430742"/>
                  </a:lnTo>
                  <a:lnTo>
                    <a:pt x="5873451" y="1430742"/>
                  </a:lnTo>
                  <a:lnTo>
                    <a:pt x="5872790" y="1430742"/>
                  </a:lnTo>
                  <a:lnTo>
                    <a:pt x="5872130" y="1430742"/>
                  </a:lnTo>
                  <a:lnTo>
                    <a:pt x="5871469" y="1430742"/>
                  </a:lnTo>
                  <a:lnTo>
                    <a:pt x="5870809" y="1430742"/>
                  </a:lnTo>
                  <a:lnTo>
                    <a:pt x="5870148" y="1430742"/>
                  </a:lnTo>
                  <a:lnTo>
                    <a:pt x="5869488" y="1430742"/>
                  </a:lnTo>
                  <a:lnTo>
                    <a:pt x="5868827" y="1430742"/>
                  </a:lnTo>
                  <a:lnTo>
                    <a:pt x="5868167" y="1430742"/>
                  </a:lnTo>
                  <a:lnTo>
                    <a:pt x="5867506" y="1430742"/>
                  </a:lnTo>
                  <a:lnTo>
                    <a:pt x="5866846" y="1430742"/>
                  </a:lnTo>
                  <a:lnTo>
                    <a:pt x="5866185" y="1430742"/>
                  </a:lnTo>
                  <a:lnTo>
                    <a:pt x="5865525" y="1430742"/>
                  </a:lnTo>
                  <a:lnTo>
                    <a:pt x="5864864" y="1430742"/>
                  </a:lnTo>
                  <a:lnTo>
                    <a:pt x="5864204" y="1430742"/>
                  </a:lnTo>
                  <a:lnTo>
                    <a:pt x="5863543" y="1430742"/>
                  </a:lnTo>
                  <a:lnTo>
                    <a:pt x="5862882" y="1430742"/>
                  </a:lnTo>
                  <a:lnTo>
                    <a:pt x="5862222" y="1430742"/>
                  </a:lnTo>
                  <a:lnTo>
                    <a:pt x="5861561" y="1430742"/>
                  </a:lnTo>
                  <a:lnTo>
                    <a:pt x="5860901" y="1430742"/>
                  </a:lnTo>
                  <a:lnTo>
                    <a:pt x="5860240" y="1430742"/>
                  </a:lnTo>
                  <a:lnTo>
                    <a:pt x="5859580" y="1430742"/>
                  </a:lnTo>
                  <a:lnTo>
                    <a:pt x="5858919" y="1430742"/>
                  </a:lnTo>
                  <a:lnTo>
                    <a:pt x="5858259" y="1430742"/>
                  </a:lnTo>
                  <a:lnTo>
                    <a:pt x="5857598" y="1430742"/>
                  </a:lnTo>
                  <a:lnTo>
                    <a:pt x="5856938" y="1430742"/>
                  </a:lnTo>
                  <a:lnTo>
                    <a:pt x="5856277" y="1430742"/>
                  </a:lnTo>
                  <a:lnTo>
                    <a:pt x="5855617" y="1430742"/>
                  </a:lnTo>
                  <a:lnTo>
                    <a:pt x="5854956" y="1430742"/>
                  </a:lnTo>
                  <a:lnTo>
                    <a:pt x="5854296" y="1430742"/>
                  </a:lnTo>
                  <a:lnTo>
                    <a:pt x="5853635" y="1430742"/>
                  </a:lnTo>
                  <a:lnTo>
                    <a:pt x="5852974" y="1430742"/>
                  </a:lnTo>
                  <a:lnTo>
                    <a:pt x="5852314" y="1430742"/>
                  </a:lnTo>
                  <a:lnTo>
                    <a:pt x="5851653" y="1430742"/>
                  </a:lnTo>
                  <a:lnTo>
                    <a:pt x="5850993" y="1430742"/>
                  </a:lnTo>
                  <a:lnTo>
                    <a:pt x="5850332" y="1430742"/>
                  </a:lnTo>
                  <a:lnTo>
                    <a:pt x="5849672" y="1430742"/>
                  </a:lnTo>
                  <a:lnTo>
                    <a:pt x="5849011" y="1430742"/>
                  </a:lnTo>
                  <a:lnTo>
                    <a:pt x="5848351" y="1430742"/>
                  </a:lnTo>
                  <a:lnTo>
                    <a:pt x="5847690" y="1430742"/>
                  </a:lnTo>
                  <a:lnTo>
                    <a:pt x="5847030" y="1430742"/>
                  </a:lnTo>
                  <a:lnTo>
                    <a:pt x="5846369" y="1430742"/>
                  </a:lnTo>
                  <a:lnTo>
                    <a:pt x="5845709" y="1430742"/>
                  </a:lnTo>
                  <a:lnTo>
                    <a:pt x="5845048" y="1430742"/>
                  </a:lnTo>
                  <a:lnTo>
                    <a:pt x="5844388" y="1430742"/>
                  </a:lnTo>
                  <a:lnTo>
                    <a:pt x="5843727" y="1430742"/>
                  </a:lnTo>
                  <a:lnTo>
                    <a:pt x="5843067" y="1430742"/>
                  </a:lnTo>
                  <a:lnTo>
                    <a:pt x="5842406" y="1430742"/>
                  </a:lnTo>
                  <a:lnTo>
                    <a:pt x="5841745" y="1430742"/>
                  </a:lnTo>
                  <a:lnTo>
                    <a:pt x="5841085" y="1430742"/>
                  </a:lnTo>
                  <a:lnTo>
                    <a:pt x="5840424" y="1430742"/>
                  </a:lnTo>
                  <a:lnTo>
                    <a:pt x="5839764" y="1430742"/>
                  </a:lnTo>
                  <a:lnTo>
                    <a:pt x="5839103" y="1430742"/>
                  </a:lnTo>
                  <a:lnTo>
                    <a:pt x="5838443" y="1430742"/>
                  </a:lnTo>
                  <a:lnTo>
                    <a:pt x="5837782" y="1430742"/>
                  </a:lnTo>
                  <a:lnTo>
                    <a:pt x="5837122" y="1430742"/>
                  </a:lnTo>
                  <a:lnTo>
                    <a:pt x="5836461" y="1430742"/>
                  </a:lnTo>
                  <a:lnTo>
                    <a:pt x="5835801" y="1430742"/>
                  </a:lnTo>
                  <a:lnTo>
                    <a:pt x="5835140" y="1430742"/>
                  </a:lnTo>
                  <a:lnTo>
                    <a:pt x="5834480" y="1430742"/>
                  </a:lnTo>
                  <a:lnTo>
                    <a:pt x="5833819" y="1430742"/>
                  </a:lnTo>
                  <a:lnTo>
                    <a:pt x="5833159" y="1430742"/>
                  </a:lnTo>
                  <a:lnTo>
                    <a:pt x="5832498" y="1430742"/>
                  </a:lnTo>
                  <a:lnTo>
                    <a:pt x="5831837" y="1430742"/>
                  </a:lnTo>
                  <a:lnTo>
                    <a:pt x="5831177" y="1430742"/>
                  </a:lnTo>
                  <a:lnTo>
                    <a:pt x="5830516" y="1430742"/>
                  </a:lnTo>
                  <a:lnTo>
                    <a:pt x="5829856" y="1430742"/>
                  </a:lnTo>
                  <a:lnTo>
                    <a:pt x="5829195" y="1430742"/>
                  </a:lnTo>
                  <a:lnTo>
                    <a:pt x="5828535" y="1430742"/>
                  </a:lnTo>
                  <a:lnTo>
                    <a:pt x="5827874" y="1430742"/>
                  </a:lnTo>
                  <a:lnTo>
                    <a:pt x="5827214" y="1430742"/>
                  </a:lnTo>
                  <a:lnTo>
                    <a:pt x="5826553" y="1430742"/>
                  </a:lnTo>
                  <a:lnTo>
                    <a:pt x="5825893" y="1430742"/>
                  </a:lnTo>
                  <a:lnTo>
                    <a:pt x="5825232" y="1430742"/>
                  </a:lnTo>
                  <a:lnTo>
                    <a:pt x="5824572" y="1430742"/>
                  </a:lnTo>
                  <a:lnTo>
                    <a:pt x="5823911" y="1430742"/>
                  </a:lnTo>
                  <a:lnTo>
                    <a:pt x="5823251" y="1430742"/>
                  </a:lnTo>
                  <a:lnTo>
                    <a:pt x="5822590" y="1430742"/>
                  </a:lnTo>
                  <a:lnTo>
                    <a:pt x="5821929" y="1430742"/>
                  </a:lnTo>
                  <a:lnTo>
                    <a:pt x="5821269" y="1430742"/>
                  </a:lnTo>
                  <a:lnTo>
                    <a:pt x="5820608" y="1430742"/>
                  </a:lnTo>
                  <a:lnTo>
                    <a:pt x="5819948" y="1430742"/>
                  </a:lnTo>
                  <a:lnTo>
                    <a:pt x="5819287" y="1430742"/>
                  </a:lnTo>
                  <a:lnTo>
                    <a:pt x="5818627" y="1430742"/>
                  </a:lnTo>
                  <a:lnTo>
                    <a:pt x="5817966" y="1430742"/>
                  </a:lnTo>
                  <a:lnTo>
                    <a:pt x="5817306" y="1430742"/>
                  </a:lnTo>
                  <a:lnTo>
                    <a:pt x="5816645" y="1430742"/>
                  </a:lnTo>
                  <a:lnTo>
                    <a:pt x="5815985" y="1430742"/>
                  </a:lnTo>
                  <a:lnTo>
                    <a:pt x="5815324" y="1430742"/>
                  </a:lnTo>
                  <a:lnTo>
                    <a:pt x="5814664" y="1430742"/>
                  </a:lnTo>
                  <a:lnTo>
                    <a:pt x="5814003" y="1430742"/>
                  </a:lnTo>
                  <a:lnTo>
                    <a:pt x="5813343" y="1430742"/>
                  </a:lnTo>
                  <a:lnTo>
                    <a:pt x="5812682" y="1430742"/>
                  </a:lnTo>
                  <a:lnTo>
                    <a:pt x="5812022" y="1430742"/>
                  </a:lnTo>
                  <a:lnTo>
                    <a:pt x="5811361" y="1430742"/>
                  </a:lnTo>
                  <a:lnTo>
                    <a:pt x="5810700" y="1430742"/>
                  </a:lnTo>
                  <a:lnTo>
                    <a:pt x="5810040" y="1430742"/>
                  </a:lnTo>
                  <a:lnTo>
                    <a:pt x="5809379" y="1430742"/>
                  </a:lnTo>
                  <a:lnTo>
                    <a:pt x="5808719" y="1430742"/>
                  </a:lnTo>
                  <a:lnTo>
                    <a:pt x="5808058" y="1430742"/>
                  </a:lnTo>
                  <a:lnTo>
                    <a:pt x="5807398" y="1430742"/>
                  </a:lnTo>
                  <a:lnTo>
                    <a:pt x="5806737" y="1430742"/>
                  </a:lnTo>
                  <a:lnTo>
                    <a:pt x="5806077" y="1430742"/>
                  </a:lnTo>
                  <a:lnTo>
                    <a:pt x="5805416" y="1430742"/>
                  </a:lnTo>
                  <a:lnTo>
                    <a:pt x="5804756" y="1430742"/>
                  </a:lnTo>
                  <a:lnTo>
                    <a:pt x="5804095" y="1430742"/>
                  </a:lnTo>
                  <a:lnTo>
                    <a:pt x="5803435" y="1430742"/>
                  </a:lnTo>
                  <a:lnTo>
                    <a:pt x="5802774" y="1430742"/>
                  </a:lnTo>
                  <a:lnTo>
                    <a:pt x="5802114" y="1430742"/>
                  </a:lnTo>
                  <a:lnTo>
                    <a:pt x="5801453" y="1430742"/>
                  </a:lnTo>
                  <a:lnTo>
                    <a:pt x="5800792" y="1430742"/>
                  </a:lnTo>
                  <a:lnTo>
                    <a:pt x="5800132" y="1430742"/>
                  </a:lnTo>
                  <a:lnTo>
                    <a:pt x="5799471" y="1430742"/>
                  </a:lnTo>
                  <a:lnTo>
                    <a:pt x="5798811" y="1430742"/>
                  </a:lnTo>
                  <a:lnTo>
                    <a:pt x="5798150" y="1430742"/>
                  </a:lnTo>
                  <a:lnTo>
                    <a:pt x="5797490" y="1430742"/>
                  </a:lnTo>
                  <a:lnTo>
                    <a:pt x="5796829" y="1430742"/>
                  </a:lnTo>
                  <a:lnTo>
                    <a:pt x="5796169" y="1430742"/>
                  </a:lnTo>
                  <a:lnTo>
                    <a:pt x="5795508" y="1430742"/>
                  </a:lnTo>
                  <a:lnTo>
                    <a:pt x="5794848" y="1430742"/>
                  </a:lnTo>
                  <a:lnTo>
                    <a:pt x="5794187" y="1430742"/>
                  </a:lnTo>
                  <a:lnTo>
                    <a:pt x="5793527" y="1430742"/>
                  </a:lnTo>
                  <a:lnTo>
                    <a:pt x="5792866" y="1430742"/>
                  </a:lnTo>
                  <a:lnTo>
                    <a:pt x="5792206" y="1430742"/>
                  </a:lnTo>
                  <a:lnTo>
                    <a:pt x="5791545" y="1430742"/>
                  </a:lnTo>
                  <a:lnTo>
                    <a:pt x="5790884" y="1430742"/>
                  </a:lnTo>
                  <a:lnTo>
                    <a:pt x="5790224" y="1430742"/>
                  </a:lnTo>
                  <a:lnTo>
                    <a:pt x="5789563" y="1430742"/>
                  </a:lnTo>
                  <a:lnTo>
                    <a:pt x="5788903" y="1430742"/>
                  </a:lnTo>
                  <a:lnTo>
                    <a:pt x="5788242" y="1430742"/>
                  </a:lnTo>
                  <a:lnTo>
                    <a:pt x="5787582" y="1430742"/>
                  </a:lnTo>
                  <a:lnTo>
                    <a:pt x="5786921" y="1430742"/>
                  </a:lnTo>
                  <a:lnTo>
                    <a:pt x="5786261" y="1430742"/>
                  </a:lnTo>
                  <a:lnTo>
                    <a:pt x="5785600" y="1430742"/>
                  </a:lnTo>
                  <a:lnTo>
                    <a:pt x="5784940" y="1430742"/>
                  </a:lnTo>
                  <a:lnTo>
                    <a:pt x="5784279" y="1430742"/>
                  </a:lnTo>
                  <a:lnTo>
                    <a:pt x="5783619" y="1430742"/>
                  </a:lnTo>
                  <a:lnTo>
                    <a:pt x="5782958" y="1430742"/>
                  </a:lnTo>
                  <a:lnTo>
                    <a:pt x="5782298" y="1430742"/>
                  </a:lnTo>
                  <a:lnTo>
                    <a:pt x="5781637" y="1430742"/>
                  </a:lnTo>
                  <a:lnTo>
                    <a:pt x="5780976" y="1430742"/>
                  </a:lnTo>
                  <a:lnTo>
                    <a:pt x="5780316" y="1430742"/>
                  </a:lnTo>
                  <a:lnTo>
                    <a:pt x="5779655" y="1430742"/>
                  </a:lnTo>
                  <a:lnTo>
                    <a:pt x="5778995" y="1430742"/>
                  </a:lnTo>
                  <a:lnTo>
                    <a:pt x="5778334" y="1430742"/>
                  </a:lnTo>
                  <a:lnTo>
                    <a:pt x="5777674" y="1430742"/>
                  </a:lnTo>
                  <a:lnTo>
                    <a:pt x="5777013" y="1430742"/>
                  </a:lnTo>
                  <a:lnTo>
                    <a:pt x="5776353" y="1430742"/>
                  </a:lnTo>
                  <a:lnTo>
                    <a:pt x="5775692" y="1430742"/>
                  </a:lnTo>
                  <a:lnTo>
                    <a:pt x="5775032" y="1430742"/>
                  </a:lnTo>
                  <a:lnTo>
                    <a:pt x="5774371" y="1430742"/>
                  </a:lnTo>
                  <a:lnTo>
                    <a:pt x="5773711" y="1430742"/>
                  </a:lnTo>
                  <a:lnTo>
                    <a:pt x="5773050" y="1430742"/>
                  </a:lnTo>
                  <a:lnTo>
                    <a:pt x="5772390" y="1430742"/>
                  </a:lnTo>
                  <a:lnTo>
                    <a:pt x="5771729" y="1430742"/>
                  </a:lnTo>
                  <a:lnTo>
                    <a:pt x="5771069" y="1430742"/>
                  </a:lnTo>
                  <a:lnTo>
                    <a:pt x="5770408" y="1430742"/>
                  </a:lnTo>
                  <a:lnTo>
                    <a:pt x="5769747" y="1430742"/>
                  </a:lnTo>
                  <a:lnTo>
                    <a:pt x="5769087" y="1430742"/>
                  </a:lnTo>
                  <a:lnTo>
                    <a:pt x="5768426" y="1430742"/>
                  </a:lnTo>
                  <a:lnTo>
                    <a:pt x="5767766" y="1430742"/>
                  </a:lnTo>
                  <a:lnTo>
                    <a:pt x="5767105" y="1430742"/>
                  </a:lnTo>
                  <a:lnTo>
                    <a:pt x="5766445" y="1430742"/>
                  </a:lnTo>
                  <a:lnTo>
                    <a:pt x="5765784" y="1430742"/>
                  </a:lnTo>
                  <a:lnTo>
                    <a:pt x="5765124" y="1430742"/>
                  </a:lnTo>
                  <a:lnTo>
                    <a:pt x="5764463" y="1430742"/>
                  </a:lnTo>
                  <a:lnTo>
                    <a:pt x="5763803" y="1430742"/>
                  </a:lnTo>
                  <a:lnTo>
                    <a:pt x="5763142" y="1430742"/>
                  </a:lnTo>
                  <a:lnTo>
                    <a:pt x="5762482" y="1430742"/>
                  </a:lnTo>
                  <a:lnTo>
                    <a:pt x="5761821" y="1430742"/>
                  </a:lnTo>
                  <a:lnTo>
                    <a:pt x="5761161" y="1430742"/>
                  </a:lnTo>
                  <a:lnTo>
                    <a:pt x="5760500" y="1430742"/>
                  </a:lnTo>
                  <a:lnTo>
                    <a:pt x="5759839" y="1430742"/>
                  </a:lnTo>
                  <a:lnTo>
                    <a:pt x="5759179" y="1430742"/>
                  </a:lnTo>
                  <a:lnTo>
                    <a:pt x="5758518" y="1430742"/>
                  </a:lnTo>
                  <a:lnTo>
                    <a:pt x="5757858" y="1430742"/>
                  </a:lnTo>
                  <a:lnTo>
                    <a:pt x="5757197" y="1430742"/>
                  </a:lnTo>
                  <a:lnTo>
                    <a:pt x="5756537" y="1430742"/>
                  </a:lnTo>
                  <a:lnTo>
                    <a:pt x="5755876" y="1430742"/>
                  </a:lnTo>
                  <a:lnTo>
                    <a:pt x="5755216" y="1430742"/>
                  </a:lnTo>
                  <a:lnTo>
                    <a:pt x="5754555" y="1430742"/>
                  </a:lnTo>
                  <a:lnTo>
                    <a:pt x="5753895" y="1430742"/>
                  </a:lnTo>
                  <a:lnTo>
                    <a:pt x="5753234" y="1430742"/>
                  </a:lnTo>
                  <a:lnTo>
                    <a:pt x="5752574" y="1430742"/>
                  </a:lnTo>
                  <a:lnTo>
                    <a:pt x="5751913" y="1430742"/>
                  </a:lnTo>
                  <a:lnTo>
                    <a:pt x="5751253" y="1430742"/>
                  </a:lnTo>
                  <a:lnTo>
                    <a:pt x="5750592" y="1430742"/>
                  </a:lnTo>
                  <a:lnTo>
                    <a:pt x="5749931" y="1430742"/>
                  </a:lnTo>
                  <a:lnTo>
                    <a:pt x="5749271" y="1430742"/>
                  </a:lnTo>
                  <a:lnTo>
                    <a:pt x="5748610" y="1430742"/>
                  </a:lnTo>
                  <a:lnTo>
                    <a:pt x="5747950" y="1430742"/>
                  </a:lnTo>
                  <a:lnTo>
                    <a:pt x="5747289" y="1430742"/>
                  </a:lnTo>
                  <a:lnTo>
                    <a:pt x="5746629" y="1430742"/>
                  </a:lnTo>
                  <a:lnTo>
                    <a:pt x="5745968" y="1430742"/>
                  </a:lnTo>
                  <a:lnTo>
                    <a:pt x="5745308" y="1430742"/>
                  </a:lnTo>
                  <a:lnTo>
                    <a:pt x="5744647" y="1430742"/>
                  </a:lnTo>
                  <a:lnTo>
                    <a:pt x="5743987" y="1430742"/>
                  </a:lnTo>
                  <a:lnTo>
                    <a:pt x="5743326" y="1430742"/>
                  </a:lnTo>
                  <a:lnTo>
                    <a:pt x="5742666" y="1430742"/>
                  </a:lnTo>
                  <a:lnTo>
                    <a:pt x="5742005" y="1430742"/>
                  </a:lnTo>
                  <a:lnTo>
                    <a:pt x="5741345" y="1430742"/>
                  </a:lnTo>
                  <a:lnTo>
                    <a:pt x="5740684" y="1430742"/>
                  </a:lnTo>
                  <a:lnTo>
                    <a:pt x="5740024" y="1430742"/>
                  </a:lnTo>
                  <a:lnTo>
                    <a:pt x="5739363" y="1430742"/>
                  </a:lnTo>
                  <a:lnTo>
                    <a:pt x="5738702" y="1430742"/>
                  </a:lnTo>
                  <a:lnTo>
                    <a:pt x="5738042" y="1430742"/>
                  </a:lnTo>
                  <a:lnTo>
                    <a:pt x="5737381" y="1430742"/>
                  </a:lnTo>
                  <a:lnTo>
                    <a:pt x="5736721" y="1430742"/>
                  </a:lnTo>
                  <a:lnTo>
                    <a:pt x="5736060" y="1430742"/>
                  </a:lnTo>
                  <a:lnTo>
                    <a:pt x="5735400" y="1430742"/>
                  </a:lnTo>
                  <a:lnTo>
                    <a:pt x="5734739" y="1430742"/>
                  </a:lnTo>
                  <a:lnTo>
                    <a:pt x="5734079" y="1430742"/>
                  </a:lnTo>
                  <a:lnTo>
                    <a:pt x="5733418" y="1430742"/>
                  </a:lnTo>
                  <a:lnTo>
                    <a:pt x="5732758" y="1430742"/>
                  </a:lnTo>
                  <a:lnTo>
                    <a:pt x="5732097" y="1430742"/>
                  </a:lnTo>
                  <a:lnTo>
                    <a:pt x="5731437" y="1430742"/>
                  </a:lnTo>
                  <a:lnTo>
                    <a:pt x="5730776" y="1430742"/>
                  </a:lnTo>
                  <a:lnTo>
                    <a:pt x="5730116" y="1430742"/>
                  </a:lnTo>
                  <a:lnTo>
                    <a:pt x="5729455" y="1430742"/>
                  </a:lnTo>
                  <a:lnTo>
                    <a:pt x="5728794" y="1430742"/>
                  </a:lnTo>
                  <a:lnTo>
                    <a:pt x="5728134" y="1430742"/>
                  </a:lnTo>
                  <a:lnTo>
                    <a:pt x="5727473" y="1430742"/>
                  </a:lnTo>
                  <a:lnTo>
                    <a:pt x="5726813" y="1430742"/>
                  </a:lnTo>
                  <a:lnTo>
                    <a:pt x="5726152" y="1430742"/>
                  </a:lnTo>
                  <a:lnTo>
                    <a:pt x="5725492" y="1430742"/>
                  </a:lnTo>
                  <a:lnTo>
                    <a:pt x="5724831" y="1430742"/>
                  </a:lnTo>
                  <a:lnTo>
                    <a:pt x="5724171" y="1430742"/>
                  </a:lnTo>
                  <a:lnTo>
                    <a:pt x="5723510" y="1430742"/>
                  </a:lnTo>
                  <a:lnTo>
                    <a:pt x="5722850" y="1430742"/>
                  </a:lnTo>
                  <a:lnTo>
                    <a:pt x="5722189" y="1430742"/>
                  </a:lnTo>
                  <a:lnTo>
                    <a:pt x="5721529" y="1430742"/>
                  </a:lnTo>
                  <a:lnTo>
                    <a:pt x="5720868" y="1430742"/>
                  </a:lnTo>
                  <a:lnTo>
                    <a:pt x="5720208" y="1430742"/>
                  </a:lnTo>
                  <a:lnTo>
                    <a:pt x="5719547" y="1430742"/>
                  </a:lnTo>
                  <a:lnTo>
                    <a:pt x="5718886" y="1430742"/>
                  </a:lnTo>
                  <a:lnTo>
                    <a:pt x="5718226" y="1430742"/>
                  </a:lnTo>
                  <a:lnTo>
                    <a:pt x="5717565" y="1430742"/>
                  </a:lnTo>
                  <a:lnTo>
                    <a:pt x="5716905" y="1430742"/>
                  </a:lnTo>
                  <a:lnTo>
                    <a:pt x="5716244" y="1430742"/>
                  </a:lnTo>
                  <a:lnTo>
                    <a:pt x="5715584" y="1430742"/>
                  </a:lnTo>
                  <a:lnTo>
                    <a:pt x="5714923" y="1430742"/>
                  </a:lnTo>
                  <a:lnTo>
                    <a:pt x="5714263" y="1430742"/>
                  </a:lnTo>
                  <a:lnTo>
                    <a:pt x="5713602" y="1430742"/>
                  </a:lnTo>
                  <a:lnTo>
                    <a:pt x="5712942" y="1430742"/>
                  </a:lnTo>
                  <a:lnTo>
                    <a:pt x="5712281" y="1430742"/>
                  </a:lnTo>
                  <a:lnTo>
                    <a:pt x="5711621" y="1430742"/>
                  </a:lnTo>
                  <a:lnTo>
                    <a:pt x="5710960" y="1430742"/>
                  </a:lnTo>
                  <a:lnTo>
                    <a:pt x="5710300" y="1430742"/>
                  </a:lnTo>
                  <a:lnTo>
                    <a:pt x="5709639" y="1430742"/>
                  </a:lnTo>
                  <a:lnTo>
                    <a:pt x="5708978" y="1430742"/>
                  </a:lnTo>
                  <a:lnTo>
                    <a:pt x="5708318" y="1430742"/>
                  </a:lnTo>
                  <a:lnTo>
                    <a:pt x="5707657" y="1430742"/>
                  </a:lnTo>
                  <a:lnTo>
                    <a:pt x="5706997" y="1430742"/>
                  </a:lnTo>
                  <a:lnTo>
                    <a:pt x="5706336" y="1430742"/>
                  </a:lnTo>
                  <a:lnTo>
                    <a:pt x="5705676" y="1430742"/>
                  </a:lnTo>
                  <a:lnTo>
                    <a:pt x="5705015" y="1430742"/>
                  </a:lnTo>
                  <a:lnTo>
                    <a:pt x="5704355" y="1430742"/>
                  </a:lnTo>
                  <a:lnTo>
                    <a:pt x="5703694" y="1430742"/>
                  </a:lnTo>
                  <a:lnTo>
                    <a:pt x="5703034" y="1430742"/>
                  </a:lnTo>
                  <a:lnTo>
                    <a:pt x="5702373" y="1430742"/>
                  </a:lnTo>
                  <a:lnTo>
                    <a:pt x="5701713" y="1430742"/>
                  </a:lnTo>
                  <a:lnTo>
                    <a:pt x="5701052" y="1430742"/>
                  </a:lnTo>
                  <a:lnTo>
                    <a:pt x="5700392" y="1430742"/>
                  </a:lnTo>
                  <a:lnTo>
                    <a:pt x="5699731" y="1430742"/>
                  </a:lnTo>
                  <a:lnTo>
                    <a:pt x="5699071" y="1430742"/>
                  </a:lnTo>
                  <a:lnTo>
                    <a:pt x="5698410" y="1430742"/>
                  </a:lnTo>
                  <a:lnTo>
                    <a:pt x="5697749" y="1430742"/>
                  </a:lnTo>
                  <a:lnTo>
                    <a:pt x="5697089" y="1430742"/>
                  </a:lnTo>
                  <a:lnTo>
                    <a:pt x="5696428" y="1430742"/>
                  </a:lnTo>
                  <a:lnTo>
                    <a:pt x="5695768" y="1430742"/>
                  </a:lnTo>
                  <a:lnTo>
                    <a:pt x="5695107" y="1430742"/>
                  </a:lnTo>
                  <a:lnTo>
                    <a:pt x="5694447" y="1430742"/>
                  </a:lnTo>
                  <a:lnTo>
                    <a:pt x="5693786" y="1430742"/>
                  </a:lnTo>
                  <a:lnTo>
                    <a:pt x="5693126" y="1430742"/>
                  </a:lnTo>
                  <a:lnTo>
                    <a:pt x="5692465" y="1430742"/>
                  </a:lnTo>
                  <a:lnTo>
                    <a:pt x="5691805" y="1430742"/>
                  </a:lnTo>
                  <a:lnTo>
                    <a:pt x="5691144" y="1430742"/>
                  </a:lnTo>
                  <a:lnTo>
                    <a:pt x="5690484" y="1430742"/>
                  </a:lnTo>
                  <a:lnTo>
                    <a:pt x="5689823" y="1430742"/>
                  </a:lnTo>
                  <a:lnTo>
                    <a:pt x="5689163" y="1430742"/>
                  </a:lnTo>
                  <a:lnTo>
                    <a:pt x="5688502" y="1430742"/>
                  </a:lnTo>
                  <a:lnTo>
                    <a:pt x="5687841" y="1430742"/>
                  </a:lnTo>
                  <a:lnTo>
                    <a:pt x="5687181" y="1430742"/>
                  </a:lnTo>
                  <a:lnTo>
                    <a:pt x="5686520" y="1430742"/>
                  </a:lnTo>
                  <a:lnTo>
                    <a:pt x="5685860" y="1430742"/>
                  </a:lnTo>
                  <a:lnTo>
                    <a:pt x="5685199" y="1430742"/>
                  </a:lnTo>
                  <a:lnTo>
                    <a:pt x="5684539" y="1430742"/>
                  </a:lnTo>
                  <a:lnTo>
                    <a:pt x="5683878" y="1430742"/>
                  </a:lnTo>
                  <a:lnTo>
                    <a:pt x="5683218" y="1430742"/>
                  </a:lnTo>
                  <a:lnTo>
                    <a:pt x="5682557" y="1430742"/>
                  </a:lnTo>
                  <a:lnTo>
                    <a:pt x="5681897" y="1430742"/>
                  </a:lnTo>
                  <a:lnTo>
                    <a:pt x="5681236" y="1430742"/>
                  </a:lnTo>
                  <a:lnTo>
                    <a:pt x="5680576" y="1430742"/>
                  </a:lnTo>
                  <a:lnTo>
                    <a:pt x="5679915" y="1430742"/>
                  </a:lnTo>
                  <a:lnTo>
                    <a:pt x="5679255" y="1430742"/>
                  </a:lnTo>
                  <a:lnTo>
                    <a:pt x="5678594" y="1430742"/>
                  </a:lnTo>
                  <a:lnTo>
                    <a:pt x="5677933" y="1430742"/>
                  </a:lnTo>
                  <a:lnTo>
                    <a:pt x="5677273" y="1430742"/>
                  </a:lnTo>
                  <a:lnTo>
                    <a:pt x="5676612" y="1430742"/>
                  </a:lnTo>
                  <a:lnTo>
                    <a:pt x="5675952" y="1430742"/>
                  </a:lnTo>
                  <a:lnTo>
                    <a:pt x="5675291" y="1430742"/>
                  </a:lnTo>
                  <a:lnTo>
                    <a:pt x="5674631" y="1430742"/>
                  </a:lnTo>
                  <a:lnTo>
                    <a:pt x="5673970" y="1430742"/>
                  </a:lnTo>
                  <a:lnTo>
                    <a:pt x="5673310" y="1430742"/>
                  </a:lnTo>
                  <a:lnTo>
                    <a:pt x="5672649" y="1430742"/>
                  </a:lnTo>
                  <a:lnTo>
                    <a:pt x="5671989" y="1430742"/>
                  </a:lnTo>
                  <a:lnTo>
                    <a:pt x="5671328" y="1430742"/>
                  </a:lnTo>
                  <a:lnTo>
                    <a:pt x="5670668" y="1430742"/>
                  </a:lnTo>
                  <a:lnTo>
                    <a:pt x="5670007" y="1430742"/>
                  </a:lnTo>
                  <a:lnTo>
                    <a:pt x="5669347" y="1430742"/>
                  </a:lnTo>
                  <a:lnTo>
                    <a:pt x="5668686" y="1430742"/>
                  </a:lnTo>
                  <a:lnTo>
                    <a:pt x="5668026" y="1430742"/>
                  </a:lnTo>
                  <a:lnTo>
                    <a:pt x="5667365" y="1430742"/>
                  </a:lnTo>
                  <a:lnTo>
                    <a:pt x="5666704" y="1430742"/>
                  </a:lnTo>
                  <a:lnTo>
                    <a:pt x="5666044" y="1430742"/>
                  </a:lnTo>
                  <a:lnTo>
                    <a:pt x="5665383" y="1430742"/>
                  </a:lnTo>
                  <a:lnTo>
                    <a:pt x="5664723" y="1430742"/>
                  </a:lnTo>
                  <a:lnTo>
                    <a:pt x="5664062" y="1430742"/>
                  </a:lnTo>
                  <a:lnTo>
                    <a:pt x="5663402" y="1430742"/>
                  </a:lnTo>
                  <a:lnTo>
                    <a:pt x="5662741" y="1430742"/>
                  </a:lnTo>
                  <a:lnTo>
                    <a:pt x="5662081" y="1430742"/>
                  </a:lnTo>
                  <a:lnTo>
                    <a:pt x="5661420" y="1430742"/>
                  </a:lnTo>
                  <a:lnTo>
                    <a:pt x="5660760" y="1430742"/>
                  </a:lnTo>
                  <a:lnTo>
                    <a:pt x="5660099" y="1430742"/>
                  </a:lnTo>
                  <a:lnTo>
                    <a:pt x="5659439" y="1430742"/>
                  </a:lnTo>
                  <a:lnTo>
                    <a:pt x="5658778" y="1430742"/>
                  </a:lnTo>
                  <a:lnTo>
                    <a:pt x="5658118" y="1430742"/>
                  </a:lnTo>
                  <a:lnTo>
                    <a:pt x="5657457" y="1430742"/>
                  </a:lnTo>
                  <a:lnTo>
                    <a:pt x="5656796" y="1430742"/>
                  </a:lnTo>
                  <a:lnTo>
                    <a:pt x="5656136" y="1430742"/>
                  </a:lnTo>
                  <a:lnTo>
                    <a:pt x="5655475" y="1430742"/>
                  </a:lnTo>
                  <a:lnTo>
                    <a:pt x="5654815" y="1430742"/>
                  </a:lnTo>
                  <a:lnTo>
                    <a:pt x="5654154" y="1430742"/>
                  </a:lnTo>
                  <a:lnTo>
                    <a:pt x="5653494" y="1430742"/>
                  </a:lnTo>
                  <a:lnTo>
                    <a:pt x="5652833" y="1430742"/>
                  </a:lnTo>
                  <a:lnTo>
                    <a:pt x="5652173" y="1430742"/>
                  </a:lnTo>
                  <a:lnTo>
                    <a:pt x="5651512" y="1430742"/>
                  </a:lnTo>
                  <a:lnTo>
                    <a:pt x="5650852" y="1430742"/>
                  </a:lnTo>
                  <a:lnTo>
                    <a:pt x="5650191" y="1430742"/>
                  </a:lnTo>
                  <a:lnTo>
                    <a:pt x="5649531" y="1430742"/>
                  </a:lnTo>
                  <a:lnTo>
                    <a:pt x="5648870" y="1430742"/>
                  </a:lnTo>
                  <a:lnTo>
                    <a:pt x="5648210" y="1430742"/>
                  </a:lnTo>
                  <a:lnTo>
                    <a:pt x="5647549" y="1430742"/>
                  </a:lnTo>
                  <a:lnTo>
                    <a:pt x="5646888" y="1430742"/>
                  </a:lnTo>
                  <a:lnTo>
                    <a:pt x="5646228" y="1430742"/>
                  </a:lnTo>
                  <a:lnTo>
                    <a:pt x="5645567" y="1430742"/>
                  </a:lnTo>
                  <a:lnTo>
                    <a:pt x="5644907" y="1430742"/>
                  </a:lnTo>
                  <a:lnTo>
                    <a:pt x="5644246" y="1430742"/>
                  </a:lnTo>
                  <a:lnTo>
                    <a:pt x="5643586" y="1430742"/>
                  </a:lnTo>
                  <a:lnTo>
                    <a:pt x="5642925" y="1430742"/>
                  </a:lnTo>
                  <a:lnTo>
                    <a:pt x="5642265" y="1430742"/>
                  </a:lnTo>
                  <a:lnTo>
                    <a:pt x="5641604" y="1430742"/>
                  </a:lnTo>
                  <a:lnTo>
                    <a:pt x="5640944" y="1430742"/>
                  </a:lnTo>
                  <a:lnTo>
                    <a:pt x="5640283" y="1430742"/>
                  </a:lnTo>
                  <a:lnTo>
                    <a:pt x="5639623" y="1430742"/>
                  </a:lnTo>
                  <a:lnTo>
                    <a:pt x="5638962" y="1430742"/>
                  </a:lnTo>
                  <a:lnTo>
                    <a:pt x="5638302" y="1430742"/>
                  </a:lnTo>
                  <a:lnTo>
                    <a:pt x="5637641" y="1430742"/>
                  </a:lnTo>
                  <a:lnTo>
                    <a:pt x="5636980" y="1430742"/>
                  </a:lnTo>
                  <a:lnTo>
                    <a:pt x="5636320" y="1430742"/>
                  </a:lnTo>
                  <a:lnTo>
                    <a:pt x="5635659" y="1430742"/>
                  </a:lnTo>
                  <a:lnTo>
                    <a:pt x="5634999" y="1430742"/>
                  </a:lnTo>
                  <a:lnTo>
                    <a:pt x="5634338" y="1430742"/>
                  </a:lnTo>
                  <a:lnTo>
                    <a:pt x="5633678" y="1430742"/>
                  </a:lnTo>
                  <a:lnTo>
                    <a:pt x="5633017" y="1430742"/>
                  </a:lnTo>
                  <a:lnTo>
                    <a:pt x="5632357" y="1430742"/>
                  </a:lnTo>
                  <a:lnTo>
                    <a:pt x="5631696" y="1430742"/>
                  </a:lnTo>
                  <a:lnTo>
                    <a:pt x="5631036" y="1430742"/>
                  </a:lnTo>
                  <a:lnTo>
                    <a:pt x="5630375" y="1430742"/>
                  </a:lnTo>
                  <a:lnTo>
                    <a:pt x="5629715" y="1430742"/>
                  </a:lnTo>
                  <a:lnTo>
                    <a:pt x="5629054" y="1430742"/>
                  </a:lnTo>
                  <a:lnTo>
                    <a:pt x="5628394" y="1430742"/>
                  </a:lnTo>
                  <a:lnTo>
                    <a:pt x="5627733" y="1430742"/>
                  </a:lnTo>
                  <a:lnTo>
                    <a:pt x="5627073" y="1430742"/>
                  </a:lnTo>
                  <a:lnTo>
                    <a:pt x="5626412" y="1430742"/>
                  </a:lnTo>
                  <a:lnTo>
                    <a:pt x="5625751" y="1430742"/>
                  </a:lnTo>
                  <a:lnTo>
                    <a:pt x="5625091" y="1430742"/>
                  </a:lnTo>
                  <a:lnTo>
                    <a:pt x="5624430" y="1430742"/>
                  </a:lnTo>
                  <a:lnTo>
                    <a:pt x="5623770" y="1430742"/>
                  </a:lnTo>
                  <a:lnTo>
                    <a:pt x="5623109" y="1430742"/>
                  </a:lnTo>
                  <a:lnTo>
                    <a:pt x="5622449" y="1430742"/>
                  </a:lnTo>
                  <a:lnTo>
                    <a:pt x="5621788" y="1430742"/>
                  </a:lnTo>
                  <a:lnTo>
                    <a:pt x="5621128" y="1430742"/>
                  </a:lnTo>
                  <a:lnTo>
                    <a:pt x="5620467" y="1430742"/>
                  </a:lnTo>
                  <a:lnTo>
                    <a:pt x="5619807" y="1430742"/>
                  </a:lnTo>
                  <a:lnTo>
                    <a:pt x="5619146" y="1430742"/>
                  </a:lnTo>
                  <a:lnTo>
                    <a:pt x="5618486" y="1430742"/>
                  </a:lnTo>
                  <a:lnTo>
                    <a:pt x="5617825" y="1430742"/>
                  </a:lnTo>
                  <a:lnTo>
                    <a:pt x="5617165" y="1430742"/>
                  </a:lnTo>
                  <a:lnTo>
                    <a:pt x="5616504" y="1430742"/>
                  </a:lnTo>
                  <a:lnTo>
                    <a:pt x="5615843" y="1430742"/>
                  </a:lnTo>
                  <a:lnTo>
                    <a:pt x="5615183" y="1430742"/>
                  </a:lnTo>
                  <a:lnTo>
                    <a:pt x="5614522" y="1430742"/>
                  </a:lnTo>
                  <a:lnTo>
                    <a:pt x="5613862" y="1430742"/>
                  </a:lnTo>
                  <a:lnTo>
                    <a:pt x="5613201" y="1430742"/>
                  </a:lnTo>
                  <a:lnTo>
                    <a:pt x="5612541" y="1430742"/>
                  </a:lnTo>
                  <a:lnTo>
                    <a:pt x="5611880" y="1430742"/>
                  </a:lnTo>
                  <a:lnTo>
                    <a:pt x="5611220" y="1430742"/>
                  </a:lnTo>
                  <a:lnTo>
                    <a:pt x="5610559" y="1430742"/>
                  </a:lnTo>
                  <a:lnTo>
                    <a:pt x="5609899" y="1430742"/>
                  </a:lnTo>
                  <a:lnTo>
                    <a:pt x="5609238" y="1430742"/>
                  </a:lnTo>
                  <a:lnTo>
                    <a:pt x="5608578" y="1430742"/>
                  </a:lnTo>
                  <a:lnTo>
                    <a:pt x="5607917" y="1430742"/>
                  </a:lnTo>
                  <a:lnTo>
                    <a:pt x="5607257" y="1430742"/>
                  </a:lnTo>
                  <a:lnTo>
                    <a:pt x="5606596" y="1430742"/>
                  </a:lnTo>
                  <a:lnTo>
                    <a:pt x="5605935" y="1430742"/>
                  </a:lnTo>
                  <a:lnTo>
                    <a:pt x="5605275" y="1430742"/>
                  </a:lnTo>
                  <a:lnTo>
                    <a:pt x="5604614" y="1430742"/>
                  </a:lnTo>
                  <a:lnTo>
                    <a:pt x="5603954" y="1430742"/>
                  </a:lnTo>
                  <a:lnTo>
                    <a:pt x="5603293" y="1430742"/>
                  </a:lnTo>
                  <a:lnTo>
                    <a:pt x="5602633" y="1430742"/>
                  </a:lnTo>
                  <a:lnTo>
                    <a:pt x="5601972" y="1430742"/>
                  </a:lnTo>
                  <a:lnTo>
                    <a:pt x="5601312" y="1430742"/>
                  </a:lnTo>
                  <a:lnTo>
                    <a:pt x="5600651" y="1430742"/>
                  </a:lnTo>
                  <a:lnTo>
                    <a:pt x="5599991" y="1430742"/>
                  </a:lnTo>
                  <a:lnTo>
                    <a:pt x="5599330" y="1430742"/>
                  </a:lnTo>
                  <a:lnTo>
                    <a:pt x="5598670" y="1430742"/>
                  </a:lnTo>
                  <a:lnTo>
                    <a:pt x="5598009" y="1430742"/>
                  </a:lnTo>
                  <a:lnTo>
                    <a:pt x="5597349" y="1430742"/>
                  </a:lnTo>
                  <a:lnTo>
                    <a:pt x="5596688" y="1430742"/>
                  </a:lnTo>
                  <a:lnTo>
                    <a:pt x="5596028" y="1430742"/>
                  </a:lnTo>
                  <a:lnTo>
                    <a:pt x="5595367" y="1430742"/>
                  </a:lnTo>
                  <a:lnTo>
                    <a:pt x="5594706" y="1430742"/>
                  </a:lnTo>
                  <a:lnTo>
                    <a:pt x="5594046" y="1430742"/>
                  </a:lnTo>
                  <a:lnTo>
                    <a:pt x="5593385" y="1430742"/>
                  </a:lnTo>
                  <a:lnTo>
                    <a:pt x="5592725" y="1430742"/>
                  </a:lnTo>
                  <a:lnTo>
                    <a:pt x="5592064" y="1430742"/>
                  </a:lnTo>
                  <a:lnTo>
                    <a:pt x="5591404" y="1430742"/>
                  </a:lnTo>
                  <a:lnTo>
                    <a:pt x="5590743" y="1430742"/>
                  </a:lnTo>
                  <a:lnTo>
                    <a:pt x="5590083" y="1430742"/>
                  </a:lnTo>
                  <a:lnTo>
                    <a:pt x="5589422" y="1430742"/>
                  </a:lnTo>
                  <a:lnTo>
                    <a:pt x="5588762" y="1430742"/>
                  </a:lnTo>
                  <a:lnTo>
                    <a:pt x="5588101" y="1430742"/>
                  </a:lnTo>
                  <a:lnTo>
                    <a:pt x="5587441" y="1430742"/>
                  </a:lnTo>
                  <a:lnTo>
                    <a:pt x="5586780" y="1430742"/>
                  </a:lnTo>
                  <a:lnTo>
                    <a:pt x="5586120" y="1430742"/>
                  </a:lnTo>
                  <a:lnTo>
                    <a:pt x="5585459" y="1430742"/>
                  </a:lnTo>
                  <a:lnTo>
                    <a:pt x="5584798" y="1430742"/>
                  </a:lnTo>
                  <a:lnTo>
                    <a:pt x="5584138" y="1430742"/>
                  </a:lnTo>
                  <a:lnTo>
                    <a:pt x="5583477" y="1430742"/>
                  </a:lnTo>
                  <a:lnTo>
                    <a:pt x="5582817" y="1430742"/>
                  </a:lnTo>
                  <a:lnTo>
                    <a:pt x="5582156" y="1430742"/>
                  </a:lnTo>
                  <a:lnTo>
                    <a:pt x="5581496" y="1430742"/>
                  </a:lnTo>
                  <a:lnTo>
                    <a:pt x="5580835" y="1430742"/>
                  </a:lnTo>
                  <a:lnTo>
                    <a:pt x="5580175" y="1430742"/>
                  </a:lnTo>
                  <a:lnTo>
                    <a:pt x="5579514" y="1430742"/>
                  </a:lnTo>
                  <a:lnTo>
                    <a:pt x="5578854" y="1430742"/>
                  </a:lnTo>
                  <a:lnTo>
                    <a:pt x="5578193" y="1430742"/>
                  </a:lnTo>
                  <a:lnTo>
                    <a:pt x="5577533" y="1430742"/>
                  </a:lnTo>
                  <a:lnTo>
                    <a:pt x="5576872" y="1430742"/>
                  </a:lnTo>
                  <a:lnTo>
                    <a:pt x="5576212" y="1430742"/>
                  </a:lnTo>
                  <a:lnTo>
                    <a:pt x="5575551" y="1430742"/>
                  </a:lnTo>
                  <a:lnTo>
                    <a:pt x="5574890" y="1430742"/>
                  </a:lnTo>
                  <a:lnTo>
                    <a:pt x="5574230" y="1430742"/>
                  </a:lnTo>
                  <a:lnTo>
                    <a:pt x="5573569" y="1430742"/>
                  </a:lnTo>
                  <a:lnTo>
                    <a:pt x="5572909" y="1430742"/>
                  </a:lnTo>
                  <a:lnTo>
                    <a:pt x="5572248" y="1430742"/>
                  </a:lnTo>
                  <a:lnTo>
                    <a:pt x="5571588" y="1430742"/>
                  </a:lnTo>
                  <a:lnTo>
                    <a:pt x="5570927" y="1430742"/>
                  </a:lnTo>
                  <a:lnTo>
                    <a:pt x="5570267" y="1430742"/>
                  </a:lnTo>
                  <a:lnTo>
                    <a:pt x="5569606" y="1430742"/>
                  </a:lnTo>
                  <a:lnTo>
                    <a:pt x="5568946" y="1430742"/>
                  </a:lnTo>
                  <a:lnTo>
                    <a:pt x="5568285" y="1430742"/>
                  </a:lnTo>
                  <a:lnTo>
                    <a:pt x="5567625" y="1430742"/>
                  </a:lnTo>
                  <a:lnTo>
                    <a:pt x="5566964" y="1430742"/>
                  </a:lnTo>
                  <a:lnTo>
                    <a:pt x="5566304" y="1430742"/>
                  </a:lnTo>
                  <a:lnTo>
                    <a:pt x="5565643" y="1430742"/>
                  </a:lnTo>
                  <a:lnTo>
                    <a:pt x="5564982" y="1430742"/>
                  </a:lnTo>
                  <a:lnTo>
                    <a:pt x="5564322" y="1430742"/>
                  </a:lnTo>
                  <a:lnTo>
                    <a:pt x="5563661" y="1430742"/>
                  </a:lnTo>
                  <a:lnTo>
                    <a:pt x="5563001" y="1430742"/>
                  </a:lnTo>
                  <a:lnTo>
                    <a:pt x="5562340" y="1430742"/>
                  </a:lnTo>
                  <a:lnTo>
                    <a:pt x="5561680" y="1430742"/>
                  </a:lnTo>
                  <a:lnTo>
                    <a:pt x="5561019" y="1430742"/>
                  </a:lnTo>
                  <a:lnTo>
                    <a:pt x="5560359" y="1430742"/>
                  </a:lnTo>
                  <a:lnTo>
                    <a:pt x="5559698" y="1430742"/>
                  </a:lnTo>
                  <a:lnTo>
                    <a:pt x="5559038" y="1430742"/>
                  </a:lnTo>
                  <a:lnTo>
                    <a:pt x="5558377" y="1430742"/>
                  </a:lnTo>
                  <a:lnTo>
                    <a:pt x="5557717" y="1430742"/>
                  </a:lnTo>
                  <a:lnTo>
                    <a:pt x="5557056" y="1430742"/>
                  </a:lnTo>
                  <a:lnTo>
                    <a:pt x="5556396" y="1430742"/>
                  </a:lnTo>
                  <a:lnTo>
                    <a:pt x="5555735" y="1430742"/>
                  </a:lnTo>
                  <a:lnTo>
                    <a:pt x="5555075" y="1430742"/>
                  </a:lnTo>
                  <a:lnTo>
                    <a:pt x="5554414" y="1430742"/>
                  </a:lnTo>
                  <a:lnTo>
                    <a:pt x="5553753" y="1430742"/>
                  </a:lnTo>
                  <a:lnTo>
                    <a:pt x="5553093" y="1430742"/>
                  </a:lnTo>
                  <a:lnTo>
                    <a:pt x="5552432" y="1430742"/>
                  </a:lnTo>
                  <a:lnTo>
                    <a:pt x="5551772" y="1430742"/>
                  </a:lnTo>
                  <a:lnTo>
                    <a:pt x="5551111" y="1430742"/>
                  </a:lnTo>
                  <a:lnTo>
                    <a:pt x="5550451" y="1430742"/>
                  </a:lnTo>
                  <a:lnTo>
                    <a:pt x="5549790" y="1430742"/>
                  </a:lnTo>
                  <a:lnTo>
                    <a:pt x="5549130" y="1430742"/>
                  </a:lnTo>
                  <a:lnTo>
                    <a:pt x="5548469" y="1430742"/>
                  </a:lnTo>
                  <a:lnTo>
                    <a:pt x="5547809" y="1430742"/>
                  </a:lnTo>
                  <a:lnTo>
                    <a:pt x="5547148" y="1430742"/>
                  </a:lnTo>
                  <a:lnTo>
                    <a:pt x="5546488" y="1430742"/>
                  </a:lnTo>
                  <a:lnTo>
                    <a:pt x="5545827" y="1430742"/>
                  </a:lnTo>
                  <a:lnTo>
                    <a:pt x="5545167" y="1430742"/>
                  </a:lnTo>
                  <a:lnTo>
                    <a:pt x="5544506" y="1430742"/>
                  </a:lnTo>
                  <a:lnTo>
                    <a:pt x="5543845" y="1430742"/>
                  </a:lnTo>
                  <a:lnTo>
                    <a:pt x="5543185" y="1430742"/>
                  </a:lnTo>
                  <a:lnTo>
                    <a:pt x="5542524" y="1430742"/>
                  </a:lnTo>
                  <a:lnTo>
                    <a:pt x="5541864" y="1430742"/>
                  </a:lnTo>
                  <a:lnTo>
                    <a:pt x="5541203" y="1430742"/>
                  </a:lnTo>
                  <a:lnTo>
                    <a:pt x="5540543" y="1430742"/>
                  </a:lnTo>
                  <a:lnTo>
                    <a:pt x="5539882" y="1430742"/>
                  </a:lnTo>
                  <a:lnTo>
                    <a:pt x="5539222" y="1430742"/>
                  </a:lnTo>
                  <a:lnTo>
                    <a:pt x="5538561" y="1430742"/>
                  </a:lnTo>
                  <a:lnTo>
                    <a:pt x="5537901" y="1430742"/>
                  </a:lnTo>
                  <a:lnTo>
                    <a:pt x="5537240" y="1430742"/>
                  </a:lnTo>
                  <a:lnTo>
                    <a:pt x="5536580" y="1430742"/>
                  </a:lnTo>
                  <a:lnTo>
                    <a:pt x="5535919" y="1430742"/>
                  </a:lnTo>
                  <a:lnTo>
                    <a:pt x="5535259" y="1430742"/>
                  </a:lnTo>
                  <a:lnTo>
                    <a:pt x="5534598" y="1430742"/>
                  </a:lnTo>
                  <a:lnTo>
                    <a:pt x="5533937" y="1430742"/>
                  </a:lnTo>
                  <a:lnTo>
                    <a:pt x="5533277" y="1430742"/>
                  </a:lnTo>
                  <a:lnTo>
                    <a:pt x="5532616" y="1430742"/>
                  </a:lnTo>
                  <a:lnTo>
                    <a:pt x="5531956" y="1430742"/>
                  </a:lnTo>
                  <a:lnTo>
                    <a:pt x="5531295" y="1430742"/>
                  </a:lnTo>
                  <a:lnTo>
                    <a:pt x="5530635" y="1430742"/>
                  </a:lnTo>
                  <a:lnTo>
                    <a:pt x="5529974" y="1430742"/>
                  </a:lnTo>
                  <a:lnTo>
                    <a:pt x="5529314" y="1430742"/>
                  </a:lnTo>
                  <a:lnTo>
                    <a:pt x="5528653" y="1430742"/>
                  </a:lnTo>
                  <a:lnTo>
                    <a:pt x="5527993" y="1430742"/>
                  </a:lnTo>
                  <a:lnTo>
                    <a:pt x="5527332" y="1430742"/>
                  </a:lnTo>
                  <a:lnTo>
                    <a:pt x="5526672" y="1430742"/>
                  </a:lnTo>
                  <a:lnTo>
                    <a:pt x="5526011" y="1430742"/>
                  </a:lnTo>
                  <a:lnTo>
                    <a:pt x="5525351" y="1430742"/>
                  </a:lnTo>
                  <a:lnTo>
                    <a:pt x="5524690" y="1430742"/>
                  </a:lnTo>
                  <a:lnTo>
                    <a:pt x="5524030" y="1430742"/>
                  </a:lnTo>
                  <a:lnTo>
                    <a:pt x="5523369" y="1430742"/>
                  </a:lnTo>
                  <a:lnTo>
                    <a:pt x="5522708" y="1430742"/>
                  </a:lnTo>
                  <a:lnTo>
                    <a:pt x="5522048" y="1430742"/>
                  </a:lnTo>
                  <a:lnTo>
                    <a:pt x="5521387" y="1430742"/>
                  </a:lnTo>
                  <a:lnTo>
                    <a:pt x="5520727" y="1430742"/>
                  </a:lnTo>
                  <a:lnTo>
                    <a:pt x="5520066" y="1430742"/>
                  </a:lnTo>
                  <a:lnTo>
                    <a:pt x="5519406" y="1430742"/>
                  </a:lnTo>
                  <a:lnTo>
                    <a:pt x="5518745" y="1430742"/>
                  </a:lnTo>
                  <a:lnTo>
                    <a:pt x="5518085" y="1430742"/>
                  </a:lnTo>
                  <a:lnTo>
                    <a:pt x="5517424" y="1430742"/>
                  </a:lnTo>
                  <a:lnTo>
                    <a:pt x="5516764" y="1430742"/>
                  </a:lnTo>
                  <a:lnTo>
                    <a:pt x="5516103" y="1430742"/>
                  </a:lnTo>
                  <a:lnTo>
                    <a:pt x="5515443" y="1430742"/>
                  </a:lnTo>
                  <a:lnTo>
                    <a:pt x="5514782" y="1430742"/>
                  </a:lnTo>
                  <a:lnTo>
                    <a:pt x="5514122" y="1430742"/>
                  </a:lnTo>
                  <a:lnTo>
                    <a:pt x="5513461" y="1430742"/>
                  </a:lnTo>
                  <a:lnTo>
                    <a:pt x="5512800" y="1430742"/>
                  </a:lnTo>
                  <a:lnTo>
                    <a:pt x="5512140" y="1430742"/>
                  </a:lnTo>
                  <a:lnTo>
                    <a:pt x="5511479" y="1430742"/>
                  </a:lnTo>
                  <a:lnTo>
                    <a:pt x="5510819" y="1430742"/>
                  </a:lnTo>
                  <a:lnTo>
                    <a:pt x="5510158" y="1430742"/>
                  </a:lnTo>
                  <a:lnTo>
                    <a:pt x="5509498" y="1430742"/>
                  </a:lnTo>
                  <a:lnTo>
                    <a:pt x="5508837" y="1430742"/>
                  </a:lnTo>
                  <a:lnTo>
                    <a:pt x="5508177" y="1430742"/>
                  </a:lnTo>
                  <a:lnTo>
                    <a:pt x="5507516" y="1430742"/>
                  </a:lnTo>
                  <a:lnTo>
                    <a:pt x="5506856" y="1430742"/>
                  </a:lnTo>
                  <a:lnTo>
                    <a:pt x="5506195" y="1430742"/>
                  </a:lnTo>
                  <a:lnTo>
                    <a:pt x="5505535" y="1430742"/>
                  </a:lnTo>
                  <a:lnTo>
                    <a:pt x="5504874" y="1430742"/>
                  </a:lnTo>
                  <a:lnTo>
                    <a:pt x="5504214" y="1430742"/>
                  </a:lnTo>
                  <a:lnTo>
                    <a:pt x="5503553" y="1430742"/>
                  </a:lnTo>
                  <a:lnTo>
                    <a:pt x="5502892" y="1430742"/>
                  </a:lnTo>
                  <a:lnTo>
                    <a:pt x="5502232" y="1430742"/>
                  </a:lnTo>
                  <a:lnTo>
                    <a:pt x="5501571" y="1430742"/>
                  </a:lnTo>
                  <a:lnTo>
                    <a:pt x="5500911" y="1430742"/>
                  </a:lnTo>
                  <a:lnTo>
                    <a:pt x="5500250" y="1430742"/>
                  </a:lnTo>
                  <a:lnTo>
                    <a:pt x="5499590" y="1430742"/>
                  </a:lnTo>
                  <a:lnTo>
                    <a:pt x="5498929" y="1430742"/>
                  </a:lnTo>
                  <a:lnTo>
                    <a:pt x="5498269" y="1430742"/>
                  </a:lnTo>
                  <a:lnTo>
                    <a:pt x="5497608" y="1430742"/>
                  </a:lnTo>
                  <a:lnTo>
                    <a:pt x="5496948" y="1430742"/>
                  </a:lnTo>
                  <a:lnTo>
                    <a:pt x="5496287" y="1430742"/>
                  </a:lnTo>
                  <a:lnTo>
                    <a:pt x="5495627" y="1430742"/>
                  </a:lnTo>
                  <a:lnTo>
                    <a:pt x="5494966" y="1430742"/>
                  </a:lnTo>
                  <a:lnTo>
                    <a:pt x="5494306" y="1430742"/>
                  </a:lnTo>
                  <a:lnTo>
                    <a:pt x="5493645" y="1430742"/>
                  </a:lnTo>
                  <a:lnTo>
                    <a:pt x="5492984" y="1430742"/>
                  </a:lnTo>
                  <a:lnTo>
                    <a:pt x="5492324" y="1430742"/>
                  </a:lnTo>
                  <a:lnTo>
                    <a:pt x="5491663" y="1430742"/>
                  </a:lnTo>
                  <a:lnTo>
                    <a:pt x="5491003" y="1430742"/>
                  </a:lnTo>
                  <a:lnTo>
                    <a:pt x="5490342" y="1430742"/>
                  </a:lnTo>
                  <a:lnTo>
                    <a:pt x="5489682" y="1430742"/>
                  </a:lnTo>
                  <a:lnTo>
                    <a:pt x="5489021" y="1430742"/>
                  </a:lnTo>
                  <a:lnTo>
                    <a:pt x="5488361" y="1430742"/>
                  </a:lnTo>
                  <a:lnTo>
                    <a:pt x="5487700" y="1430742"/>
                  </a:lnTo>
                  <a:lnTo>
                    <a:pt x="5487040" y="1430742"/>
                  </a:lnTo>
                  <a:lnTo>
                    <a:pt x="5486379" y="1430742"/>
                  </a:lnTo>
                  <a:lnTo>
                    <a:pt x="5485719" y="1430742"/>
                  </a:lnTo>
                  <a:lnTo>
                    <a:pt x="5485058" y="1430742"/>
                  </a:lnTo>
                  <a:lnTo>
                    <a:pt x="5484398" y="1430742"/>
                  </a:lnTo>
                  <a:lnTo>
                    <a:pt x="5483737" y="1430742"/>
                  </a:lnTo>
                  <a:lnTo>
                    <a:pt x="5483077" y="1430742"/>
                  </a:lnTo>
                  <a:lnTo>
                    <a:pt x="5482416" y="1430742"/>
                  </a:lnTo>
                  <a:lnTo>
                    <a:pt x="5481755" y="1430742"/>
                  </a:lnTo>
                  <a:lnTo>
                    <a:pt x="5481095" y="1430742"/>
                  </a:lnTo>
                  <a:lnTo>
                    <a:pt x="5480434" y="1430742"/>
                  </a:lnTo>
                  <a:lnTo>
                    <a:pt x="5479774" y="1430742"/>
                  </a:lnTo>
                  <a:lnTo>
                    <a:pt x="5479113" y="1430742"/>
                  </a:lnTo>
                  <a:lnTo>
                    <a:pt x="5478453" y="1430742"/>
                  </a:lnTo>
                  <a:lnTo>
                    <a:pt x="5477792" y="1430742"/>
                  </a:lnTo>
                  <a:lnTo>
                    <a:pt x="5477132" y="1430742"/>
                  </a:lnTo>
                  <a:lnTo>
                    <a:pt x="5476471" y="1430742"/>
                  </a:lnTo>
                  <a:lnTo>
                    <a:pt x="5475811" y="1430742"/>
                  </a:lnTo>
                  <a:lnTo>
                    <a:pt x="5475150" y="1430742"/>
                  </a:lnTo>
                  <a:lnTo>
                    <a:pt x="5474490" y="1430742"/>
                  </a:lnTo>
                  <a:lnTo>
                    <a:pt x="5473829" y="1430742"/>
                  </a:lnTo>
                  <a:lnTo>
                    <a:pt x="5473169" y="1430742"/>
                  </a:lnTo>
                  <a:lnTo>
                    <a:pt x="5472508" y="1430742"/>
                  </a:lnTo>
                  <a:lnTo>
                    <a:pt x="5471847" y="1430742"/>
                  </a:lnTo>
                  <a:lnTo>
                    <a:pt x="5471187" y="1430742"/>
                  </a:lnTo>
                  <a:lnTo>
                    <a:pt x="5470526" y="1430742"/>
                  </a:lnTo>
                  <a:lnTo>
                    <a:pt x="5469866" y="1430742"/>
                  </a:lnTo>
                  <a:lnTo>
                    <a:pt x="5469205" y="1430742"/>
                  </a:lnTo>
                  <a:lnTo>
                    <a:pt x="5468545" y="1430742"/>
                  </a:lnTo>
                  <a:lnTo>
                    <a:pt x="5467884" y="1430742"/>
                  </a:lnTo>
                  <a:lnTo>
                    <a:pt x="5467224" y="1430742"/>
                  </a:lnTo>
                  <a:lnTo>
                    <a:pt x="5466563" y="1430742"/>
                  </a:lnTo>
                  <a:lnTo>
                    <a:pt x="5465903" y="1430742"/>
                  </a:lnTo>
                  <a:lnTo>
                    <a:pt x="5465242" y="1430742"/>
                  </a:lnTo>
                  <a:lnTo>
                    <a:pt x="5464582" y="1430742"/>
                  </a:lnTo>
                  <a:lnTo>
                    <a:pt x="5463921" y="1430742"/>
                  </a:lnTo>
                  <a:lnTo>
                    <a:pt x="5463261" y="1430742"/>
                  </a:lnTo>
                  <a:lnTo>
                    <a:pt x="5462600" y="1430742"/>
                  </a:lnTo>
                  <a:lnTo>
                    <a:pt x="5461939" y="1430742"/>
                  </a:lnTo>
                  <a:lnTo>
                    <a:pt x="5461279" y="1430742"/>
                  </a:lnTo>
                  <a:lnTo>
                    <a:pt x="5460618" y="1430742"/>
                  </a:lnTo>
                  <a:lnTo>
                    <a:pt x="5459958" y="1430742"/>
                  </a:lnTo>
                  <a:lnTo>
                    <a:pt x="5459297" y="1430742"/>
                  </a:lnTo>
                  <a:lnTo>
                    <a:pt x="5458637" y="1430742"/>
                  </a:lnTo>
                  <a:lnTo>
                    <a:pt x="5457976" y="1430742"/>
                  </a:lnTo>
                  <a:lnTo>
                    <a:pt x="5457316" y="1430742"/>
                  </a:lnTo>
                  <a:lnTo>
                    <a:pt x="5456655" y="1430742"/>
                  </a:lnTo>
                  <a:lnTo>
                    <a:pt x="5455995" y="1430742"/>
                  </a:lnTo>
                  <a:lnTo>
                    <a:pt x="5455334" y="1430742"/>
                  </a:lnTo>
                  <a:lnTo>
                    <a:pt x="5454674" y="1430742"/>
                  </a:lnTo>
                  <a:lnTo>
                    <a:pt x="5454013" y="1430742"/>
                  </a:lnTo>
                  <a:lnTo>
                    <a:pt x="5453353" y="1430742"/>
                  </a:lnTo>
                  <a:lnTo>
                    <a:pt x="5452692" y="1430742"/>
                  </a:lnTo>
                  <a:lnTo>
                    <a:pt x="5452032" y="1430742"/>
                  </a:lnTo>
                  <a:lnTo>
                    <a:pt x="5451371" y="1430742"/>
                  </a:lnTo>
                  <a:lnTo>
                    <a:pt x="5450710" y="1430742"/>
                  </a:lnTo>
                  <a:lnTo>
                    <a:pt x="5450050" y="1430742"/>
                  </a:lnTo>
                  <a:lnTo>
                    <a:pt x="5449389" y="1430742"/>
                  </a:lnTo>
                  <a:lnTo>
                    <a:pt x="5448729" y="1430742"/>
                  </a:lnTo>
                  <a:lnTo>
                    <a:pt x="5448068" y="1430742"/>
                  </a:lnTo>
                  <a:lnTo>
                    <a:pt x="5447408" y="1430742"/>
                  </a:lnTo>
                  <a:lnTo>
                    <a:pt x="5446747" y="1430742"/>
                  </a:lnTo>
                  <a:lnTo>
                    <a:pt x="5446087" y="1430742"/>
                  </a:lnTo>
                  <a:lnTo>
                    <a:pt x="5445426" y="1430742"/>
                  </a:lnTo>
                  <a:lnTo>
                    <a:pt x="5444766" y="1430742"/>
                  </a:lnTo>
                  <a:lnTo>
                    <a:pt x="5444105" y="1430742"/>
                  </a:lnTo>
                  <a:lnTo>
                    <a:pt x="5443445" y="1430742"/>
                  </a:lnTo>
                  <a:lnTo>
                    <a:pt x="5442784" y="1430742"/>
                  </a:lnTo>
                  <a:lnTo>
                    <a:pt x="5442124" y="1430742"/>
                  </a:lnTo>
                  <a:lnTo>
                    <a:pt x="5441463" y="1430742"/>
                  </a:lnTo>
                  <a:lnTo>
                    <a:pt x="5440802" y="1430742"/>
                  </a:lnTo>
                  <a:lnTo>
                    <a:pt x="5440142" y="1430742"/>
                  </a:lnTo>
                  <a:lnTo>
                    <a:pt x="5439481" y="1430742"/>
                  </a:lnTo>
                  <a:lnTo>
                    <a:pt x="5438821" y="1430742"/>
                  </a:lnTo>
                  <a:lnTo>
                    <a:pt x="5438160" y="1430742"/>
                  </a:lnTo>
                  <a:lnTo>
                    <a:pt x="5437500" y="1430742"/>
                  </a:lnTo>
                  <a:lnTo>
                    <a:pt x="5436839" y="1430742"/>
                  </a:lnTo>
                  <a:lnTo>
                    <a:pt x="5436179" y="1430742"/>
                  </a:lnTo>
                  <a:lnTo>
                    <a:pt x="5435518" y="1430742"/>
                  </a:lnTo>
                  <a:lnTo>
                    <a:pt x="5434858" y="1430742"/>
                  </a:lnTo>
                  <a:lnTo>
                    <a:pt x="5434197" y="1430742"/>
                  </a:lnTo>
                  <a:lnTo>
                    <a:pt x="5433537" y="1430742"/>
                  </a:lnTo>
                  <a:lnTo>
                    <a:pt x="5432876" y="1430742"/>
                  </a:lnTo>
                  <a:lnTo>
                    <a:pt x="5432216" y="1430742"/>
                  </a:lnTo>
                  <a:lnTo>
                    <a:pt x="5431555" y="1430742"/>
                  </a:lnTo>
                  <a:lnTo>
                    <a:pt x="5430894" y="1430742"/>
                  </a:lnTo>
                  <a:lnTo>
                    <a:pt x="5430234" y="1430742"/>
                  </a:lnTo>
                  <a:lnTo>
                    <a:pt x="5429573" y="1430742"/>
                  </a:lnTo>
                  <a:lnTo>
                    <a:pt x="5428913" y="1430742"/>
                  </a:lnTo>
                  <a:lnTo>
                    <a:pt x="5428252" y="1430742"/>
                  </a:lnTo>
                  <a:lnTo>
                    <a:pt x="5427592" y="1430742"/>
                  </a:lnTo>
                  <a:lnTo>
                    <a:pt x="5426931" y="1430742"/>
                  </a:lnTo>
                  <a:lnTo>
                    <a:pt x="5426271" y="1430742"/>
                  </a:lnTo>
                  <a:lnTo>
                    <a:pt x="5425610" y="1430742"/>
                  </a:lnTo>
                  <a:lnTo>
                    <a:pt x="5424950" y="1430742"/>
                  </a:lnTo>
                  <a:lnTo>
                    <a:pt x="5424289" y="1430742"/>
                  </a:lnTo>
                  <a:lnTo>
                    <a:pt x="5423629" y="1430742"/>
                  </a:lnTo>
                  <a:lnTo>
                    <a:pt x="5422968" y="1430742"/>
                  </a:lnTo>
                  <a:lnTo>
                    <a:pt x="5422308" y="1430742"/>
                  </a:lnTo>
                  <a:lnTo>
                    <a:pt x="5421647" y="1430742"/>
                  </a:lnTo>
                  <a:lnTo>
                    <a:pt x="5420986" y="1430742"/>
                  </a:lnTo>
                  <a:lnTo>
                    <a:pt x="5420326" y="1430742"/>
                  </a:lnTo>
                  <a:lnTo>
                    <a:pt x="5419665" y="1430742"/>
                  </a:lnTo>
                  <a:lnTo>
                    <a:pt x="5419005" y="1430742"/>
                  </a:lnTo>
                  <a:lnTo>
                    <a:pt x="5418344" y="1430742"/>
                  </a:lnTo>
                  <a:lnTo>
                    <a:pt x="5417684" y="1430742"/>
                  </a:lnTo>
                  <a:lnTo>
                    <a:pt x="5417023" y="1430742"/>
                  </a:lnTo>
                  <a:lnTo>
                    <a:pt x="5416363" y="1430742"/>
                  </a:lnTo>
                  <a:lnTo>
                    <a:pt x="5415702" y="1430742"/>
                  </a:lnTo>
                  <a:lnTo>
                    <a:pt x="5415042" y="1430742"/>
                  </a:lnTo>
                  <a:lnTo>
                    <a:pt x="5414381" y="1430742"/>
                  </a:lnTo>
                  <a:lnTo>
                    <a:pt x="5413721" y="1430742"/>
                  </a:lnTo>
                  <a:lnTo>
                    <a:pt x="5413060" y="1430742"/>
                  </a:lnTo>
                  <a:lnTo>
                    <a:pt x="5412400" y="1430742"/>
                  </a:lnTo>
                  <a:lnTo>
                    <a:pt x="5411739" y="1430742"/>
                  </a:lnTo>
                  <a:lnTo>
                    <a:pt x="5411079" y="1430742"/>
                  </a:lnTo>
                  <a:lnTo>
                    <a:pt x="5410418" y="1430742"/>
                  </a:lnTo>
                  <a:lnTo>
                    <a:pt x="5409757" y="1430742"/>
                  </a:lnTo>
                  <a:lnTo>
                    <a:pt x="5409097" y="1430742"/>
                  </a:lnTo>
                  <a:lnTo>
                    <a:pt x="5408436" y="1430742"/>
                  </a:lnTo>
                  <a:lnTo>
                    <a:pt x="5407776" y="1430742"/>
                  </a:lnTo>
                  <a:lnTo>
                    <a:pt x="5407115" y="1430742"/>
                  </a:lnTo>
                  <a:lnTo>
                    <a:pt x="5406455" y="1430742"/>
                  </a:lnTo>
                  <a:lnTo>
                    <a:pt x="5405794" y="1430742"/>
                  </a:lnTo>
                  <a:lnTo>
                    <a:pt x="5405134" y="1430742"/>
                  </a:lnTo>
                  <a:lnTo>
                    <a:pt x="5404473" y="1430742"/>
                  </a:lnTo>
                  <a:lnTo>
                    <a:pt x="5403813" y="1430742"/>
                  </a:lnTo>
                  <a:lnTo>
                    <a:pt x="5403152" y="1430742"/>
                  </a:lnTo>
                  <a:lnTo>
                    <a:pt x="5402492" y="1430742"/>
                  </a:lnTo>
                  <a:lnTo>
                    <a:pt x="5401831" y="1430742"/>
                  </a:lnTo>
                  <a:lnTo>
                    <a:pt x="5401171" y="1430742"/>
                  </a:lnTo>
                  <a:lnTo>
                    <a:pt x="5400510" y="1430742"/>
                  </a:lnTo>
                  <a:lnTo>
                    <a:pt x="5399849" y="1430742"/>
                  </a:lnTo>
                  <a:lnTo>
                    <a:pt x="5399189" y="1430742"/>
                  </a:lnTo>
                  <a:lnTo>
                    <a:pt x="5398528" y="1430742"/>
                  </a:lnTo>
                  <a:lnTo>
                    <a:pt x="5397868" y="1430742"/>
                  </a:lnTo>
                  <a:lnTo>
                    <a:pt x="5397207" y="1430742"/>
                  </a:lnTo>
                  <a:lnTo>
                    <a:pt x="5396547" y="1430742"/>
                  </a:lnTo>
                  <a:lnTo>
                    <a:pt x="5395886" y="1430742"/>
                  </a:lnTo>
                  <a:lnTo>
                    <a:pt x="5395226" y="1430742"/>
                  </a:lnTo>
                  <a:lnTo>
                    <a:pt x="5394565" y="1430742"/>
                  </a:lnTo>
                  <a:lnTo>
                    <a:pt x="5393905" y="1430742"/>
                  </a:lnTo>
                  <a:lnTo>
                    <a:pt x="5393244" y="1430742"/>
                  </a:lnTo>
                  <a:lnTo>
                    <a:pt x="5392584" y="1430742"/>
                  </a:lnTo>
                  <a:lnTo>
                    <a:pt x="5391923" y="1430742"/>
                  </a:lnTo>
                  <a:lnTo>
                    <a:pt x="5391263" y="1430742"/>
                  </a:lnTo>
                  <a:lnTo>
                    <a:pt x="5390602" y="1430742"/>
                  </a:lnTo>
                  <a:lnTo>
                    <a:pt x="5389941" y="1430742"/>
                  </a:lnTo>
                  <a:lnTo>
                    <a:pt x="5389281" y="1430742"/>
                  </a:lnTo>
                  <a:lnTo>
                    <a:pt x="5388620" y="1430742"/>
                  </a:lnTo>
                  <a:lnTo>
                    <a:pt x="5387960" y="1430742"/>
                  </a:lnTo>
                  <a:lnTo>
                    <a:pt x="5387299" y="1430742"/>
                  </a:lnTo>
                  <a:lnTo>
                    <a:pt x="5386639" y="1430742"/>
                  </a:lnTo>
                  <a:lnTo>
                    <a:pt x="5385978" y="1430742"/>
                  </a:lnTo>
                  <a:lnTo>
                    <a:pt x="5385318" y="1430742"/>
                  </a:lnTo>
                  <a:lnTo>
                    <a:pt x="5384657" y="1430742"/>
                  </a:lnTo>
                  <a:lnTo>
                    <a:pt x="5383997" y="1430742"/>
                  </a:lnTo>
                  <a:lnTo>
                    <a:pt x="5383336" y="1430742"/>
                  </a:lnTo>
                  <a:lnTo>
                    <a:pt x="5382676" y="1430742"/>
                  </a:lnTo>
                  <a:lnTo>
                    <a:pt x="5382015" y="1430742"/>
                  </a:lnTo>
                  <a:lnTo>
                    <a:pt x="5381355" y="1430742"/>
                  </a:lnTo>
                  <a:lnTo>
                    <a:pt x="5380694" y="1430742"/>
                  </a:lnTo>
                  <a:lnTo>
                    <a:pt x="5380034" y="1430742"/>
                  </a:lnTo>
                  <a:lnTo>
                    <a:pt x="5379373" y="1430742"/>
                  </a:lnTo>
                  <a:lnTo>
                    <a:pt x="5378712" y="1430742"/>
                  </a:lnTo>
                  <a:lnTo>
                    <a:pt x="5378052" y="1430742"/>
                  </a:lnTo>
                  <a:lnTo>
                    <a:pt x="5377391" y="1430742"/>
                  </a:lnTo>
                  <a:lnTo>
                    <a:pt x="5376731" y="1430742"/>
                  </a:lnTo>
                  <a:lnTo>
                    <a:pt x="5376070" y="1430742"/>
                  </a:lnTo>
                  <a:lnTo>
                    <a:pt x="5375410" y="1430742"/>
                  </a:lnTo>
                  <a:lnTo>
                    <a:pt x="5374749" y="1430742"/>
                  </a:lnTo>
                  <a:lnTo>
                    <a:pt x="5374089" y="1430742"/>
                  </a:lnTo>
                  <a:lnTo>
                    <a:pt x="5373428" y="1430742"/>
                  </a:lnTo>
                  <a:lnTo>
                    <a:pt x="5372768" y="1430742"/>
                  </a:lnTo>
                  <a:lnTo>
                    <a:pt x="5372107" y="1430742"/>
                  </a:lnTo>
                  <a:lnTo>
                    <a:pt x="5371447" y="1430742"/>
                  </a:lnTo>
                  <a:lnTo>
                    <a:pt x="5370786" y="1430742"/>
                  </a:lnTo>
                  <a:lnTo>
                    <a:pt x="5370126" y="1430742"/>
                  </a:lnTo>
                  <a:lnTo>
                    <a:pt x="5369465" y="1430742"/>
                  </a:lnTo>
                  <a:lnTo>
                    <a:pt x="5368804" y="1430742"/>
                  </a:lnTo>
                  <a:lnTo>
                    <a:pt x="5368144" y="1430742"/>
                  </a:lnTo>
                  <a:lnTo>
                    <a:pt x="5367483" y="1430742"/>
                  </a:lnTo>
                  <a:lnTo>
                    <a:pt x="5366823" y="1430742"/>
                  </a:lnTo>
                  <a:lnTo>
                    <a:pt x="5366162" y="1430742"/>
                  </a:lnTo>
                  <a:lnTo>
                    <a:pt x="5365502" y="1430742"/>
                  </a:lnTo>
                  <a:lnTo>
                    <a:pt x="5364841" y="1430742"/>
                  </a:lnTo>
                  <a:lnTo>
                    <a:pt x="5364181" y="1430742"/>
                  </a:lnTo>
                  <a:lnTo>
                    <a:pt x="5363520" y="1430742"/>
                  </a:lnTo>
                  <a:lnTo>
                    <a:pt x="5362860" y="1430742"/>
                  </a:lnTo>
                  <a:lnTo>
                    <a:pt x="5362199" y="1430742"/>
                  </a:lnTo>
                  <a:lnTo>
                    <a:pt x="5361539" y="1430742"/>
                  </a:lnTo>
                  <a:lnTo>
                    <a:pt x="5360878" y="1430742"/>
                  </a:lnTo>
                  <a:lnTo>
                    <a:pt x="5360218" y="1430742"/>
                  </a:lnTo>
                  <a:lnTo>
                    <a:pt x="5359557" y="1430742"/>
                  </a:lnTo>
                  <a:lnTo>
                    <a:pt x="5358896" y="1430742"/>
                  </a:lnTo>
                  <a:lnTo>
                    <a:pt x="5358236" y="1430742"/>
                  </a:lnTo>
                  <a:lnTo>
                    <a:pt x="5357575" y="1430742"/>
                  </a:lnTo>
                  <a:lnTo>
                    <a:pt x="5356915" y="1430742"/>
                  </a:lnTo>
                  <a:lnTo>
                    <a:pt x="5356254" y="1430742"/>
                  </a:lnTo>
                  <a:lnTo>
                    <a:pt x="5355594" y="1430742"/>
                  </a:lnTo>
                  <a:lnTo>
                    <a:pt x="5354933" y="1430742"/>
                  </a:lnTo>
                  <a:lnTo>
                    <a:pt x="5354273" y="1430742"/>
                  </a:lnTo>
                  <a:lnTo>
                    <a:pt x="5353612" y="1430742"/>
                  </a:lnTo>
                  <a:lnTo>
                    <a:pt x="5352952" y="1430742"/>
                  </a:lnTo>
                  <a:lnTo>
                    <a:pt x="5352291" y="1430742"/>
                  </a:lnTo>
                  <a:lnTo>
                    <a:pt x="5351631" y="1430742"/>
                  </a:lnTo>
                  <a:lnTo>
                    <a:pt x="5350970" y="1430742"/>
                  </a:lnTo>
                  <a:lnTo>
                    <a:pt x="5350310" y="1430742"/>
                  </a:lnTo>
                  <a:lnTo>
                    <a:pt x="5349649" y="1430742"/>
                  </a:lnTo>
                  <a:lnTo>
                    <a:pt x="5348988" y="1430742"/>
                  </a:lnTo>
                  <a:lnTo>
                    <a:pt x="5348328" y="1430742"/>
                  </a:lnTo>
                  <a:lnTo>
                    <a:pt x="5347667" y="1430742"/>
                  </a:lnTo>
                  <a:lnTo>
                    <a:pt x="5347007" y="1430742"/>
                  </a:lnTo>
                  <a:lnTo>
                    <a:pt x="5346346" y="1430742"/>
                  </a:lnTo>
                  <a:lnTo>
                    <a:pt x="5345686" y="1430742"/>
                  </a:lnTo>
                  <a:lnTo>
                    <a:pt x="5345025" y="1430742"/>
                  </a:lnTo>
                  <a:lnTo>
                    <a:pt x="5344365" y="1430742"/>
                  </a:lnTo>
                  <a:lnTo>
                    <a:pt x="5343704" y="1430742"/>
                  </a:lnTo>
                  <a:lnTo>
                    <a:pt x="5343044" y="1430742"/>
                  </a:lnTo>
                  <a:lnTo>
                    <a:pt x="5342383" y="1430742"/>
                  </a:lnTo>
                  <a:lnTo>
                    <a:pt x="5341723" y="1430742"/>
                  </a:lnTo>
                  <a:lnTo>
                    <a:pt x="5341062" y="1430742"/>
                  </a:lnTo>
                  <a:lnTo>
                    <a:pt x="5340402" y="1430742"/>
                  </a:lnTo>
                  <a:lnTo>
                    <a:pt x="5339741" y="1430742"/>
                  </a:lnTo>
                  <a:lnTo>
                    <a:pt x="5339081" y="1430742"/>
                  </a:lnTo>
                  <a:lnTo>
                    <a:pt x="5338420" y="1430742"/>
                  </a:lnTo>
                  <a:lnTo>
                    <a:pt x="5337759" y="1430742"/>
                  </a:lnTo>
                  <a:lnTo>
                    <a:pt x="5337099" y="1430742"/>
                  </a:lnTo>
                  <a:lnTo>
                    <a:pt x="5336438" y="1430742"/>
                  </a:lnTo>
                  <a:lnTo>
                    <a:pt x="5335778" y="1430742"/>
                  </a:lnTo>
                  <a:lnTo>
                    <a:pt x="5335117" y="1430742"/>
                  </a:lnTo>
                  <a:lnTo>
                    <a:pt x="5334457" y="1430742"/>
                  </a:lnTo>
                  <a:lnTo>
                    <a:pt x="5333796" y="1430742"/>
                  </a:lnTo>
                  <a:lnTo>
                    <a:pt x="5333136" y="1430742"/>
                  </a:lnTo>
                  <a:lnTo>
                    <a:pt x="5332475" y="1430742"/>
                  </a:lnTo>
                  <a:lnTo>
                    <a:pt x="5331815" y="1430742"/>
                  </a:lnTo>
                  <a:lnTo>
                    <a:pt x="5331154" y="1430742"/>
                  </a:lnTo>
                  <a:lnTo>
                    <a:pt x="5330494" y="1430742"/>
                  </a:lnTo>
                  <a:lnTo>
                    <a:pt x="5329833" y="1430742"/>
                  </a:lnTo>
                  <a:lnTo>
                    <a:pt x="5329173" y="1430742"/>
                  </a:lnTo>
                  <a:lnTo>
                    <a:pt x="5328512" y="1430742"/>
                  </a:lnTo>
                  <a:lnTo>
                    <a:pt x="5327851" y="1430742"/>
                  </a:lnTo>
                  <a:lnTo>
                    <a:pt x="5327191" y="1430742"/>
                  </a:lnTo>
                  <a:lnTo>
                    <a:pt x="5326530" y="1430742"/>
                  </a:lnTo>
                  <a:lnTo>
                    <a:pt x="5325870" y="1430742"/>
                  </a:lnTo>
                  <a:lnTo>
                    <a:pt x="5325209" y="1430742"/>
                  </a:lnTo>
                  <a:lnTo>
                    <a:pt x="5324549" y="1430742"/>
                  </a:lnTo>
                  <a:lnTo>
                    <a:pt x="5323888" y="1430742"/>
                  </a:lnTo>
                  <a:lnTo>
                    <a:pt x="5323228" y="1430742"/>
                  </a:lnTo>
                  <a:lnTo>
                    <a:pt x="5322567" y="1430742"/>
                  </a:lnTo>
                  <a:lnTo>
                    <a:pt x="5321907" y="1430742"/>
                  </a:lnTo>
                  <a:lnTo>
                    <a:pt x="5321246" y="1430742"/>
                  </a:lnTo>
                  <a:lnTo>
                    <a:pt x="5320586" y="1430742"/>
                  </a:lnTo>
                  <a:lnTo>
                    <a:pt x="5319925" y="1430742"/>
                  </a:lnTo>
                  <a:lnTo>
                    <a:pt x="5319265" y="1430742"/>
                  </a:lnTo>
                  <a:lnTo>
                    <a:pt x="5318604" y="1430742"/>
                  </a:lnTo>
                  <a:lnTo>
                    <a:pt x="5317943" y="1430742"/>
                  </a:lnTo>
                  <a:lnTo>
                    <a:pt x="5317283" y="1430742"/>
                  </a:lnTo>
                  <a:lnTo>
                    <a:pt x="5316622" y="1430742"/>
                  </a:lnTo>
                  <a:lnTo>
                    <a:pt x="5315962" y="1430742"/>
                  </a:lnTo>
                  <a:lnTo>
                    <a:pt x="5315301" y="1430742"/>
                  </a:lnTo>
                  <a:lnTo>
                    <a:pt x="5314641" y="1430742"/>
                  </a:lnTo>
                  <a:lnTo>
                    <a:pt x="5313980" y="1430742"/>
                  </a:lnTo>
                  <a:lnTo>
                    <a:pt x="5313320" y="1430742"/>
                  </a:lnTo>
                  <a:lnTo>
                    <a:pt x="5312659" y="1430742"/>
                  </a:lnTo>
                  <a:lnTo>
                    <a:pt x="5311999" y="1430742"/>
                  </a:lnTo>
                  <a:lnTo>
                    <a:pt x="5311338" y="1430742"/>
                  </a:lnTo>
                  <a:lnTo>
                    <a:pt x="5310678" y="1430742"/>
                  </a:lnTo>
                  <a:lnTo>
                    <a:pt x="5310017" y="1430742"/>
                  </a:lnTo>
                  <a:lnTo>
                    <a:pt x="5309357" y="1430742"/>
                  </a:lnTo>
                  <a:lnTo>
                    <a:pt x="5308696" y="1430742"/>
                  </a:lnTo>
                  <a:lnTo>
                    <a:pt x="5308036" y="1430742"/>
                  </a:lnTo>
                  <a:lnTo>
                    <a:pt x="5307375" y="1430742"/>
                  </a:lnTo>
                  <a:lnTo>
                    <a:pt x="5306714" y="1430742"/>
                  </a:lnTo>
                  <a:lnTo>
                    <a:pt x="5306054" y="1430742"/>
                  </a:lnTo>
                  <a:lnTo>
                    <a:pt x="5305393" y="1430742"/>
                  </a:lnTo>
                  <a:lnTo>
                    <a:pt x="5304733" y="1430742"/>
                  </a:lnTo>
                  <a:lnTo>
                    <a:pt x="5304072" y="1430742"/>
                  </a:lnTo>
                  <a:lnTo>
                    <a:pt x="5303412" y="1430742"/>
                  </a:lnTo>
                  <a:lnTo>
                    <a:pt x="5302751" y="1430742"/>
                  </a:lnTo>
                  <a:lnTo>
                    <a:pt x="5302091" y="1430742"/>
                  </a:lnTo>
                  <a:lnTo>
                    <a:pt x="5301430" y="1430742"/>
                  </a:lnTo>
                  <a:lnTo>
                    <a:pt x="5300770" y="1430742"/>
                  </a:lnTo>
                  <a:lnTo>
                    <a:pt x="5300109" y="1430742"/>
                  </a:lnTo>
                  <a:lnTo>
                    <a:pt x="5299449" y="1430742"/>
                  </a:lnTo>
                  <a:lnTo>
                    <a:pt x="5298788" y="1430742"/>
                  </a:lnTo>
                  <a:lnTo>
                    <a:pt x="5298128" y="1430742"/>
                  </a:lnTo>
                  <a:lnTo>
                    <a:pt x="5297467" y="1430742"/>
                  </a:lnTo>
                  <a:lnTo>
                    <a:pt x="5296806" y="1430742"/>
                  </a:lnTo>
                  <a:lnTo>
                    <a:pt x="5296146" y="1430742"/>
                  </a:lnTo>
                  <a:lnTo>
                    <a:pt x="5295485" y="1430742"/>
                  </a:lnTo>
                  <a:lnTo>
                    <a:pt x="5294825" y="1430742"/>
                  </a:lnTo>
                  <a:lnTo>
                    <a:pt x="5294164" y="1430742"/>
                  </a:lnTo>
                  <a:lnTo>
                    <a:pt x="5293504" y="1430742"/>
                  </a:lnTo>
                  <a:lnTo>
                    <a:pt x="5292843" y="1430742"/>
                  </a:lnTo>
                  <a:lnTo>
                    <a:pt x="5292183" y="1430742"/>
                  </a:lnTo>
                  <a:lnTo>
                    <a:pt x="5291522" y="1430742"/>
                  </a:lnTo>
                  <a:lnTo>
                    <a:pt x="5290862" y="1430742"/>
                  </a:lnTo>
                  <a:lnTo>
                    <a:pt x="5290201" y="1430742"/>
                  </a:lnTo>
                  <a:lnTo>
                    <a:pt x="5289541" y="1430742"/>
                  </a:lnTo>
                  <a:lnTo>
                    <a:pt x="5288880" y="1430742"/>
                  </a:lnTo>
                  <a:lnTo>
                    <a:pt x="5288220" y="1430742"/>
                  </a:lnTo>
                  <a:lnTo>
                    <a:pt x="5287559" y="1430742"/>
                  </a:lnTo>
                  <a:lnTo>
                    <a:pt x="5286898" y="1430742"/>
                  </a:lnTo>
                  <a:lnTo>
                    <a:pt x="5286238" y="1430742"/>
                  </a:lnTo>
                  <a:lnTo>
                    <a:pt x="5285577" y="1430742"/>
                  </a:lnTo>
                  <a:lnTo>
                    <a:pt x="5284917" y="1430742"/>
                  </a:lnTo>
                  <a:lnTo>
                    <a:pt x="5284256" y="1430742"/>
                  </a:lnTo>
                  <a:lnTo>
                    <a:pt x="5283596" y="1430742"/>
                  </a:lnTo>
                  <a:lnTo>
                    <a:pt x="5282935" y="1430742"/>
                  </a:lnTo>
                  <a:lnTo>
                    <a:pt x="5282275" y="1430742"/>
                  </a:lnTo>
                  <a:lnTo>
                    <a:pt x="5281614" y="1430742"/>
                  </a:lnTo>
                  <a:lnTo>
                    <a:pt x="5280954" y="1430742"/>
                  </a:lnTo>
                  <a:lnTo>
                    <a:pt x="5280293" y="1430742"/>
                  </a:lnTo>
                  <a:lnTo>
                    <a:pt x="5279633" y="1430742"/>
                  </a:lnTo>
                  <a:lnTo>
                    <a:pt x="5278972" y="1430742"/>
                  </a:lnTo>
                  <a:lnTo>
                    <a:pt x="5278312" y="1430742"/>
                  </a:lnTo>
                  <a:lnTo>
                    <a:pt x="5277651" y="1430742"/>
                  </a:lnTo>
                  <a:lnTo>
                    <a:pt x="5276990" y="1430742"/>
                  </a:lnTo>
                  <a:lnTo>
                    <a:pt x="5276330" y="1430742"/>
                  </a:lnTo>
                  <a:lnTo>
                    <a:pt x="5275669" y="1430742"/>
                  </a:lnTo>
                  <a:lnTo>
                    <a:pt x="5275009" y="1430742"/>
                  </a:lnTo>
                  <a:lnTo>
                    <a:pt x="5274348" y="1430742"/>
                  </a:lnTo>
                  <a:lnTo>
                    <a:pt x="5273688" y="1430742"/>
                  </a:lnTo>
                  <a:lnTo>
                    <a:pt x="5273027" y="1430742"/>
                  </a:lnTo>
                  <a:lnTo>
                    <a:pt x="5272367" y="1430742"/>
                  </a:lnTo>
                  <a:lnTo>
                    <a:pt x="5271706" y="1430742"/>
                  </a:lnTo>
                  <a:lnTo>
                    <a:pt x="5271046" y="1430742"/>
                  </a:lnTo>
                  <a:lnTo>
                    <a:pt x="5270385" y="1430742"/>
                  </a:lnTo>
                  <a:lnTo>
                    <a:pt x="5269725" y="1430742"/>
                  </a:lnTo>
                  <a:lnTo>
                    <a:pt x="5269064" y="1430742"/>
                  </a:lnTo>
                  <a:lnTo>
                    <a:pt x="5268404" y="1430742"/>
                  </a:lnTo>
                  <a:lnTo>
                    <a:pt x="5267743" y="1430742"/>
                  </a:lnTo>
                  <a:lnTo>
                    <a:pt x="5267083" y="1430742"/>
                  </a:lnTo>
                  <a:lnTo>
                    <a:pt x="5266422" y="1430742"/>
                  </a:lnTo>
                  <a:lnTo>
                    <a:pt x="5265761" y="1430742"/>
                  </a:lnTo>
                  <a:lnTo>
                    <a:pt x="5265101" y="1430742"/>
                  </a:lnTo>
                  <a:lnTo>
                    <a:pt x="5264440" y="1430742"/>
                  </a:lnTo>
                  <a:lnTo>
                    <a:pt x="5263780" y="1430742"/>
                  </a:lnTo>
                  <a:lnTo>
                    <a:pt x="5263119" y="1430742"/>
                  </a:lnTo>
                  <a:lnTo>
                    <a:pt x="5262459" y="1430742"/>
                  </a:lnTo>
                  <a:lnTo>
                    <a:pt x="5261798" y="1430742"/>
                  </a:lnTo>
                  <a:lnTo>
                    <a:pt x="5261138" y="1430742"/>
                  </a:lnTo>
                  <a:lnTo>
                    <a:pt x="5260477" y="1430742"/>
                  </a:lnTo>
                  <a:lnTo>
                    <a:pt x="5259817" y="1430742"/>
                  </a:lnTo>
                  <a:lnTo>
                    <a:pt x="5259156" y="1430742"/>
                  </a:lnTo>
                  <a:lnTo>
                    <a:pt x="5258496" y="1430742"/>
                  </a:lnTo>
                  <a:lnTo>
                    <a:pt x="5257835" y="1430742"/>
                  </a:lnTo>
                  <a:lnTo>
                    <a:pt x="5257175" y="1430742"/>
                  </a:lnTo>
                  <a:lnTo>
                    <a:pt x="5256514" y="1430742"/>
                  </a:lnTo>
                  <a:lnTo>
                    <a:pt x="5255853" y="1430742"/>
                  </a:lnTo>
                  <a:lnTo>
                    <a:pt x="5255193" y="1430742"/>
                  </a:lnTo>
                  <a:lnTo>
                    <a:pt x="5254532" y="1430742"/>
                  </a:lnTo>
                  <a:lnTo>
                    <a:pt x="5253872" y="1430742"/>
                  </a:lnTo>
                  <a:lnTo>
                    <a:pt x="5253211" y="1430742"/>
                  </a:lnTo>
                  <a:lnTo>
                    <a:pt x="5252551" y="1430742"/>
                  </a:lnTo>
                  <a:lnTo>
                    <a:pt x="5251890" y="1430742"/>
                  </a:lnTo>
                  <a:lnTo>
                    <a:pt x="5251230" y="1430742"/>
                  </a:lnTo>
                  <a:lnTo>
                    <a:pt x="5250569" y="1430742"/>
                  </a:lnTo>
                  <a:lnTo>
                    <a:pt x="5249909" y="1430742"/>
                  </a:lnTo>
                  <a:lnTo>
                    <a:pt x="5249248" y="1430742"/>
                  </a:lnTo>
                  <a:lnTo>
                    <a:pt x="5248588" y="1430742"/>
                  </a:lnTo>
                  <a:lnTo>
                    <a:pt x="5247927" y="1430742"/>
                  </a:lnTo>
                  <a:lnTo>
                    <a:pt x="5247267" y="1430742"/>
                  </a:lnTo>
                  <a:lnTo>
                    <a:pt x="5246606" y="1430742"/>
                  </a:lnTo>
                  <a:lnTo>
                    <a:pt x="5245945" y="1430742"/>
                  </a:lnTo>
                  <a:lnTo>
                    <a:pt x="5245285" y="1430742"/>
                  </a:lnTo>
                  <a:lnTo>
                    <a:pt x="5244624" y="1430742"/>
                  </a:lnTo>
                  <a:lnTo>
                    <a:pt x="5243964" y="1430742"/>
                  </a:lnTo>
                  <a:lnTo>
                    <a:pt x="5243303" y="1430742"/>
                  </a:lnTo>
                  <a:lnTo>
                    <a:pt x="5242643" y="1430742"/>
                  </a:lnTo>
                  <a:lnTo>
                    <a:pt x="5241982" y="1430742"/>
                  </a:lnTo>
                  <a:lnTo>
                    <a:pt x="5241322" y="1430742"/>
                  </a:lnTo>
                  <a:lnTo>
                    <a:pt x="5240661" y="1430742"/>
                  </a:lnTo>
                  <a:lnTo>
                    <a:pt x="5240001" y="1430742"/>
                  </a:lnTo>
                  <a:lnTo>
                    <a:pt x="5239340" y="1430742"/>
                  </a:lnTo>
                  <a:lnTo>
                    <a:pt x="5238680" y="1430742"/>
                  </a:lnTo>
                  <a:lnTo>
                    <a:pt x="5238019" y="1430742"/>
                  </a:lnTo>
                  <a:lnTo>
                    <a:pt x="5237359" y="1430742"/>
                  </a:lnTo>
                  <a:lnTo>
                    <a:pt x="5236698" y="1430742"/>
                  </a:lnTo>
                  <a:lnTo>
                    <a:pt x="5236038" y="1430742"/>
                  </a:lnTo>
                  <a:lnTo>
                    <a:pt x="5235377" y="1430742"/>
                  </a:lnTo>
                  <a:lnTo>
                    <a:pt x="5234716" y="1430742"/>
                  </a:lnTo>
                  <a:lnTo>
                    <a:pt x="5234056" y="1430742"/>
                  </a:lnTo>
                  <a:lnTo>
                    <a:pt x="5233395" y="1430742"/>
                  </a:lnTo>
                  <a:lnTo>
                    <a:pt x="5232735" y="1430742"/>
                  </a:lnTo>
                  <a:lnTo>
                    <a:pt x="5232074" y="1430742"/>
                  </a:lnTo>
                  <a:lnTo>
                    <a:pt x="5231414" y="1430742"/>
                  </a:lnTo>
                  <a:lnTo>
                    <a:pt x="5230753" y="1430742"/>
                  </a:lnTo>
                  <a:lnTo>
                    <a:pt x="5230093" y="1430742"/>
                  </a:lnTo>
                  <a:lnTo>
                    <a:pt x="5229432" y="1430742"/>
                  </a:lnTo>
                  <a:lnTo>
                    <a:pt x="5228772" y="1430742"/>
                  </a:lnTo>
                  <a:lnTo>
                    <a:pt x="5228111" y="1430742"/>
                  </a:lnTo>
                  <a:lnTo>
                    <a:pt x="5227451" y="1430742"/>
                  </a:lnTo>
                  <a:lnTo>
                    <a:pt x="5226790" y="1430742"/>
                  </a:lnTo>
                  <a:lnTo>
                    <a:pt x="5226130" y="1430742"/>
                  </a:lnTo>
                  <a:lnTo>
                    <a:pt x="5225469" y="1430742"/>
                  </a:lnTo>
                  <a:lnTo>
                    <a:pt x="5224808" y="1430742"/>
                  </a:lnTo>
                  <a:lnTo>
                    <a:pt x="5224148" y="1430742"/>
                  </a:lnTo>
                  <a:lnTo>
                    <a:pt x="5223487" y="1430742"/>
                  </a:lnTo>
                  <a:lnTo>
                    <a:pt x="5222827" y="1430742"/>
                  </a:lnTo>
                  <a:lnTo>
                    <a:pt x="5222166" y="1430742"/>
                  </a:lnTo>
                  <a:lnTo>
                    <a:pt x="5221506" y="1430742"/>
                  </a:lnTo>
                  <a:lnTo>
                    <a:pt x="5220845" y="1430742"/>
                  </a:lnTo>
                  <a:lnTo>
                    <a:pt x="5220185" y="1430742"/>
                  </a:lnTo>
                  <a:lnTo>
                    <a:pt x="5219524" y="1430742"/>
                  </a:lnTo>
                  <a:lnTo>
                    <a:pt x="5218864" y="1430742"/>
                  </a:lnTo>
                  <a:lnTo>
                    <a:pt x="5218203" y="1430742"/>
                  </a:lnTo>
                  <a:lnTo>
                    <a:pt x="5217543" y="1430742"/>
                  </a:lnTo>
                  <a:lnTo>
                    <a:pt x="5216882" y="1430742"/>
                  </a:lnTo>
                  <a:lnTo>
                    <a:pt x="5216222" y="1430742"/>
                  </a:lnTo>
                  <a:lnTo>
                    <a:pt x="5215561" y="1430742"/>
                  </a:lnTo>
                  <a:lnTo>
                    <a:pt x="5214900" y="1430742"/>
                  </a:lnTo>
                  <a:lnTo>
                    <a:pt x="5214240" y="1430742"/>
                  </a:lnTo>
                  <a:lnTo>
                    <a:pt x="5213579" y="1430742"/>
                  </a:lnTo>
                  <a:lnTo>
                    <a:pt x="5212919" y="1430742"/>
                  </a:lnTo>
                  <a:lnTo>
                    <a:pt x="5212258" y="1430742"/>
                  </a:lnTo>
                  <a:lnTo>
                    <a:pt x="5211598" y="1430742"/>
                  </a:lnTo>
                  <a:lnTo>
                    <a:pt x="5210937" y="1430742"/>
                  </a:lnTo>
                  <a:lnTo>
                    <a:pt x="5210277" y="1430742"/>
                  </a:lnTo>
                  <a:lnTo>
                    <a:pt x="5209616" y="1430742"/>
                  </a:lnTo>
                  <a:lnTo>
                    <a:pt x="5208956" y="1430742"/>
                  </a:lnTo>
                  <a:lnTo>
                    <a:pt x="5208295" y="1430742"/>
                  </a:lnTo>
                  <a:lnTo>
                    <a:pt x="5207635" y="1430742"/>
                  </a:lnTo>
                  <a:lnTo>
                    <a:pt x="5206974" y="1430742"/>
                  </a:lnTo>
                  <a:lnTo>
                    <a:pt x="5206314" y="1430742"/>
                  </a:lnTo>
                  <a:lnTo>
                    <a:pt x="5205653" y="1430742"/>
                  </a:lnTo>
                  <a:lnTo>
                    <a:pt x="5204992" y="1430742"/>
                  </a:lnTo>
                  <a:lnTo>
                    <a:pt x="5204332" y="1430742"/>
                  </a:lnTo>
                  <a:lnTo>
                    <a:pt x="5203671" y="1430742"/>
                  </a:lnTo>
                  <a:lnTo>
                    <a:pt x="5203011" y="1430742"/>
                  </a:lnTo>
                  <a:lnTo>
                    <a:pt x="5202350" y="1430742"/>
                  </a:lnTo>
                  <a:lnTo>
                    <a:pt x="5201690" y="1430742"/>
                  </a:lnTo>
                  <a:lnTo>
                    <a:pt x="5201029" y="1430742"/>
                  </a:lnTo>
                  <a:lnTo>
                    <a:pt x="5200369" y="1430742"/>
                  </a:lnTo>
                  <a:lnTo>
                    <a:pt x="5199708" y="1430742"/>
                  </a:lnTo>
                  <a:lnTo>
                    <a:pt x="5199048" y="1430742"/>
                  </a:lnTo>
                  <a:lnTo>
                    <a:pt x="5198387" y="1430742"/>
                  </a:lnTo>
                  <a:lnTo>
                    <a:pt x="5197727" y="1430742"/>
                  </a:lnTo>
                  <a:lnTo>
                    <a:pt x="5197066" y="1430742"/>
                  </a:lnTo>
                  <a:lnTo>
                    <a:pt x="5196406" y="1430742"/>
                  </a:lnTo>
                  <a:lnTo>
                    <a:pt x="5195745" y="1430742"/>
                  </a:lnTo>
                  <a:lnTo>
                    <a:pt x="5195085" y="1430742"/>
                  </a:lnTo>
                  <a:lnTo>
                    <a:pt x="5194424" y="1430742"/>
                  </a:lnTo>
                  <a:lnTo>
                    <a:pt x="5193763" y="1430742"/>
                  </a:lnTo>
                  <a:lnTo>
                    <a:pt x="5193103" y="1430742"/>
                  </a:lnTo>
                  <a:lnTo>
                    <a:pt x="5192442" y="1430742"/>
                  </a:lnTo>
                  <a:lnTo>
                    <a:pt x="5191782" y="1430742"/>
                  </a:lnTo>
                  <a:lnTo>
                    <a:pt x="5191121" y="1430742"/>
                  </a:lnTo>
                  <a:lnTo>
                    <a:pt x="5190461" y="1430742"/>
                  </a:lnTo>
                  <a:lnTo>
                    <a:pt x="5189800" y="1430742"/>
                  </a:lnTo>
                  <a:lnTo>
                    <a:pt x="5189140" y="1430742"/>
                  </a:lnTo>
                  <a:lnTo>
                    <a:pt x="5188479" y="1430742"/>
                  </a:lnTo>
                  <a:lnTo>
                    <a:pt x="5187819" y="1430742"/>
                  </a:lnTo>
                  <a:lnTo>
                    <a:pt x="5187158" y="1430742"/>
                  </a:lnTo>
                  <a:lnTo>
                    <a:pt x="5186498" y="1430742"/>
                  </a:lnTo>
                  <a:lnTo>
                    <a:pt x="5185837" y="1430742"/>
                  </a:lnTo>
                  <a:lnTo>
                    <a:pt x="5185177" y="1430742"/>
                  </a:lnTo>
                  <a:lnTo>
                    <a:pt x="5184516" y="1430742"/>
                  </a:lnTo>
                  <a:lnTo>
                    <a:pt x="5183855" y="1430742"/>
                  </a:lnTo>
                  <a:lnTo>
                    <a:pt x="5183195" y="1430742"/>
                  </a:lnTo>
                  <a:lnTo>
                    <a:pt x="5182534" y="1430742"/>
                  </a:lnTo>
                  <a:lnTo>
                    <a:pt x="5181874" y="1430742"/>
                  </a:lnTo>
                  <a:lnTo>
                    <a:pt x="5181213" y="1430742"/>
                  </a:lnTo>
                  <a:lnTo>
                    <a:pt x="5180553" y="1430742"/>
                  </a:lnTo>
                  <a:lnTo>
                    <a:pt x="5179892" y="1430742"/>
                  </a:lnTo>
                  <a:lnTo>
                    <a:pt x="5179232" y="1430742"/>
                  </a:lnTo>
                  <a:lnTo>
                    <a:pt x="5178571" y="1430742"/>
                  </a:lnTo>
                  <a:lnTo>
                    <a:pt x="5177911" y="1430742"/>
                  </a:lnTo>
                  <a:lnTo>
                    <a:pt x="5177250" y="1430742"/>
                  </a:lnTo>
                  <a:lnTo>
                    <a:pt x="5176590" y="1430742"/>
                  </a:lnTo>
                  <a:lnTo>
                    <a:pt x="5175929" y="1430742"/>
                  </a:lnTo>
                  <a:lnTo>
                    <a:pt x="5175269" y="1430742"/>
                  </a:lnTo>
                  <a:lnTo>
                    <a:pt x="5174608" y="1430742"/>
                  </a:lnTo>
                  <a:lnTo>
                    <a:pt x="5173947" y="1430742"/>
                  </a:lnTo>
                  <a:lnTo>
                    <a:pt x="5173287" y="1430742"/>
                  </a:lnTo>
                  <a:lnTo>
                    <a:pt x="5172626" y="1430742"/>
                  </a:lnTo>
                  <a:lnTo>
                    <a:pt x="5171966" y="1430742"/>
                  </a:lnTo>
                  <a:lnTo>
                    <a:pt x="5171305" y="1430742"/>
                  </a:lnTo>
                  <a:lnTo>
                    <a:pt x="5170645" y="1430742"/>
                  </a:lnTo>
                  <a:lnTo>
                    <a:pt x="5169984" y="1430742"/>
                  </a:lnTo>
                  <a:lnTo>
                    <a:pt x="5169324" y="1430742"/>
                  </a:lnTo>
                  <a:lnTo>
                    <a:pt x="5168663" y="1430742"/>
                  </a:lnTo>
                  <a:lnTo>
                    <a:pt x="5168003" y="1430742"/>
                  </a:lnTo>
                  <a:lnTo>
                    <a:pt x="5167342" y="1430742"/>
                  </a:lnTo>
                  <a:lnTo>
                    <a:pt x="5166682" y="1430742"/>
                  </a:lnTo>
                  <a:lnTo>
                    <a:pt x="5166021" y="1430742"/>
                  </a:lnTo>
                  <a:lnTo>
                    <a:pt x="5165361" y="1430742"/>
                  </a:lnTo>
                  <a:lnTo>
                    <a:pt x="5164700" y="1430742"/>
                  </a:lnTo>
                  <a:lnTo>
                    <a:pt x="5164040" y="1430742"/>
                  </a:lnTo>
                  <a:lnTo>
                    <a:pt x="5163379" y="1430742"/>
                  </a:lnTo>
                  <a:lnTo>
                    <a:pt x="5162718" y="1430742"/>
                  </a:lnTo>
                  <a:lnTo>
                    <a:pt x="5162058" y="1430742"/>
                  </a:lnTo>
                  <a:lnTo>
                    <a:pt x="5161397" y="1430742"/>
                  </a:lnTo>
                  <a:lnTo>
                    <a:pt x="5160737" y="1430742"/>
                  </a:lnTo>
                  <a:lnTo>
                    <a:pt x="5160076" y="1430742"/>
                  </a:lnTo>
                  <a:lnTo>
                    <a:pt x="5159416" y="1430742"/>
                  </a:lnTo>
                  <a:lnTo>
                    <a:pt x="5158755" y="1430742"/>
                  </a:lnTo>
                  <a:lnTo>
                    <a:pt x="5158095" y="1430742"/>
                  </a:lnTo>
                  <a:lnTo>
                    <a:pt x="5157434" y="1430742"/>
                  </a:lnTo>
                  <a:lnTo>
                    <a:pt x="5156774" y="1430742"/>
                  </a:lnTo>
                  <a:lnTo>
                    <a:pt x="5156113" y="1430742"/>
                  </a:lnTo>
                  <a:lnTo>
                    <a:pt x="5155453" y="1430742"/>
                  </a:lnTo>
                  <a:lnTo>
                    <a:pt x="5154792" y="1430742"/>
                  </a:lnTo>
                  <a:lnTo>
                    <a:pt x="5154132" y="1430742"/>
                  </a:lnTo>
                  <a:lnTo>
                    <a:pt x="5153471" y="1430742"/>
                  </a:lnTo>
                  <a:lnTo>
                    <a:pt x="5152810" y="1430742"/>
                  </a:lnTo>
                  <a:lnTo>
                    <a:pt x="5152150" y="1430742"/>
                  </a:lnTo>
                  <a:lnTo>
                    <a:pt x="5151489" y="1430742"/>
                  </a:lnTo>
                  <a:lnTo>
                    <a:pt x="5150829" y="1430742"/>
                  </a:lnTo>
                  <a:lnTo>
                    <a:pt x="5150168" y="1430742"/>
                  </a:lnTo>
                  <a:lnTo>
                    <a:pt x="5149508" y="1430742"/>
                  </a:lnTo>
                  <a:lnTo>
                    <a:pt x="5148847" y="1430742"/>
                  </a:lnTo>
                  <a:lnTo>
                    <a:pt x="5148187" y="1430742"/>
                  </a:lnTo>
                  <a:lnTo>
                    <a:pt x="5147526" y="1430742"/>
                  </a:lnTo>
                  <a:lnTo>
                    <a:pt x="5146866" y="1430742"/>
                  </a:lnTo>
                  <a:lnTo>
                    <a:pt x="5146205" y="1430742"/>
                  </a:lnTo>
                  <a:lnTo>
                    <a:pt x="5145545" y="1430742"/>
                  </a:lnTo>
                  <a:lnTo>
                    <a:pt x="5144884" y="1430742"/>
                  </a:lnTo>
                  <a:lnTo>
                    <a:pt x="5144224" y="1430742"/>
                  </a:lnTo>
                  <a:lnTo>
                    <a:pt x="5143563" y="1430742"/>
                  </a:lnTo>
                  <a:lnTo>
                    <a:pt x="5142902" y="1430742"/>
                  </a:lnTo>
                  <a:lnTo>
                    <a:pt x="5142242" y="1430742"/>
                  </a:lnTo>
                  <a:lnTo>
                    <a:pt x="5141581" y="1430742"/>
                  </a:lnTo>
                  <a:lnTo>
                    <a:pt x="5140921" y="1430742"/>
                  </a:lnTo>
                  <a:lnTo>
                    <a:pt x="5140260" y="1430742"/>
                  </a:lnTo>
                  <a:lnTo>
                    <a:pt x="5139600" y="1430742"/>
                  </a:lnTo>
                  <a:lnTo>
                    <a:pt x="5138939" y="1430742"/>
                  </a:lnTo>
                  <a:lnTo>
                    <a:pt x="5138279" y="1430742"/>
                  </a:lnTo>
                  <a:lnTo>
                    <a:pt x="5137618" y="1430742"/>
                  </a:lnTo>
                  <a:lnTo>
                    <a:pt x="5136958" y="1430742"/>
                  </a:lnTo>
                  <a:lnTo>
                    <a:pt x="5136297" y="1430742"/>
                  </a:lnTo>
                  <a:lnTo>
                    <a:pt x="5135637" y="1430742"/>
                  </a:lnTo>
                  <a:lnTo>
                    <a:pt x="5134976" y="1430742"/>
                  </a:lnTo>
                  <a:lnTo>
                    <a:pt x="5134316" y="1430742"/>
                  </a:lnTo>
                  <a:lnTo>
                    <a:pt x="5133655" y="1430742"/>
                  </a:lnTo>
                  <a:lnTo>
                    <a:pt x="5132994" y="1430742"/>
                  </a:lnTo>
                  <a:lnTo>
                    <a:pt x="5132334" y="1430742"/>
                  </a:lnTo>
                  <a:lnTo>
                    <a:pt x="5131673" y="1430742"/>
                  </a:lnTo>
                  <a:lnTo>
                    <a:pt x="5131013" y="1430742"/>
                  </a:lnTo>
                  <a:lnTo>
                    <a:pt x="5130352" y="1430742"/>
                  </a:lnTo>
                  <a:lnTo>
                    <a:pt x="5129692" y="1430742"/>
                  </a:lnTo>
                  <a:lnTo>
                    <a:pt x="5129031" y="1430742"/>
                  </a:lnTo>
                  <a:lnTo>
                    <a:pt x="5128371" y="1430742"/>
                  </a:lnTo>
                  <a:lnTo>
                    <a:pt x="5127710" y="1430742"/>
                  </a:lnTo>
                  <a:lnTo>
                    <a:pt x="5127050" y="1430742"/>
                  </a:lnTo>
                  <a:lnTo>
                    <a:pt x="5126389" y="1430742"/>
                  </a:lnTo>
                  <a:lnTo>
                    <a:pt x="5125729" y="1430742"/>
                  </a:lnTo>
                  <a:lnTo>
                    <a:pt x="5125068" y="1430742"/>
                  </a:lnTo>
                  <a:lnTo>
                    <a:pt x="5124408" y="1430742"/>
                  </a:lnTo>
                  <a:lnTo>
                    <a:pt x="5123747" y="1430742"/>
                  </a:lnTo>
                  <a:lnTo>
                    <a:pt x="5123087" y="1430742"/>
                  </a:lnTo>
                  <a:lnTo>
                    <a:pt x="5122426" y="1430742"/>
                  </a:lnTo>
                  <a:lnTo>
                    <a:pt x="5121765" y="1430742"/>
                  </a:lnTo>
                  <a:lnTo>
                    <a:pt x="5121105" y="1430742"/>
                  </a:lnTo>
                  <a:lnTo>
                    <a:pt x="5120444" y="1430742"/>
                  </a:lnTo>
                  <a:lnTo>
                    <a:pt x="5119784" y="1430742"/>
                  </a:lnTo>
                  <a:lnTo>
                    <a:pt x="5119123" y="1430742"/>
                  </a:lnTo>
                  <a:lnTo>
                    <a:pt x="5118463" y="1430742"/>
                  </a:lnTo>
                  <a:lnTo>
                    <a:pt x="5117802" y="1430742"/>
                  </a:lnTo>
                  <a:lnTo>
                    <a:pt x="5117142" y="1430742"/>
                  </a:lnTo>
                  <a:lnTo>
                    <a:pt x="5116481" y="1430742"/>
                  </a:lnTo>
                  <a:lnTo>
                    <a:pt x="5115821" y="1430742"/>
                  </a:lnTo>
                  <a:lnTo>
                    <a:pt x="5115160" y="1430742"/>
                  </a:lnTo>
                  <a:lnTo>
                    <a:pt x="5114500" y="1430742"/>
                  </a:lnTo>
                  <a:lnTo>
                    <a:pt x="5113839" y="1430742"/>
                  </a:lnTo>
                  <a:lnTo>
                    <a:pt x="5113179" y="1430742"/>
                  </a:lnTo>
                  <a:lnTo>
                    <a:pt x="5112518" y="1430742"/>
                  </a:lnTo>
                  <a:lnTo>
                    <a:pt x="5111857" y="1430742"/>
                  </a:lnTo>
                  <a:lnTo>
                    <a:pt x="5111197" y="1430742"/>
                  </a:lnTo>
                  <a:lnTo>
                    <a:pt x="5110536" y="1430742"/>
                  </a:lnTo>
                  <a:lnTo>
                    <a:pt x="5109876" y="1430742"/>
                  </a:lnTo>
                  <a:lnTo>
                    <a:pt x="5109215" y="1430742"/>
                  </a:lnTo>
                  <a:lnTo>
                    <a:pt x="5108555" y="1430742"/>
                  </a:lnTo>
                  <a:lnTo>
                    <a:pt x="5107894" y="1430742"/>
                  </a:lnTo>
                  <a:lnTo>
                    <a:pt x="5107234" y="1430742"/>
                  </a:lnTo>
                  <a:lnTo>
                    <a:pt x="5106573" y="1430742"/>
                  </a:lnTo>
                  <a:lnTo>
                    <a:pt x="5105913" y="1430742"/>
                  </a:lnTo>
                  <a:lnTo>
                    <a:pt x="5105252" y="1430742"/>
                  </a:lnTo>
                  <a:lnTo>
                    <a:pt x="5104592" y="1430742"/>
                  </a:lnTo>
                  <a:lnTo>
                    <a:pt x="5103931" y="1430742"/>
                  </a:lnTo>
                  <a:lnTo>
                    <a:pt x="5103271" y="1430742"/>
                  </a:lnTo>
                  <a:lnTo>
                    <a:pt x="5102610" y="1430742"/>
                  </a:lnTo>
                  <a:lnTo>
                    <a:pt x="5101949" y="1430742"/>
                  </a:lnTo>
                  <a:lnTo>
                    <a:pt x="5101289" y="1430742"/>
                  </a:lnTo>
                  <a:lnTo>
                    <a:pt x="5100628" y="1430742"/>
                  </a:lnTo>
                  <a:lnTo>
                    <a:pt x="5099968" y="1430742"/>
                  </a:lnTo>
                  <a:lnTo>
                    <a:pt x="5099307" y="1430742"/>
                  </a:lnTo>
                  <a:lnTo>
                    <a:pt x="5098647" y="1430742"/>
                  </a:lnTo>
                  <a:lnTo>
                    <a:pt x="5097986" y="1430742"/>
                  </a:lnTo>
                  <a:lnTo>
                    <a:pt x="5097326" y="1430742"/>
                  </a:lnTo>
                  <a:lnTo>
                    <a:pt x="5096665" y="1430742"/>
                  </a:lnTo>
                  <a:lnTo>
                    <a:pt x="5096005" y="1430742"/>
                  </a:lnTo>
                  <a:lnTo>
                    <a:pt x="5095344" y="1430742"/>
                  </a:lnTo>
                  <a:lnTo>
                    <a:pt x="5094684" y="1430742"/>
                  </a:lnTo>
                  <a:lnTo>
                    <a:pt x="5094023" y="1430742"/>
                  </a:lnTo>
                  <a:lnTo>
                    <a:pt x="5093363" y="1430742"/>
                  </a:lnTo>
                  <a:lnTo>
                    <a:pt x="5092702" y="1430742"/>
                  </a:lnTo>
                  <a:lnTo>
                    <a:pt x="5092042" y="1430742"/>
                  </a:lnTo>
                  <a:lnTo>
                    <a:pt x="5091381" y="1430742"/>
                  </a:lnTo>
                  <a:lnTo>
                    <a:pt x="5090720" y="1430742"/>
                  </a:lnTo>
                  <a:lnTo>
                    <a:pt x="5090060" y="1430742"/>
                  </a:lnTo>
                  <a:lnTo>
                    <a:pt x="5089399" y="1430742"/>
                  </a:lnTo>
                  <a:lnTo>
                    <a:pt x="5088739" y="1430742"/>
                  </a:lnTo>
                  <a:lnTo>
                    <a:pt x="5088078" y="1430742"/>
                  </a:lnTo>
                  <a:lnTo>
                    <a:pt x="5087418" y="1430742"/>
                  </a:lnTo>
                  <a:lnTo>
                    <a:pt x="5086757" y="1430742"/>
                  </a:lnTo>
                  <a:lnTo>
                    <a:pt x="5086097" y="1430742"/>
                  </a:lnTo>
                  <a:lnTo>
                    <a:pt x="5085436" y="1430742"/>
                  </a:lnTo>
                  <a:lnTo>
                    <a:pt x="5084776" y="1430742"/>
                  </a:lnTo>
                  <a:lnTo>
                    <a:pt x="5084115" y="1430742"/>
                  </a:lnTo>
                  <a:lnTo>
                    <a:pt x="5083455" y="1430742"/>
                  </a:lnTo>
                  <a:lnTo>
                    <a:pt x="5082794" y="1430742"/>
                  </a:lnTo>
                  <a:lnTo>
                    <a:pt x="5082134" y="1430742"/>
                  </a:lnTo>
                  <a:lnTo>
                    <a:pt x="5081473" y="1430742"/>
                  </a:lnTo>
                  <a:lnTo>
                    <a:pt x="5080812" y="1430742"/>
                  </a:lnTo>
                  <a:lnTo>
                    <a:pt x="5080152" y="1430742"/>
                  </a:lnTo>
                  <a:lnTo>
                    <a:pt x="5079491" y="1430742"/>
                  </a:lnTo>
                  <a:lnTo>
                    <a:pt x="5078831" y="1430742"/>
                  </a:lnTo>
                  <a:lnTo>
                    <a:pt x="5078170" y="1430742"/>
                  </a:lnTo>
                  <a:lnTo>
                    <a:pt x="5077510" y="1430742"/>
                  </a:lnTo>
                  <a:lnTo>
                    <a:pt x="5076849" y="1430742"/>
                  </a:lnTo>
                  <a:lnTo>
                    <a:pt x="5076189" y="1430742"/>
                  </a:lnTo>
                  <a:lnTo>
                    <a:pt x="5075528" y="1430742"/>
                  </a:lnTo>
                  <a:lnTo>
                    <a:pt x="5074868" y="1430742"/>
                  </a:lnTo>
                  <a:lnTo>
                    <a:pt x="5074207" y="1430742"/>
                  </a:lnTo>
                  <a:lnTo>
                    <a:pt x="5073547" y="1430742"/>
                  </a:lnTo>
                  <a:lnTo>
                    <a:pt x="5072886" y="1430742"/>
                  </a:lnTo>
                  <a:lnTo>
                    <a:pt x="5072226" y="1430742"/>
                  </a:lnTo>
                  <a:lnTo>
                    <a:pt x="5071565" y="1430742"/>
                  </a:lnTo>
                  <a:lnTo>
                    <a:pt x="5070904" y="1430742"/>
                  </a:lnTo>
                  <a:lnTo>
                    <a:pt x="5070244" y="1430742"/>
                  </a:lnTo>
                  <a:lnTo>
                    <a:pt x="5069583" y="1430742"/>
                  </a:lnTo>
                  <a:lnTo>
                    <a:pt x="5068923" y="1430742"/>
                  </a:lnTo>
                  <a:lnTo>
                    <a:pt x="5068262" y="1430742"/>
                  </a:lnTo>
                  <a:lnTo>
                    <a:pt x="5067602" y="1430742"/>
                  </a:lnTo>
                  <a:lnTo>
                    <a:pt x="5066941" y="1430742"/>
                  </a:lnTo>
                  <a:lnTo>
                    <a:pt x="5066281" y="1430742"/>
                  </a:lnTo>
                  <a:lnTo>
                    <a:pt x="5065620" y="1430742"/>
                  </a:lnTo>
                  <a:lnTo>
                    <a:pt x="5064960" y="1430742"/>
                  </a:lnTo>
                  <a:lnTo>
                    <a:pt x="5064299" y="1430742"/>
                  </a:lnTo>
                  <a:lnTo>
                    <a:pt x="5063639" y="1430742"/>
                  </a:lnTo>
                  <a:lnTo>
                    <a:pt x="5062978" y="1430742"/>
                  </a:lnTo>
                  <a:lnTo>
                    <a:pt x="5062318" y="1430742"/>
                  </a:lnTo>
                  <a:lnTo>
                    <a:pt x="5061657" y="1430742"/>
                  </a:lnTo>
                  <a:lnTo>
                    <a:pt x="5060996" y="1430742"/>
                  </a:lnTo>
                  <a:lnTo>
                    <a:pt x="5060336" y="1430742"/>
                  </a:lnTo>
                  <a:lnTo>
                    <a:pt x="5059675" y="1430742"/>
                  </a:lnTo>
                  <a:lnTo>
                    <a:pt x="5059015" y="1430742"/>
                  </a:lnTo>
                  <a:lnTo>
                    <a:pt x="5058354" y="1430742"/>
                  </a:lnTo>
                  <a:lnTo>
                    <a:pt x="5057694" y="1430742"/>
                  </a:lnTo>
                  <a:lnTo>
                    <a:pt x="5057033" y="1430742"/>
                  </a:lnTo>
                  <a:lnTo>
                    <a:pt x="5056373" y="1430742"/>
                  </a:lnTo>
                  <a:lnTo>
                    <a:pt x="5055712" y="1430742"/>
                  </a:lnTo>
                  <a:lnTo>
                    <a:pt x="5055052" y="1430742"/>
                  </a:lnTo>
                  <a:lnTo>
                    <a:pt x="5054391" y="1430742"/>
                  </a:lnTo>
                  <a:lnTo>
                    <a:pt x="5053731" y="1430742"/>
                  </a:lnTo>
                  <a:lnTo>
                    <a:pt x="5053070" y="1430742"/>
                  </a:lnTo>
                  <a:lnTo>
                    <a:pt x="5052410" y="1430742"/>
                  </a:lnTo>
                  <a:lnTo>
                    <a:pt x="5051749" y="1430742"/>
                  </a:lnTo>
                  <a:lnTo>
                    <a:pt x="5051089" y="1430742"/>
                  </a:lnTo>
                  <a:lnTo>
                    <a:pt x="5050428" y="1430742"/>
                  </a:lnTo>
                  <a:lnTo>
                    <a:pt x="5049767" y="1430742"/>
                  </a:lnTo>
                  <a:lnTo>
                    <a:pt x="5049107" y="1430742"/>
                  </a:lnTo>
                  <a:lnTo>
                    <a:pt x="5048446" y="1430742"/>
                  </a:lnTo>
                  <a:lnTo>
                    <a:pt x="5047786" y="1430742"/>
                  </a:lnTo>
                  <a:lnTo>
                    <a:pt x="5047125" y="1430742"/>
                  </a:lnTo>
                  <a:lnTo>
                    <a:pt x="5046465" y="1430742"/>
                  </a:lnTo>
                  <a:lnTo>
                    <a:pt x="5045804" y="1430742"/>
                  </a:lnTo>
                  <a:lnTo>
                    <a:pt x="5045144" y="1430742"/>
                  </a:lnTo>
                  <a:lnTo>
                    <a:pt x="5044483" y="1430742"/>
                  </a:lnTo>
                  <a:lnTo>
                    <a:pt x="5043823" y="1430742"/>
                  </a:lnTo>
                  <a:lnTo>
                    <a:pt x="5043162" y="1430742"/>
                  </a:lnTo>
                  <a:lnTo>
                    <a:pt x="5042502" y="1430742"/>
                  </a:lnTo>
                  <a:lnTo>
                    <a:pt x="5041841" y="1430742"/>
                  </a:lnTo>
                  <a:lnTo>
                    <a:pt x="5041181" y="1430742"/>
                  </a:lnTo>
                  <a:lnTo>
                    <a:pt x="5040520" y="1430742"/>
                  </a:lnTo>
                  <a:lnTo>
                    <a:pt x="5039859" y="1430742"/>
                  </a:lnTo>
                  <a:lnTo>
                    <a:pt x="5039199" y="1430742"/>
                  </a:lnTo>
                  <a:lnTo>
                    <a:pt x="5038538" y="1430742"/>
                  </a:lnTo>
                  <a:lnTo>
                    <a:pt x="5037878" y="1430742"/>
                  </a:lnTo>
                  <a:lnTo>
                    <a:pt x="5037217" y="1430742"/>
                  </a:lnTo>
                  <a:lnTo>
                    <a:pt x="5036557" y="1430742"/>
                  </a:lnTo>
                  <a:lnTo>
                    <a:pt x="5035896" y="1430742"/>
                  </a:lnTo>
                  <a:lnTo>
                    <a:pt x="5035236" y="1430742"/>
                  </a:lnTo>
                  <a:lnTo>
                    <a:pt x="5034575" y="1430742"/>
                  </a:lnTo>
                  <a:lnTo>
                    <a:pt x="5033915" y="1430742"/>
                  </a:lnTo>
                  <a:lnTo>
                    <a:pt x="5033254" y="1430742"/>
                  </a:lnTo>
                  <a:lnTo>
                    <a:pt x="5032594" y="1430742"/>
                  </a:lnTo>
                  <a:lnTo>
                    <a:pt x="5031933" y="1430742"/>
                  </a:lnTo>
                  <a:lnTo>
                    <a:pt x="5031273" y="1430742"/>
                  </a:lnTo>
                  <a:lnTo>
                    <a:pt x="5030612" y="1430742"/>
                  </a:lnTo>
                  <a:lnTo>
                    <a:pt x="5029951" y="1430742"/>
                  </a:lnTo>
                  <a:lnTo>
                    <a:pt x="5029291" y="1430742"/>
                  </a:lnTo>
                  <a:lnTo>
                    <a:pt x="5028630" y="1430742"/>
                  </a:lnTo>
                  <a:lnTo>
                    <a:pt x="5027970" y="1430742"/>
                  </a:lnTo>
                  <a:lnTo>
                    <a:pt x="5027309" y="1430742"/>
                  </a:lnTo>
                  <a:lnTo>
                    <a:pt x="5026649" y="1430742"/>
                  </a:lnTo>
                  <a:lnTo>
                    <a:pt x="5025988" y="1430742"/>
                  </a:lnTo>
                  <a:lnTo>
                    <a:pt x="5025328" y="1430742"/>
                  </a:lnTo>
                  <a:lnTo>
                    <a:pt x="5024667" y="1430742"/>
                  </a:lnTo>
                  <a:lnTo>
                    <a:pt x="5024007" y="1430742"/>
                  </a:lnTo>
                  <a:lnTo>
                    <a:pt x="5023346" y="1430742"/>
                  </a:lnTo>
                  <a:lnTo>
                    <a:pt x="5022686" y="1430742"/>
                  </a:lnTo>
                  <a:lnTo>
                    <a:pt x="5022025" y="1430742"/>
                  </a:lnTo>
                  <a:lnTo>
                    <a:pt x="5021365" y="1430742"/>
                  </a:lnTo>
                  <a:lnTo>
                    <a:pt x="5020704" y="1430742"/>
                  </a:lnTo>
                  <a:lnTo>
                    <a:pt x="5020044" y="1430742"/>
                  </a:lnTo>
                  <a:lnTo>
                    <a:pt x="5019383" y="1430742"/>
                  </a:lnTo>
                  <a:lnTo>
                    <a:pt x="5018722" y="1430742"/>
                  </a:lnTo>
                  <a:lnTo>
                    <a:pt x="5018062" y="1430742"/>
                  </a:lnTo>
                  <a:lnTo>
                    <a:pt x="5017401" y="1430742"/>
                  </a:lnTo>
                  <a:lnTo>
                    <a:pt x="5016741" y="1430742"/>
                  </a:lnTo>
                  <a:lnTo>
                    <a:pt x="5016080" y="1430742"/>
                  </a:lnTo>
                  <a:lnTo>
                    <a:pt x="5015420" y="1430742"/>
                  </a:lnTo>
                  <a:lnTo>
                    <a:pt x="5014759" y="1430742"/>
                  </a:lnTo>
                  <a:lnTo>
                    <a:pt x="5014099" y="1430742"/>
                  </a:lnTo>
                  <a:lnTo>
                    <a:pt x="5013438" y="1430742"/>
                  </a:lnTo>
                  <a:lnTo>
                    <a:pt x="5012778" y="1430742"/>
                  </a:lnTo>
                  <a:lnTo>
                    <a:pt x="5012117" y="1430742"/>
                  </a:lnTo>
                  <a:lnTo>
                    <a:pt x="5011457" y="1430742"/>
                  </a:lnTo>
                  <a:lnTo>
                    <a:pt x="5010796" y="1430742"/>
                  </a:lnTo>
                  <a:lnTo>
                    <a:pt x="5010136" y="1430742"/>
                  </a:lnTo>
                  <a:lnTo>
                    <a:pt x="5009475" y="1430742"/>
                  </a:lnTo>
                  <a:lnTo>
                    <a:pt x="5008814" y="1430742"/>
                  </a:lnTo>
                  <a:lnTo>
                    <a:pt x="5008154" y="1430742"/>
                  </a:lnTo>
                  <a:lnTo>
                    <a:pt x="5007493" y="1430742"/>
                  </a:lnTo>
                  <a:lnTo>
                    <a:pt x="5006833" y="1430742"/>
                  </a:lnTo>
                  <a:lnTo>
                    <a:pt x="5006172" y="1430742"/>
                  </a:lnTo>
                  <a:lnTo>
                    <a:pt x="5005512" y="1430742"/>
                  </a:lnTo>
                  <a:lnTo>
                    <a:pt x="5004851" y="1430742"/>
                  </a:lnTo>
                  <a:lnTo>
                    <a:pt x="5004191" y="1430742"/>
                  </a:lnTo>
                  <a:lnTo>
                    <a:pt x="5003530" y="1430742"/>
                  </a:lnTo>
                  <a:lnTo>
                    <a:pt x="5002870" y="1430742"/>
                  </a:lnTo>
                  <a:lnTo>
                    <a:pt x="5002209" y="1430742"/>
                  </a:lnTo>
                  <a:lnTo>
                    <a:pt x="5001549" y="1430742"/>
                  </a:lnTo>
                  <a:lnTo>
                    <a:pt x="5000888" y="1430742"/>
                  </a:lnTo>
                  <a:lnTo>
                    <a:pt x="5000228" y="1430742"/>
                  </a:lnTo>
                  <a:lnTo>
                    <a:pt x="4999567" y="1430742"/>
                  </a:lnTo>
                  <a:lnTo>
                    <a:pt x="4998906" y="1430742"/>
                  </a:lnTo>
                  <a:lnTo>
                    <a:pt x="4998246" y="1430742"/>
                  </a:lnTo>
                  <a:lnTo>
                    <a:pt x="4997585" y="1430742"/>
                  </a:lnTo>
                  <a:lnTo>
                    <a:pt x="4996925" y="1430742"/>
                  </a:lnTo>
                  <a:lnTo>
                    <a:pt x="4996264" y="1430742"/>
                  </a:lnTo>
                  <a:lnTo>
                    <a:pt x="4995604" y="1430742"/>
                  </a:lnTo>
                  <a:lnTo>
                    <a:pt x="4994943" y="1430742"/>
                  </a:lnTo>
                  <a:lnTo>
                    <a:pt x="4994283" y="1430742"/>
                  </a:lnTo>
                  <a:lnTo>
                    <a:pt x="4993622" y="1430742"/>
                  </a:lnTo>
                  <a:lnTo>
                    <a:pt x="4992962" y="1430742"/>
                  </a:lnTo>
                  <a:lnTo>
                    <a:pt x="4992301" y="1430742"/>
                  </a:lnTo>
                  <a:lnTo>
                    <a:pt x="4991641" y="1430742"/>
                  </a:lnTo>
                  <a:lnTo>
                    <a:pt x="4990980" y="1430742"/>
                  </a:lnTo>
                  <a:lnTo>
                    <a:pt x="4990320" y="1430742"/>
                  </a:lnTo>
                  <a:lnTo>
                    <a:pt x="4989659" y="1430742"/>
                  </a:lnTo>
                  <a:lnTo>
                    <a:pt x="4988998" y="1430742"/>
                  </a:lnTo>
                  <a:lnTo>
                    <a:pt x="4988338" y="1430742"/>
                  </a:lnTo>
                  <a:lnTo>
                    <a:pt x="4987677" y="1430742"/>
                  </a:lnTo>
                  <a:lnTo>
                    <a:pt x="4987017" y="1430742"/>
                  </a:lnTo>
                  <a:lnTo>
                    <a:pt x="4986356" y="1430742"/>
                  </a:lnTo>
                  <a:lnTo>
                    <a:pt x="4985696" y="1430742"/>
                  </a:lnTo>
                  <a:lnTo>
                    <a:pt x="4985035" y="1430742"/>
                  </a:lnTo>
                  <a:lnTo>
                    <a:pt x="4984375" y="1430742"/>
                  </a:lnTo>
                  <a:lnTo>
                    <a:pt x="4983714" y="1430742"/>
                  </a:lnTo>
                  <a:lnTo>
                    <a:pt x="4983054" y="1430742"/>
                  </a:lnTo>
                  <a:lnTo>
                    <a:pt x="4982393" y="1430742"/>
                  </a:lnTo>
                  <a:lnTo>
                    <a:pt x="4981733" y="1430742"/>
                  </a:lnTo>
                  <a:lnTo>
                    <a:pt x="4981072" y="1430742"/>
                  </a:lnTo>
                  <a:lnTo>
                    <a:pt x="4980412" y="1430742"/>
                  </a:lnTo>
                  <a:lnTo>
                    <a:pt x="4979751" y="1430742"/>
                  </a:lnTo>
                  <a:lnTo>
                    <a:pt x="4979091" y="1430742"/>
                  </a:lnTo>
                  <a:lnTo>
                    <a:pt x="4978430" y="1430742"/>
                  </a:lnTo>
                  <a:lnTo>
                    <a:pt x="4977769" y="1430742"/>
                  </a:lnTo>
                  <a:lnTo>
                    <a:pt x="4977109" y="1430742"/>
                  </a:lnTo>
                  <a:lnTo>
                    <a:pt x="4976448" y="1430742"/>
                  </a:lnTo>
                  <a:lnTo>
                    <a:pt x="4975788" y="1430742"/>
                  </a:lnTo>
                  <a:lnTo>
                    <a:pt x="4975127" y="1430742"/>
                  </a:lnTo>
                  <a:lnTo>
                    <a:pt x="4974467" y="1430742"/>
                  </a:lnTo>
                  <a:lnTo>
                    <a:pt x="4973806" y="1430742"/>
                  </a:lnTo>
                  <a:lnTo>
                    <a:pt x="4973146" y="1430742"/>
                  </a:lnTo>
                  <a:lnTo>
                    <a:pt x="4972485" y="1430742"/>
                  </a:lnTo>
                  <a:lnTo>
                    <a:pt x="4971825" y="1430742"/>
                  </a:lnTo>
                  <a:lnTo>
                    <a:pt x="4971164" y="1430742"/>
                  </a:lnTo>
                  <a:lnTo>
                    <a:pt x="4970504" y="1430742"/>
                  </a:lnTo>
                  <a:lnTo>
                    <a:pt x="4969843" y="1430742"/>
                  </a:lnTo>
                  <a:lnTo>
                    <a:pt x="4969183" y="1430742"/>
                  </a:lnTo>
                  <a:lnTo>
                    <a:pt x="4968522" y="1430742"/>
                  </a:lnTo>
                  <a:lnTo>
                    <a:pt x="4967861" y="1430742"/>
                  </a:lnTo>
                  <a:lnTo>
                    <a:pt x="4967201" y="1430742"/>
                  </a:lnTo>
                  <a:lnTo>
                    <a:pt x="4966540" y="1430742"/>
                  </a:lnTo>
                  <a:lnTo>
                    <a:pt x="4965880" y="1430742"/>
                  </a:lnTo>
                  <a:lnTo>
                    <a:pt x="4965219" y="1430742"/>
                  </a:lnTo>
                  <a:lnTo>
                    <a:pt x="4964559" y="1430742"/>
                  </a:lnTo>
                  <a:lnTo>
                    <a:pt x="4963898" y="1430742"/>
                  </a:lnTo>
                  <a:lnTo>
                    <a:pt x="4963238" y="1430742"/>
                  </a:lnTo>
                  <a:lnTo>
                    <a:pt x="4962577" y="1430742"/>
                  </a:lnTo>
                  <a:lnTo>
                    <a:pt x="4961917" y="1430742"/>
                  </a:lnTo>
                  <a:lnTo>
                    <a:pt x="4961256" y="1430742"/>
                  </a:lnTo>
                  <a:lnTo>
                    <a:pt x="4960596" y="1430742"/>
                  </a:lnTo>
                  <a:lnTo>
                    <a:pt x="4959935" y="1430742"/>
                  </a:lnTo>
                  <a:lnTo>
                    <a:pt x="4959275" y="1430742"/>
                  </a:lnTo>
                  <a:lnTo>
                    <a:pt x="4958614" y="1430742"/>
                  </a:lnTo>
                  <a:lnTo>
                    <a:pt x="4957953" y="1430742"/>
                  </a:lnTo>
                  <a:lnTo>
                    <a:pt x="4957293" y="1430742"/>
                  </a:lnTo>
                  <a:lnTo>
                    <a:pt x="4956632" y="1430742"/>
                  </a:lnTo>
                  <a:lnTo>
                    <a:pt x="4955972" y="1430742"/>
                  </a:lnTo>
                  <a:lnTo>
                    <a:pt x="4955311" y="1430742"/>
                  </a:lnTo>
                  <a:lnTo>
                    <a:pt x="4954651" y="1430742"/>
                  </a:lnTo>
                  <a:lnTo>
                    <a:pt x="4953990" y="1430742"/>
                  </a:lnTo>
                  <a:lnTo>
                    <a:pt x="4953330" y="1430742"/>
                  </a:lnTo>
                  <a:lnTo>
                    <a:pt x="4952669" y="1430742"/>
                  </a:lnTo>
                  <a:lnTo>
                    <a:pt x="4952009" y="1430742"/>
                  </a:lnTo>
                  <a:lnTo>
                    <a:pt x="4951348" y="1430742"/>
                  </a:lnTo>
                  <a:lnTo>
                    <a:pt x="4950688" y="1430742"/>
                  </a:lnTo>
                  <a:lnTo>
                    <a:pt x="4950027" y="1430742"/>
                  </a:lnTo>
                  <a:lnTo>
                    <a:pt x="4949367" y="1430742"/>
                  </a:lnTo>
                  <a:lnTo>
                    <a:pt x="4948706" y="1430742"/>
                  </a:lnTo>
                  <a:lnTo>
                    <a:pt x="4948046" y="1430742"/>
                  </a:lnTo>
                  <a:lnTo>
                    <a:pt x="4947385" y="1430742"/>
                  </a:lnTo>
                  <a:lnTo>
                    <a:pt x="4946724" y="1430742"/>
                  </a:lnTo>
                  <a:lnTo>
                    <a:pt x="4946064" y="1430742"/>
                  </a:lnTo>
                  <a:lnTo>
                    <a:pt x="4945403" y="1430742"/>
                  </a:lnTo>
                  <a:lnTo>
                    <a:pt x="4944743" y="1430742"/>
                  </a:lnTo>
                  <a:lnTo>
                    <a:pt x="4944082" y="1430742"/>
                  </a:lnTo>
                  <a:lnTo>
                    <a:pt x="4943422" y="1430742"/>
                  </a:lnTo>
                  <a:lnTo>
                    <a:pt x="4942761" y="1430742"/>
                  </a:lnTo>
                  <a:lnTo>
                    <a:pt x="4942101" y="1430742"/>
                  </a:lnTo>
                  <a:lnTo>
                    <a:pt x="4941440" y="1430742"/>
                  </a:lnTo>
                  <a:lnTo>
                    <a:pt x="4940780" y="1430742"/>
                  </a:lnTo>
                  <a:lnTo>
                    <a:pt x="4940119" y="1430742"/>
                  </a:lnTo>
                  <a:lnTo>
                    <a:pt x="4939459" y="1430742"/>
                  </a:lnTo>
                  <a:lnTo>
                    <a:pt x="4938798" y="1430742"/>
                  </a:lnTo>
                  <a:lnTo>
                    <a:pt x="4938138" y="1430742"/>
                  </a:lnTo>
                  <a:lnTo>
                    <a:pt x="4937477" y="1430742"/>
                  </a:lnTo>
                  <a:lnTo>
                    <a:pt x="4936816" y="1430742"/>
                  </a:lnTo>
                  <a:lnTo>
                    <a:pt x="4936156" y="1430742"/>
                  </a:lnTo>
                  <a:lnTo>
                    <a:pt x="4935495" y="1430742"/>
                  </a:lnTo>
                  <a:lnTo>
                    <a:pt x="4934835" y="1430742"/>
                  </a:lnTo>
                  <a:lnTo>
                    <a:pt x="4934174" y="1430742"/>
                  </a:lnTo>
                  <a:lnTo>
                    <a:pt x="4933514" y="1430742"/>
                  </a:lnTo>
                  <a:lnTo>
                    <a:pt x="4932853" y="1430742"/>
                  </a:lnTo>
                  <a:lnTo>
                    <a:pt x="4932193" y="1430742"/>
                  </a:lnTo>
                  <a:lnTo>
                    <a:pt x="4931532" y="1430742"/>
                  </a:lnTo>
                  <a:lnTo>
                    <a:pt x="4930872" y="1430742"/>
                  </a:lnTo>
                  <a:lnTo>
                    <a:pt x="4930211" y="1430742"/>
                  </a:lnTo>
                  <a:lnTo>
                    <a:pt x="4929551" y="1430742"/>
                  </a:lnTo>
                  <a:lnTo>
                    <a:pt x="4928890" y="1430742"/>
                  </a:lnTo>
                  <a:lnTo>
                    <a:pt x="4928230" y="1430742"/>
                  </a:lnTo>
                  <a:lnTo>
                    <a:pt x="4927569" y="1430742"/>
                  </a:lnTo>
                  <a:lnTo>
                    <a:pt x="4926908" y="1430742"/>
                  </a:lnTo>
                  <a:lnTo>
                    <a:pt x="4926248" y="1430742"/>
                  </a:lnTo>
                  <a:lnTo>
                    <a:pt x="4925587" y="1430742"/>
                  </a:lnTo>
                  <a:lnTo>
                    <a:pt x="4924927" y="1430742"/>
                  </a:lnTo>
                  <a:lnTo>
                    <a:pt x="4924266" y="1430742"/>
                  </a:lnTo>
                  <a:lnTo>
                    <a:pt x="4923606" y="1430742"/>
                  </a:lnTo>
                  <a:lnTo>
                    <a:pt x="4922945" y="1430742"/>
                  </a:lnTo>
                  <a:lnTo>
                    <a:pt x="4922285" y="1430742"/>
                  </a:lnTo>
                  <a:lnTo>
                    <a:pt x="4921624" y="1430742"/>
                  </a:lnTo>
                  <a:lnTo>
                    <a:pt x="4920964" y="1430742"/>
                  </a:lnTo>
                  <a:lnTo>
                    <a:pt x="4920303" y="1430742"/>
                  </a:lnTo>
                  <a:lnTo>
                    <a:pt x="4919643" y="1430742"/>
                  </a:lnTo>
                  <a:lnTo>
                    <a:pt x="4918982" y="1430742"/>
                  </a:lnTo>
                  <a:lnTo>
                    <a:pt x="4918322" y="1430742"/>
                  </a:lnTo>
                  <a:lnTo>
                    <a:pt x="4917661" y="1430742"/>
                  </a:lnTo>
                  <a:lnTo>
                    <a:pt x="4917001" y="1430742"/>
                  </a:lnTo>
                  <a:lnTo>
                    <a:pt x="4916340" y="1430742"/>
                  </a:lnTo>
                  <a:lnTo>
                    <a:pt x="4915679" y="1430742"/>
                  </a:lnTo>
                  <a:lnTo>
                    <a:pt x="4915019" y="1430742"/>
                  </a:lnTo>
                  <a:lnTo>
                    <a:pt x="4914358" y="1430742"/>
                  </a:lnTo>
                  <a:lnTo>
                    <a:pt x="4913698" y="1430742"/>
                  </a:lnTo>
                  <a:lnTo>
                    <a:pt x="4913037" y="1430742"/>
                  </a:lnTo>
                  <a:lnTo>
                    <a:pt x="4912377" y="1430742"/>
                  </a:lnTo>
                  <a:lnTo>
                    <a:pt x="4911716" y="1430742"/>
                  </a:lnTo>
                  <a:lnTo>
                    <a:pt x="4911056" y="1430742"/>
                  </a:lnTo>
                  <a:lnTo>
                    <a:pt x="4910395" y="1430742"/>
                  </a:lnTo>
                  <a:lnTo>
                    <a:pt x="4909735" y="1430742"/>
                  </a:lnTo>
                  <a:lnTo>
                    <a:pt x="4909074" y="1430742"/>
                  </a:lnTo>
                  <a:lnTo>
                    <a:pt x="4908414" y="1430742"/>
                  </a:lnTo>
                  <a:lnTo>
                    <a:pt x="4907753" y="1430742"/>
                  </a:lnTo>
                  <a:lnTo>
                    <a:pt x="4907093" y="1430742"/>
                  </a:lnTo>
                  <a:lnTo>
                    <a:pt x="4906432" y="1430742"/>
                  </a:lnTo>
                  <a:lnTo>
                    <a:pt x="4905771" y="1430742"/>
                  </a:lnTo>
                  <a:lnTo>
                    <a:pt x="4905111" y="1430742"/>
                  </a:lnTo>
                  <a:lnTo>
                    <a:pt x="4904450" y="1430742"/>
                  </a:lnTo>
                  <a:lnTo>
                    <a:pt x="4903790" y="1430742"/>
                  </a:lnTo>
                  <a:lnTo>
                    <a:pt x="4903129" y="1430742"/>
                  </a:lnTo>
                  <a:lnTo>
                    <a:pt x="4902469" y="1430742"/>
                  </a:lnTo>
                  <a:lnTo>
                    <a:pt x="4901808" y="1430742"/>
                  </a:lnTo>
                  <a:lnTo>
                    <a:pt x="4901148" y="1430742"/>
                  </a:lnTo>
                  <a:lnTo>
                    <a:pt x="4900487" y="1430742"/>
                  </a:lnTo>
                  <a:lnTo>
                    <a:pt x="4899827" y="1430742"/>
                  </a:lnTo>
                  <a:lnTo>
                    <a:pt x="4899166" y="1430742"/>
                  </a:lnTo>
                  <a:lnTo>
                    <a:pt x="4898506" y="1430742"/>
                  </a:lnTo>
                  <a:lnTo>
                    <a:pt x="4897845" y="1430742"/>
                  </a:lnTo>
                  <a:lnTo>
                    <a:pt x="4897185" y="1430742"/>
                  </a:lnTo>
                  <a:lnTo>
                    <a:pt x="4896524" y="1430742"/>
                  </a:lnTo>
                  <a:lnTo>
                    <a:pt x="4895863" y="1430742"/>
                  </a:lnTo>
                  <a:lnTo>
                    <a:pt x="4895203" y="1430742"/>
                  </a:lnTo>
                  <a:lnTo>
                    <a:pt x="4894542" y="1430742"/>
                  </a:lnTo>
                  <a:lnTo>
                    <a:pt x="4893882" y="1430742"/>
                  </a:lnTo>
                  <a:lnTo>
                    <a:pt x="4893221" y="1430742"/>
                  </a:lnTo>
                  <a:lnTo>
                    <a:pt x="4892561" y="1430742"/>
                  </a:lnTo>
                  <a:lnTo>
                    <a:pt x="4891900" y="1430742"/>
                  </a:lnTo>
                  <a:lnTo>
                    <a:pt x="4891240" y="1430742"/>
                  </a:lnTo>
                  <a:lnTo>
                    <a:pt x="4890579" y="1430742"/>
                  </a:lnTo>
                  <a:lnTo>
                    <a:pt x="4889919" y="1430742"/>
                  </a:lnTo>
                  <a:lnTo>
                    <a:pt x="4889258" y="1430742"/>
                  </a:lnTo>
                  <a:lnTo>
                    <a:pt x="4888598" y="1430742"/>
                  </a:lnTo>
                  <a:lnTo>
                    <a:pt x="4887937" y="1430742"/>
                  </a:lnTo>
                  <a:lnTo>
                    <a:pt x="4887277" y="1430742"/>
                  </a:lnTo>
                  <a:lnTo>
                    <a:pt x="4886616" y="1430742"/>
                  </a:lnTo>
                  <a:lnTo>
                    <a:pt x="4885955" y="1430742"/>
                  </a:lnTo>
                  <a:lnTo>
                    <a:pt x="4885295" y="1430742"/>
                  </a:lnTo>
                  <a:lnTo>
                    <a:pt x="4884634" y="1430742"/>
                  </a:lnTo>
                  <a:lnTo>
                    <a:pt x="4883974" y="1430742"/>
                  </a:lnTo>
                  <a:lnTo>
                    <a:pt x="4883313" y="1430742"/>
                  </a:lnTo>
                  <a:lnTo>
                    <a:pt x="4882653" y="1430742"/>
                  </a:lnTo>
                  <a:lnTo>
                    <a:pt x="4881992" y="1430742"/>
                  </a:lnTo>
                  <a:lnTo>
                    <a:pt x="4881332" y="1430742"/>
                  </a:lnTo>
                  <a:lnTo>
                    <a:pt x="4880671" y="1430742"/>
                  </a:lnTo>
                  <a:lnTo>
                    <a:pt x="4880011" y="1430742"/>
                  </a:lnTo>
                  <a:lnTo>
                    <a:pt x="4879350" y="1430742"/>
                  </a:lnTo>
                  <a:lnTo>
                    <a:pt x="4878690" y="1430742"/>
                  </a:lnTo>
                  <a:lnTo>
                    <a:pt x="4878029" y="1430742"/>
                  </a:lnTo>
                  <a:lnTo>
                    <a:pt x="4877369" y="1430742"/>
                  </a:lnTo>
                  <a:lnTo>
                    <a:pt x="4876708" y="1430742"/>
                  </a:lnTo>
                  <a:lnTo>
                    <a:pt x="4876048" y="1430742"/>
                  </a:lnTo>
                  <a:lnTo>
                    <a:pt x="4875387" y="1430742"/>
                  </a:lnTo>
                  <a:lnTo>
                    <a:pt x="4874726" y="1430742"/>
                  </a:lnTo>
                  <a:lnTo>
                    <a:pt x="4874066" y="1430742"/>
                  </a:lnTo>
                  <a:lnTo>
                    <a:pt x="4873405" y="1430742"/>
                  </a:lnTo>
                  <a:lnTo>
                    <a:pt x="4872745" y="1430742"/>
                  </a:lnTo>
                  <a:lnTo>
                    <a:pt x="4872084" y="1430742"/>
                  </a:lnTo>
                  <a:lnTo>
                    <a:pt x="4871424" y="1430742"/>
                  </a:lnTo>
                  <a:lnTo>
                    <a:pt x="4870763" y="1430742"/>
                  </a:lnTo>
                  <a:lnTo>
                    <a:pt x="4870103" y="1430742"/>
                  </a:lnTo>
                  <a:lnTo>
                    <a:pt x="4869442" y="1430742"/>
                  </a:lnTo>
                  <a:lnTo>
                    <a:pt x="4868782" y="1430742"/>
                  </a:lnTo>
                  <a:lnTo>
                    <a:pt x="4868121" y="1430742"/>
                  </a:lnTo>
                  <a:lnTo>
                    <a:pt x="4867461" y="1430742"/>
                  </a:lnTo>
                  <a:lnTo>
                    <a:pt x="4866800" y="1430742"/>
                  </a:lnTo>
                  <a:lnTo>
                    <a:pt x="4866140" y="1430742"/>
                  </a:lnTo>
                  <a:lnTo>
                    <a:pt x="4865479" y="1430742"/>
                  </a:lnTo>
                  <a:lnTo>
                    <a:pt x="4864818" y="1430742"/>
                  </a:lnTo>
                  <a:lnTo>
                    <a:pt x="4864158" y="1430742"/>
                  </a:lnTo>
                  <a:lnTo>
                    <a:pt x="4863497" y="1430742"/>
                  </a:lnTo>
                  <a:lnTo>
                    <a:pt x="4862837" y="1430742"/>
                  </a:lnTo>
                  <a:lnTo>
                    <a:pt x="4862176" y="1430742"/>
                  </a:lnTo>
                  <a:lnTo>
                    <a:pt x="4861516" y="1430742"/>
                  </a:lnTo>
                  <a:lnTo>
                    <a:pt x="4860855" y="1430742"/>
                  </a:lnTo>
                  <a:lnTo>
                    <a:pt x="4860195" y="1430742"/>
                  </a:lnTo>
                  <a:lnTo>
                    <a:pt x="4859534" y="1430742"/>
                  </a:lnTo>
                  <a:lnTo>
                    <a:pt x="4858874" y="1430742"/>
                  </a:lnTo>
                  <a:lnTo>
                    <a:pt x="4858213" y="1430742"/>
                  </a:lnTo>
                  <a:lnTo>
                    <a:pt x="4857553" y="1430742"/>
                  </a:lnTo>
                  <a:lnTo>
                    <a:pt x="4856892" y="1430742"/>
                  </a:lnTo>
                  <a:lnTo>
                    <a:pt x="4856232" y="1430742"/>
                  </a:lnTo>
                  <a:lnTo>
                    <a:pt x="4855571" y="1430742"/>
                  </a:lnTo>
                  <a:lnTo>
                    <a:pt x="4854910" y="1430742"/>
                  </a:lnTo>
                  <a:lnTo>
                    <a:pt x="4854250" y="1430742"/>
                  </a:lnTo>
                  <a:lnTo>
                    <a:pt x="4853589" y="1430742"/>
                  </a:lnTo>
                  <a:lnTo>
                    <a:pt x="4852929" y="1430742"/>
                  </a:lnTo>
                  <a:lnTo>
                    <a:pt x="4852268" y="1430742"/>
                  </a:lnTo>
                  <a:lnTo>
                    <a:pt x="4851608" y="1430742"/>
                  </a:lnTo>
                  <a:lnTo>
                    <a:pt x="4850947" y="1430742"/>
                  </a:lnTo>
                  <a:lnTo>
                    <a:pt x="4850287" y="1430742"/>
                  </a:lnTo>
                  <a:lnTo>
                    <a:pt x="4849626" y="1430742"/>
                  </a:lnTo>
                  <a:lnTo>
                    <a:pt x="4848966" y="1430742"/>
                  </a:lnTo>
                  <a:lnTo>
                    <a:pt x="4848305" y="1430742"/>
                  </a:lnTo>
                  <a:lnTo>
                    <a:pt x="4847645" y="1430742"/>
                  </a:lnTo>
                  <a:lnTo>
                    <a:pt x="4846984" y="1430742"/>
                  </a:lnTo>
                  <a:lnTo>
                    <a:pt x="4846324" y="1430742"/>
                  </a:lnTo>
                  <a:lnTo>
                    <a:pt x="4845663" y="1430742"/>
                  </a:lnTo>
                  <a:lnTo>
                    <a:pt x="4845003" y="1430742"/>
                  </a:lnTo>
                  <a:lnTo>
                    <a:pt x="4844342" y="1430742"/>
                  </a:lnTo>
                  <a:lnTo>
                    <a:pt x="4843681" y="1430742"/>
                  </a:lnTo>
                  <a:lnTo>
                    <a:pt x="4843021" y="1430742"/>
                  </a:lnTo>
                  <a:lnTo>
                    <a:pt x="4842360" y="1430742"/>
                  </a:lnTo>
                  <a:lnTo>
                    <a:pt x="4841700" y="1430742"/>
                  </a:lnTo>
                  <a:lnTo>
                    <a:pt x="4841039" y="1430742"/>
                  </a:lnTo>
                  <a:lnTo>
                    <a:pt x="4840379" y="1430742"/>
                  </a:lnTo>
                  <a:lnTo>
                    <a:pt x="4839718" y="1430742"/>
                  </a:lnTo>
                  <a:lnTo>
                    <a:pt x="4839058" y="1430742"/>
                  </a:lnTo>
                  <a:lnTo>
                    <a:pt x="4838397" y="1430742"/>
                  </a:lnTo>
                  <a:lnTo>
                    <a:pt x="4837737" y="1430742"/>
                  </a:lnTo>
                  <a:lnTo>
                    <a:pt x="4837076" y="1430742"/>
                  </a:lnTo>
                  <a:lnTo>
                    <a:pt x="4836416" y="1430742"/>
                  </a:lnTo>
                  <a:lnTo>
                    <a:pt x="4835755" y="1430742"/>
                  </a:lnTo>
                  <a:lnTo>
                    <a:pt x="4835095" y="1430742"/>
                  </a:lnTo>
                  <a:lnTo>
                    <a:pt x="4834434" y="1430742"/>
                  </a:lnTo>
                  <a:lnTo>
                    <a:pt x="4833773" y="1430742"/>
                  </a:lnTo>
                  <a:lnTo>
                    <a:pt x="4833113" y="1430742"/>
                  </a:lnTo>
                  <a:lnTo>
                    <a:pt x="4832452" y="1430742"/>
                  </a:lnTo>
                  <a:lnTo>
                    <a:pt x="4831792" y="1430742"/>
                  </a:lnTo>
                  <a:lnTo>
                    <a:pt x="4831131" y="1430742"/>
                  </a:lnTo>
                  <a:lnTo>
                    <a:pt x="4830471" y="1430742"/>
                  </a:lnTo>
                  <a:lnTo>
                    <a:pt x="4829810" y="1430742"/>
                  </a:lnTo>
                  <a:lnTo>
                    <a:pt x="4829150" y="1430742"/>
                  </a:lnTo>
                  <a:lnTo>
                    <a:pt x="4828489" y="1430742"/>
                  </a:lnTo>
                  <a:lnTo>
                    <a:pt x="4827829" y="1430742"/>
                  </a:lnTo>
                  <a:lnTo>
                    <a:pt x="4827168" y="1430742"/>
                  </a:lnTo>
                  <a:lnTo>
                    <a:pt x="4826508" y="1430742"/>
                  </a:lnTo>
                  <a:lnTo>
                    <a:pt x="4825847" y="1430742"/>
                  </a:lnTo>
                  <a:lnTo>
                    <a:pt x="4825187" y="1430742"/>
                  </a:lnTo>
                  <a:lnTo>
                    <a:pt x="4824526" y="1430742"/>
                  </a:lnTo>
                  <a:lnTo>
                    <a:pt x="4823865" y="1430742"/>
                  </a:lnTo>
                  <a:lnTo>
                    <a:pt x="4823205" y="1430742"/>
                  </a:lnTo>
                  <a:lnTo>
                    <a:pt x="4822544" y="1430742"/>
                  </a:lnTo>
                  <a:lnTo>
                    <a:pt x="4821884" y="1430742"/>
                  </a:lnTo>
                  <a:lnTo>
                    <a:pt x="4821223" y="1430742"/>
                  </a:lnTo>
                  <a:lnTo>
                    <a:pt x="4820563" y="1430742"/>
                  </a:lnTo>
                  <a:lnTo>
                    <a:pt x="4819902" y="1430742"/>
                  </a:lnTo>
                  <a:lnTo>
                    <a:pt x="4819242" y="1430742"/>
                  </a:lnTo>
                  <a:lnTo>
                    <a:pt x="4818581" y="1430742"/>
                  </a:lnTo>
                  <a:lnTo>
                    <a:pt x="4817921" y="1430742"/>
                  </a:lnTo>
                  <a:lnTo>
                    <a:pt x="4817260" y="1430742"/>
                  </a:lnTo>
                  <a:lnTo>
                    <a:pt x="4816600" y="1430742"/>
                  </a:lnTo>
                  <a:lnTo>
                    <a:pt x="4815939" y="1430742"/>
                  </a:lnTo>
                  <a:lnTo>
                    <a:pt x="4815279" y="1430742"/>
                  </a:lnTo>
                  <a:lnTo>
                    <a:pt x="4814618" y="1430742"/>
                  </a:lnTo>
                  <a:lnTo>
                    <a:pt x="4813957" y="1430742"/>
                  </a:lnTo>
                  <a:lnTo>
                    <a:pt x="4813297" y="1430742"/>
                  </a:lnTo>
                  <a:lnTo>
                    <a:pt x="4812636" y="1430742"/>
                  </a:lnTo>
                  <a:lnTo>
                    <a:pt x="4811976" y="1430742"/>
                  </a:lnTo>
                  <a:lnTo>
                    <a:pt x="4811315" y="1430742"/>
                  </a:lnTo>
                  <a:lnTo>
                    <a:pt x="4810655" y="1430742"/>
                  </a:lnTo>
                  <a:lnTo>
                    <a:pt x="4809994" y="1430742"/>
                  </a:lnTo>
                  <a:lnTo>
                    <a:pt x="4809334" y="1430742"/>
                  </a:lnTo>
                  <a:lnTo>
                    <a:pt x="4808673" y="1430742"/>
                  </a:lnTo>
                  <a:lnTo>
                    <a:pt x="4808013" y="1430742"/>
                  </a:lnTo>
                  <a:lnTo>
                    <a:pt x="4807352" y="1430742"/>
                  </a:lnTo>
                  <a:lnTo>
                    <a:pt x="4806692" y="1430742"/>
                  </a:lnTo>
                  <a:lnTo>
                    <a:pt x="4806031" y="1430742"/>
                  </a:lnTo>
                  <a:lnTo>
                    <a:pt x="4805371" y="1430742"/>
                  </a:lnTo>
                  <a:lnTo>
                    <a:pt x="4804710" y="1430742"/>
                  </a:lnTo>
                  <a:lnTo>
                    <a:pt x="4804050" y="1430742"/>
                  </a:lnTo>
                  <a:lnTo>
                    <a:pt x="4803389" y="1430742"/>
                  </a:lnTo>
                  <a:lnTo>
                    <a:pt x="4802728" y="1430742"/>
                  </a:lnTo>
                  <a:lnTo>
                    <a:pt x="4802068" y="1430742"/>
                  </a:lnTo>
                  <a:lnTo>
                    <a:pt x="4801407" y="1430742"/>
                  </a:lnTo>
                  <a:lnTo>
                    <a:pt x="4800747" y="1430742"/>
                  </a:lnTo>
                  <a:lnTo>
                    <a:pt x="4800086" y="1430742"/>
                  </a:lnTo>
                  <a:lnTo>
                    <a:pt x="4799426" y="1430742"/>
                  </a:lnTo>
                  <a:lnTo>
                    <a:pt x="4798765" y="1430742"/>
                  </a:lnTo>
                  <a:lnTo>
                    <a:pt x="4798105" y="1430742"/>
                  </a:lnTo>
                  <a:lnTo>
                    <a:pt x="4797444" y="1430742"/>
                  </a:lnTo>
                  <a:lnTo>
                    <a:pt x="4796784" y="1430742"/>
                  </a:lnTo>
                  <a:lnTo>
                    <a:pt x="4796123" y="1430742"/>
                  </a:lnTo>
                  <a:lnTo>
                    <a:pt x="4795463" y="1430742"/>
                  </a:lnTo>
                  <a:lnTo>
                    <a:pt x="4794802" y="1430742"/>
                  </a:lnTo>
                  <a:lnTo>
                    <a:pt x="4794142" y="1430742"/>
                  </a:lnTo>
                  <a:lnTo>
                    <a:pt x="4793481" y="1430742"/>
                  </a:lnTo>
                  <a:lnTo>
                    <a:pt x="4792820" y="1430742"/>
                  </a:lnTo>
                  <a:lnTo>
                    <a:pt x="4792160" y="1430742"/>
                  </a:lnTo>
                  <a:lnTo>
                    <a:pt x="4791499" y="1430742"/>
                  </a:lnTo>
                  <a:lnTo>
                    <a:pt x="4790839" y="1430742"/>
                  </a:lnTo>
                  <a:lnTo>
                    <a:pt x="4790178" y="1430742"/>
                  </a:lnTo>
                  <a:lnTo>
                    <a:pt x="4789518" y="1430742"/>
                  </a:lnTo>
                  <a:lnTo>
                    <a:pt x="4788857" y="1430742"/>
                  </a:lnTo>
                  <a:lnTo>
                    <a:pt x="4788197" y="1430742"/>
                  </a:lnTo>
                  <a:lnTo>
                    <a:pt x="4787536" y="1430742"/>
                  </a:lnTo>
                  <a:lnTo>
                    <a:pt x="4786876" y="1430742"/>
                  </a:lnTo>
                  <a:lnTo>
                    <a:pt x="4786215" y="1430742"/>
                  </a:lnTo>
                  <a:lnTo>
                    <a:pt x="4785555" y="1430742"/>
                  </a:lnTo>
                  <a:lnTo>
                    <a:pt x="4784894" y="1430742"/>
                  </a:lnTo>
                  <a:lnTo>
                    <a:pt x="4784234" y="1430742"/>
                  </a:lnTo>
                  <a:lnTo>
                    <a:pt x="4783573" y="1430742"/>
                  </a:lnTo>
                  <a:lnTo>
                    <a:pt x="4782912" y="1430742"/>
                  </a:lnTo>
                  <a:lnTo>
                    <a:pt x="4782252" y="1430742"/>
                  </a:lnTo>
                  <a:lnTo>
                    <a:pt x="4781591" y="1430742"/>
                  </a:lnTo>
                  <a:lnTo>
                    <a:pt x="4780931" y="1430742"/>
                  </a:lnTo>
                  <a:lnTo>
                    <a:pt x="4780270" y="1430742"/>
                  </a:lnTo>
                  <a:lnTo>
                    <a:pt x="4779610" y="1430742"/>
                  </a:lnTo>
                  <a:lnTo>
                    <a:pt x="4778949" y="1430742"/>
                  </a:lnTo>
                  <a:lnTo>
                    <a:pt x="4778289" y="1430742"/>
                  </a:lnTo>
                  <a:lnTo>
                    <a:pt x="4777628" y="1430742"/>
                  </a:lnTo>
                  <a:lnTo>
                    <a:pt x="4776968" y="1430742"/>
                  </a:lnTo>
                  <a:lnTo>
                    <a:pt x="4776307" y="1430742"/>
                  </a:lnTo>
                  <a:lnTo>
                    <a:pt x="4775647" y="1430742"/>
                  </a:lnTo>
                  <a:lnTo>
                    <a:pt x="4774986" y="1430742"/>
                  </a:lnTo>
                  <a:lnTo>
                    <a:pt x="4774326" y="1430742"/>
                  </a:lnTo>
                  <a:lnTo>
                    <a:pt x="4773665" y="1430742"/>
                  </a:lnTo>
                  <a:lnTo>
                    <a:pt x="4773005" y="1430742"/>
                  </a:lnTo>
                  <a:lnTo>
                    <a:pt x="4772344" y="1430742"/>
                  </a:lnTo>
                  <a:lnTo>
                    <a:pt x="4771683" y="1430742"/>
                  </a:lnTo>
                  <a:lnTo>
                    <a:pt x="4771023" y="1430742"/>
                  </a:lnTo>
                  <a:lnTo>
                    <a:pt x="4770362" y="1430742"/>
                  </a:lnTo>
                  <a:lnTo>
                    <a:pt x="4769702" y="1430742"/>
                  </a:lnTo>
                  <a:lnTo>
                    <a:pt x="4769041" y="1430742"/>
                  </a:lnTo>
                  <a:lnTo>
                    <a:pt x="4768381" y="1430742"/>
                  </a:lnTo>
                  <a:lnTo>
                    <a:pt x="4767720" y="1430742"/>
                  </a:lnTo>
                  <a:lnTo>
                    <a:pt x="4767060" y="1430742"/>
                  </a:lnTo>
                  <a:lnTo>
                    <a:pt x="4766399" y="1430742"/>
                  </a:lnTo>
                  <a:lnTo>
                    <a:pt x="4765739" y="1430742"/>
                  </a:lnTo>
                  <a:lnTo>
                    <a:pt x="4765078" y="1430742"/>
                  </a:lnTo>
                  <a:lnTo>
                    <a:pt x="4764418" y="1430742"/>
                  </a:lnTo>
                  <a:lnTo>
                    <a:pt x="4763757" y="1430742"/>
                  </a:lnTo>
                  <a:lnTo>
                    <a:pt x="4763097" y="1430742"/>
                  </a:lnTo>
                  <a:lnTo>
                    <a:pt x="4762436" y="1430742"/>
                  </a:lnTo>
                  <a:lnTo>
                    <a:pt x="4761775" y="1430742"/>
                  </a:lnTo>
                  <a:lnTo>
                    <a:pt x="4761115" y="1430742"/>
                  </a:lnTo>
                  <a:lnTo>
                    <a:pt x="4760454" y="1430742"/>
                  </a:lnTo>
                  <a:lnTo>
                    <a:pt x="4759794" y="1430742"/>
                  </a:lnTo>
                  <a:lnTo>
                    <a:pt x="4759133" y="1430742"/>
                  </a:lnTo>
                  <a:lnTo>
                    <a:pt x="4758473" y="1430742"/>
                  </a:lnTo>
                  <a:lnTo>
                    <a:pt x="4757812" y="1430742"/>
                  </a:lnTo>
                  <a:lnTo>
                    <a:pt x="4757152" y="1430742"/>
                  </a:lnTo>
                  <a:lnTo>
                    <a:pt x="4756491" y="1430742"/>
                  </a:lnTo>
                  <a:lnTo>
                    <a:pt x="4755831" y="1430742"/>
                  </a:lnTo>
                  <a:lnTo>
                    <a:pt x="4755170" y="1430742"/>
                  </a:lnTo>
                  <a:lnTo>
                    <a:pt x="4754510" y="1430742"/>
                  </a:lnTo>
                  <a:lnTo>
                    <a:pt x="4753849" y="1430742"/>
                  </a:lnTo>
                  <a:lnTo>
                    <a:pt x="4753189" y="1430742"/>
                  </a:lnTo>
                  <a:lnTo>
                    <a:pt x="4752528" y="1430742"/>
                  </a:lnTo>
                  <a:lnTo>
                    <a:pt x="4751867" y="1430742"/>
                  </a:lnTo>
                  <a:lnTo>
                    <a:pt x="4751207" y="1430742"/>
                  </a:lnTo>
                  <a:lnTo>
                    <a:pt x="4750546" y="1430742"/>
                  </a:lnTo>
                  <a:lnTo>
                    <a:pt x="4749886" y="1430742"/>
                  </a:lnTo>
                  <a:lnTo>
                    <a:pt x="4749225" y="1430742"/>
                  </a:lnTo>
                  <a:lnTo>
                    <a:pt x="4748565" y="1430742"/>
                  </a:lnTo>
                  <a:lnTo>
                    <a:pt x="4747904" y="1430742"/>
                  </a:lnTo>
                  <a:lnTo>
                    <a:pt x="4747244" y="1430742"/>
                  </a:lnTo>
                  <a:lnTo>
                    <a:pt x="4746583" y="1430742"/>
                  </a:lnTo>
                  <a:lnTo>
                    <a:pt x="4745923" y="1430742"/>
                  </a:lnTo>
                  <a:lnTo>
                    <a:pt x="4745262" y="1430742"/>
                  </a:lnTo>
                  <a:lnTo>
                    <a:pt x="4744602" y="1430742"/>
                  </a:lnTo>
                  <a:lnTo>
                    <a:pt x="4743941" y="1430742"/>
                  </a:lnTo>
                  <a:lnTo>
                    <a:pt x="4743281" y="1430742"/>
                  </a:lnTo>
                  <a:lnTo>
                    <a:pt x="4742620" y="1430742"/>
                  </a:lnTo>
                  <a:lnTo>
                    <a:pt x="4741959" y="1430742"/>
                  </a:lnTo>
                  <a:lnTo>
                    <a:pt x="4741299" y="1430742"/>
                  </a:lnTo>
                  <a:lnTo>
                    <a:pt x="4740638" y="1430742"/>
                  </a:lnTo>
                  <a:lnTo>
                    <a:pt x="4739978" y="1430742"/>
                  </a:lnTo>
                  <a:lnTo>
                    <a:pt x="4739317" y="1430742"/>
                  </a:lnTo>
                  <a:lnTo>
                    <a:pt x="4738657" y="1430742"/>
                  </a:lnTo>
                  <a:lnTo>
                    <a:pt x="4737996" y="1430742"/>
                  </a:lnTo>
                  <a:lnTo>
                    <a:pt x="4737336" y="1430742"/>
                  </a:lnTo>
                  <a:lnTo>
                    <a:pt x="4736675" y="1430742"/>
                  </a:lnTo>
                  <a:lnTo>
                    <a:pt x="4736015" y="1430742"/>
                  </a:lnTo>
                  <a:lnTo>
                    <a:pt x="4735354" y="1430742"/>
                  </a:lnTo>
                  <a:lnTo>
                    <a:pt x="4734694" y="1430742"/>
                  </a:lnTo>
                  <a:lnTo>
                    <a:pt x="4734033" y="1430742"/>
                  </a:lnTo>
                  <a:lnTo>
                    <a:pt x="4733373" y="1430742"/>
                  </a:lnTo>
                  <a:lnTo>
                    <a:pt x="4732712" y="1430742"/>
                  </a:lnTo>
                  <a:lnTo>
                    <a:pt x="4732052" y="1430742"/>
                  </a:lnTo>
                  <a:lnTo>
                    <a:pt x="4731391" y="1430742"/>
                  </a:lnTo>
                  <a:lnTo>
                    <a:pt x="4730730" y="1430742"/>
                  </a:lnTo>
                  <a:lnTo>
                    <a:pt x="4730070" y="1430742"/>
                  </a:lnTo>
                  <a:lnTo>
                    <a:pt x="4729409" y="1430742"/>
                  </a:lnTo>
                  <a:lnTo>
                    <a:pt x="4728749" y="1430742"/>
                  </a:lnTo>
                  <a:lnTo>
                    <a:pt x="4728088" y="1430742"/>
                  </a:lnTo>
                  <a:lnTo>
                    <a:pt x="4727428" y="1430742"/>
                  </a:lnTo>
                  <a:lnTo>
                    <a:pt x="4726767" y="1430742"/>
                  </a:lnTo>
                  <a:lnTo>
                    <a:pt x="4726107" y="1430742"/>
                  </a:lnTo>
                  <a:lnTo>
                    <a:pt x="4725446" y="1430742"/>
                  </a:lnTo>
                  <a:lnTo>
                    <a:pt x="4724786" y="1430742"/>
                  </a:lnTo>
                  <a:lnTo>
                    <a:pt x="4724125" y="1430742"/>
                  </a:lnTo>
                  <a:lnTo>
                    <a:pt x="4723465" y="1430742"/>
                  </a:lnTo>
                  <a:lnTo>
                    <a:pt x="4722804" y="1430742"/>
                  </a:lnTo>
                  <a:lnTo>
                    <a:pt x="4722144" y="1430742"/>
                  </a:lnTo>
                  <a:lnTo>
                    <a:pt x="4721483" y="1430742"/>
                  </a:lnTo>
                  <a:lnTo>
                    <a:pt x="4720822" y="1430742"/>
                  </a:lnTo>
                  <a:lnTo>
                    <a:pt x="4720162" y="1430742"/>
                  </a:lnTo>
                  <a:lnTo>
                    <a:pt x="4719501" y="1430742"/>
                  </a:lnTo>
                  <a:lnTo>
                    <a:pt x="4718841" y="1430742"/>
                  </a:lnTo>
                  <a:lnTo>
                    <a:pt x="4718180" y="1430742"/>
                  </a:lnTo>
                  <a:lnTo>
                    <a:pt x="4717520" y="1430742"/>
                  </a:lnTo>
                  <a:lnTo>
                    <a:pt x="4716859" y="1430742"/>
                  </a:lnTo>
                  <a:lnTo>
                    <a:pt x="4716199" y="1430742"/>
                  </a:lnTo>
                  <a:lnTo>
                    <a:pt x="4715538" y="1430742"/>
                  </a:lnTo>
                  <a:lnTo>
                    <a:pt x="4714878" y="1430742"/>
                  </a:lnTo>
                  <a:lnTo>
                    <a:pt x="4714217" y="1430742"/>
                  </a:lnTo>
                  <a:lnTo>
                    <a:pt x="4713557" y="1430742"/>
                  </a:lnTo>
                  <a:lnTo>
                    <a:pt x="4712896" y="1430742"/>
                  </a:lnTo>
                  <a:lnTo>
                    <a:pt x="4712236" y="1430742"/>
                  </a:lnTo>
                  <a:lnTo>
                    <a:pt x="4711575" y="1430742"/>
                  </a:lnTo>
                  <a:lnTo>
                    <a:pt x="4710914" y="1430742"/>
                  </a:lnTo>
                  <a:lnTo>
                    <a:pt x="4710254" y="1430742"/>
                  </a:lnTo>
                  <a:lnTo>
                    <a:pt x="4709593" y="1430742"/>
                  </a:lnTo>
                  <a:lnTo>
                    <a:pt x="4708933" y="1430742"/>
                  </a:lnTo>
                  <a:lnTo>
                    <a:pt x="4708272" y="1430742"/>
                  </a:lnTo>
                  <a:lnTo>
                    <a:pt x="4707612" y="1430742"/>
                  </a:lnTo>
                  <a:lnTo>
                    <a:pt x="4706951" y="1430742"/>
                  </a:lnTo>
                  <a:lnTo>
                    <a:pt x="4706291" y="1430742"/>
                  </a:lnTo>
                  <a:lnTo>
                    <a:pt x="4705630" y="1430742"/>
                  </a:lnTo>
                  <a:lnTo>
                    <a:pt x="4704970" y="1430742"/>
                  </a:lnTo>
                  <a:lnTo>
                    <a:pt x="4704309" y="1430742"/>
                  </a:lnTo>
                  <a:lnTo>
                    <a:pt x="4703649" y="1430742"/>
                  </a:lnTo>
                  <a:lnTo>
                    <a:pt x="4702988" y="1430742"/>
                  </a:lnTo>
                  <a:lnTo>
                    <a:pt x="4702328" y="1430742"/>
                  </a:lnTo>
                  <a:lnTo>
                    <a:pt x="4701667" y="1430742"/>
                  </a:lnTo>
                  <a:lnTo>
                    <a:pt x="4701007" y="1430742"/>
                  </a:lnTo>
                  <a:lnTo>
                    <a:pt x="4700346" y="1430742"/>
                  </a:lnTo>
                  <a:lnTo>
                    <a:pt x="4699685" y="1430742"/>
                  </a:lnTo>
                  <a:lnTo>
                    <a:pt x="4699025" y="1430742"/>
                  </a:lnTo>
                  <a:lnTo>
                    <a:pt x="4698364" y="1430742"/>
                  </a:lnTo>
                  <a:lnTo>
                    <a:pt x="4697704" y="1430742"/>
                  </a:lnTo>
                  <a:lnTo>
                    <a:pt x="4697043" y="1430742"/>
                  </a:lnTo>
                  <a:lnTo>
                    <a:pt x="4696383" y="1430742"/>
                  </a:lnTo>
                  <a:lnTo>
                    <a:pt x="4695722" y="1430742"/>
                  </a:lnTo>
                  <a:lnTo>
                    <a:pt x="4695062" y="1430742"/>
                  </a:lnTo>
                  <a:lnTo>
                    <a:pt x="4694401" y="1430742"/>
                  </a:lnTo>
                  <a:lnTo>
                    <a:pt x="4693741" y="1430742"/>
                  </a:lnTo>
                  <a:lnTo>
                    <a:pt x="4693080" y="1430742"/>
                  </a:lnTo>
                  <a:lnTo>
                    <a:pt x="4692420" y="1430742"/>
                  </a:lnTo>
                  <a:lnTo>
                    <a:pt x="4691759" y="1430742"/>
                  </a:lnTo>
                  <a:lnTo>
                    <a:pt x="4691099" y="1430742"/>
                  </a:lnTo>
                  <a:lnTo>
                    <a:pt x="4690438" y="1430742"/>
                  </a:lnTo>
                  <a:lnTo>
                    <a:pt x="4689777" y="1430742"/>
                  </a:lnTo>
                  <a:lnTo>
                    <a:pt x="4689117" y="1430742"/>
                  </a:lnTo>
                  <a:lnTo>
                    <a:pt x="4688456" y="1430742"/>
                  </a:lnTo>
                  <a:lnTo>
                    <a:pt x="4687796" y="1430742"/>
                  </a:lnTo>
                  <a:lnTo>
                    <a:pt x="4687135" y="1430742"/>
                  </a:lnTo>
                  <a:lnTo>
                    <a:pt x="4686475" y="1430742"/>
                  </a:lnTo>
                  <a:lnTo>
                    <a:pt x="4685814" y="1430742"/>
                  </a:lnTo>
                  <a:lnTo>
                    <a:pt x="4685154" y="1430742"/>
                  </a:lnTo>
                  <a:lnTo>
                    <a:pt x="4684493" y="1430742"/>
                  </a:lnTo>
                  <a:lnTo>
                    <a:pt x="4683833" y="1430742"/>
                  </a:lnTo>
                  <a:lnTo>
                    <a:pt x="4683172" y="1430742"/>
                  </a:lnTo>
                  <a:lnTo>
                    <a:pt x="4682512" y="1430742"/>
                  </a:lnTo>
                  <a:lnTo>
                    <a:pt x="4681851" y="1430742"/>
                  </a:lnTo>
                  <a:lnTo>
                    <a:pt x="4681191" y="1430742"/>
                  </a:lnTo>
                  <a:lnTo>
                    <a:pt x="4680530" y="1430742"/>
                  </a:lnTo>
                  <a:lnTo>
                    <a:pt x="4679869" y="1430742"/>
                  </a:lnTo>
                  <a:lnTo>
                    <a:pt x="4679209" y="1430742"/>
                  </a:lnTo>
                  <a:lnTo>
                    <a:pt x="4678548" y="1430742"/>
                  </a:lnTo>
                  <a:lnTo>
                    <a:pt x="4677888" y="1430742"/>
                  </a:lnTo>
                  <a:lnTo>
                    <a:pt x="4677227" y="1430742"/>
                  </a:lnTo>
                  <a:lnTo>
                    <a:pt x="4676567" y="1430742"/>
                  </a:lnTo>
                  <a:lnTo>
                    <a:pt x="4675906" y="1430742"/>
                  </a:lnTo>
                  <a:lnTo>
                    <a:pt x="4675246" y="1430742"/>
                  </a:lnTo>
                  <a:lnTo>
                    <a:pt x="4674585" y="1430742"/>
                  </a:lnTo>
                  <a:lnTo>
                    <a:pt x="4673925" y="1430742"/>
                  </a:lnTo>
                  <a:lnTo>
                    <a:pt x="4673264" y="1430742"/>
                  </a:lnTo>
                  <a:lnTo>
                    <a:pt x="4672604" y="1430742"/>
                  </a:lnTo>
                  <a:lnTo>
                    <a:pt x="4671943" y="1430742"/>
                  </a:lnTo>
                  <a:lnTo>
                    <a:pt x="4671283" y="1430742"/>
                  </a:lnTo>
                  <a:lnTo>
                    <a:pt x="4670622" y="1430742"/>
                  </a:lnTo>
                  <a:lnTo>
                    <a:pt x="4669961" y="1430742"/>
                  </a:lnTo>
                  <a:lnTo>
                    <a:pt x="4669301" y="1430742"/>
                  </a:lnTo>
                  <a:lnTo>
                    <a:pt x="4668640" y="1430742"/>
                  </a:lnTo>
                  <a:lnTo>
                    <a:pt x="4667980" y="1430742"/>
                  </a:lnTo>
                  <a:lnTo>
                    <a:pt x="4667319" y="1430742"/>
                  </a:lnTo>
                  <a:lnTo>
                    <a:pt x="4666659" y="1430742"/>
                  </a:lnTo>
                  <a:lnTo>
                    <a:pt x="4665998" y="1430742"/>
                  </a:lnTo>
                  <a:lnTo>
                    <a:pt x="4665338" y="1430742"/>
                  </a:lnTo>
                  <a:lnTo>
                    <a:pt x="4664677" y="1430742"/>
                  </a:lnTo>
                  <a:lnTo>
                    <a:pt x="4664017" y="1430742"/>
                  </a:lnTo>
                  <a:lnTo>
                    <a:pt x="4663356" y="1430742"/>
                  </a:lnTo>
                  <a:lnTo>
                    <a:pt x="4662696" y="1430742"/>
                  </a:lnTo>
                  <a:lnTo>
                    <a:pt x="4662035" y="1430742"/>
                  </a:lnTo>
                  <a:lnTo>
                    <a:pt x="4661375" y="1430742"/>
                  </a:lnTo>
                  <a:lnTo>
                    <a:pt x="4660714" y="1430742"/>
                  </a:lnTo>
                  <a:lnTo>
                    <a:pt x="4660054" y="1430742"/>
                  </a:lnTo>
                  <a:lnTo>
                    <a:pt x="4659393" y="1430742"/>
                  </a:lnTo>
                  <a:lnTo>
                    <a:pt x="4658732" y="1430742"/>
                  </a:lnTo>
                  <a:lnTo>
                    <a:pt x="4658072" y="1430742"/>
                  </a:lnTo>
                  <a:lnTo>
                    <a:pt x="4657411" y="1430742"/>
                  </a:lnTo>
                  <a:lnTo>
                    <a:pt x="4656751" y="1430742"/>
                  </a:lnTo>
                  <a:lnTo>
                    <a:pt x="4656090" y="1430742"/>
                  </a:lnTo>
                  <a:lnTo>
                    <a:pt x="4655430" y="1430742"/>
                  </a:lnTo>
                  <a:lnTo>
                    <a:pt x="4654769" y="1430742"/>
                  </a:lnTo>
                  <a:lnTo>
                    <a:pt x="4654109" y="1430742"/>
                  </a:lnTo>
                  <a:lnTo>
                    <a:pt x="4653448" y="1430742"/>
                  </a:lnTo>
                  <a:lnTo>
                    <a:pt x="4652788" y="1430742"/>
                  </a:lnTo>
                  <a:lnTo>
                    <a:pt x="4652127" y="1430742"/>
                  </a:lnTo>
                  <a:lnTo>
                    <a:pt x="4651467" y="1430742"/>
                  </a:lnTo>
                  <a:lnTo>
                    <a:pt x="4650806" y="1430742"/>
                  </a:lnTo>
                  <a:lnTo>
                    <a:pt x="4650146" y="1430742"/>
                  </a:lnTo>
                  <a:lnTo>
                    <a:pt x="4649485" y="1430742"/>
                  </a:lnTo>
                  <a:lnTo>
                    <a:pt x="4648824" y="1430742"/>
                  </a:lnTo>
                  <a:lnTo>
                    <a:pt x="4648164" y="1430742"/>
                  </a:lnTo>
                  <a:lnTo>
                    <a:pt x="4647503" y="1430742"/>
                  </a:lnTo>
                  <a:lnTo>
                    <a:pt x="4646843" y="1430742"/>
                  </a:lnTo>
                  <a:lnTo>
                    <a:pt x="4646182" y="1430742"/>
                  </a:lnTo>
                  <a:lnTo>
                    <a:pt x="4645522" y="1430742"/>
                  </a:lnTo>
                  <a:lnTo>
                    <a:pt x="4644861" y="1430742"/>
                  </a:lnTo>
                  <a:lnTo>
                    <a:pt x="4644201" y="1430742"/>
                  </a:lnTo>
                  <a:lnTo>
                    <a:pt x="4643540" y="1430742"/>
                  </a:lnTo>
                  <a:lnTo>
                    <a:pt x="4642880" y="1430742"/>
                  </a:lnTo>
                  <a:lnTo>
                    <a:pt x="4642219" y="1430742"/>
                  </a:lnTo>
                  <a:lnTo>
                    <a:pt x="4641559" y="1430742"/>
                  </a:lnTo>
                  <a:lnTo>
                    <a:pt x="4640898" y="1430742"/>
                  </a:lnTo>
                  <a:lnTo>
                    <a:pt x="4640238" y="1430742"/>
                  </a:lnTo>
                  <a:lnTo>
                    <a:pt x="4639577" y="1430742"/>
                  </a:lnTo>
                  <a:lnTo>
                    <a:pt x="4638916" y="1430742"/>
                  </a:lnTo>
                  <a:lnTo>
                    <a:pt x="4638256" y="1430742"/>
                  </a:lnTo>
                  <a:lnTo>
                    <a:pt x="4637595" y="1430742"/>
                  </a:lnTo>
                  <a:lnTo>
                    <a:pt x="4636935" y="1430742"/>
                  </a:lnTo>
                  <a:lnTo>
                    <a:pt x="4636274" y="1430742"/>
                  </a:lnTo>
                  <a:lnTo>
                    <a:pt x="4635614" y="1430742"/>
                  </a:lnTo>
                  <a:lnTo>
                    <a:pt x="4634953" y="1430742"/>
                  </a:lnTo>
                  <a:lnTo>
                    <a:pt x="4634293" y="1430742"/>
                  </a:lnTo>
                  <a:lnTo>
                    <a:pt x="4633632" y="1430742"/>
                  </a:lnTo>
                  <a:lnTo>
                    <a:pt x="4632972" y="1430742"/>
                  </a:lnTo>
                  <a:lnTo>
                    <a:pt x="4632311" y="1430742"/>
                  </a:lnTo>
                  <a:lnTo>
                    <a:pt x="4631651" y="1430742"/>
                  </a:lnTo>
                  <a:lnTo>
                    <a:pt x="4630990" y="1430742"/>
                  </a:lnTo>
                  <a:lnTo>
                    <a:pt x="4630330" y="1430742"/>
                  </a:lnTo>
                  <a:lnTo>
                    <a:pt x="4629669" y="1430742"/>
                  </a:lnTo>
                  <a:lnTo>
                    <a:pt x="4629009" y="1430742"/>
                  </a:lnTo>
                  <a:lnTo>
                    <a:pt x="4628348" y="1430742"/>
                  </a:lnTo>
                  <a:lnTo>
                    <a:pt x="4627687" y="1430742"/>
                  </a:lnTo>
                  <a:lnTo>
                    <a:pt x="4627027" y="1430742"/>
                  </a:lnTo>
                  <a:lnTo>
                    <a:pt x="4626366" y="1430742"/>
                  </a:lnTo>
                  <a:lnTo>
                    <a:pt x="4625706" y="1430742"/>
                  </a:lnTo>
                  <a:lnTo>
                    <a:pt x="4625045" y="1430742"/>
                  </a:lnTo>
                  <a:lnTo>
                    <a:pt x="4624385" y="1430742"/>
                  </a:lnTo>
                  <a:lnTo>
                    <a:pt x="4623724" y="1430742"/>
                  </a:lnTo>
                  <a:lnTo>
                    <a:pt x="4623064" y="1430742"/>
                  </a:lnTo>
                  <a:lnTo>
                    <a:pt x="4622403" y="1430742"/>
                  </a:lnTo>
                  <a:lnTo>
                    <a:pt x="4621743" y="1430742"/>
                  </a:lnTo>
                  <a:lnTo>
                    <a:pt x="4621082" y="1430742"/>
                  </a:lnTo>
                  <a:lnTo>
                    <a:pt x="4620422" y="1430742"/>
                  </a:lnTo>
                  <a:lnTo>
                    <a:pt x="4619761" y="1430742"/>
                  </a:lnTo>
                  <a:lnTo>
                    <a:pt x="4619101" y="1430742"/>
                  </a:lnTo>
                  <a:lnTo>
                    <a:pt x="4618440" y="1430742"/>
                  </a:lnTo>
                  <a:lnTo>
                    <a:pt x="4617779" y="1430742"/>
                  </a:lnTo>
                  <a:lnTo>
                    <a:pt x="4617119" y="1430742"/>
                  </a:lnTo>
                  <a:lnTo>
                    <a:pt x="4616458" y="1430742"/>
                  </a:lnTo>
                  <a:lnTo>
                    <a:pt x="4615798" y="1430742"/>
                  </a:lnTo>
                  <a:lnTo>
                    <a:pt x="4615137" y="1430742"/>
                  </a:lnTo>
                  <a:lnTo>
                    <a:pt x="4614477" y="1430742"/>
                  </a:lnTo>
                  <a:lnTo>
                    <a:pt x="4613816" y="1430742"/>
                  </a:lnTo>
                  <a:lnTo>
                    <a:pt x="4613156" y="1430742"/>
                  </a:lnTo>
                  <a:lnTo>
                    <a:pt x="4612495" y="1430742"/>
                  </a:lnTo>
                  <a:lnTo>
                    <a:pt x="4611835" y="1430742"/>
                  </a:lnTo>
                  <a:lnTo>
                    <a:pt x="4611174" y="1430742"/>
                  </a:lnTo>
                  <a:lnTo>
                    <a:pt x="4610514" y="1430742"/>
                  </a:lnTo>
                  <a:lnTo>
                    <a:pt x="4609853" y="1430742"/>
                  </a:lnTo>
                  <a:lnTo>
                    <a:pt x="4609193" y="1430742"/>
                  </a:lnTo>
                  <a:lnTo>
                    <a:pt x="4608532" y="1430742"/>
                  </a:lnTo>
                  <a:lnTo>
                    <a:pt x="4607871" y="1430742"/>
                  </a:lnTo>
                  <a:lnTo>
                    <a:pt x="4607211" y="1430742"/>
                  </a:lnTo>
                  <a:lnTo>
                    <a:pt x="4606550" y="1430742"/>
                  </a:lnTo>
                  <a:lnTo>
                    <a:pt x="4605890" y="1430742"/>
                  </a:lnTo>
                  <a:lnTo>
                    <a:pt x="4605229" y="1430742"/>
                  </a:lnTo>
                  <a:lnTo>
                    <a:pt x="4604569" y="1430742"/>
                  </a:lnTo>
                  <a:lnTo>
                    <a:pt x="4603908" y="1430742"/>
                  </a:lnTo>
                  <a:lnTo>
                    <a:pt x="4603248" y="1430742"/>
                  </a:lnTo>
                  <a:lnTo>
                    <a:pt x="4602587" y="1430742"/>
                  </a:lnTo>
                  <a:lnTo>
                    <a:pt x="4601927" y="1430742"/>
                  </a:lnTo>
                  <a:lnTo>
                    <a:pt x="4601266" y="1430742"/>
                  </a:lnTo>
                  <a:lnTo>
                    <a:pt x="4600606" y="1430742"/>
                  </a:lnTo>
                  <a:lnTo>
                    <a:pt x="4599945" y="1430742"/>
                  </a:lnTo>
                  <a:lnTo>
                    <a:pt x="4599285" y="1430742"/>
                  </a:lnTo>
                  <a:lnTo>
                    <a:pt x="4598624" y="1430742"/>
                  </a:lnTo>
                  <a:lnTo>
                    <a:pt x="4597963" y="1430742"/>
                  </a:lnTo>
                  <a:lnTo>
                    <a:pt x="4597303" y="1430742"/>
                  </a:lnTo>
                  <a:lnTo>
                    <a:pt x="4596642" y="1430742"/>
                  </a:lnTo>
                  <a:lnTo>
                    <a:pt x="4595982" y="1430742"/>
                  </a:lnTo>
                  <a:lnTo>
                    <a:pt x="4595321" y="1430742"/>
                  </a:lnTo>
                  <a:lnTo>
                    <a:pt x="4594661" y="1430742"/>
                  </a:lnTo>
                  <a:lnTo>
                    <a:pt x="4594000" y="1430742"/>
                  </a:lnTo>
                  <a:lnTo>
                    <a:pt x="4593340" y="1430742"/>
                  </a:lnTo>
                  <a:lnTo>
                    <a:pt x="4592679" y="1430742"/>
                  </a:lnTo>
                  <a:lnTo>
                    <a:pt x="4592019" y="1430742"/>
                  </a:lnTo>
                  <a:lnTo>
                    <a:pt x="4591358" y="1430742"/>
                  </a:lnTo>
                  <a:lnTo>
                    <a:pt x="4590698" y="1430742"/>
                  </a:lnTo>
                  <a:lnTo>
                    <a:pt x="4590037" y="1430742"/>
                  </a:lnTo>
                  <a:lnTo>
                    <a:pt x="4589377" y="1430742"/>
                  </a:lnTo>
                  <a:lnTo>
                    <a:pt x="4588716" y="1430742"/>
                  </a:lnTo>
                  <a:lnTo>
                    <a:pt x="4588056" y="1430742"/>
                  </a:lnTo>
                  <a:lnTo>
                    <a:pt x="4587395" y="1430742"/>
                  </a:lnTo>
                  <a:lnTo>
                    <a:pt x="4586734" y="1430742"/>
                  </a:lnTo>
                  <a:lnTo>
                    <a:pt x="4586074" y="1430742"/>
                  </a:lnTo>
                  <a:lnTo>
                    <a:pt x="4585413" y="1430742"/>
                  </a:lnTo>
                  <a:lnTo>
                    <a:pt x="4584753" y="1430742"/>
                  </a:lnTo>
                  <a:lnTo>
                    <a:pt x="4584092" y="1430742"/>
                  </a:lnTo>
                  <a:lnTo>
                    <a:pt x="4583432" y="1430742"/>
                  </a:lnTo>
                  <a:lnTo>
                    <a:pt x="4582771" y="1430742"/>
                  </a:lnTo>
                  <a:lnTo>
                    <a:pt x="4582111" y="1430742"/>
                  </a:lnTo>
                  <a:lnTo>
                    <a:pt x="4581450" y="1430742"/>
                  </a:lnTo>
                  <a:lnTo>
                    <a:pt x="4580790" y="1430742"/>
                  </a:lnTo>
                  <a:lnTo>
                    <a:pt x="4580129" y="1430742"/>
                  </a:lnTo>
                  <a:lnTo>
                    <a:pt x="4579469" y="1430742"/>
                  </a:lnTo>
                  <a:lnTo>
                    <a:pt x="4578808" y="1430742"/>
                  </a:lnTo>
                  <a:lnTo>
                    <a:pt x="4578148" y="1430742"/>
                  </a:lnTo>
                  <a:lnTo>
                    <a:pt x="4577487" y="1430742"/>
                  </a:lnTo>
                  <a:lnTo>
                    <a:pt x="4576826" y="1430742"/>
                  </a:lnTo>
                  <a:lnTo>
                    <a:pt x="4576166" y="1430742"/>
                  </a:lnTo>
                  <a:lnTo>
                    <a:pt x="4575505" y="1430742"/>
                  </a:lnTo>
                  <a:lnTo>
                    <a:pt x="4574845" y="1430742"/>
                  </a:lnTo>
                  <a:lnTo>
                    <a:pt x="4574184" y="1430742"/>
                  </a:lnTo>
                  <a:lnTo>
                    <a:pt x="4573524" y="1430742"/>
                  </a:lnTo>
                  <a:lnTo>
                    <a:pt x="4572863" y="1430742"/>
                  </a:lnTo>
                  <a:lnTo>
                    <a:pt x="4572203" y="1430742"/>
                  </a:lnTo>
                  <a:lnTo>
                    <a:pt x="4571542" y="1430742"/>
                  </a:lnTo>
                  <a:lnTo>
                    <a:pt x="4570882" y="1430742"/>
                  </a:lnTo>
                  <a:lnTo>
                    <a:pt x="4570221" y="1430742"/>
                  </a:lnTo>
                  <a:lnTo>
                    <a:pt x="4569561" y="1430742"/>
                  </a:lnTo>
                  <a:lnTo>
                    <a:pt x="4568900" y="1430742"/>
                  </a:lnTo>
                  <a:lnTo>
                    <a:pt x="4568240" y="1430742"/>
                  </a:lnTo>
                  <a:lnTo>
                    <a:pt x="4567579" y="1430742"/>
                  </a:lnTo>
                  <a:lnTo>
                    <a:pt x="4566918" y="1430742"/>
                  </a:lnTo>
                  <a:lnTo>
                    <a:pt x="4566258" y="1430742"/>
                  </a:lnTo>
                  <a:lnTo>
                    <a:pt x="4565597" y="1430742"/>
                  </a:lnTo>
                  <a:lnTo>
                    <a:pt x="4564937" y="1430742"/>
                  </a:lnTo>
                  <a:lnTo>
                    <a:pt x="4564276" y="1430742"/>
                  </a:lnTo>
                  <a:lnTo>
                    <a:pt x="4563616" y="1430742"/>
                  </a:lnTo>
                  <a:lnTo>
                    <a:pt x="4562955" y="1430742"/>
                  </a:lnTo>
                  <a:lnTo>
                    <a:pt x="4562295" y="1430742"/>
                  </a:lnTo>
                  <a:lnTo>
                    <a:pt x="4561634" y="1430742"/>
                  </a:lnTo>
                  <a:lnTo>
                    <a:pt x="4560974" y="1430742"/>
                  </a:lnTo>
                  <a:lnTo>
                    <a:pt x="4560313" y="1430742"/>
                  </a:lnTo>
                  <a:lnTo>
                    <a:pt x="4559653" y="1430742"/>
                  </a:lnTo>
                  <a:lnTo>
                    <a:pt x="4558992" y="1430742"/>
                  </a:lnTo>
                  <a:lnTo>
                    <a:pt x="4558332" y="1430742"/>
                  </a:lnTo>
                  <a:lnTo>
                    <a:pt x="4557671" y="1430742"/>
                  </a:lnTo>
                  <a:lnTo>
                    <a:pt x="4557011" y="1430742"/>
                  </a:lnTo>
                  <a:lnTo>
                    <a:pt x="4556350" y="1430742"/>
                  </a:lnTo>
                  <a:lnTo>
                    <a:pt x="4555689" y="1430742"/>
                  </a:lnTo>
                  <a:lnTo>
                    <a:pt x="4555029" y="1430742"/>
                  </a:lnTo>
                  <a:lnTo>
                    <a:pt x="4554368" y="1430742"/>
                  </a:lnTo>
                  <a:lnTo>
                    <a:pt x="4553708" y="1430742"/>
                  </a:lnTo>
                  <a:lnTo>
                    <a:pt x="4553047" y="1430742"/>
                  </a:lnTo>
                  <a:lnTo>
                    <a:pt x="4552387" y="1430742"/>
                  </a:lnTo>
                  <a:lnTo>
                    <a:pt x="4551726" y="1430742"/>
                  </a:lnTo>
                  <a:lnTo>
                    <a:pt x="4551066" y="1430742"/>
                  </a:lnTo>
                  <a:lnTo>
                    <a:pt x="4550405" y="1430742"/>
                  </a:lnTo>
                  <a:lnTo>
                    <a:pt x="4549745" y="1430742"/>
                  </a:lnTo>
                  <a:lnTo>
                    <a:pt x="4549084" y="1430742"/>
                  </a:lnTo>
                  <a:lnTo>
                    <a:pt x="4548424" y="1430742"/>
                  </a:lnTo>
                  <a:lnTo>
                    <a:pt x="4547763" y="1430742"/>
                  </a:lnTo>
                  <a:lnTo>
                    <a:pt x="4547103" y="1430742"/>
                  </a:lnTo>
                  <a:lnTo>
                    <a:pt x="4546442" y="1430742"/>
                  </a:lnTo>
                  <a:lnTo>
                    <a:pt x="4545781" y="1430742"/>
                  </a:lnTo>
                  <a:lnTo>
                    <a:pt x="4545121" y="1430742"/>
                  </a:lnTo>
                  <a:lnTo>
                    <a:pt x="4544460" y="1430742"/>
                  </a:lnTo>
                  <a:lnTo>
                    <a:pt x="4543800" y="1430742"/>
                  </a:lnTo>
                  <a:lnTo>
                    <a:pt x="4543139" y="1430742"/>
                  </a:lnTo>
                  <a:lnTo>
                    <a:pt x="4542479" y="1430742"/>
                  </a:lnTo>
                  <a:lnTo>
                    <a:pt x="4541818" y="1430742"/>
                  </a:lnTo>
                  <a:lnTo>
                    <a:pt x="4541158" y="1430742"/>
                  </a:lnTo>
                  <a:lnTo>
                    <a:pt x="4540497" y="1430742"/>
                  </a:lnTo>
                  <a:lnTo>
                    <a:pt x="4539837" y="1430742"/>
                  </a:lnTo>
                  <a:lnTo>
                    <a:pt x="4539176" y="1430742"/>
                  </a:lnTo>
                  <a:lnTo>
                    <a:pt x="4538516" y="1430742"/>
                  </a:lnTo>
                  <a:lnTo>
                    <a:pt x="4537855" y="1430742"/>
                  </a:lnTo>
                  <a:lnTo>
                    <a:pt x="4537195" y="1430742"/>
                  </a:lnTo>
                  <a:lnTo>
                    <a:pt x="4536534" y="1430742"/>
                  </a:lnTo>
                  <a:lnTo>
                    <a:pt x="4535873" y="1430742"/>
                  </a:lnTo>
                  <a:lnTo>
                    <a:pt x="4535213" y="1430742"/>
                  </a:lnTo>
                  <a:lnTo>
                    <a:pt x="4534552" y="1430742"/>
                  </a:lnTo>
                  <a:lnTo>
                    <a:pt x="4533892" y="1430742"/>
                  </a:lnTo>
                  <a:lnTo>
                    <a:pt x="4533231" y="1430742"/>
                  </a:lnTo>
                  <a:lnTo>
                    <a:pt x="4532571" y="1430742"/>
                  </a:lnTo>
                  <a:lnTo>
                    <a:pt x="4531910" y="1430742"/>
                  </a:lnTo>
                  <a:lnTo>
                    <a:pt x="4531250" y="1430742"/>
                  </a:lnTo>
                  <a:lnTo>
                    <a:pt x="4530589" y="1430742"/>
                  </a:lnTo>
                  <a:lnTo>
                    <a:pt x="4529929" y="1430742"/>
                  </a:lnTo>
                  <a:lnTo>
                    <a:pt x="4529268" y="1430742"/>
                  </a:lnTo>
                  <a:lnTo>
                    <a:pt x="4528608" y="1430742"/>
                  </a:lnTo>
                  <a:lnTo>
                    <a:pt x="4527947" y="1430742"/>
                  </a:lnTo>
                  <a:lnTo>
                    <a:pt x="4527287" y="1430742"/>
                  </a:lnTo>
                  <a:lnTo>
                    <a:pt x="4526626" y="1430742"/>
                  </a:lnTo>
                  <a:lnTo>
                    <a:pt x="4525965" y="1430742"/>
                  </a:lnTo>
                  <a:lnTo>
                    <a:pt x="4525305" y="1430742"/>
                  </a:lnTo>
                  <a:lnTo>
                    <a:pt x="4524644" y="1430742"/>
                  </a:lnTo>
                  <a:lnTo>
                    <a:pt x="4523984" y="1430742"/>
                  </a:lnTo>
                  <a:lnTo>
                    <a:pt x="4523323" y="1430742"/>
                  </a:lnTo>
                  <a:lnTo>
                    <a:pt x="4522663" y="1430742"/>
                  </a:lnTo>
                  <a:lnTo>
                    <a:pt x="4522002" y="1430742"/>
                  </a:lnTo>
                  <a:lnTo>
                    <a:pt x="4521342" y="1430742"/>
                  </a:lnTo>
                  <a:lnTo>
                    <a:pt x="4520681" y="1430742"/>
                  </a:lnTo>
                  <a:lnTo>
                    <a:pt x="4520021" y="1430742"/>
                  </a:lnTo>
                  <a:lnTo>
                    <a:pt x="4519360" y="1430742"/>
                  </a:lnTo>
                  <a:lnTo>
                    <a:pt x="4518700" y="1430742"/>
                  </a:lnTo>
                  <a:lnTo>
                    <a:pt x="4518039" y="1430742"/>
                  </a:lnTo>
                  <a:lnTo>
                    <a:pt x="4517379" y="1430742"/>
                  </a:lnTo>
                  <a:lnTo>
                    <a:pt x="4516718" y="1430742"/>
                  </a:lnTo>
                  <a:lnTo>
                    <a:pt x="4516058" y="1430742"/>
                  </a:lnTo>
                  <a:lnTo>
                    <a:pt x="4515397" y="1430742"/>
                  </a:lnTo>
                  <a:lnTo>
                    <a:pt x="4514736" y="1430742"/>
                  </a:lnTo>
                  <a:lnTo>
                    <a:pt x="4514076" y="1430742"/>
                  </a:lnTo>
                  <a:lnTo>
                    <a:pt x="4513415" y="1430742"/>
                  </a:lnTo>
                  <a:lnTo>
                    <a:pt x="4512755" y="1430742"/>
                  </a:lnTo>
                  <a:lnTo>
                    <a:pt x="4512094" y="1430742"/>
                  </a:lnTo>
                  <a:lnTo>
                    <a:pt x="4511434" y="1430742"/>
                  </a:lnTo>
                  <a:lnTo>
                    <a:pt x="4510773" y="1430742"/>
                  </a:lnTo>
                  <a:lnTo>
                    <a:pt x="4510113" y="1430742"/>
                  </a:lnTo>
                  <a:lnTo>
                    <a:pt x="4509452" y="1430742"/>
                  </a:lnTo>
                  <a:lnTo>
                    <a:pt x="4508792" y="1430742"/>
                  </a:lnTo>
                  <a:lnTo>
                    <a:pt x="4508131" y="1430742"/>
                  </a:lnTo>
                  <a:lnTo>
                    <a:pt x="4507471" y="1430742"/>
                  </a:lnTo>
                  <a:lnTo>
                    <a:pt x="4506810" y="1430742"/>
                  </a:lnTo>
                  <a:lnTo>
                    <a:pt x="4506150" y="1430742"/>
                  </a:lnTo>
                  <a:lnTo>
                    <a:pt x="4505489" y="1430742"/>
                  </a:lnTo>
                  <a:lnTo>
                    <a:pt x="4504828" y="1430742"/>
                  </a:lnTo>
                  <a:lnTo>
                    <a:pt x="4504168" y="1430742"/>
                  </a:lnTo>
                  <a:lnTo>
                    <a:pt x="4503507" y="1430742"/>
                  </a:lnTo>
                  <a:lnTo>
                    <a:pt x="4502847" y="1430742"/>
                  </a:lnTo>
                  <a:lnTo>
                    <a:pt x="4502186" y="1430742"/>
                  </a:lnTo>
                  <a:lnTo>
                    <a:pt x="4501526" y="1430742"/>
                  </a:lnTo>
                  <a:lnTo>
                    <a:pt x="4500865" y="1430742"/>
                  </a:lnTo>
                  <a:lnTo>
                    <a:pt x="4500205" y="1430742"/>
                  </a:lnTo>
                  <a:lnTo>
                    <a:pt x="4499544" y="1430742"/>
                  </a:lnTo>
                  <a:lnTo>
                    <a:pt x="4498884" y="1430742"/>
                  </a:lnTo>
                  <a:lnTo>
                    <a:pt x="4498223" y="1430742"/>
                  </a:lnTo>
                  <a:lnTo>
                    <a:pt x="4497563" y="1430742"/>
                  </a:lnTo>
                  <a:lnTo>
                    <a:pt x="4496902" y="1430742"/>
                  </a:lnTo>
                  <a:lnTo>
                    <a:pt x="4496242" y="1430742"/>
                  </a:lnTo>
                  <a:lnTo>
                    <a:pt x="4495581" y="1430742"/>
                  </a:lnTo>
                  <a:lnTo>
                    <a:pt x="4494920" y="1430742"/>
                  </a:lnTo>
                  <a:lnTo>
                    <a:pt x="4494260" y="1430742"/>
                  </a:lnTo>
                  <a:lnTo>
                    <a:pt x="4493599" y="1430742"/>
                  </a:lnTo>
                  <a:lnTo>
                    <a:pt x="4492939" y="1430742"/>
                  </a:lnTo>
                  <a:lnTo>
                    <a:pt x="4492278" y="1430742"/>
                  </a:lnTo>
                  <a:lnTo>
                    <a:pt x="4491618" y="1430742"/>
                  </a:lnTo>
                  <a:lnTo>
                    <a:pt x="4490957" y="1430742"/>
                  </a:lnTo>
                  <a:lnTo>
                    <a:pt x="4490297" y="1430742"/>
                  </a:lnTo>
                  <a:lnTo>
                    <a:pt x="4489636" y="1430742"/>
                  </a:lnTo>
                  <a:lnTo>
                    <a:pt x="4488976" y="1430742"/>
                  </a:lnTo>
                  <a:lnTo>
                    <a:pt x="4488315" y="1430742"/>
                  </a:lnTo>
                  <a:lnTo>
                    <a:pt x="4487655" y="1430742"/>
                  </a:lnTo>
                  <a:lnTo>
                    <a:pt x="4486994" y="1430742"/>
                  </a:lnTo>
                  <a:lnTo>
                    <a:pt x="4486334" y="1430742"/>
                  </a:lnTo>
                  <a:lnTo>
                    <a:pt x="4485673" y="1430742"/>
                  </a:lnTo>
                  <a:lnTo>
                    <a:pt x="4485013" y="1430742"/>
                  </a:lnTo>
                  <a:lnTo>
                    <a:pt x="4484352" y="1430742"/>
                  </a:lnTo>
                  <a:lnTo>
                    <a:pt x="4483691" y="1430742"/>
                  </a:lnTo>
                  <a:lnTo>
                    <a:pt x="4483031" y="1430742"/>
                  </a:lnTo>
                  <a:lnTo>
                    <a:pt x="4482370" y="1430742"/>
                  </a:lnTo>
                  <a:lnTo>
                    <a:pt x="4481710" y="1430742"/>
                  </a:lnTo>
                  <a:lnTo>
                    <a:pt x="4481049" y="1430742"/>
                  </a:lnTo>
                  <a:lnTo>
                    <a:pt x="4480389" y="1430742"/>
                  </a:lnTo>
                  <a:lnTo>
                    <a:pt x="4479728" y="1430742"/>
                  </a:lnTo>
                  <a:lnTo>
                    <a:pt x="4479068" y="1430742"/>
                  </a:lnTo>
                  <a:lnTo>
                    <a:pt x="4478407" y="1430742"/>
                  </a:lnTo>
                  <a:lnTo>
                    <a:pt x="4477747" y="1430742"/>
                  </a:lnTo>
                  <a:lnTo>
                    <a:pt x="4477086" y="1430742"/>
                  </a:lnTo>
                  <a:lnTo>
                    <a:pt x="4476426" y="1430742"/>
                  </a:lnTo>
                  <a:lnTo>
                    <a:pt x="4475765" y="1430742"/>
                  </a:lnTo>
                  <a:lnTo>
                    <a:pt x="4475105" y="1430742"/>
                  </a:lnTo>
                  <a:lnTo>
                    <a:pt x="4474444" y="1430742"/>
                  </a:lnTo>
                  <a:lnTo>
                    <a:pt x="4473783" y="1430742"/>
                  </a:lnTo>
                  <a:lnTo>
                    <a:pt x="4473123" y="1430742"/>
                  </a:lnTo>
                  <a:lnTo>
                    <a:pt x="4472462" y="1430742"/>
                  </a:lnTo>
                  <a:lnTo>
                    <a:pt x="4471802" y="1430742"/>
                  </a:lnTo>
                  <a:lnTo>
                    <a:pt x="4471141" y="1430742"/>
                  </a:lnTo>
                  <a:lnTo>
                    <a:pt x="4470481" y="1430742"/>
                  </a:lnTo>
                  <a:lnTo>
                    <a:pt x="4469820" y="1430742"/>
                  </a:lnTo>
                  <a:lnTo>
                    <a:pt x="4469160" y="1430742"/>
                  </a:lnTo>
                  <a:lnTo>
                    <a:pt x="4468499" y="1430742"/>
                  </a:lnTo>
                  <a:lnTo>
                    <a:pt x="4467839" y="1430742"/>
                  </a:lnTo>
                  <a:lnTo>
                    <a:pt x="4467178" y="1430742"/>
                  </a:lnTo>
                  <a:lnTo>
                    <a:pt x="4466518" y="1430742"/>
                  </a:lnTo>
                  <a:lnTo>
                    <a:pt x="4465857" y="1430742"/>
                  </a:lnTo>
                  <a:lnTo>
                    <a:pt x="4465197" y="1430742"/>
                  </a:lnTo>
                  <a:lnTo>
                    <a:pt x="4464536" y="1430742"/>
                  </a:lnTo>
                  <a:lnTo>
                    <a:pt x="4463875" y="1430742"/>
                  </a:lnTo>
                  <a:lnTo>
                    <a:pt x="4463215" y="1430742"/>
                  </a:lnTo>
                  <a:lnTo>
                    <a:pt x="4462554" y="1430742"/>
                  </a:lnTo>
                  <a:lnTo>
                    <a:pt x="4461894" y="1430742"/>
                  </a:lnTo>
                  <a:lnTo>
                    <a:pt x="4461233" y="1430742"/>
                  </a:lnTo>
                  <a:lnTo>
                    <a:pt x="4460573" y="1430742"/>
                  </a:lnTo>
                  <a:lnTo>
                    <a:pt x="4459912" y="1430742"/>
                  </a:lnTo>
                  <a:lnTo>
                    <a:pt x="4459252" y="1430742"/>
                  </a:lnTo>
                  <a:lnTo>
                    <a:pt x="4458591" y="1430742"/>
                  </a:lnTo>
                  <a:lnTo>
                    <a:pt x="4457931" y="1430742"/>
                  </a:lnTo>
                  <a:lnTo>
                    <a:pt x="4457270" y="1430742"/>
                  </a:lnTo>
                  <a:lnTo>
                    <a:pt x="4456610" y="1430742"/>
                  </a:lnTo>
                  <a:lnTo>
                    <a:pt x="4455949" y="1430742"/>
                  </a:lnTo>
                  <a:lnTo>
                    <a:pt x="4455289" y="1430742"/>
                  </a:lnTo>
                  <a:lnTo>
                    <a:pt x="4454628" y="1430742"/>
                  </a:lnTo>
                  <a:lnTo>
                    <a:pt x="4453967" y="1430742"/>
                  </a:lnTo>
                  <a:lnTo>
                    <a:pt x="4453307" y="1430742"/>
                  </a:lnTo>
                  <a:lnTo>
                    <a:pt x="4452646" y="1430742"/>
                  </a:lnTo>
                  <a:lnTo>
                    <a:pt x="4451986" y="1430742"/>
                  </a:lnTo>
                  <a:lnTo>
                    <a:pt x="4451325" y="1430742"/>
                  </a:lnTo>
                  <a:lnTo>
                    <a:pt x="4450665" y="1430742"/>
                  </a:lnTo>
                  <a:lnTo>
                    <a:pt x="4450004" y="1430742"/>
                  </a:lnTo>
                  <a:lnTo>
                    <a:pt x="4449344" y="1430742"/>
                  </a:lnTo>
                  <a:lnTo>
                    <a:pt x="4448683" y="1430742"/>
                  </a:lnTo>
                  <a:lnTo>
                    <a:pt x="4448023" y="1430742"/>
                  </a:lnTo>
                  <a:lnTo>
                    <a:pt x="4447362" y="1430742"/>
                  </a:lnTo>
                  <a:lnTo>
                    <a:pt x="4446702" y="1430742"/>
                  </a:lnTo>
                  <a:lnTo>
                    <a:pt x="4446041" y="1430742"/>
                  </a:lnTo>
                  <a:lnTo>
                    <a:pt x="4445381" y="1430742"/>
                  </a:lnTo>
                  <a:lnTo>
                    <a:pt x="4444720" y="1430742"/>
                  </a:lnTo>
                  <a:lnTo>
                    <a:pt x="4444060" y="1430742"/>
                  </a:lnTo>
                  <a:lnTo>
                    <a:pt x="4443399" y="1430742"/>
                  </a:lnTo>
                  <a:lnTo>
                    <a:pt x="4442738" y="1430742"/>
                  </a:lnTo>
                  <a:lnTo>
                    <a:pt x="4442078" y="1430742"/>
                  </a:lnTo>
                  <a:lnTo>
                    <a:pt x="4441417" y="1430742"/>
                  </a:lnTo>
                  <a:lnTo>
                    <a:pt x="4440757" y="1430742"/>
                  </a:lnTo>
                  <a:lnTo>
                    <a:pt x="4440096" y="1430742"/>
                  </a:lnTo>
                  <a:lnTo>
                    <a:pt x="4439436" y="1430742"/>
                  </a:lnTo>
                  <a:lnTo>
                    <a:pt x="4438775" y="1430742"/>
                  </a:lnTo>
                  <a:lnTo>
                    <a:pt x="4438115" y="1430742"/>
                  </a:lnTo>
                  <a:lnTo>
                    <a:pt x="4437454" y="1430742"/>
                  </a:lnTo>
                  <a:lnTo>
                    <a:pt x="4436794" y="1430742"/>
                  </a:lnTo>
                  <a:lnTo>
                    <a:pt x="4436133" y="1430742"/>
                  </a:lnTo>
                  <a:lnTo>
                    <a:pt x="4435473" y="1430742"/>
                  </a:lnTo>
                  <a:lnTo>
                    <a:pt x="4434812" y="1430742"/>
                  </a:lnTo>
                  <a:lnTo>
                    <a:pt x="4434152" y="1430742"/>
                  </a:lnTo>
                  <a:lnTo>
                    <a:pt x="4433491" y="1430742"/>
                  </a:lnTo>
                  <a:lnTo>
                    <a:pt x="4432830" y="1430742"/>
                  </a:lnTo>
                  <a:lnTo>
                    <a:pt x="4432170" y="1430742"/>
                  </a:lnTo>
                  <a:lnTo>
                    <a:pt x="4431509" y="1430742"/>
                  </a:lnTo>
                  <a:lnTo>
                    <a:pt x="4430849" y="1430742"/>
                  </a:lnTo>
                  <a:lnTo>
                    <a:pt x="4430188" y="1430742"/>
                  </a:lnTo>
                  <a:lnTo>
                    <a:pt x="4429528" y="1430742"/>
                  </a:lnTo>
                  <a:lnTo>
                    <a:pt x="4428867" y="1430742"/>
                  </a:lnTo>
                  <a:lnTo>
                    <a:pt x="4428207" y="1430742"/>
                  </a:lnTo>
                  <a:lnTo>
                    <a:pt x="4427546" y="1430742"/>
                  </a:lnTo>
                  <a:lnTo>
                    <a:pt x="4426886" y="1430742"/>
                  </a:lnTo>
                  <a:lnTo>
                    <a:pt x="4426225" y="1430742"/>
                  </a:lnTo>
                  <a:lnTo>
                    <a:pt x="4425565" y="1430742"/>
                  </a:lnTo>
                  <a:lnTo>
                    <a:pt x="4424904" y="1430742"/>
                  </a:lnTo>
                  <a:lnTo>
                    <a:pt x="4424244" y="1430742"/>
                  </a:lnTo>
                  <a:lnTo>
                    <a:pt x="4423583" y="1430742"/>
                  </a:lnTo>
                  <a:lnTo>
                    <a:pt x="4422922" y="1430742"/>
                  </a:lnTo>
                  <a:lnTo>
                    <a:pt x="4422262" y="1430742"/>
                  </a:lnTo>
                  <a:lnTo>
                    <a:pt x="4421601" y="1430742"/>
                  </a:lnTo>
                  <a:lnTo>
                    <a:pt x="4420941" y="1430742"/>
                  </a:lnTo>
                  <a:lnTo>
                    <a:pt x="4420280" y="1430742"/>
                  </a:lnTo>
                  <a:lnTo>
                    <a:pt x="4419620" y="1430742"/>
                  </a:lnTo>
                  <a:lnTo>
                    <a:pt x="4418959" y="1430742"/>
                  </a:lnTo>
                  <a:lnTo>
                    <a:pt x="4418299" y="1430742"/>
                  </a:lnTo>
                  <a:lnTo>
                    <a:pt x="4417638" y="1430742"/>
                  </a:lnTo>
                  <a:lnTo>
                    <a:pt x="4416978" y="1430742"/>
                  </a:lnTo>
                  <a:lnTo>
                    <a:pt x="4416317" y="1430742"/>
                  </a:lnTo>
                  <a:lnTo>
                    <a:pt x="4415657" y="1430742"/>
                  </a:lnTo>
                  <a:lnTo>
                    <a:pt x="4414996" y="1430742"/>
                  </a:lnTo>
                  <a:lnTo>
                    <a:pt x="4414336" y="1430742"/>
                  </a:lnTo>
                  <a:lnTo>
                    <a:pt x="4413675" y="1430742"/>
                  </a:lnTo>
                  <a:lnTo>
                    <a:pt x="4413015" y="1430742"/>
                  </a:lnTo>
                  <a:lnTo>
                    <a:pt x="4412354" y="1430742"/>
                  </a:lnTo>
                  <a:lnTo>
                    <a:pt x="4411693" y="1430742"/>
                  </a:lnTo>
                  <a:lnTo>
                    <a:pt x="4411033" y="1430742"/>
                  </a:lnTo>
                  <a:lnTo>
                    <a:pt x="4410372" y="1430742"/>
                  </a:lnTo>
                  <a:lnTo>
                    <a:pt x="4409712" y="1430742"/>
                  </a:lnTo>
                  <a:lnTo>
                    <a:pt x="4409051" y="1430742"/>
                  </a:lnTo>
                  <a:lnTo>
                    <a:pt x="4408391" y="1430742"/>
                  </a:lnTo>
                  <a:lnTo>
                    <a:pt x="4407730" y="1430742"/>
                  </a:lnTo>
                  <a:lnTo>
                    <a:pt x="4407070" y="1430742"/>
                  </a:lnTo>
                  <a:lnTo>
                    <a:pt x="4406409" y="1430742"/>
                  </a:lnTo>
                  <a:lnTo>
                    <a:pt x="4405749" y="1430742"/>
                  </a:lnTo>
                  <a:lnTo>
                    <a:pt x="4405088" y="1430742"/>
                  </a:lnTo>
                  <a:lnTo>
                    <a:pt x="4404428" y="1430742"/>
                  </a:lnTo>
                  <a:lnTo>
                    <a:pt x="4403767" y="1430742"/>
                  </a:lnTo>
                  <a:lnTo>
                    <a:pt x="4403107" y="1430742"/>
                  </a:lnTo>
                  <a:lnTo>
                    <a:pt x="4402446" y="1430742"/>
                  </a:lnTo>
                  <a:lnTo>
                    <a:pt x="4401785" y="1430742"/>
                  </a:lnTo>
                  <a:lnTo>
                    <a:pt x="4401125" y="1430742"/>
                  </a:lnTo>
                  <a:lnTo>
                    <a:pt x="4400464" y="1430742"/>
                  </a:lnTo>
                  <a:lnTo>
                    <a:pt x="4399804" y="1430742"/>
                  </a:lnTo>
                  <a:lnTo>
                    <a:pt x="4399143" y="1430742"/>
                  </a:lnTo>
                  <a:lnTo>
                    <a:pt x="4398483" y="1430742"/>
                  </a:lnTo>
                  <a:lnTo>
                    <a:pt x="4397822" y="1430742"/>
                  </a:lnTo>
                  <a:lnTo>
                    <a:pt x="4397162" y="1430742"/>
                  </a:lnTo>
                  <a:lnTo>
                    <a:pt x="4396501" y="1430742"/>
                  </a:lnTo>
                  <a:lnTo>
                    <a:pt x="4395841" y="1430742"/>
                  </a:lnTo>
                  <a:lnTo>
                    <a:pt x="4395180" y="1430742"/>
                  </a:lnTo>
                  <a:lnTo>
                    <a:pt x="4394520" y="1430742"/>
                  </a:lnTo>
                  <a:lnTo>
                    <a:pt x="4393859" y="1430742"/>
                  </a:lnTo>
                  <a:lnTo>
                    <a:pt x="4393199" y="1430742"/>
                  </a:lnTo>
                  <a:lnTo>
                    <a:pt x="4392538" y="1430742"/>
                  </a:lnTo>
                  <a:lnTo>
                    <a:pt x="4391877" y="1430742"/>
                  </a:lnTo>
                  <a:lnTo>
                    <a:pt x="4391217" y="1430742"/>
                  </a:lnTo>
                  <a:lnTo>
                    <a:pt x="4390556" y="1430742"/>
                  </a:lnTo>
                  <a:lnTo>
                    <a:pt x="4389896" y="1430742"/>
                  </a:lnTo>
                  <a:lnTo>
                    <a:pt x="4389235" y="1430742"/>
                  </a:lnTo>
                  <a:lnTo>
                    <a:pt x="4388575" y="1430742"/>
                  </a:lnTo>
                  <a:lnTo>
                    <a:pt x="4387914" y="1430742"/>
                  </a:lnTo>
                  <a:lnTo>
                    <a:pt x="4387254" y="1430742"/>
                  </a:lnTo>
                  <a:lnTo>
                    <a:pt x="4386593" y="1430742"/>
                  </a:lnTo>
                  <a:lnTo>
                    <a:pt x="4385933" y="1430742"/>
                  </a:lnTo>
                  <a:lnTo>
                    <a:pt x="4385272" y="1430742"/>
                  </a:lnTo>
                  <a:lnTo>
                    <a:pt x="4384612" y="1430742"/>
                  </a:lnTo>
                  <a:lnTo>
                    <a:pt x="4383951" y="1430742"/>
                  </a:lnTo>
                  <a:lnTo>
                    <a:pt x="4383291" y="1430742"/>
                  </a:lnTo>
                  <a:lnTo>
                    <a:pt x="4382630" y="1430742"/>
                  </a:lnTo>
                  <a:lnTo>
                    <a:pt x="4381969" y="1430742"/>
                  </a:lnTo>
                  <a:lnTo>
                    <a:pt x="4381309" y="1430742"/>
                  </a:lnTo>
                  <a:lnTo>
                    <a:pt x="4380648" y="1430742"/>
                  </a:lnTo>
                  <a:lnTo>
                    <a:pt x="4379988" y="1430742"/>
                  </a:lnTo>
                  <a:lnTo>
                    <a:pt x="4379327" y="1430742"/>
                  </a:lnTo>
                  <a:lnTo>
                    <a:pt x="4378667" y="1430742"/>
                  </a:lnTo>
                  <a:lnTo>
                    <a:pt x="4378006" y="1430742"/>
                  </a:lnTo>
                  <a:lnTo>
                    <a:pt x="4377346" y="1430742"/>
                  </a:lnTo>
                  <a:lnTo>
                    <a:pt x="4376685" y="1430742"/>
                  </a:lnTo>
                  <a:lnTo>
                    <a:pt x="4376025" y="1430742"/>
                  </a:lnTo>
                  <a:lnTo>
                    <a:pt x="4375364" y="1430742"/>
                  </a:lnTo>
                  <a:lnTo>
                    <a:pt x="4374704" y="1430742"/>
                  </a:lnTo>
                  <a:lnTo>
                    <a:pt x="4374043" y="1430742"/>
                  </a:lnTo>
                  <a:lnTo>
                    <a:pt x="4373383" y="1430742"/>
                  </a:lnTo>
                  <a:lnTo>
                    <a:pt x="4372722" y="1430742"/>
                  </a:lnTo>
                  <a:lnTo>
                    <a:pt x="4372062" y="1430742"/>
                  </a:lnTo>
                  <a:lnTo>
                    <a:pt x="4371401" y="1430742"/>
                  </a:lnTo>
                  <a:lnTo>
                    <a:pt x="4370740" y="1430742"/>
                  </a:lnTo>
                  <a:lnTo>
                    <a:pt x="4370080" y="1430742"/>
                  </a:lnTo>
                  <a:lnTo>
                    <a:pt x="4369419" y="1430742"/>
                  </a:lnTo>
                  <a:lnTo>
                    <a:pt x="4368759" y="1430742"/>
                  </a:lnTo>
                  <a:lnTo>
                    <a:pt x="4368098" y="1430742"/>
                  </a:lnTo>
                  <a:lnTo>
                    <a:pt x="4367438" y="1430742"/>
                  </a:lnTo>
                  <a:lnTo>
                    <a:pt x="4366777" y="1430742"/>
                  </a:lnTo>
                  <a:lnTo>
                    <a:pt x="4366117" y="1430742"/>
                  </a:lnTo>
                  <a:lnTo>
                    <a:pt x="4365456" y="1430742"/>
                  </a:lnTo>
                  <a:lnTo>
                    <a:pt x="4364796" y="1430742"/>
                  </a:lnTo>
                  <a:lnTo>
                    <a:pt x="4364135" y="1430742"/>
                  </a:lnTo>
                  <a:lnTo>
                    <a:pt x="4363475" y="1430742"/>
                  </a:lnTo>
                  <a:lnTo>
                    <a:pt x="4362814" y="1430742"/>
                  </a:lnTo>
                  <a:lnTo>
                    <a:pt x="4362154" y="1430742"/>
                  </a:lnTo>
                  <a:lnTo>
                    <a:pt x="4361493" y="1430742"/>
                  </a:lnTo>
                  <a:lnTo>
                    <a:pt x="4360832" y="1430742"/>
                  </a:lnTo>
                  <a:lnTo>
                    <a:pt x="4360172" y="1430742"/>
                  </a:lnTo>
                  <a:lnTo>
                    <a:pt x="4359511" y="1430742"/>
                  </a:lnTo>
                  <a:lnTo>
                    <a:pt x="4358851" y="1430742"/>
                  </a:lnTo>
                  <a:lnTo>
                    <a:pt x="4358190" y="1430742"/>
                  </a:lnTo>
                  <a:lnTo>
                    <a:pt x="4357530" y="1430742"/>
                  </a:lnTo>
                  <a:lnTo>
                    <a:pt x="4356869" y="1430742"/>
                  </a:lnTo>
                  <a:lnTo>
                    <a:pt x="4356209" y="1430742"/>
                  </a:lnTo>
                  <a:lnTo>
                    <a:pt x="4355548" y="1430742"/>
                  </a:lnTo>
                  <a:lnTo>
                    <a:pt x="4354888" y="1430742"/>
                  </a:lnTo>
                  <a:lnTo>
                    <a:pt x="4354227" y="1430742"/>
                  </a:lnTo>
                  <a:lnTo>
                    <a:pt x="4353567" y="1430742"/>
                  </a:lnTo>
                  <a:lnTo>
                    <a:pt x="4352906" y="1430742"/>
                  </a:lnTo>
                  <a:lnTo>
                    <a:pt x="4352246" y="1430742"/>
                  </a:lnTo>
                  <a:lnTo>
                    <a:pt x="4351585" y="1430742"/>
                  </a:lnTo>
                  <a:lnTo>
                    <a:pt x="4350924" y="1430742"/>
                  </a:lnTo>
                  <a:lnTo>
                    <a:pt x="4350264" y="1430742"/>
                  </a:lnTo>
                  <a:lnTo>
                    <a:pt x="4349603" y="1430742"/>
                  </a:lnTo>
                  <a:lnTo>
                    <a:pt x="4348943" y="1430742"/>
                  </a:lnTo>
                  <a:lnTo>
                    <a:pt x="4348282" y="1430742"/>
                  </a:lnTo>
                  <a:lnTo>
                    <a:pt x="4347622" y="1430742"/>
                  </a:lnTo>
                  <a:lnTo>
                    <a:pt x="4346961" y="1430742"/>
                  </a:lnTo>
                  <a:lnTo>
                    <a:pt x="4346301" y="1430742"/>
                  </a:lnTo>
                  <a:lnTo>
                    <a:pt x="4345640" y="1430742"/>
                  </a:lnTo>
                  <a:lnTo>
                    <a:pt x="4344980" y="1430742"/>
                  </a:lnTo>
                  <a:lnTo>
                    <a:pt x="4344319" y="1430742"/>
                  </a:lnTo>
                  <a:lnTo>
                    <a:pt x="4343659" y="1430742"/>
                  </a:lnTo>
                  <a:lnTo>
                    <a:pt x="4342998" y="1430742"/>
                  </a:lnTo>
                  <a:lnTo>
                    <a:pt x="4342338" y="1430742"/>
                  </a:lnTo>
                  <a:lnTo>
                    <a:pt x="4341677" y="1430742"/>
                  </a:lnTo>
                  <a:lnTo>
                    <a:pt x="4341017" y="1430742"/>
                  </a:lnTo>
                  <a:lnTo>
                    <a:pt x="4340356" y="1430742"/>
                  </a:lnTo>
                  <a:lnTo>
                    <a:pt x="4339695" y="1430742"/>
                  </a:lnTo>
                  <a:lnTo>
                    <a:pt x="4339035" y="1430742"/>
                  </a:lnTo>
                  <a:lnTo>
                    <a:pt x="4338374" y="1430742"/>
                  </a:lnTo>
                  <a:lnTo>
                    <a:pt x="4337714" y="1430742"/>
                  </a:lnTo>
                  <a:lnTo>
                    <a:pt x="4337053" y="1430742"/>
                  </a:lnTo>
                  <a:lnTo>
                    <a:pt x="4336393" y="1430742"/>
                  </a:lnTo>
                  <a:lnTo>
                    <a:pt x="4335732" y="1430742"/>
                  </a:lnTo>
                  <a:lnTo>
                    <a:pt x="4335072" y="1430742"/>
                  </a:lnTo>
                  <a:lnTo>
                    <a:pt x="4334411" y="1430742"/>
                  </a:lnTo>
                  <a:lnTo>
                    <a:pt x="4333751" y="1430742"/>
                  </a:lnTo>
                  <a:lnTo>
                    <a:pt x="4333090" y="1430742"/>
                  </a:lnTo>
                  <a:lnTo>
                    <a:pt x="4332430" y="1430742"/>
                  </a:lnTo>
                  <a:lnTo>
                    <a:pt x="4331769" y="1430742"/>
                  </a:lnTo>
                  <a:lnTo>
                    <a:pt x="4331109" y="1430742"/>
                  </a:lnTo>
                  <a:lnTo>
                    <a:pt x="4330448" y="1430742"/>
                  </a:lnTo>
                  <a:lnTo>
                    <a:pt x="4329787" y="1430742"/>
                  </a:lnTo>
                  <a:lnTo>
                    <a:pt x="4329127" y="1430742"/>
                  </a:lnTo>
                  <a:lnTo>
                    <a:pt x="4328466" y="1430742"/>
                  </a:lnTo>
                  <a:lnTo>
                    <a:pt x="4327806" y="1430742"/>
                  </a:lnTo>
                  <a:lnTo>
                    <a:pt x="4327145" y="1430742"/>
                  </a:lnTo>
                  <a:lnTo>
                    <a:pt x="4326485" y="1430742"/>
                  </a:lnTo>
                  <a:lnTo>
                    <a:pt x="4325824" y="1430742"/>
                  </a:lnTo>
                  <a:lnTo>
                    <a:pt x="4325164" y="1430742"/>
                  </a:lnTo>
                  <a:lnTo>
                    <a:pt x="4324503" y="1430742"/>
                  </a:lnTo>
                  <a:lnTo>
                    <a:pt x="4323843" y="1430742"/>
                  </a:lnTo>
                  <a:lnTo>
                    <a:pt x="4323182" y="1430742"/>
                  </a:lnTo>
                  <a:lnTo>
                    <a:pt x="4322522" y="1430742"/>
                  </a:lnTo>
                  <a:lnTo>
                    <a:pt x="4321861" y="1430742"/>
                  </a:lnTo>
                  <a:lnTo>
                    <a:pt x="4321201" y="1430742"/>
                  </a:lnTo>
                  <a:lnTo>
                    <a:pt x="4320540" y="1430742"/>
                  </a:lnTo>
                  <a:lnTo>
                    <a:pt x="4319879" y="1430742"/>
                  </a:lnTo>
                  <a:lnTo>
                    <a:pt x="4319219" y="1430742"/>
                  </a:lnTo>
                  <a:lnTo>
                    <a:pt x="4318558" y="1430742"/>
                  </a:lnTo>
                  <a:lnTo>
                    <a:pt x="4317898" y="1430742"/>
                  </a:lnTo>
                  <a:lnTo>
                    <a:pt x="4317237" y="1430742"/>
                  </a:lnTo>
                  <a:lnTo>
                    <a:pt x="4316577" y="1430742"/>
                  </a:lnTo>
                  <a:lnTo>
                    <a:pt x="4315916" y="1430742"/>
                  </a:lnTo>
                  <a:lnTo>
                    <a:pt x="4315256" y="1430742"/>
                  </a:lnTo>
                  <a:lnTo>
                    <a:pt x="4314595" y="1430742"/>
                  </a:lnTo>
                  <a:lnTo>
                    <a:pt x="4313935" y="1430742"/>
                  </a:lnTo>
                  <a:lnTo>
                    <a:pt x="4313274" y="1430742"/>
                  </a:lnTo>
                  <a:lnTo>
                    <a:pt x="4312614" y="1430742"/>
                  </a:lnTo>
                  <a:lnTo>
                    <a:pt x="4311953" y="1430742"/>
                  </a:lnTo>
                  <a:lnTo>
                    <a:pt x="4311293" y="1430742"/>
                  </a:lnTo>
                  <a:lnTo>
                    <a:pt x="4310632" y="1430742"/>
                  </a:lnTo>
                  <a:lnTo>
                    <a:pt x="4309971" y="1430742"/>
                  </a:lnTo>
                  <a:lnTo>
                    <a:pt x="4309311" y="1430742"/>
                  </a:lnTo>
                  <a:lnTo>
                    <a:pt x="4308650" y="1430742"/>
                  </a:lnTo>
                  <a:lnTo>
                    <a:pt x="4307990" y="1430742"/>
                  </a:lnTo>
                  <a:lnTo>
                    <a:pt x="4307329" y="1430742"/>
                  </a:lnTo>
                  <a:lnTo>
                    <a:pt x="4306669" y="1430742"/>
                  </a:lnTo>
                  <a:lnTo>
                    <a:pt x="4306008" y="1430742"/>
                  </a:lnTo>
                  <a:lnTo>
                    <a:pt x="4305348" y="1430742"/>
                  </a:lnTo>
                  <a:lnTo>
                    <a:pt x="4304687" y="1430742"/>
                  </a:lnTo>
                  <a:lnTo>
                    <a:pt x="4304027" y="1430742"/>
                  </a:lnTo>
                  <a:lnTo>
                    <a:pt x="4303366" y="1430742"/>
                  </a:lnTo>
                  <a:lnTo>
                    <a:pt x="4302706" y="1430742"/>
                  </a:lnTo>
                  <a:lnTo>
                    <a:pt x="4302045" y="1430742"/>
                  </a:lnTo>
                  <a:lnTo>
                    <a:pt x="4301385" y="1430742"/>
                  </a:lnTo>
                  <a:lnTo>
                    <a:pt x="4300724" y="1430742"/>
                  </a:lnTo>
                  <a:lnTo>
                    <a:pt x="4300064" y="1430742"/>
                  </a:lnTo>
                  <a:lnTo>
                    <a:pt x="4299403" y="1430742"/>
                  </a:lnTo>
                  <a:lnTo>
                    <a:pt x="4298742" y="1430742"/>
                  </a:lnTo>
                  <a:lnTo>
                    <a:pt x="4298082" y="1430742"/>
                  </a:lnTo>
                  <a:lnTo>
                    <a:pt x="4297421" y="1430742"/>
                  </a:lnTo>
                  <a:lnTo>
                    <a:pt x="4296761" y="1430742"/>
                  </a:lnTo>
                  <a:lnTo>
                    <a:pt x="4296100" y="1430742"/>
                  </a:lnTo>
                  <a:lnTo>
                    <a:pt x="4295440" y="1430742"/>
                  </a:lnTo>
                  <a:lnTo>
                    <a:pt x="4294779" y="1430742"/>
                  </a:lnTo>
                  <a:lnTo>
                    <a:pt x="4294119" y="1430742"/>
                  </a:lnTo>
                  <a:lnTo>
                    <a:pt x="4293458" y="1430742"/>
                  </a:lnTo>
                  <a:lnTo>
                    <a:pt x="4292798" y="1430742"/>
                  </a:lnTo>
                  <a:lnTo>
                    <a:pt x="4292137" y="1430742"/>
                  </a:lnTo>
                  <a:lnTo>
                    <a:pt x="4291477" y="1430742"/>
                  </a:lnTo>
                  <a:lnTo>
                    <a:pt x="4290816" y="1430742"/>
                  </a:lnTo>
                  <a:lnTo>
                    <a:pt x="4290156" y="1430742"/>
                  </a:lnTo>
                  <a:lnTo>
                    <a:pt x="4289495" y="1430742"/>
                  </a:lnTo>
                  <a:lnTo>
                    <a:pt x="4288834" y="1430742"/>
                  </a:lnTo>
                  <a:lnTo>
                    <a:pt x="4288174" y="1430742"/>
                  </a:lnTo>
                  <a:lnTo>
                    <a:pt x="4287513" y="1430742"/>
                  </a:lnTo>
                  <a:lnTo>
                    <a:pt x="4286853" y="1430742"/>
                  </a:lnTo>
                  <a:lnTo>
                    <a:pt x="4286192" y="1430742"/>
                  </a:lnTo>
                  <a:lnTo>
                    <a:pt x="4285532" y="1430742"/>
                  </a:lnTo>
                  <a:lnTo>
                    <a:pt x="4284871" y="1430742"/>
                  </a:lnTo>
                  <a:lnTo>
                    <a:pt x="4284211" y="1430742"/>
                  </a:lnTo>
                  <a:lnTo>
                    <a:pt x="4283550" y="1430742"/>
                  </a:lnTo>
                  <a:lnTo>
                    <a:pt x="4282890" y="1430742"/>
                  </a:lnTo>
                  <a:lnTo>
                    <a:pt x="4282229" y="1430742"/>
                  </a:lnTo>
                  <a:lnTo>
                    <a:pt x="4281569" y="1430742"/>
                  </a:lnTo>
                  <a:lnTo>
                    <a:pt x="4280908" y="1430742"/>
                  </a:lnTo>
                  <a:lnTo>
                    <a:pt x="4280248" y="1430742"/>
                  </a:lnTo>
                  <a:lnTo>
                    <a:pt x="4279587" y="1430742"/>
                  </a:lnTo>
                  <a:lnTo>
                    <a:pt x="4278926" y="1430742"/>
                  </a:lnTo>
                  <a:lnTo>
                    <a:pt x="4278266" y="1430742"/>
                  </a:lnTo>
                  <a:lnTo>
                    <a:pt x="4277605" y="1430742"/>
                  </a:lnTo>
                  <a:lnTo>
                    <a:pt x="4276945" y="1430742"/>
                  </a:lnTo>
                  <a:lnTo>
                    <a:pt x="4276284" y="1430742"/>
                  </a:lnTo>
                  <a:lnTo>
                    <a:pt x="4275624" y="1430742"/>
                  </a:lnTo>
                  <a:lnTo>
                    <a:pt x="4274963" y="1430742"/>
                  </a:lnTo>
                  <a:lnTo>
                    <a:pt x="4274303" y="1430742"/>
                  </a:lnTo>
                  <a:lnTo>
                    <a:pt x="4273642" y="1430742"/>
                  </a:lnTo>
                  <a:lnTo>
                    <a:pt x="4272982" y="1430742"/>
                  </a:lnTo>
                  <a:lnTo>
                    <a:pt x="4272321" y="1430742"/>
                  </a:lnTo>
                  <a:lnTo>
                    <a:pt x="4271661" y="1430742"/>
                  </a:lnTo>
                  <a:lnTo>
                    <a:pt x="4271000" y="1430742"/>
                  </a:lnTo>
                  <a:lnTo>
                    <a:pt x="4270340" y="1430742"/>
                  </a:lnTo>
                  <a:lnTo>
                    <a:pt x="4269679" y="1430742"/>
                  </a:lnTo>
                  <a:lnTo>
                    <a:pt x="4269019" y="1430742"/>
                  </a:lnTo>
                  <a:lnTo>
                    <a:pt x="4268358" y="1430742"/>
                  </a:lnTo>
                  <a:lnTo>
                    <a:pt x="4267697" y="1430742"/>
                  </a:lnTo>
                  <a:lnTo>
                    <a:pt x="4267037" y="1430742"/>
                  </a:lnTo>
                  <a:lnTo>
                    <a:pt x="4266376" y="1430742"/>
                  </a:lnTo>
                  <a:lnTo>
                    <a:pt x="4265716" y="1430742"/>
                  </a:lnTo>
                  <a:lnTo>
                    <a:pt x="4265055" y="1430742"/>
                  </a:lnTo>
                  <a:lnTo>
                    <a:pt x="4264395" y="1430742"/>
                  </a:lnTo>
                  <a:lnTo>
                    <a:pt x="4263734" y="1430742"/>
                  </a:lnTo>
                  <a:lnTo>
                    <a:pt x="4263074" y="1430742"/>
                  </a:lnTo>
                  <a:lnTo>
                    <a:pt x="4262413" y="1430742"/>
                  </a:lnTo>
                  <a:lnTo>
                    <a:pt x="4261753" y="1430742"/>
                  </a:lnTo>
                  <a:lnTo>
                    <a:pt x="4261092" y="1430742"/>
                  </a:lnTo>
                  <a:lnTo>
                    <a:pt x="4260432" y="1430742"/>
                  </a:lnTo>
                  <a:lnTo>
                    <a:pt x="4259771" y="1430742"/>
                  </a:lnTo>
                  <a:lnTo>
                    <a:pt x="4259111" y="1430742"/>
                  </a:lnTo>
                  <a:lnTo>
                    <a:pt x="4258450" y="1430742"/>
                  </a:lnTo>
                  <a:lnTo>
                    <a:pt x="4257789" y="1430742"/>
                  </a:lnTo>
                  <a:lnTo>
                    <a:pt x="4257129" y="1430742"/>
                  </a:lnTo>
                  <a:lnTo>
                    <a:pt x="4256468" y="1430742"/>
                  </a:lnTo>
                  <a:lnTo>
                    <a:pt x="4255808" y="1430742"/>
                  </a:lnTo>
                  <a:lnTo>
                    <a:pt x="4255147" y="1430742"/>
                  </a:lnTo>
                  <a:lnTo>
                    <a:pt x="4254487" y="1430742"/>
                  </a:lnTo>
                  <a:lnTo>
                    <a:pt x="4253826" y="1430742"/>
                  </a:lnTo>
                  <a:lnTo>
                    <a:pt x="4253166" y="1430742"/>
                  </a:lnTo>
                  <a:lnTo>
                    <a:pt x="4252505" y="1430742"/>
                  </a:lnTo>
                  <a:lnTo>
                    <a:pt x="4251845" y="1430742"/>
                  </a:lnTo>
                  <a:lnTo>
                    <a:pt x="4251184" y="1430742"/>
                  </a:lnTo>
                  <a:lnTo>
                    <a:pt x="4250524" y="1430742"/>
                  </a:lnTo>
                  <a:lnTo>
                    <a:pt x="4249863" y="1430742"/>
                  </a:lnTo>
                  <a:lnTo>
                    <a:pt x="4249203" y="1430742"/>
                  </a:lnTo>
                  <a:lnTo>
                    <a:pt x="4248542" y="1430742"/>
                  </a:lnTo>
                  <a:lnTo>
                    <a:pt x="4247881" y="1430742"/>
                  </a:lnTo>
                  <a:lnTo>
                    <a:pt x="4247221" y="1430742"/>
                  </a:lnTo>
                  <a:lnTo>
                    <a:pt x="4246560" y="1430742"/>
                  </a:lnTo>
                  <a:lnTo>
                    <a:pt x="4245900" y="1430742"/>
                  </a:lnTo>
                  <a:lnTo>
                    <a:pt x="4245239" y="1430742"/>
                  </a:lnTo>
                  <a:lnTo>
                    <a:pt x="4244579" y="1430742"/>
                  </a:lnTo>
                  <a:lnTo>
                    <a:pt x="4243918" y="1430742"/>
                  </a:lnTo>
                  <a:lnTo>
                    <a:pt x="4243258" y="1430742"/>
                  </a:lnTo>
                  <a:lnTo>
                    <a:pt x="4242597" y="1430742"/>
                  </a:lnTo>
                  <a:lnTo>
                    <a:pt x="4241937" y="1430742"/>
                  </a:lnTo>
                  <a:lnTo>
                    <a:pt x="4241276" y="1430742"/>
                  </a:lnTo>
                  <a:lnTo>
                    <a:pt x="4240616" y="1430742"/>
                  </a:lnTo>
                  <a:lnTo>
                    <a:pt x="4239955" y="1430742"/>
                  </a:lnTo>
                  <a:lnTo>
                    <a:pt x="4239295" y="1430742"/>
                  </a:lnTo>
                  <a:lnTo>
                    <a:pt x="4238634" y="1430742"/>
                  </a:lnTo>
                  <a:lnTo>
                    <a:pt x="4237973" y="1430742"/>
                  </a:lnTo>
                  <a:lnTo>
                    <a:pt x="4237313" y="1430742"/>
                  </a:lnTo>
                  <a:lnTo>
                    <a:pt x="4236652" y="1430742"/>
                  </a:lnTo>
                  <a:lnTo>
                    <a:pt x="4235992" y="1430742"/>
                  </a:lnTo>
                  <a:lnTo>
                    <a:pt x="4235331" y="1430742"/>
                  </a:lnTo>
                  <a:lnTo>
                    <a:pt x="4234671" y="1430742"/>
                  </a:lnTo>
                  <a:lnTo>
                    <a:pt x="4234010" y="1430742"/>
                  </a:lnTo>
                  <a:lnTo>
                    <a:pt x="4233350" y="1430742"/>
                  </a:lnTo>
                  <a:lnTo>
                    <a:pt x="4232689" y="1430742"/>
                  </a:lnTo>
                  <a:lnTo>
                    <a:pt x="4232029" y="1430742"/>
                  </a:lnTo>
                  <a:lnTo>
                    <a:pt x="4231368" y="1430742"/>
                  </a:lnTo>
                  <a:lnTo>
                    <a:pt x="4230708" y="1430742"/>
                  </a:lnTo>
                  <a:lnTo>
                    <a:pt x="4230047" y="1430742"/>
                  </a:lnTo>
                  <a:lnTo>
                    <a:pt x="4229387" y="1430742"/>
                  </a:lnTo>
                  <a:lnTo>
                    <a:pt x="4228726" y="1430742"/>
                  </a:lnTo>
                  <a:lnTo>
                    <a:pt x="4228066" y="1430742"/>
                  </a:lnTo>
                  <a:lnTo>
                    <a:pt x="4227405" y="1430742"/>
                  </a:lnTo>
                  <a:lnTo>
                    <a:pt x="4226744" y="1430742"/>
                  </a:lnTo>
                  <a:lnTo>
                    <a:pt x="4226084" y="1430742"/>
                  </a:lnTo>
                  <a:lnTo>
                    <a:pt x="4225423" y="1430742"/>
                  </a:lnTo>
                  <a:lnTo>
                    <a:pt x="4224763" y="1430742"/>
                  </a:lnTo>
                  <a:lnTo>
                    <a:pt x="4224102" y="1430742"/>
                  </a:lnTo>
                  <a:lnTo>
                    <a:pt x="4223442" y="1430742"/>
                  </a:lnTo>
                  <a:lnTo>
                    <a:pt x="4222781" y="1430742"/>
                  </a:lnTo>
                  <a:lnTo>
                    <a:pt x="4222121" y="1430742"/>
                  </a:lnTo>
                  <a:lnTo>
                    <a:pt x="4221460" y="1430742"/>
                  </a:lnTo>
                  <a:lnTo>
                    <a:pt x="4220800" y="1430742"/>
                  </a:lnTo>
                  <a:lnTo>
                    <a:pt x="4220139" y="1430742"/>
                  </a:lnTo>
                  <a:lnTo>
                    <a:pt x="4219479" y="1430742"/>
                  </a:lnTo>
                  <a:lnTo>
                    <a:pt x="4218818" y="1430742"/>
                  </a:lnTo>
                  <a:lnTo>
                    <a:pt x="4218158" y="1430742"/>
                  </a:lnTo>
                  <a:lnTo>
                    <a:pt x="4217497" y="1430742"/>
                  </a:lnTo>
                  <a:lnTo>
                    <a:pt x="4216836" y="1430742"/>
                  </a:lnTo>
                  <a:lnTo>
                    <a:pt x="4216176" y="1430742"/>
                  </a:lnTo>
                  <a:lnTo>
                    <a:pt x="4215515" y="1430742"/>
                  </a:lnTo>
                  <a:lnTo>
                    <a:pt x="4214855" y="1430742"/>
                  </a:lnTo>
                  <a:lnTo>
                    <a:pt x="4214194" y="1430742"/>
                  </a:lnTo>
                  <a:lnTo>
                    <a:pt x="4213534" y="1430742"/>
                  </a:lnTo>
                  <a:lnTo>
                    <a:pt x="4212873" y="1430742"/>
                  </a:lnTo>
                  <a:lnTo>
                    <a:pt x="4212213" y="1430742"/>
                  </a:lnTo>
                  <a:lnTo>
                    <a:pt x="4211552" y="1430742"/>
                  </a:lnTo>
                  <a:lnTo>
                    <a:pt x="4210892" y="1430742"/>
                  </a:lnTo>
                  <a:lnTo>
                    <a:pt x="4210231" y="1430742"/>
                  </a:lnTo>
                  <a:lnTo>
                    <a:pt x="4209571" y="1430742"/>
                  </a:lnTo>
                  <a:lnTo>
                    <a:pt x="4208910" y="1430742"/>
                  </a:lnTo>
                  <a:lnTo>
                    <a:pt x="4208250" y="1430742"/>
                  </a:lnTo>
                  <a:lnTo>
                    <a:pt x="4207589" y="1430742"/>
                  </a:lnTo>
                  <a:lnTo>
                    <a:pt x="4206928" y="1430742"/>
                  </a:lnTo>
                  <a:lnTo>
                    <a:pt x="4206268" y="1430742"/>
                  </a:lnTo>
                  <a:lnTo>
                    <a:pt x="4205607" y="1430742"/>
                  </a:lnTo>
                  <a:lnTo>
                    <a:pt x="4204947" y="1430742"/>
                  </a:lnTo>
                  <a:lnTo>
                    <a:pt x="4204286" y="1430742"/>
                  </a:lnTo>
                  <a:lnTo>
                    <a:pt x="4203626" y="1430742"/>
                  </a:lnTo>
                  <a:lnTo>
                    <a:pt x="4202965" y="1430742"/>
                  </a:lnTo>
                  <a:lnTo>
                    <a:pt x="4202305" y="1430742"/>
                  </a:lnTo>
                  <a:lnTo>
                    <a:pt x="4201644" y="1430742"/>
                  </a:lnTo>
                  <a:lnTo>
                    <a:pt x="4200984" y="1430742"/>
                  </a:lnTo>
                  <a:lnTo>
                    <a:pt x="4200323" y="1430742"/>
                  </a:lnTo>
                  <a:lnTo>
                    <a:pt x="4199663" y="1430742"/>
                  </a:lnTo>
                  <a:lnTo>
                    <a:pt x="4199002" y="1430742"/>
                  </a:lnTo>
                  <a:lnTo>
                    <a:pt x="4198342" y="1430742"/>
                  </a:lnTo>
                  <a:lnTo>
                    <a:pt x="4197681" y="1430742"/>
                  </a:lnTo>
                  <a:lnTo>
                    <a:pt x="4197021" y="1430742"/>
                  </a:lnTo>
                  <a:lnTo>
                    <a:pt x="4196360" y="1430742"/>
                  </a:lnTo>
                  <a:lnTo>
                    <a:pt x="4195699" y="1430742"/>
                  </a:lnTo>
                  <a:lnTo>
                    <a:pt x="4195039" y="1430742"/>
                  </a:lnTo>
                  <a:lnTo>
                    <a:pt x="4194378" y="1430742"/>
                  </a:lnTo>
                  <a:lnTo>
                    <a:pt x="4193718" y="1430742"/>
                  </a:lnTo>
                  <a:lnTo>
                    <a:pt x="4193057" y="1430742"/>
                  </a:lnTo>
                  <a:lnTo>
                    <a:pt x="4192397" y="1430742"/>
                  </a:lnTo>
                  <a:lnTo>
                    <a:pt x="4191736" y="1430742"/>
                  </a:lnTo>
                  <a:lnTo>
                    <a:pt x="4191076" y="1430742"/>
                  </a:lnTo>
                  <a:lnTo>
                    <a:pt x="4190415" y="1430742"/>
                  </a:lnTo>
                  <a:lnTo>
                    <a:pt x="4189755" y="1430742"/>
                  </a:lnTo>
                  <a:lnTo>
                    <a:pt x="4189094" y="1430742"/>
                  </a:lnTo>
                  <a:lnTo>
                    <a:pt x="4188434" y="1430742"/>
                  </a:lnTo>
                  <a:lnTo>
                    <a:pt x="4187773" y="1430742"/>
                  </a:lnTo>
                  <a:lnTo>
                    <a:pt x="4187113" y="1430742"/>
                  </a:lnTo>
                  <a:lnTo>
                    <a:pt x="4186452" y="1430742"/>
                  </a:lnTo>
                  <a:lnTo>
                    <a:pt x="4185791" y="1430742"/>
                  </a:lnTo>
                  <a:lnTo>
                    <a:pt x="4185131" y="1430742"/>
                  </a:lnTo>
                  <a:lnTo>
                    <a:pt x="4184470" y="1430742"/>
                  </a:lnTo>
                  <a:lnTo>
                    <a:pt x="4183810" y="1430742"/>
                  </a:lnTo>
                  <a:lnTo>
                    <a:pt x="4183149" y="1430742"/>
                  </a:lnTo>
                  <a:lnTo>
                    <a:pt x="4182489" y="1430742"/>
                  </a:lnTo>
                  <a:lnTo>
                    <a:pt x="4181828" y="1430742"/>
                  </a:lnTo>
                  <a:lnTo>
                    <a:pt x="4181168" y="1430742"/>
                  </a:lnTo>
                  <a:lnTo>
                    <a:pt x="4180507" y="1430742"/>
                  </a:lnTo>
                  <a:lnTo>
                    <a:pt x="4179847" y="1430742"/>
                  </a:lnTo>
                  <a:lnTo>
                    <a:pt x="4179186" y="1430742"/>
                  </a:lnTo>
                  <a:lnTo>
                    <a:pt x="4178526" y="1430742"/>
                  </a:lnTo>
                  <a:lnTo>
                    <a:pt x="4177865" y="1430742"/>
                  </a:lnTo>
                  <a:lnTo>
                    <a:pt x="4177205" y="1430742"/>
                  </a:lnTo>
                  <a:lnTo>
                    <a:pt x="4176544" y="1430742"/>
                  </a:lnTo>
                  <a:lnTo>
                    <a:pt x="4175883" y="1430742"/>
                  </a:lnTo>
                  <a:lnTo>
                    <a:pt x="4175223" y="1430742"/>
                  </a:lnTo>
                  <a:lnTo>
                    <a:pt x="4174562" y="1430742"/>
                  </a:lnTo>
                  <a:lnTo>
                    <a:pt x="4173902" y="1430742"/>
                  </a:lnTo>
                  <a:lnTo>
                    <a:pt x="4173241" y="1430742"/>
                  </a:lnTo>
                  <a:lnTo>
                    <a:pt x="4172581" y="1430742"/>
                  </a:lnTo>
                  <a:lnTo>
                    <a:pt x="4171920" y="1430742"/>
                  </a:lnTo>
                  <a:lnTo>
                    <a:pt x="4171260" y="1430742"/>
                  </a:lnTo>
                  <a:lnTo>
                    <a:pt x="4170599" y="1430742"/>
                  </a:lnTo>
                  <a:lnTo>
                    <a:pt x="4169939" y="1430742"/>
                  </a:lnTo>
                  <a:lnTo>
                    <a:pt x="4169278" y="1430742"/>
                  </a:lnTo>
                  <a:lnTo>
                    <a:pt x="4168618" y="1430742"/>
                  </a:lnTo>
                  <a:lnTo>
                    <a:pt x="4167957" y="1430742"/>
                  </a:lnTo>
                  <a:lnTo>
                    <a:pt x="4167297" y="1430742"/>
                  </a:lnTo>
                  <a:lnTo>
                    <a:pt x="4166636" y="1430742"/>
                  </a:lnTo>
                  <a:lnTo>
                    <a:pt x="4165975" y="1430742"/>
                  </a:lnTo>
                  <a:lnTo>
                    <a:pt x="4165315" y="1430742"/>
                  </a:lnTo>
                  <a:lnTo>
                    <a:pt x="4164654" y="1430742"/>
                  </a:lnTo>
                  <a:lnTo>
                    <a:pt x="4163994" y="1430742"/>
                  </a:lnTo>
                  <a:lnTo>
                    <a:pt x="4163333" y="1430742"/>
                  </a:lnTo>
                  <a:lnTo>
                    <a:pt x="4162673" y="1430742"/>
                  </a:lnTo>
                  <a:lnTo>
                    <a:pt x="4162012" y="1430742"/>
                  </a:lnTo>
                  <a:lnTo>
                    <a:pt x="4161352" y="1430742"/>
                  </a:lnTo>
                  <a:lnTo>
                    <a:pt x="4160691" y="1430742"/>
                  </a:lnTo>
                  <a:lnTo>
                    <a:pt x="4160031" y="1430742"/>
                  </a:lnTo>
                  <a:lnTo>
                    <a:pt x="4159370" y="1430742"/>
                  </a:lnTo>
                  <a:lnTo>
                    <a:pt x="4158710" y="1430742"/>
                  </a:lnTo>
                  <a:lnTo>
                    <a:pt x="4158049" y="1430742"/>
                  </a:lnTo>
                  <a:lnTo>
                    <a:pt x="4157389" y="1430742"/>
                  </a:lnTo>
                  <a:lnTo>
                    <a:pt x="4156728" y="1430742"/>
                  </a:lnTo>
                  <a:lnTo>
                    <a:pt x="4156068" y="1430742"/>
                  </a:lnTo>
                  <a:lnTo>
                    <a:pt x="4155407" y="1430742"/>
                  </a:lnTo>
                  <a:lnTo>
                    <a:pt x="4154746" y="1430742"/>
                  </a:lnTo>
                  <a:lnTo>
                    <a:pt x="4154086" y="1430742"/>
                  </a:lnTo>
                  <a:lnTo>
                    <a:pt x="4153425" y="1430742"/>
                  </a:lnTo>
                  <a:lnTo>
                    <a:pt x="4152765" y="1430742"/>
                  </a:lnTo>
                  <a:lnTo>
                    <a:pt x="4152104" y="1430742"/>
                  </a:lnTo>
                  <a:lnTo>
                    <a:pt x="4151444" y="1430742"/>
                  </a:lnTo>
                  <a:lnTo>
                    <a:pt x="4150783" y="1430742"/>
                  </a:lnTo>
                  <a:lnTo>
                    <a:pt x="4150123" y="1430742"/>
                  </a:lnTo>
                  <a:lnTo>
                    <a:pt x="4149462" y="1430742"/>
                  </a:lnTo>
                  <a:lnTo>
                    <a:pt x="4148802" y="1430742"/>
                  </a:lnTo>
                  <a:lnTo>
                    <a:pt x="4148141" y="1430742"/>
                  </a:lnTo>
                  <a:lnTo>
                    <a:pt x="4147481" y="1430742"/>
                  </a:lnTo>
                  <a:lnTo>
                    <a:pt x="4146820" y="1430742"/>
                  </a:lnTo>
                  <a:lnTo>
                    <a:pt x="4146160" y="1430742"/>
                  </a:lnTo>
                  <a:lnTo>
                    <a:pt x="4145499" y="1430742"/>
                  </a:lnTo>
                  <a:lnTo>
                    <a:pt x="4144838" y="1430742"/>
                  </a:lnTo>
                  <a:lnTo>
                    <a:pt x="4144178" y="1430742"/>
                  </a:lnTo>
                  <a:lnTo>
                    <a:pt x="4143517" y="1430742"/>
                  </a:lnTo>
                  <a:lnTo>
                    <a:pt x="4142857" y="1430742"/>
                  </a:lnTo>
                  <a:lnTo>
                    <a:pt x="4142196" y="1430742"/>
                  </a:lnTo>
                  <a:lnTo>
                    <a:pt x="4141536" y="1430742"/>
                  </a:lnTo>
                  <a:lnTo>
                    <a:pt x="4140875" y="1430742"/>
                  </a:lnTo>
                  <a:lnTo>
                    <a:pt x="4140215" y="1430742"/>
                  </a:lnTo>
                  <a:lnTo>
                    <a:pt x="4139554" y="1430742"/>
                  </a:lnTo>
                  <a:lnTo>
                    <a:pt x="4138894" y="1430742"/>
                  </a:lnTo>
                  <a:lnTo>
                    <a:pt x="4138233" y="1430742"/>
                  </a:lnTo>
                  <a:lnTo>
                    <a:pt x="4137573" y="1430742"/>
                  </a:lnTo>
                  <a:lnTo>
                    <a:pt x="4136912" y="1430742"/>
                  </a:lnTo>
                  <a:lnTo>
                    <a:pt x="4136252" y="1430742"/>
                  </a:lnTo>
                  <a:lnTo>
                    <a:pt x="4135591" y="1430742"/>
                  </a:lnTo>
                  <a:lnTo>
                    <a:pt x="4134930" y="1430742"/>
                  </a:lnTo>
                  <a:lnTo>
                    <a:pt x="4134270" y="1430742"/>
                  </a:lnTo>
                  <a:lnTo>
                    <a:pt x="4133609" y="1430742"/>
                  </a:lnTo>
                  <a:lnTo>
                    <a:pt x="4132949" y="1430742"/>
                  </a:lnTo>
                  <a:lnTo>
                    <a:pt x="4132288" y="1430742"/>
                  </a:lnTo>
                  <a:lnTo>
                    <a:pt x="4131628" y="1430742"/>
                  </a:lnTo>
                  <a:lnTo>
                    <a:pt x="4130967" y="1430742"/>
                  </a:lnTo>
                  <a:lnTo>
                    <a:pt x="4130307" y="1430742"/>
                  </a:lnTo>
                  <a:lnTo>
                    <a:pt x="4129646" y="1430742"/>
                  </a:lnTo>
                  <a:lnTo>
                    <a:pt x="4128986" y="1430742"/>
                  </a:lnTo>
                  <a:lnTo>
                    <a:pt x="4128325" y="1430742"/>
                  </a:lnTo>
                  <a:lnTo>
                    <a:pt x="4127665" y="1430742"/>
                  </a:lnTo>
                  <a:lnTo>
                    <a:pt x="4127004" y="1430742"/>
                  </a:lnTo>
                  <a:lnTo>
                    <a:pt x="4126344" y="1430742"/>
                  </a:lnTo>
                  <a:lnTo>
                    <a:pt x="4125683" y="1430742"/>
                  </a:lnTo>
                  <a:lnTo>
                    <a:pt x="4125023" y="1430742"/>
                  </a:lnTo>
                  <a:lnTo>
                    <a:pt x="4124362" y="1430742"/>
                  </a:lnTo>
                  <a:lnTo>
                    <a:pt x="4123701" y="1430742"/>
                  </a:lnTo>
                  <a:lnTo>
                    <a:pt x="4123041" y="1430742"/>
                  </a:lnTo>
                  <a:lnTo>
                    <a:pt x="4122380" y="1430742"/>
                  </a:lnTo>
                  <a:lnTo>
                    <a:pt x="4121720" y="1430742"/>
                  </a:lnTo>
                  <a:lnTo>
                    <a:pt x="4121059" y="1430742"/>
                  </a:lnTo>
                  <a:lnTo>
                    <a:pt x="4120399" y="1430742"/>
                  </a:lnTo>
                  <a:lnTo>
                    <a:pt x="4119738" y="1430742"/>
                  </a:lnTo>
                  <a:lnTo>
                    <a:pt x="4119078" y="1430742"/>
                  </a:lnTo>
                  <a:lnTo>
                    <a:pt x="4118417" y="1430742"/>
                  </a:lnTo>
                  <a:lnTo>
                    <a:pt x="4117757" y="1430742"/>
                  </a:lnTo>
                  <a:lnTo>
                    <a:pt x="4117096" y="1430742"/>
                  </a:lnTo>
                  <a:lnTo>
                    <a:pt x="4116436" y="1430742"/>
                  </a:lnTo>
                  <a:lnTo>
                    <a:pt x="4115775" y="1430742"/>
                  </a:lnTo>
                  <a:lnTo>
                    <a:pt x="4115115" y="1430742"/>
                  </a:lnTo>
                  <a:lnTo>
                    <a:pt x="4114454" y="1430742"/>
                  </a:lnTo>
                  <a:lnTo>
                    <a:pt x="4113793" y="1430742"/>
                  </a:lnTo>
                  <a:lnTo>
                    <a:pt x="4113133" y="1430742"/>
                  </a:lnTo>
                  <a:lnTo>
                    <a:pt x="4112472" y="1430742"/>
                  </a:lnTo>
                  <a:lnTo>
                    <a:pt x="4111812" y="1430742"/>
                  </a:lnTo>
                  <a:lnTo>
                    <a:pt x="4111151" y="1430742"/>
                  </a:lnTo>
                  <a:lnTo>
                    <a:pt x="4110491" y="1430742"/>
                  </a:lnTo>
                  <a:lnTo>
                    <a:pt x="4109830" y="1430742"/>
                  </a:lnTo>
                  <a:lnTo>
                    <a:pt x="4109170" y="1430742"/>
                  </a:lnTo>
                  <a:lnTo>
                    <a:pt x="4108509" y="1430742"/>
                  </a:lnTo>
                  <a:lnTo>
                    <a:pt x="4107849" y="1430742"/>
                  </a:lnTo>
                  <a:lnTo>
                    <a:pt x="4107188" y="1430742"/>
                  </a:lnTo>
                  <a:lnTo>
                    <a:pt x="4106528" y="1430742"/>
                  </a:lnTo>
                  <a:lnTo>
                    <a:pt x="4105867" y="1430742"/>
                  </a:lnTo>
                  <a:lnTo>
                    <a:pt x="4105207" y="1430742"/>
                  </a:lnTo>
                  <a:lnTo>
                    <a:pt x="4104546" y="1430742"/>
                  </a:lnTo>
                  <a:lnTo>
                    <a:pt x="4103885" y="1430742"/>
                  </a:lnTo>
                  <a:lnTo>
                    <a:pt x="4103225" y="1430742"/>
                  </a:lnTo>
                  <a:lnTo>
                    <a:pt x="4102564" y="1430742"/>
                  </a:lnTo>
                  <a:lnTo>
                    <a:pt x="4101904" y="1430742"/>
                  </a:lnTo>
                  <a:lnTo>
                    <a:pt x="4101243" y="1430742"/>
                  </a:lnTo>
                  <a:lnTo>
                    <a:pt x="4100583" y="1430742"/>
                  </a:lnTo>
                  <a:lnTo>
                    <a:pt x="4099922" y="1430742"/>
                  </a:lnTo>
                  <a:lnTo>
                    <a:pt x="4099262" y="1430742"/>
                  </a:lnTo>
                  <a:lnTo>
                    <a:pt x="4098601" y="1430742"/>
                  </a:lnTo>
                  <a:lnTo>
                    <a:pt x="4097941" y="1430742"/>
                  </a:lnTo>
                  <a:lnTo>
                    <a:pt x="4097280" y="1430742"/>
                  </a:lnTo>
                  <a:lnTo>
                    <a:pt x="4096620" y="1430742"/>
                  </a:lnTo>
                  <a:lnTo>
                    <a:pt x="4095959" y="1430742"/>
                  </a:lnTo>
                  <a:lnTo>
                    <a:pt x="4095299" y="1430742"/>
                  </a:lnTo>
                  <a:lnTo>
                    <a:pt x="4094638" y="1430742"/>
                  </a:lnTo>
                  <a:lnTo>
                    <a:pt x="4093977" y="1430742"/>
                  </a:lnTo>
                  <a:lnTo>
                    <a:pt x="4093317" y="1430742"/>
                  </a:lnTo>
                  <a:lnTo>
                    <a:pt x="4092656" y="1430742"/>
                  </a:lnTo>
                  <a:lnTo>
                    <a:pt x="4091996" y="1430742"/>
                  </a:lnTo>
                  <a:lnTo>
                    <a:pt x="4091335" y="1430742"/>
                  </a:lnTo>
                  <a:lnTo>
                    <a:pt x="4090675" y="1430742"/>
                  </a:lnTo>
                  <a:lnTo>
                    <a:pt x="4090014" y="1430742"/>
                  </a:lnTo>
                  <a:lnTo>
                    <a:pt x="4089354" y="1430742"/>
                  </a:lnTo>
                  <a:lnTo>
                    <a:pt x="4088693" y="1430742"/>
                  </a:lnTo>
                  <a:lnTo>
                    <a:pt x="4088033" y="1430742"/>
                  </a:lnTo>
                  <a:lnTo>
                    <a:pt x="4087372" y="1430742"/>
                  </a:lnTo>
                  <a:lnTo>
                    <a:pt x="4086712" y="1430742"/>
                  </a:lnTo>
                  <a:lnTo>
                    <a:pt x="4086051" y="1430742"/>
                  </a:lnTo>
                  <a:lnTo>
                    <a:pt x="4085391" y="1430742"/>
                  </a:lnTo>
                  <a:lnTo>
                    <a:pt x="4084730" y="1430742"/>
                  </a:lnTo>
                  <a:lnTo>
                    <a:pt x="4084070" y="1430742"/>
                  </a:lnTo>
                  <a:lnTo>
                    <a:pt x="4083409" y="1430742"/>
                  </a:lnTo>
                  <a:lnTo>
                    <a:pt x="4082748" y="1430742"/>
                  </a:lnTo>
                  <a:lnTo>
                    <a:pt x="4082088" y="1430742"/>
                  </a:lnTo>
                  <a:lnTo>
                    <a:pt x="4081427" y="1430742"/>
                  </a:lnTo>
                  <a:lnTo>
                    <a:pt x="4080767" y="1430742"/>
                  </a:lnTo>
                  <a:lnTo>
                    <a:pt x="4080106" y="1430742"/>
                  </a:lnTo>
                  <a:lnTo>
                    <a:pt x="4079446" y="1430742"/>
                  </a:lnTo>
                  <a:lnTo>
                    <a:pt x="4078785" y="1430742"/>
                  </a:lnTo>
                  <a:lnTo>
                    <a:pt x="4078125" y="1430742"/>
                  </a:lnTo>
                  <a:lnTo>
                    <a:pt x="4077464" y="1430742"/>
                  </a:lnTo>
                  <a:lnTo>
                    <a:pt x="4076804" y="1430742"/>
                  </a:lnTo>
                  <a:lnTo>
                    <a:pt x="4076143" y="1430742"/>
                  </a:lnTo>
                  <a:lnTo>
                    <a:pt x="4075483" y="1430742"/>
                  </a:lnTo>
                  <a:lnTo>
                    <a:pt x="4074822" y="1430742"/>
                  </a:lnTo>
                  <a:lnTo>
                    <a:pt x="4074162" y="1430742"/>
                  </a:lnTo>
                  <a:lnTo>
                    <a:pt x="4073501" y="1430742"/>
                  </a:lnTo>
                  <a:lnTo>
                    <a:pt x="4072840" y="1430742"/>
                  </a:lnTo>
                  <a:lnTo>
                    <a:pt x="4072180" y="1430742"/>
                  </a:lnTo>
                  <a:lnTo>
                    <a:pt x="4071519" y="1430742"/>
                  </a:lnTo>
                  <a:lnTo>
                    <a:pt x="4070859" y="1430742"/>
                  </a:lnTo>
                  <a:lnTo>
                    <a:pt x="4070198" y="1430742"/>
                  </a:lnTo>
                  <a:lnTo>
                    <a:pt x="4069538" y="1430742"/>
                  </a:lnTo>
                  <a:lnTo>
                    <a:pt x="4068877" y="1430742"/>
                  </a:lnTo>
                  <a:lnTo>
                    <a:pt x="4068217" y="1430742"/>
                  </a:lnTo>
                  <a:lnTo>
                    <a:pt x="4067556" y="1430742"/>
                  </a:lnTo>
                  <a:lnTo>
                    <a:pt x="4066896" y="1430742"/>
                  </a:lnTo>
                  <a:lnTo>
                    <a:pt x="4066235" y="1430742"/>
                  </a:lnTo>
                  <a:lnTo>
                    <a:pt x="4065575" y="1430742"/>
                  </a:lnTo>
                  <a:lnTo>
                    <a:pt x="4064914" y="1430742"/>
                  </a:lnTo>
                  <a:lnTo>
                    <a:pt x="4064254" y="1430742"/>
                  </a:lnTo>
                  <a:lnTo>
                    <a:pt x="4063593" y="1430742"/>
                  </a:lnTo>
                  <a:lnTo>
                    <a:pt x="4062932" y="1430742"/>
                  </a:lnTo>
                  <a:lnTo>
                    <a:pt x="4062272" y="1430742"/>
                  </a:lnTo>
                  <a:lnTo>
                    <a:pt x="4061611" y="1430742"/>
                  </a:lnTo>
                  <a:lnTo>
                    <a:pt x="4060951" y="1430742"/>
                  </a:lnTo>
                  <a:lnTo>
                    <a:pt x="4060290" y="1430742"/>
                  </a:lnTo>
                  <a:lnTo>
                    <a:pt x="4059630" y="1430742"/>
                  </a:lnTo>
                  <a:lnTo>
                    <a:pt x="4058969" y="1430742"/>
                  </a:lnTo>
                  <a:lnTo>
                    <a:pt x="4058309" y="1430742"/>
                  </a:lnTo>
                  <a:lnTo>
                    <a:pt x="4057648" y="1430742"/>
                  </a:lnTo>
                  <a:lnTo>
                    <a:pt x="4056988" y="1430742"/>
                  </a:lnTo>
                  <a:lnTo>
                    <a:pt x="4056327" y="1430742"/>
                  </a:lnTo>
                  <a:lnTo>
                    <a:pt x="4055667" y="1430742"/>
                  </a:lnTo>
                  <a:lnTo>
                    <a:pt x="4055006" y="1430742"/>
                  </a:lnTo>
                  <a:lnTo>
                    <a:pt x="4054346" y="1430742"/>
                  </a:lnTo>
                  <a:lnTo>
                    <a:pt x="4053685" y="1430742"/>
                  </a:lnTo>
                  <a:lnTo>
                    <a:pt x="4053025" y="1430742"/>
                  </a:lnTo>
                  <a:lnTo>
                    <a:pt x="4052364" y="1430742"/>
                  </a:lnTo>
                  <a:lnTo>
                    <a:pt x="4051703" y="1430742"/>
                  </a:lnTo>
                  <a:lnTo>
                    <a:pt x="4051043" y="1430742"/>
                  </a:lnTo>
                  <a:lnTo>
                    <a:pt x="4050382" y="1430742"/>
                  </a:lnTo>
                  <a:lnTo>
                    <a:pt x="4049722" y="1430742"/>
                  </a:lnTo>
                  <a:lnTo>
                    <a:pt x="4049061" y="1430742"/>
                  </a:lnTo>
                  <a:lnTo>
                    <a:pt x="4048401" y="1430742"/>
                  </a:lnTo>
                  <a:lnTo>
                    <a:pt x="4047740" y="1430742"/>
                  </a:lnTo>
                  <a:lnTo>
                    <a:pt x="4047080" y="1430742"/>
                  </a:lnTo>
                  <a:lnTo>
                    <a:pt x="4046419" y="1430742"/>
                  </a:lnTo>
                  <a:lnTo>
                    <a:pt x="4045759" y="1430742"/>
                  </a:lnTo>
                  <a:lnTo>
                    <a:pt x="4045098" y="1430742"/>
                  </a:lnTo>
                  <a:lnTo>
                    <a:pt x="4044438" y="1430742"/>
                  </a:lnTo>
                  <a:lnTo>
                    <a:pt x="4043777" y="1430742"/>
                  </a:lnTo>
                  <a:lnTo>
                    <a:pt x="4043117" y="1430742"/>
                  </a:lnTo>
                  <a:lnTo>
                    <a:pt x="4042456" y="1430742"/>
                  </a:lnTo>
                  <a:lnTo>
                    <a:pt x="4041795" y="1430742"/>
                  </a:lnTo>
                  <a:lnTo>
                    <a:pt x="4041135" y="1430742"/>
                  </a:lnTo>
                  <a:lnTo>
                    <a:pt x="4040474" y="1430742"/>
                  </a:lnTo>
                  <a:lnTo>
                    <a:pt x="4039814" y="1430742"/>
                  </a:lnTo>
                  <a:lnTo>
                    <a:pt x="4039153" y="1430742"/>
                  </a:lnTo>
                  <a:lnTo>
                    <a:pt x="4038493" y="1430742"/>
                  </a:lnTo>
                  <a:lnTo>
                    <a:pt x="4037832" y="1430742"/>
                  </a:lnTo>
                  <a:lnTo>
                    <a:pt x="4037172" y="1430742"/>
                  </a:lnTo>
                  <a:lnTo>
                    <a:pt x="4036511" y="1430742"/>
                  </a:lnTo>
                  <a:lnTo>
                    <a:pt x="4035851" y="1430742"/>
                  </a:lnTo>
                  <a:lnTo>
                    <a:pt x="4035190" y="1430742"/>
                  </a:lnTo>
                  <a:lnTo>
                    <a:pt x="4034530" y="1430742"/>
                  </a:lnTo>
                  <a:lnTo>
                    <a:pt x="4033869" y="1430742"/>
                  </a:lnTo>
                  <a:lnTo>
                    <a:pt x="4033209" y="1430742"/>
                  </a:lnTo>
                  <a:lnTo>
                    <a:pt x="4032548" y="1430742"/>
                  </a:lnTo>
                  <a:lnTo>
                    <a:pt x="4031887" y="1430742"/>
                  </a:lnTo>
                  <a:lnTo>
                    <a:pt x="4031227" y="1430742"/>
                  </a:lnTo>
                  <a:lnTo>
                    <a:pt x="4030566" y="1430742"/>
                  </a:lnTo>
                  <a:lnTo>
                    <a:pt x="4029906" y="1430742"/>
                  </a:lnTo>
                  <a:lnTo>
                    <a:pt x="4029245" y="1430742"/>
                  </a:lnTo>
                  <a:lnTo>
                    <a:pt x="4028585" y="1430742"/>
                  </a:lnTo>
                  <a:lnTo>
                    <a:pt x="4027924" y="1430742"/>
                  </a:lnTo>
                  <a:lnTo>
                    <a:pt x="4027264" y="1430742"/>
                  </a:lnTo>
                  <a:lnTo>
                    <a:pt x="4026603" y="1430742"/>
                  </a:lnTo>
                  <a:lnTo>
                    <a:pt x="4025943" y="1430742"/>
                  </a:lnTo>
                  <a:lnTo>
                    <a:pt x="4025282" y="1430742"/>
                  </a:lnTo>
                  <a:lnTo>
                    <a:pt x="4024622" y="1430742"/>
                  </a:lnTo>
                  <a:lnTo>
                    <a:pt x="4023961" y="1430742"/>
                  </a:lnTo>
                  <a:lnTo>
                    <a:pt x="4023301" y="1430742"/>
                  </a:lnTo>
                  <a:lnTo>
                    <a:pt x="4022640" y="1430742"/>
                  </a:lnTo>
                  <a:lnTo>
                    <a:pt x="4021979" y="1430742"/>
                  </a:lnTo>
                  <a:lnTo>
                    <a:pt x="4021319" y="1430742"/>
                  </a:lnTo>
                  <a:lnTo>
                    <a:pt x="4020658" y="1430742"/>
                  </a:lnTo>
                  <a:lnTo>
                    <a:pt x="4019998" y="1430742"/>
                  </a:lnTo>
                  <a:lnTo>
                    <a:pt x="4019337" y="1430742"/>
                  </a:lnTo>
                  <a:lnTo>
                    <a:pt x="4018677" y="1430742"/>
                  </a:lnTo>
                  <a:lnTo>
                    <a:pt x="4018016" y="1430742"/>
                  </a:lnTo>
                  <a:lnTo>
                    <a:pt x="4017356" y="1430742"/>
                  </a:lnTo>
                  <a:lnTo>
                    <a:pt x="4016695" y="1430742"/>
                  </a:lnTo>
                  <a:lnTo>
                    <a:pt x="4016035" y="1430742"/>
                  </a:lnTo>
                  <a:lnTo>
                    <a:pt x="4015374" y="1430742"/>
                  </a:lnTo>
                  <a:lnTo>
                    <a:pt x="4014714" y="1430742"/>
                  </a:lnTo>
                  <a:lnTo>
                    <a:pt x="4014053" y="1430742"/>
                  </a:lnTo>
                  <a:lnTo>
                    <a:pt x="4013393" y="1430742"/>
                  </a:lnTo>
                  <a:lnTo>
                    <a:pt x="4012732" y="1430742"/>
                  </a:lnTo>
                  <a:lnTo>
                    <a:pt x="4012072" y="1430742"/>
                  </a:lnTo>
                  <a:lnTo>
                    <a:pt x="4011411" y="1430742"/>
                  </a:lnTo>
                  <a:lnTo>
                    <a:pt x="4010750" y="1430742"/>
                  </a:lnTo>
                  <a:lnTo>
                    <a:pt x="4010090" y="1430742"/>
                  </a:lnTo>
                  <a:lnTo>
                    <a:pt x="4009429" y="1430742"/>
                  </a:lnTo>
                  <a:lnTo>
                    <a:pt x="4008769" y="1430742"/>
                  </a:lnTo>
                  <a:lnTo>
                    <a:pt x="4008108" y="1430742"/>
                  </a:lnTo>
                  <a:lnTo>
                    <a:pt x="4007448" y="1430742"/>
                  </a:lnTo>
                  <a:lnTo>
                    <a:pt x="4006787" y="1430742"/>
                  </a:lnTo>
                  <a:lnTo>
                    <a:pt x="4006127" y="1430742"/>
                  </a:lnTo>
                  <a:lnTo>
                    <a:pt x="4005466" y="1430742"/>
                  </a:lnTo>
                  <a:lnTo>
                    <a:pt x="4004806" y="1430742"/>
                  </a:lnTo>
                  <a:lnTo>
                    <a:pt x="4004145" y="1430742"/>
                  </a:lnTo>
                  <a:lnTo>
                    <a:pt x="4003485" y="1430742"/>
                  </a:lnTo>
                  <a:lnTo>
                    <a:pt x="4002824" y="1430742"/>
                  </a:lnTo>
                  <a:lnTo>
                    <a:pt x="4002164" y="1430742"/>
                  </a:lnTo>
                  <a:lnTo>
                    <a:pt x="4001503" y="1430742"/>
                  </a:lnTo>
                  <a:lnTo>
                    <a:pt x="4000842" y="1430742"/>
                  </a:lnTo>
                  <a:lnTo>
                    <a:pt x="4000182" y="1430742"/>
                  </a:lnTo>
                  <a:lnTo>
                    <a:pt x="3999521" y="1430742"/>
                  </a:lnTo>
                  <a:lnTo>
                    <a:pt x="3998861" y="1430742"/>
                  </a:lnTo>
                  <a:lnTo>
                    <a:pt x="3998200" y="1430742"/>
                  </a:lnTo>
                  <a:lnTo>
                    <a:pt x="3997540" y="1430742"/>
                  </a:lnTo>
                  <a:lnTo>
                    <a:pt x="3996879" y="1430742"/>
                  </a:lnTo>
                  <a:lnTo>
                    <a:pt x="3996219" y="1430742"/>
                  </a:lnTo>
                  <a:lnTo>
                    <a:pt x="3995558" y="1430742"/>
                  </a:lnTo>
                  <a:lnTo>
                    <a:pt x="3994898" y="1430742"/>
                  </a:lnTo>
                  <a:lnTo>
                    <a:pt x="3994237" y="1430742"/>
                  </a:lnTo>
                  <a:lnTo>
                    <a:pt x="3993577" y="1430742"/>
                  </a:lnTo>
                  <a:lnTo>
                    <a:pt x="3992916" y="1430742"/>
                  </a:lnTo>
                  <a:lnTo>
                    <a:pt x="3992256" y="1430742"/>
                  </a:lnTo>
                  <a:lnTo>
                    <a:pt x="3991595" y="1430742"/>
                  </a:lnTo>
                  <a:lnTo>
                    <a:pt x="3990934" y="1430742"/>
                  </a:lnTo>
                  <a:lnTo>
                    <a:pt x="3990274" y="1430742"/>
                  </a:lnTo>
                  <a:lnTo>
                    <a:pt x="3989613" y="1430742"/>
                  </a:lnTo>
                  <a:lnTo>
                    <a:pt x="3988953" y="1430742"/>
                  </a:lnTo>
                  <a:lnTo>
                    <a:pt x="3988292" y="1430742"/>
                  </a:lnTo>
                  <a:lnTo>
                    <a:pt x="3987632" y="1430742"/>
                  </a:lnTo>
                  <a:lnTo>
                    <a:pt x="3986971" y="1430742"/>
                  </a:lnTo>
                  <a:lnTo>
                    <a:pt x="3986311" y="1430742"/>
                  </a:lnTo>
                  <a:lnTo>
                    <a:pt x="3985650" y="1430742"/>
                  </a:lnTo>
                  <a:lnTo>
                    <a:pt x="3984990" y="1430742"/>
                  </a:lnTo>
                  <a:lnTo>
                    <a:pt x="3984329" y="1430742"/>
                  </a:lnTo>
                  <a:lnTo>
                    <a:pt x="3983669" y="1430742"/>
                  </a:lnTo>
                  <a:lnTo>
                    <a:pt x="3983008" y="1430742"/>
                  </a:lnTo>
                  <a:lnTo>
                    <a:pt x="3982348" y="1430742"/>
                  </a:lnTo>
                  <a:lnTo>
                    <a:pt x="3981687" y="1430742"/>
                  </a:lnTo>
                  <a:lnTo>
                    <a:pt x="3981027" y="1430742"/>
                  </a:lnTo>
                  <a:lnTo>
                    <a:pt x="3980366" y="1430742"/>
                  </a:lnTo>
                  <a:lnTo>
                    <a:pt x="3979705" y="1430742"/>
                  </a:lnTo>
                  <a:lnTo>
                    <a:pt x="3979045" y="1430742"/>
                  </a:lnTo>
                  <a:lnTo>
                    <a:pt x="3978384" y="1430742"/>
                  </a:lnTo>
                  <a:lnTo>
                    <a:pt x="3977724" y="1430742"/>
                  </a:lnTo>
                  <a:lnTo>
                    <a:pt x="3977063" y="1430742"/>
                  </a:lnTo>
                  <a:lnTo>
                    <a:pt x="3976403" y="1430742"/>
                  </a:lnTo>
                  <a:lnTo>
                    <a:pt x="3975742" y="1430742"/>
                  </a:lnTo>
                  <a:lnTo>
                    <a:pt x="3975082" y="1430742"/>
                  </a:lnTo>
                  <a:lnTo>
                    <a:pt x="3974421" y="1430742"/>
                  </a:lnTo>
                  <a:lnTo>
                    <a:pt x="3973761" y="1430742"/>
                  </a:lnTo>
                  <a:lnTo>
                    <a:pt x="3973100" y="1430742"/>
                  </a:lnTo>
                  <a:lnTo>
                    <a:pt x="3972440" y="1430742"/>
                  </a:lnTo>
                  <a:lnTo>
                    <a:pt x="3971779" y="1430742"/>
                  </a:lnTo>
                  <a:lnTo>
                    <a:pt x="3971119" y="1430742"/>
                  </a:lnTo>
                  <a:lnTo>
                    <a:pt x="3970458" y="1430742"/>
                  </a:lnTo>
                  <a:lnTo>
                    <a:pt x="3969797" y="1430742"/>
                  </a:lnTo>
                  <a:lnTo>
                    <a:pt x="3969137" y="1430742"/>
                  </a:lnTo>
                  <a:lnTo>
                    <a:pt x="3968476" y="1430742"/>
                  </a:lnTo>
                  <a:lnTo>
                    <a:pt x="3967816" y="1430742"/>
                  </a:lnTo>
                  <a:lnTo>
                    <a:pt x="3967155" y="1430742"/>
                  </a:lnTo>
                  <a:lnTo>
                    <a:pt x="3966495" y="1430742"/>
                  </a:lnTo>
                  <a:lnTo>
                    <a:pt x="3965834" y="1430742"/>
                  </a:lnTo>
                  <a:lnTo>
                    <a:pt x="3965174" y="1430742"/>
                  </a:lnTo>
                  <a:lnTo>
                    <a:pt x="3964513" y="1430742"/>
                  </a:lnTo>
                  <a:lnTo>
                    <a:pt x="3963853" y="1430742"/>
                  </a:lnTo>
                  <a:lnTo>
                    <a:pt x="3963192" y="1430742"/>
                  </a:lnTo>
                  <a:lnTo>
                    <a:pt x="3962532" y="1430742"/>
                  </a:lnTo>
                  <a:lnTo>
                    <a:pt x="3961871" y="1430742"/>
                  </a:lnTo>
                  <a:lnTo>
                    <a:pt x="3961211" y="1430742"/>
                  </a:lnTo>
                  <a:lnTo>
                    <a:pt x="3960550" y="1430742"/>
                  </a:lnTo>
                  <a:lnTo>
                    <a:pt x="3959889" y="1430742"/>
                  </a:lnTo>
                  <a:lnTo>
                    <a:pt x="3959229" y="1430742"/>
                  </a:lnTo>
                  <a:lnTo>
                    <a:pt x="3958568" y="1430742"/>
                  </a:lnTo>
                  <a:lnTo>
                    <a:pt x="3957908" y="1430742"/>
                  </a:lnTo>
                  <a:lnTo>
                    <a:pt x="3957247" y="1430742"/>
                  </a:lnTo>
                  <a:lnTo>
                    <a:pt x="3956587" y="1430742"/>
                  </a:lnTo>
                  <a:lnTo>
                    <a:pt x="3955926" y="1430742"/>
                  </a:lnTo>
                  <a:lnTo>
                    <a:pt x="3955266" y="1430742"/>
                  </a:lnTo>
                  <a:lnTo>
                    <a:pt x="3954605" y="1430742"/>
                  </a:lnTo>
                  <a:lnTo>
                    <a:pt x="3953945" y="1430742"/>
                  </a:lnTo>
                  <a:lnTo>
                    <a:pt x="3953284" y="1430742"/>
                  </a:lnTo>
                  <a:lnTo>
                    <a:pt x="3952624" y="1430742"/>
                  </a:lnTo>
                  <a:lnTo>
                    <a:pt x="3951963" y="1430742"/>
                  </a:lnTo>
                  <a:lnTo>
                    <a:pt x="3951303" y="1430742"/>
                  </a:lnTo>
                  <a:lnTo>
                    <a:pt x="3950642" y="1430742"/>
                  </a:lnTo>
                  <a:lnTo>
                    <a:pt x="3949981" y="1430742"/>
                  </a:lnTo>
                  <a:lnTo>
                    <a:pt x="3949321" y="1430742"/>
                  </a:lnTo>
                  <a:lnTo>
                    <a:pt x="3948660" y="1430742"/>
                  </a:lnTo>
                  <a:lnTo>
                    <a:pt x="3948000" y="1430742"/>
                  </a:lnTo>
                  <a:lnTo>
                    <a:pt x="3947339" y="1430742"/>
                  </a:lnTo>
                  <a:lnTo>
                    <a:pt x="3946679" y="1430742"/>
                  </a:lnTo>
                  <a:lnTo>
                    <a:pt x="3946018" y="1430742"/>
                  </a:lnTo>
                  <a:lnTo>
                    <a:pt x="3945358" y="1430742"/>
                  </a:lnTo>
                  <a:lnTo>
                    <a:pt x="3944697" y="1430742"/>
                  </a:lnTo>
                  <a:lnTo>
                    <a:pt x="3944037" y="1430742"/>
                  </a:lnTo>
                  <a:lnTo>
                    <a:pt x="3943376" y="1430742"/>
                  </a:lnTo>
                  <a:lnTo>
                    <a:pt x="3942716" y="1430742"/>
                  </a:lnTo>
                  <a:lnTo>
                    <a:pt x="3942055" y="1430742"/>
                  </a:lnTo>
                  <a:lnTo>
                    <a:pt x="3941395" y="1430742"/>
                  </a:lnTo>
                  <a:lnTo>
                    <a:pt x="3940734" y="1430742"/>
                  </a:lnTo>
                  <a:lnTo>
                    <a:pt x="3940074" y="1430742"/>
                  </a:lnTo>
                  <a:lnTo>
                    <a:pt x="3939413" y="1430742"/>
                  </a:lnTo>
                  <a:lnTo>
                    <a:pt x="3938752" y="1430742"/>
                  </a:lnTo>
                  <a:lnTo>
                    <a:pt x="3938092" y="1430742"/>
                  </a:lnTo>
                  <a:lnTo>
                    <a:pt x="3937431" y="1430742"/>
                  </a:lnTo>
                  <a:lnTo>
                    <a:pt x="3936771" y="1430742"/>
                  </a:lnTo>
                  <a:lnTo>
                    <a:pt x="3936110" y="1430742"/>
                  </a:lnTo>
                  <a:lnTo>
                    <a:pt x="3935450" y="1430742"/>
                  </a:lnTo>
                  <a:lnTo>
                    <a:pt x="3934789" y="1430742"/>
                  </a:lnTo>
                  <a:lnTo>
                    <a:pt x="3934129" y="1430742"/>
                  </a:lnTo>
                  <a:lnTo>
                    <a:pt x="3933468" y="1430742"/>
                  </a:lnTo>
                  <a:lnTo>
                    <a:pt x="3932808" y="1430742"/>
                  </a:lnTo>
                  <a:lnTo>
                    <a:pt x="3932147" y="1430742"/>
                  </a:lnTo>
                  <a:lnTo>
                    <a:pt x="3931487" y="1430742"/>
                  </a:lnTo>
                  <a:lnTo>
                    <a:pt x="3930826" y="1430742"/>
                  </a:lnTo>
                  <a:lnTo>
                    <a:pt x="3930166" y="1430742"/>
                  </a:lnTo>
                  <a:lnTo>
                    <a:pt x="3929505" y="1430742"/>
                  </a:lnTo>
                  <a:lnTo>
                    <a:pt x="3928844" y="1430742"/>
                  </a:lnTo>
                  <a:lnTo>
                    <a:pt x="3928184" y="1430742"/>
                  </a:lnTo>
                  <a:lnTo>
                    <a:pt x="3927523" y="1430742"/>
                  </a:lnTo>
                  <a:lnTo>
                    <a:pt x="3926863" y="1430742"/>
                  </a:lnTo>
                  <a:lnTo>
                    <a:pt x="3926202" y="1430742"/>
                  </a:lnTo>
                  <a:lnTo>
                    <a:pt x="3925542" y="1430742"/>
                  </a:lnTo>
                  <a:lnTo>
                    <a:pt x="3924881" y="1430742"/>
                  </a:lnTo>
                  <a:lnTo>
                    <a:pt x="3924221" y="1430742"/>
                  </a:lnTo>
                  <a:lnTo>
                    <a:pt x="3923560" y="1430742"/>
                  </a:lnTo>
                  <a:lnTo>
                    <a:pt x="3922900" y="1430742"/>
                  </a:lnTo>
                  <a:lnTo>
                    <a:pt x="3922239" y="1430742"/>
                  </a:lnTo>
                  <a:lnTo>
                    <a:pt x="3921579" y="1430742"/>
                  </a:lnTo>
                  <a:lnTo>
                    <a:pt x="3920918" y="1430742"/>
                  </a:lnTo>
                  <a:lnTo>
                    <a:pt x="3920258" y="1430742"/>
                  </a:lnTo>
                  <a:lnTo>
                    <a:pt x="3919597" y="1430742"/>
                  </a:lnTo>
                  <a:lnTo>
                    <a:pt x="3918936" y="1430742"/>
                  </a:lnTo>
                  <a:lnTo>
                    <a:pt x="3918276" y="1430742"/>
                  </a:lnTo>
                  <a:lnTo>
                    <a:pt x="3917615" y="1430742"/>
                  </a:lnTo>
                  <a:lnTo>
                    <a:pt x="3916955" y="1430742"/>
                  </a:lnTo>
                  <a:lnTo>
                    <a:pt x="3916294" y="1430742"/>
                  </a:lnTo>
                  <a:lnTo>
                    <a:pt x="3915634" y="1430742"/>
                  </a:lnTo>
                  <a:lnTo>
                    <a:pt x="3914973" y="1430742"/>
                  </a:lnTo>
                  <a:lnTo>
                    <a:pt x="3914313" y="1430742"/>
                  </a:lnTo>
                  <a:lnTo>
                    <a:pt x="3913652" y="1430742"/>
                  </a:lnTo>
                  <a:lnTo>
                    <a:pt x="3912992" y="1430742"/>
                  </a:lnTo>
                  <a:lnTo>
                    <a:pt x="3912331" y="1430742"/>
                  </a:lnTo>
                  <a:lnTo>
                    <a:pt x="3911671" y="1430742"/>
                  </a:lnTo>
                  <a:lnTo>
                    <a:pt x="3911010" y="1430742"/>
                  </a:lnTo>
                  <a:lnTo>
                    <a:pt x="3910350" y="1430742"/>
                  </a:lnTo>
                  <a:lnTo>
                    <a:pt x="3909689" y="1430742"/>
                  </a:lnTo>
                  <a:lnTo>
                    <a:pt x="3909029" y="1430742"/>
                  </a:lnTo>
                  <a:lnTo>
                    <a:pt x="3908368" y="1430742"/>
                  </a:lnTo>
                  <a:lnTo>
                    <a:pt x="3907707" y="1430742"/>
                  </a:lnTo>
                  <a:lnTo>
                    <a:pt x="3907047" y="1430742"/>
                  </a:lnTo>
                  <a:lnTo>
                    <a:pt x="3906386" y="1430742"/>
                  </a:lnTo>
                  <a:lnTo>
                    <a:pt x="3905726" y="1430742"/>
                  </a:lnTo>
                  <a:lnTo>
                    <a:pt x="3905065" y="1430742"/>
                  </a:lnTo>
                  <a:lnTo>
                    <a:pt x="3904405" y="1430742"/>
                  </a:lnTo>
                  <a:lnTo>
                    <a:pt x="3903744" y="1430742"/>
                  </a:lnTo>
                  <a:lnTo>
                    <a:pt x="3903084" y="1430742"/>
                  </a:lnTo>
                  <a:lnTo>
                    <a:pt x="3902423" y="1430742"/>
                  </a:lnTo>
                  <a:lnTo>
                    <a:pt x="3901763" y="1430742"/>
                  </a:lnTo>
                  <a:lnTo>
                    <a:pt x="3901102" y="1430742"/>
                  </a:lnTo>
                  <a:lnTo>
                    <a:pt x="3900442" y="1430742"/>
                  </a:lnTo>
                  <a:lnTo>
                    <a:pt x="3899781" y="1430742"/>
                  </a:lnTo>
                  <a:lnTo>
                    <a:pt x="3899121" y="1430742"/>
                  </a:lnTo>
                  <a:lnTo>
                    <a:pt x="3898460" y="1430742"/>
                  </a:lnTo>
                  <a:lnTo>
                    <a:pt x="3897799" y="1430742"/>
                  </a:lnTo>
                  <a:lnTo>
                    <a:pt x="3897139" y="1430742"/>
                  </a:lnTo>
                  <a:lnTo>
                    <a:pt x="3896478" y="1430742"/>
                  </a:lnTo>
                  <a:lnTo>
                    <a:pt x="3895818" y="1430742"/>
                  </a:lnTo>
                  <a:lnTo>
                    <a:pt x="3895157" y="1430742"/>
                  </a:lnTo>
                  <a:lnTo>
                    <a:pt x="3894497" y="1430742"/>
                  </a:lnTo>
                  <a:lnTo>
                    <a:pt x="3893836" y="1430742"/>
                  </a:lnTo>
                  <a:lnTo>
                    <a:pt x="3893176" y="1430742"/>
                  </a:lnTo>
                  <a:lnTo>
                    <a:pt x="3892515" y="1430742"/>
                  </a:lnTo>
                  <a:lnTo>
                    <a:pt x="3891855" y="1430742"/>
                  </a:lnTo>
                  <a:lnTo>
                    <a:pt x="3891194" y="1430742"/>
                  </a:lnTo>
                  <a:lnTo>
                    <a:pt x="3890534" y="1430742"/>
                  </a:lnTo>
                  <a:lnTo>
                    <a:pt x="3889873" y="1430742"/>
                  </a:lnTo>
                  <a:lnTo>
                    <a:pt x="3889213" y="1430742"/>
                  </a:lnTo>
                  <a:lnTo>
                    <a:pt x="3888552" y="1430742"/>
                  </a:lnTo>
                  <a:lnTo>
                    <a:pt x="3887891" y="1430742"/>
                  </a:lnTo>
                  <a:lnTo>
                    <a:pt x="3887231" y="1430742"/>
                  </a:lnTo>
                  <a:lnTo>
                    <a:pt x="3886570" y="1430742"/>
                  </a:lnTo>
                  <a:lnTo>
                    <a:pt x="3885910" y="1430742"/>
                  </a:lnTo>
                  <a:lnTo>
                    <a:pt x="3885249" y="1430742"/>
                  </a:lnTo>
                  <a:lnTo>
                    <a:pt x="3884589" y="1430742"/>
                  </a:lnTo>
                  <a:lnTo>
                    <a:pt x="3883928" y="1430742"/>
                  </a:lnTo>
                  <a:lnTo>
                    <a:pt x="3883268" y="1430742"/>
                  </a:lnTo>
                  <a:lnTo>
                    <a:pt x="3882607" y="1430742"/>
                  </a:lnTo>
                  <a:lnTo>
                    <a:pt x="3881947" y="1430742"/>
                  </a:lnTo>
                  <a:lnTo>
                    <a:pt x="3881286" y="1430742"/>
                  </a:lnTo>
                  <a:lnTo>
                    <a:pt x="3880626" y="1430742"/>
                  </a:lnTo>
                  <a:lnTo>
                    <a:pt x="3879965" y="1430742"/>
                  </a:lnTo>
                  <a:lnTo>
                    <a:pt x="3879305" y="1430742"/>
                  </a:lnTo>
                  <a:lnTo>
                    <a:pt x="3878644" y="1430742"/>
                  </a:lnTo>
                  <a:lnTo>
                    <a:pt x="3877983" y="1430742"/>
                  </a:lnTo>
                  <a:lnTo>
                    <a:pt x="3877323" y="1430742"/>
                  </a:lnTo>
                  <a:lnTo>
                    <a:pt x="3876662" y="1430742"/>
                  </a:lnTo>
                  <a:lnTo>
                    <a:pt x="3876002" y="1430742"/>
                  </a:lnTo>
                  <a:lnTo>
                    <a:pt x="3875341" y="1430742"/>
                  </a:lnTo>
                  <a:lnTo>
                    <a:pt x="3874681" y="1430742"/>
                  </a:lnTo>
                  <a:lnTo>
                    <a:pt x="3874020" y="1430742"/>
                  </a:lnTo>
                  <a:lnTo>
                    <a:pt x="3873360" y="1430742"/>
                  </a:lnTo>
                  <a:lnTo>
                    <a:pt x="3872699" y="1430742"/>
                  </a:lnTo>
                  <a:lnTo>
                    <a:pt x="3872039" y="1430742"/>
                  </a:lnTo>
                  <a:lnTo>
                    <a:pt x="3871378" y="1430742"/>
                  </a:lnTo>
                  <a:lnTo>
                    <a:pt x="3870718" y="1430742"/>
                  </a:lnTo>
                  <a:lnTo>
                    <a:pt x="3870057" y="1430742"/>
                  </a:lnTo>
                  <a:lnTo>
                    <a:pt x="3869397" y="1430742"/>
                  </a:lnTo>
                  <a:lnTo>
                    <a:pt x="3868736" y="1430742"/>
                  </a:lnTo>
                  <a:lnTo>
                    <a:pt x="3868076" y="1430742"/>
                  </a:lnTo>
                  <a:lnTo>
                    <a:pt x="3867415" y="1430742"/>
                  </a:lnTo>
                  <a:lnTo>
                    <a:pt x="3866754" y="1430742"/>
                  </a:lnTo>
                  <a:lnTo>
                    <a:pt x="3866094" y="1430742"/>
                  </a:lnTo>
                  <a:lnTo>
                    <a:pt x="3865433" y="1430742"/>
                  </a:lnTo>
                  <a:lnTo>
                    <a:pt x="3864773" y="1430742"/>
                  </a:lnTo>
                  <a:lnTo>
                    <a:pt x="3864112" y="1430742"/>
                  </a:lnTo>
                  <a:lnTo>
                    <a:pt x="3863452" y="1430742"/>
                  </a:lnTo>
                  <a:lnTo>
                    <a:pt x="3862791" y="1430742"/>
                  </a:lnTo>
                  <a:lnTo>
                    <a:pt x="3862131" y="1430742"/>
                  </a:lnTo>
                  <a:lnTo>
                    <a:pt x="3861470" y="1430742"/>
                  </a:lnTo>
                  <a:lnTo>
                    <a:pt x="3860810" y="1430742"/>
                  </a:lnTo>
                  <a:lnTo>
                    <a:pt x="3860149" y="1430742"/>
                  </a:lnTo>
                  <a:lnTo>
                    <a:pt x="3859489" y="1430742"/>
                  </a:lnTo>
                  <a:lnTo>
                    <a:pt x="3858828" y="1430742"/>
                  </a:lnTo>
                  <a:lnTo>
                    <a:pt x="3858168" y="1430742"/>
                  </a:lnTo>
                  <a:lnTo>
                    <a:pt x="3857507" y="1430742"/>
                  </a:lnTo>
                  <a:lnTo>
                    <a:pt x="3856846" y="1430742"/>
                  </a:lnTo>
                  <a:lnTo>
                    <a:pt x="3856186" y="1430742"/>
                  </a:lnTo>
                  <a:lnTo>
                    <a:pt x="3855525" y="1430742"/>
                  </a:lnTo>
                  <a:lnTo>
                    <a:pt x="3854865" y="1430742"/>
                  </a:lnTo>
                  <a:lnTo>
                    <a:pt x="3854204" y="1430742"/>
                  </a:lnTo>
                  <a:lnTo>
                    <a:pt x="3853544" y="1430742"/>
                  </a:lnTo>
                  <a:lnTo>
                    <a:pt x="3852883" y="1430742"/>
                  </a:lnTo>
                  <a:lnTo>
                    <a:pt x="3852223" y="1430742"/>
                  </a:lnTo>
                  <a:lnTo>
                    <a:pt x="3851562" y="1430742"/>
                  </a:lnTo>
                  <a:lnTo>
                    <a:pt x="3850902" y="1430742"/>
                  </a:lnTo>
                  <a:lnTo>
                    <a:pt x="3850241" y="1430742"/>
                  </a:lnTo>
                  <a:lnTo>
                    <a:pt x="3849581" y="1430742"/>
                  </a:lnTo>
                  <a:lnTo>
                    <a:pt x="3848920" y="1430742"/>
                  </a:lnTo>
                  <a:lnTo>
                    <a:pt x="3848260" y="1430742"/>
                  </a:lnTo>
                  <a:lnTo>
                    <a:pt x="3847599" y="1430742"/>
                  </a:lnTo>
                  <a:lnTo>
                    <a:pt x="3846938" y="1430742"/>
                  </a:lnTo>
                  <a:lnTo>
                    <a:pt x="3846278" y="1430742"/>
                  </a:lnTo>
                  <a:lnTo>
                    <a:pt x="3845617" y="1430742"/>
                  </a:lnTo>
                  <a:lnTo>
                    <a:pt x="3844957" y="1430742"/>
                  </a:lnTo>
                  <a:lnTo>
                    <a:pt x="3844296" y="1430742"/>
                  </a:lnTo>
                  <a:lnTo>
                    <a:pt x="3843636" y="1430742"/>
                  </a:lnTo>
                  <a:lnTo>
                    <a:pt x="3842975" y="1430742"/>
                  </a:lnTo>
                  <a:lnTo>
                    <a:pt x="3842315" y="1430742"/>
                  </a:lnTo>
                  <a:lnTo>
                    <a:pt x="3841654" y="1430742"/>
                  </a:lnTo>
                  <a:lnTo>
                    <a:pt x="3840994" y="1430742"/>
                  </a:lnTo>
                  <a:lnTo>
                    <a:pt x="3840333" y="1430742"/>
                  </a:lnTo>
                  <a:lnTo>
                    <a:pt x="3839673" y="1430742"/>
                  </a:lnTo>
                  <a:lnTo>
                    <a:pt x="3839012" y="1430742"/>
                  </a:lnTo>
                  <a:lnTo>
                    <a:pt x="3838352" y="1430742"/>
                  </a:lnTo>
                  <a:lnTo>
                    <a:pt x="3837691" y="1430742"/>
                  </a:lnTo>
                  <a:lnTo>
                    <a:pt x="3837031" y="1430742"/>
                  </a:lnTo>
                  <a:lnTo>
                    <a:pt x="3836370" y="1430742"/>
                  </a:lnTo>
                  <a:lnTo>
                    <a:pt x="3835709" y="1430742"/>
                  </a:lnTo>
                  <a:lnTo>
                    <a:pt x="3835049" y="1430742"/>
                  </a:lnTo>
                  <a:lnTo>
                    <a:pt x="3834388" y="1430742"/>
                  </a:lnTo>
                  <a:lnTo>
                    <a:pt x="3833728" y="1430742"/>
                  </a:lnTo>
                  <a:lnTo>
                    <a:pt x="3833067" y="1430742"/>
                  </a:lnTo>
                  <a:lnTo>
                    <a:pt x="3832407" y="1430742"/>
                  </a:lnTo>
                  <a:lnTo>
                    <a:pt x="3831746" y="1430742"/>
                  </a:lnTo>
                  <a:lnTo>
                    <a:pt x="3831086" y="1430742"/>
                  </a:lnTo>
                  <a:lnTo>
                    <a:pt x="3830425" y="1430742"/>
                  </a:lnTo>
                  <a:lnTo>
                    <a:pt x="3829765" y="1430742"/>
                  </a:lnTo>
                  <a:lnTo>
                    <a:pt x="3829104" y="1430742"/>
                  </a:lnTo>
                  <a:lnTo>
                    <a:pt x="3828444" y="1430742"/>
                  </a:lnTo>
                  <a:lnTo>
                    <a:pt x="3827783" y="1430742"/>
                  </a:lnTo>
                  <a:lnTo>
                    <a:pt x="3827123" y="1430742"/>
                  </a:lnTo>
                  <a:lnTo>
                    <a:pt x="3826462" y="1430742"/>
                  </a:lnTo>
                  <a:lnTo>
                    <a:pt x="3825801" y="1430742"/>
                  </a:lnTo>
                  <a:lnTo>
                    <a:pt x="3825141" y="1430742"/>
                  </a:lnTo>
                  <a:lnTo>
                    <a:pt x="3824480" y="1430742"/>
                  </a:lnTo>
                  <a:lnTo>
                    <a:pt x="3823820" y="1430742"/>
                  </a:lnTo>
                  <a:lnTo>
                    <a:pt x="3823159" y="1430742"/>
                  </a:lnTo>
                  <a:lnTo>
                    <a:pt x="3822499" y="1430742"/>
                  </a:lnTo>
                  <a:lnTo>
                    <a:pt x="3821838" y="1430742"/>
                  </a:lnTo>
                  <a:lnTo>
                    <a:pt x="3821178" y="1430742"/>
                  </a:lnTo>
                  <a:lnTo>
                    <a:pt x="3820517" y="1430742"/>
                  </a:lnTo>
                  <a:lnTo>
                    <a:pt x="3819857" y="1430742"/>
                  </a:lnTo>
                  <a:lnTo>
                    <a:pt x="3819196" y="1430742"/>
                  </a:lnTo>
                  <a:lnTo>
                    <a:pt x="3818536" y="1430742"/>
                  </a:lnTo>
                  <a:lnTo>
                    <a:pt x="3817875" y="1430742"/>
                  </a:lnTo>
                  <a:lnTo>
                    <a:pt x="3817215" y="1430742"/>
                  </a:lnTo>
                  <a:lnTo>
                    <a:pt x="3816554" y="1430742"/>
                  </a:lnTo>
                  <a:lnTo>
                    <a:pt x="3815893" y="1430742"/>
                  </a:lnTo>
                  <a:lnTo>
                    <a:pt x="3815233" y="1430742"/>
                  </a:lnTo>
                  <a:lnTo>
                    <a:pt x="3814572" y="1430742"/>
                  </a:lnTo>
                  <a:lnTo>
                    <a:pt x="3813912" y="1430742"/>
                  </a:lnTo>
                  <a:lnTo>
                    <a:pt x="3813251" y="1430742"/>
                  </a:lnTo>
                  <a:lnTo>
                    <a:pt x="3812591" y="1430742"/>
                  </a:lnTo>
                  <a:lnTo>
                    <a:pt x="3811930" y="1430742"/>
                  </a:lnTo>
                  <a:lnTo>
                    <a:pt x="3811270" y="1430742"/>
                  </a:lnTo>
                  <a:lnTo>
                    <a:pt x="3810609" y="1430742"/>
                  </a:lnTo>
                  <a:lnTo>
                    <a:pt x="3809949" y="1430742"/>
                  </a:lnTo>
                  <a:lnTo>
                    <a:pt x="3809288" y="1430742"/>
                  </a:lnTo>
                  <a:lnTo>
                    <a:pt x="3808628" y="1430742"/>
                  </a:lnTo>
                  <a:lnTo>
                    <a:pt x="3807967" y="1430742"/>
                  </a:lnTo>
                  <a:lnTo>
                    <a:pt x="3807307" y="1430742"/>
                  </a:lnTo>
                  <a:lnTo>
                    <a:pt x="3806646" y="1430742"/>
                  </a:lnTo>
                  <a:lnTo>
                    <a:pt x="3805985" y="1430742"/>
                  </a:lnTo>
                  <a:lnTo>
                    <a:pt x="3805325" y="1430742"/>
                  </a:lnTo>
                  <a:lnTo>
                    <a:pt x="3804664" y="1430742"/>
                  </a:lnTo>
                  <a:lnTo>
                    <a:pt x="3804004" y="1430742"/>
                  </a:lnTo>
                  <a:lnTo>
                    <a:pt x="3803343" y="1430742"/>
                  </a:lnTo>
                  <a:lnTo>
                    <a:pt x="3802683" y="1430742"/>
                  </a:lnTo>
                  <a:lnTo>
                    <a:pt x="3802022" y="1430742"/>
                  </a:lnTo>
                  <a:lnTo>
                    <a:pt x="3801362" y="1430742"/>
                  </a:lnTo>
                  <a:lnTo>
                    <a:pt x="3800701" y="1430742"/>
                  </a:lnTo>
                  <a:lnTo>
                    <a:pt x="3800041" y="1430742"/>
                  </a:lnTo>
                  <a:lnTo>
                    <a:pt x="3799380" y="1430742"/>
                  </a:lnTo>
                  <a:lnTo>
                    <a:pt x="3798720" y="1430742"/>
                  </a:lnTo>
                  <a:lnTo>
                    <a:pt x="3798059" y="1430742"/>
                  </a:lnTo>
                  <a:lnTo>
                    <a:pt x="3797399" y="1430742"/>
                  </a:lnTo>
                  <a:lnTo>
                    <a:pt x="3796738" y="1430742"/>
                  </a:lnTo>
                  <a:lnTo>
                    <a:pt x="3796078" y="1430742"/>
                  </a:lnTo>
                  <a:lnTo>
                    <a:pt x="3795417" y="1430742"/>
                  </a:lnTo>
                  <a:lnTo>
                    <a:pt x="3794756" y="1430742"/>
                  </a:lnTo>
                  <a:lnTo>
                    <a:pt x="3794096" y="1430742"/>
                  </a:lnTo>
                  <a:lnTo>
                    <a:pt x="3793435" y="1430742"/>
                  </a:lnTo>
                  <a:lnTo>
                    <a:pt x="3792775" y="1430742"/>
                  </a:lnTo>
                  <a:lnTo>
                    <a:pt x="3792114" y="1430742"/>
                  </a:lnTo>
                  <a:lnTo>
                    <a:pt x="3791454" y="1430742"/>
                  </a:lnTo>
                  <a:lnTo>
                    <a:pt x="3790793" y="1430742"/>
                  </a:lnTo>
                  <a:lnTo>
                    <a:pt x="3790133" y="1430742"/>
                  </a:lnTo>
                  <a:lnTo>
                    <a:pt x="3789472" y="1430742"/>
                  </a:lnTo>
                  <a:lnTo>
                    <a:pt x="3788812" y="1430742"/>
                  </a:lnTo>
                  <a:lnTo>
                    <a:pt x="3788151" y="1430742"/>
                  </a:lnTo>
                  <a:lnTo>
                    <a:pt x="3787491" y="1430742"/>
                  </a:lnTo>
                  <a:lnTo>
                    <a:pt x="3786830" y="1430742"/>
                  </a:lnTo>
                  <a:lnTo>
                    <a:pt x="3786170" y="1430742"/>
                  </a:lnTo>
                  <a:lnTo>
                    <a:pt x="3785509" y="1430742"/>
                  </a:lnTo>
                  <a:lnTo>
                    <a:pt x="3784848" y="1430742"/>
                  </a:lnTo>
                  <a:lnTo>
                    <a:pt x="3784188" y="1430742"/>
                  </a:lnTo>
                  <a:lnTo>
                    <a:pt x="3783527" y="1430742"/>
                  </a:lnTo>
                  <a:lnTo>
                    <a:pt x="3782867" y="1430742"/>
                  </a:lnTo>
                  <a:lnTo>
                    <a:pt x="3782206" y="1430742"/>
                  </a:lnTo>
                  <a:lnTo>
                    <a:pt x="3781546" y="1430742"/>
                  </a:lnTo>
                  <a:lnTo>
                    <a:pt x="3780885" y="1430742"/>
                  </a:lnTo>
                  <a:lnTo>
                    <a:pt x="3780225" y="1430742"/>
                  </a:lnTo>
                  <a:lnTo>
                    <a:pt x="3779564" y="1430742"/>
                  </a:lnTo>
                  <a:lnTo>
                    <a:pt x="3778904" y="1430742"/>
                  </a:lnTo>
                  <a:lnTo>
                    <a:pt x="3778243" y="1430742"/>
                  </a:lnTo>
                  <a:lnTo>
                    <a:pt x="3777583" y="1430742"/>
                  </a:lnTo>
                  <a:lnTo>
                    <a:pt x="3776922" y="1430742"/>
                  </a:lnTo>
                  <a:lnTo>
                    <a:pt x="3776262" y="1430742"/>
                  </a:lnTo>
                  <a:lnTo>
                    <a:pt x="3775601" y="1430742"/>
                  </a:lnTo>
                  <a:lnTo>
                    <a:pt x="3774940" y="1430742"/>
                  </a:lnTo>
                  <a:lnTo>
                    <a:pt x="3774280" y="1430742"/>
                  </a:lnTo>
                  <a:lnTo>
                    <a:pt x="3773619" y="1430742"/>
                  </a:lnTo>
                  <a:lnTo>
                    <a:pt x="3772959" y="1430742"/>
                  </a:lnTo>
                  <a:lnTo>
                    <a:pt x="3772298" y="1430742"/>
                  </a:lnTo>
                  <a:lnTo>
                    <a:pt x="3771638" y="1430742"/>
                  </a:lnTo>
                  <a:lnTo>
                    <a:pt x="3770977" y="1430742"/>
                  </a:lnTo>
                  <a:lnTo>
                    <a:pt x="3770317" y="1430742"/>
                  </a:lnTo>
                  <a:lnTo>
                    <a:pt x="3769656" y="1430742"/>
                  </a:lnTo>
                  <a:lnTo>
                    <a:pt x="3768996" y="1430742"/>
                  </a:lnTo>
                  <a:lnTo>
                    <a:pt x="3768335" y="1430742"/>
                  </a:lnTo>
                  <a:lnTo>
                    <a:pt x="3767675" y="1430742"/>
                  </a:lnTo>
                  <a:lnTo>
                    <a:pt x="3767014" y="1430742"/>
                  </a:lnTo>
                  <a:lnTo>
                    <a:pt x="3766354" y="1430742"/>
                  </a:lnTo>
                  <a:lnTo>
                    <a:pt x="3765693" y="1430742"/>
                  </a:lnTo>
                  <a:lnTo>
                    <a:pt x="3765033" y="1430742"/>
                  </a:lnTo>
                  <a:lnTo>
                    <a:pt x="3764372" y="1430742"/>
                  </a:lnTo>
                  <a:lnTo>
                    <a:pt x="3763711" y="1430742"/>
                  </a:lnTo>
                  <a:lnTo>
                    <a:pt x="3763051" y="1430742"/>
                  </a:lnTo>
                  <a:lnTo>
                    <a:pt x="3762390" y="1430742"/>
                  </a:lnTo>
                  <a:lnTo>
                    <a:pt x="3761730" y="1430742"/>
                  </a:lnTo>
                  <a:lnTo>
                    <a:pt x="3761069" y="1430742"/>
                  </a:lnTo>
                  <a:lnTo>
                    <a:pt x="3760409" y="1430742"/>
                  </a:lnTo>
                  <a:lnTo>
                    <a:pt x="3759748" y="1430742"/>
                  </a:lnTo>
                  <a:lnTo>
                    <a:pt x="3759088" y="1430742"/>
                  </a:lnTo>
                  <a:lnTo>
                    <a:pt x="3758427" y="1430742"/>
                  </a:lnTo>
                  <a:lnTo>
                    <a:pt x="3757767" y="1430742"/>
                  </a:lnTo>
                  <a:lnTo>
                    <a:pt x="3757106" y="1430742"/>
                  </a:lnTo>
                  <a:lnTo>
                    <a:pt x="3756446" y="1430742"/>
                  </a:lnTo>
                  <a:lnTo>
                    <a:pt x="3755785" y="1430742"/>
                  </a:lnTo>
                  <a:lnTo>
                    <a:pt x="3755125" y="1430742"/>
                  </a:lnTo>
                  <a:lnTo>
                    <a:pt x="3754464" y="1430742"/>
                  </a:lnTo>
                  <a:lnTo>
                    <a:pt x="3753803" y="1430742"/>
                  </a:lnTo>
                  <a:lnTo>
                    <a:pt x="3753143" y="1430742"/>
                  </a:lnTo>
                  <a:lnTo>
                    <a:pt x="3752482" y="1430742"/>
                  </a:lnTo>
                  <a:lnTo>
                    <a:pt x="3751822" y="1430742"/>
                  </a:lnTo>
                  <a:lnTo>
                    <a:pt x="3751161" y="1430742"/>
                  </a:lnTo>
                  <a:lnTo>
                    <a:pt x="3750501" y="1430742"/>
                  </a:lnTo>
                  <a:lnTo>
                    <a:pt x="3749840" y="1430742"/>
                  </a:lnTo>
                  <a:lnTo>
                    <a:pt x="3749180" y="1430742"/>
                  </a:lnTo>
                  <a:lnTo>
                    <a:pt x="3748519" y="1430742"/>
                  </a:lnTo>
                  <a:lnTo>
                    <a:pt x="3747859" y="1430742"/>
                  </a:lnTo>
                  <a:lnTo>
                    <a:pt x="3747198" y="1430742"/>
                  </a:lnTo>
                  <a:lnTo>
                    <a:pt x="3746538" y="1430742"/>
                  </a:lnTo>
                  <a:lnTo>
                    <a:pt x="3745877" y="1430742"/>
                  </a:lnTo>
                  <a:lnTo>
                    <a:pt x="3745217" y="1430742"/>
                  </a:lnTo>
                  <a:lnTo>
                    <a:pt x="3744556" y="1430742"/>
                  </a:lnTo>
                  <a:lnTo>
                    <a:pt x="3743895" y="1430742"/>
                  </a:lnTo>
                  <a:lnTo>
                    <a:pt x="3743235" y="1430742"/>
                  </a:lnTo>
                  <a:lnTo>
                    <a:pt x="3742574" y="1430742"/>
                  </a:lnTo>
                  <a:lnTo>
                    <a:pt x="3741914" y="1430742"/>
                  </a:lnTo>
                  <a:lnTo>
                    <a:pt x="3741253" y="1430742"/>
                  </a:lnTo>
                  <a:lnTo>
                    <a:pt x="3740593" y="1430742"/>
                  </a:lnTo>
                  <a:lnTo>
                    <a:pt x="3739932" y="1430742"/>
                  </a:lnTo>
                  <a:lnTo>
                    <a:pt x="3739272" y="1430742"/>
                  </a:lnTo>
                  <a:lnTo>
                    <a:pt x="3738611" y="1430742"/>
                  </a:lnTo>
                  <a:lnTo>
                    <a:pt x="3737951" y="1430742"/>
                  </a:lnTo>
                  <a:lnTo>
                    <a:pt x="3737290" y="1430742"/>
                  </a:lnTo>
                  <a:lnTo>
                    <a:pt x="3736630" y="1430742"/>
                  </a:lnTo>
                  <a:lnTo>
                    <a:pt x="3735969" y="1430742"/>
                  </a:lnTo>
                  <a:lnTo>
                    <a:pt x="3735309" y="1430742"/>
                  </a:lnTo>
                  <a:lnTo>
                    <a:pt x="3734648" y="1430742"/>
                  </a:lnTo>
                  <a:lnTo>
                    <a:pt x="3733987" y="1430742"/>
                  </a:lnTo>
                  <a:lnTo>
                    <a:pt x="3733327" y="1430742"/>
                  </a:lnTo>
                  <a:lnTo>
                    <a:pt x="3732666" y="1430742"/>
                  </a:lnTo>
                  <a:lnTo>
                    <a:pt x="3732006" y="1430742"/>
                  </a:lnTo>
                  <a:lnTo>
                    <a:pt x="3731345" y="1430742"/>
                  </a:lnTo>
                  <a:lnTo>
                    <a:pt x="3730685" y="1430742"/>
                  </a:lnTo>
                  <a:lnTo>
                    <a:pt x="3730024" y="1430742"/>
                  </a:lnTo>
                  <a:lnTo>
                    <a:pt x="3729364" y="1430742"/>
                  </a:lnTo>
                  <a:lnTo>
                    <a:pt x="3728703" y="1430742"/>
                  </a:lnTo>
                  <a:lnTo>
                    <a:pt x="3728043" y="1430742"/>
                  </a:lnTo>
                  <a:lnTo>
                    <a:pt x="3727382" y="1430742"/>
                  </a:lnTo>
                  <a:lnTo>
                    <a:pt x="3726722" y="1430742"/>
                  </a:lnTo>
                  <a:lnTo>
                    <a:pt x="3726061" y="1430742"/>
                  </a:lnTo>
                  <a:lnTo>
                    <a:pt x="3725401" y="1430742"/>
                  </a:lnTo>
                  <a:lnTo>
                    <a:pt x="3724740" y="1430742"/>
                  </a:lnTo>
                  <a:lnTo>
                    <a:pt x="3724080" y="1430742"/>
                  </a:lnTo>
                  <a:lnTo>
                    <a:pt x="3723419" y="1430742"/>
                  </a:lnTo>
                  <a:lnTo>
                    <a:pt x="3722758" y="1430742"/>
                  </a:lnTo>
                  <a:lnTo>
                    <a:pt x="3722098" y="1430742"/>
                  </a:lnTo>
                  <a:lnTo>
                    <a:pt x="3721437" y="1430742"/>
                  </a:lnTo>
                  <a:lnTo>
                    <a:pt x="3720777" y="1430742"/>
                  </a:lnTo>
                  <a:lnTo>
                    <a:pt x="3720116" y="1430742"/>
                  </a:lnTo>
                  <a:lnTo>
                    <a:pt x="3719456" y="1430742"/>
                  </a:lnTo>
                  <a:lnTo>
                    <a:pt x="3718795" y="1430742"/>
                  </a:lnTo>
                  <a:lnTo>
                    <a:pt x="3718135" y="1430742"/>
                  </a:lnTo>
                  <a:lnTo>
                    <a:pt x="3717474" y="1430742"/>
                  </a:lnTo>
                  <a:lnTo>
                    <a:pt x="3716814" y="1430742"/>
                  </a:lnTo>
                  <a:lnTo>
                    <a:pt x="3716153" y="1430742"/>
                  </a:lnTo>
                  <a:lnTo>
                    <a:pt x="3715493" y="1430742"/>
                  </a:lnTo>
                  <a:lnTo>
                    <a:pt x="3714832" y="1430742"/>
                  </a:lnTo>
                  <a:lnTo>
                    <a:pt x="3714172" y="1430742"/>
                  </a:lnTo>
                  <a:lnTo>
                    <a:pt x="3713511" y="1430742"/>
                  </a:lnTo>
                  <a:lnTo>
                    <a:pt x="3712850" y="1430742"/>
                  </a:lnTo>
                  <a:lnTo>
                    <a:pt x="3712190" y="1430742"/>
                  </a:lnTo>
                  <a:lnTo>
                    <a:pt x="3711529" y="1430742"/>
                  </a:lnTo>
                  <a:lnTo>
                    <a:pt x="3710869" y="1430742"/>
                  </a:lnTo>
                  <a:lnTo>
                    <a:pt x="3710208" y="1430742"/>
                  </a:lnTo>
                  <a:lnTo>
                    <a:pt x="3709548" y="1430742"/>
                  </a:lnTo>
                  <a:lnTo>
                    <a:pt x="3708887" y="1430742"/>
                  </a:lnTo>
                  <a:lnTo>
                    <a:pt x="3708227" y="1430742"/>
                  </a:lnTo>
                  <a:lnTo>
                    <a:pt x="3707566" y="1430742"/>
                  </a:lnTo>
                  <a:lnTo>
                    <a:pt x="3706906" y="1430742"/>
                  </a:lnTo>
                  <a:lnTo>
                    <a:pt x="3706245" y="1430742"/>
                  </a:lnTo>
                  <a:lnTo>
                    <a:pt x="3705585" y="1430742"/>
                  </a:lnTo>
                  <a:lnTo>
                    <a:pt x="3704924" y="1430742"/>
                  </a:lnTo>
                  <a:lnTo>
                    <a:pt x="3704264" y="1430742"/>
                  </a:lnTo>
                  <a:lnTo>
                    <a:pt x="3703603" y="1430742"/>
                  </a:lnTo>
                  <a:lnTo>
                    <a:pt x="3702942" y="1430742"/>
                  </a:lnTo>
                  <a:lnTo>
                    <a:pt x="3702282" y="1430742"/>
                  </a:lnTo>
                  <a:lnTo>
                    <a:pt x="3701621" y="1430742"/>
                  </a:lnTo>
                  <a:lnTo>
                    <a:pt x="3700961" y="1430742"/>
                  </a:lnTo>
                  <a:lnTo>
                    <a:pt x="3700300" y="1430742"/>
                  </a:lnTo>
                  <a:lnTo>
                    <a:pt x="3699640" y="1430742"/>
                  </a:lnTo>
                  <a:lnTo>
                    <a:pt x="3698979" y="1430742"/>
                  </a:lnTo>
                  <a:lnTo>
                    <a:pt x="3698319" y="1430742"/>
                  </a:lnTo>
                  <a:lnTo>
                    <a:pt x="3697658" y="1430742"/>
                  </a:lnTo>
                  <a:lnTo>
                    <a:pt x="3696998" y="1430742"/>
                  </a:lnTo>
                  <a:lnTo>
                    <a:pt x="3696337" y="1430742"/>
                  </a:lnTo>
                  <a:lnTo>
                    <a:pt x="3695677" y="1430742"/>
                  </a:lnTo>
                  <a:lnTo>
                    <a:pt x="3695016" y="1430742"/>
                  </a:lnTo>
                  <a:lnTo>
                    <a:pt x="3694356" y="1430742"/>
                  </a:lnTo>
                  <a:lnTo>
                    <a:pt x="3693695" y="1430742"/>
                  </a:lnTo>
                  <a:lnTo>
                    <a:pt x="3693035" y="1430742"/>
                  </a:lnTo>
                  <a:lnTo>
                    <a:pt x="3692374" y="1430742"/>
                  </a:lnTo>
                  <a:lnTo>
                    <a:pt x="3691713" y="1430742"/>
                  </a:lnTo>
                  <a:lnTo>
                    <a:pt x="3691053" y="1430742"/>
                  </a:lnTo>
                  <a:lnTo>
                    <a:pt x="3690392" y="1430742"/>
                  </a:lnTo>
                  <a:lnTo>
                    <a:pt x="3689732" y="1430742"/>
                  </a:lnTo>
                  <a:lnTo>
                    <a:pt x="3689071" y="1430742"/>
                  </a:lnTo>
                  <a:lnTo>
                    <a:pt x="3688411" y="1430742"/>
                  </a:lnTo>
                  <a:lnTo>
                    <a:pt x="3687750" y="1430742"/>
                  </a:lnTo>
                  <a:lnTo>
                    <a:pt x="3687090" y="1430742"/>
                  </a:lnTo>
                  <a:lnTo>
                    <a:pt x="3686429" y="1430742"/>
                  </a:lnTo>
                  <a:lnTo>
                    <a:pt x="3685769" y="1430742"/>
                  </a:lnTo>
                  <a:lnTo>
                    <a:pt x="3685108" y="1430742"/>
                  </a:lnTo>
                  <a:lnTo>
                    <a:pt x="3684448" y="1430742"/>
                  </a:lnTo>
                  <a:lnTo>
                    <a:pt x="3683787" y="1430742"/>
                  </a:lnTo>
                  <a:lnTo>
                    <a:pt x="3683127" y="1430742"/>
                  </a:lnTo>
                  <a:lnTo>
                    <a:pt x="3682466" y="1430742"/>
                  </a:lnTo>
                  <a:lnTo>
                    <a:pt x="3681805" y="1430742"/>
                  </a:lnTo>
                  <a:lnTo>
                    <a:pt x="3681145" y="1430742"/>
                  </a:lnTo>
                  <a:lnTo>
                    <a:pt x="3680484" y="1430742"/>
                  </a:lnTo>
                  <a:lnTo>
                    <a:pt x="3679824" y="1430742"/>
                  </a:lnTo>
                  <a:lnTo>
                    <a:pt x="3679163" y="1430742"/>
                  </a:lnTo>
                  <a:lnTo>
                    <a:pt x="3678503" y="1430742"/>
                  </a:lnTo>
                  <a:lnTo>
                    <a:pt x="3677842" y="1430742"/>
                  </a:lnTo>
                  <a:lnTo>
                    <a:pt x="3677182" y="1430742"/>
                  </a:lnTo>
                  <a:lnTo>
                    <a:pt x="3676521" y="1430742"/>
                  </a:lnTo>
                  <a:lnTo>
                    <a:pt x="3675861" y="1430742"/>
                  </a:lnTo>
                  <a:lnTo>
                    <a:pt x="3675200" y="1430742"/>
                  </a:lnTo>
                  <a:lnTo>
                    <a:pt x="3674540" y="1430742"/>
                  </a:lnTo>
                  <a:lnTo>
                    <a:pt x="3673879" y="1430742"/>
                  </a:lnTo>
                  <a:lnTo>
                    <a:pt x="3673219" y="1430742"/>
                  </a:lnTo>
                  <a:lnTo>
                    <a:pt x="3672558" y="1430742"/>
                  </a:lnTo>
                  <a:lnTo>
                    <a:pt x="3671897" y="1430742"/>
                  </a:lnTo>
                  <a:lnTo>
                    <a:pt x="3671237" y="1430742"/>
                  </a:lnTo>
                  <a:lnTo>
                    <a:pt x="3670576" y="1430742"/>
                  </a:lnTo>
                  <a:lnTo>
                    <a:pt x="3669916" y="1430742"/>
                  </a:lnTo>
                  <a:lnTo>
                    <a:pt x="3669255" y="1430742"/>
                  </a:lnTo>
                  <a:lnTo>
                    <a:pt x="3668595" y="1430742"/>
                  </a:lnTo>
                  <a:lnTo>
                    <a:pt x="3667934" y="1430742"/>
                  </a:lnTo>
                  <a:lnTo>
                    <a:pt x="3667274" y="1430742"/>
                  </a:lnTo>
                  <a:lnTo>
                    <a:pt x="3666613" y="1430742"/>
                  </a:lnTo>
                  <a:lnTo>
                    <a:pt x="3665953" y="1430742"/>
                  </a:lnTo>
                  <a:lnTo>
                    <a:pt x="3665292" y="1430742"/>
                  </a:lnTo>
                  <a:lnTo>
                    <a:pt x="3664632" y="1430742"/>
                  </a:lnTo>
                  <a:lnTo>
                    <a:pt x="3663971" y="1430742"/>
                  </a:lnTo>
                  <a:lnTo>
                    <a:pt x="3663311" y="1430742"/>
                  </a:lnTo>
                  <a:lnTo>
                    <a:pt x="3662650" y="1430742"/>
                  </a:lnTo>
                  <a:lnTo>
                    <a:pt x="3661989" y="1430742"/>
                  </a:lnTo>
                  <a:lnTo>
                    <a:pt x="3661329" y="1430742"/>
                  </a:lnTo>
                  <a:lnTo>
                    <a:pt x="3660668" y="1430742"/>
                  </a:lnTo>
                  <a:lnTo>
                    <a:pt x="3660008" y="1430742"/>
                  </a:lnTo>
                  <a:lnTo>
                    <a:pt x="3659347" y="1430742"/>
                  </a:lnTo>
                  <a:lnTo>
                    <a:pt x="3658687" y="1430742"/>
                  </a:lnTo>
                  <a:lnTo>
                    <a:pt x="3658026" y="1430742"/>
                  </a:lnTo>
                  <a:lnTo>
                    <a:pt x="3657366" y="1430742"/>
                  </a:lnTo>
                  <a:lnTo>
                    <a:pt x="3656705" y="1430742"/>
                  </a:lnTo>
                  <a:lnTo>
                    <a:pt x="3656045" y="1430742"/>
                  </a:lnTo>
                  <a:lnTo>
                    <a:pt x="3655384" y="1430742"/>
                  </a:lnTo>
                  <a:lnTo>
                    <a:pt x="3654724" y="1430742"/>
                  </a:lnTo>
                  <a:lnTo>
                    <a:pt x="3654063" y="1430742"/>
                  </a:lnTo>
                  <a:lnTo>
                    <a:pt x="3653403" y="1430742"/>
                  </a:lnTo>
                  <a:lnTo>
                    <a:pt x="3652742" y="1430742"/>
                  </a:lnTo>
                  <a:lnTo>
                    <a:pt x="3652082" y="1430742"/>
                  </a:lnTo>
                  <a:lnTo>
                    <a:pt x="3651421" y="1430742"/>
                  </a:lnTo>
                  <a:lnTo>
                    <a:pt x="3650760" y="1430742"/>
                  </a:lnTo>
                  <a:lnTo>
                    <a:pt x="3650100" y="1430742"/>
                  </a:lnTo>
                  <a:lnTo>
                    <a:pt x="3649439" y="1430742"/>
                  </a:lnTo>
                  <a:lnTo>
                    <a:pt x="3648779" y="1430742"/>
                  </a:lnTo>
                  <a:lnTo>
                    <a:pt x="3648118" y="1430742"/>
                  </a:lnTo>
                  <a:lnTo>
                    <a:pt x="3647458" y="1430742"/>
                  </a:lnTo>
                  <a:lnTo>
                    <a:pt x="3646797" y="1430742"/>
                  </a:lnTo>
                  <a:lnTo>
                    <a:pt x="3646137" y="1430742"/>
                  </a:lnTo>
                  <a:lnTo>
                    <a:pt x="3645476" y="1430742"/>
                  </a:lnTo>
                  <a:lnTo>
                    <a:pt x="3644816" y="1430742"/>
                  </a:lnTo>
                  <a:lnTo>
                    <a:pt x="3644155" y="1430742"/>
                  </a:lnTo>
                  <a:lnTo>
                    <a:pt x="3643495" y="1430742"/>
                  </a:lnTo>
                  <a:lnTo>
                    <a:pt x="3642834" y="1430742"/>
                  </a:lnTo>
                  <a:lnTo>
                    <a:pt x="3642174" y="1430742"/>
                  </a:lnTo>
                  <a:lnTo>
                    <a:pt x="3641513" y="1430742"/>
                  </a:lnTo>
                  <a:lnTo>
                    <a:pt x="3640852" y="1430742"/>
                  </a:lnTo>
                  <a:lnTo>
                    <a:pt x="3640192" y="1430742"/>
                  </a:lnTo>
                  <a:lnTo>
                    <a:pt x="3639531" y="1430742"/>
                  </a:lnTo>
                  <a:lnTo>
                    <a:pt x="3638871" y="1430742"/>
                  </a:lnTo>
                  <a:lnTo>
                    <a:pt x="3638210" y="1430742"/>
                  </a:lnTo>
                  <a:lnTo>
                    <a:pt x="3637550" y="1430742"/>
                  </a:lnTo>
                  <a:lnTo>
                    <a:pt x="3636889" y="1430742"/>
                  </a:lnTo>
                  <a:lnTo>
                    <a:pt x="3636229" y="1430742"/>
                  </a:lnTo>
                  <a:lnTo>
                    <a:pt x="3635568" y="1430742"/>
                  </a:lnTo>
                  <a:lnTo>
                    <a:pt x="3634908" y="1430742"/>
                  </a:lnTo>
                  <a:lnTo>
                    <a:pt x="3634247" y="1430742"/>
                  </a:lnTo>
                  <a:lnTo>
                    <a:pt x="3633587" y="1430742"/>
                  </a:lnTo>
                  <a:lnTo>
                    <a:pt x="3632926" y="1430742"/>
                  </a:lnTo>
                  <a:lnTo>
                    <a:pt x="3632266" y="1430742"/>
                  </a:lnTo>
                  <a:lnTo>
                    <a:pt x="3631605" y="1430742"/>
                  </a:lnTo>
                  <a:lnTo>
                    <a:pt x="3630944" y="1430742"/>
                  </a:lnTo>
                  <a:lnTo>
                    <a:pt x="3630284" y="1430742"/>
                  </a:lnTo>
                  <a:lnTo>
                    <a:pt x="3629623" y="1430742"/>
                  </a:lnTo>
                  <a:lnTo>
                    <a:pt x="3628963" y="1430742"/>
                  </a:lnTo>
                  <a:lnTo>
                    <a:pt x="3628302" y="1430742"/>
                  </a:lnTo>
                  <a:lnTo>
                    <a:pt x="3627642" y="1430742"/>
                  </a:lnTo>
                  <a:lnTo>
                    <a:pt x="3626981" y="1430742"/>
                  </a:lnTo>
                  <a:lnTo>
                    <a:pt x="3626321" y="1430742"/>
                  </a:lnTo>
                  <a:lnTo>
                    <a:pt x="3625660" y="1430742"/>
                  </a:lnTo>
                  <a:lnTo>
                    <a:pt x="3625000" y="1430742"/>
                  </a:lnTo>
                  <a:lnTo>
                    <a:pt x="3624339" y="1430742"/>
                  </a:lnTo>
                  <a:lnTo>
                    <a:pt x="3623679" y="1430742"/>
                  </a:lnTo>
                  <a:lnTo>
                    <a:pt x="3623018" y="1430742"/>
                  </a:lnTo>
                  <a:lnTo>
                    <a:pt x="3622358" y="1430742"/>
                  </a:lnTo>
                  <a:lnTo>
                    <a:pt x="3621697" y="1430742"/>
                  </a:lnTo>
                  <a:lnTo>
                    <a:pt x="3621037" y="1430742"/>
                  </a:lnTo>
                  <a:lnTo>
                    <a:pt x="3620376" y="1430742"/>
                  </a:lnTo>
                  <a:lnTo>
                    <a:pt x="3619715" y="1430742"/>
                  </a:lnTo>
                  <a:lnTo>
                    <a:pt x="3619055" y="1430742"/>
                  </a:lnTo>
                  <a:lnTo>
                    <a:pt x="3618394" y="1430742"/>
                  </a:lnTo>
                  <a:lnTo>
                    <a:pt x="3617734" y="1430742"/>
                  </a:lnTo>
                  <a:lnTo>
                    <a:pt x="3617073" y="1430742"/>
                  </a:lnTo>
                  <a:lnTo>
                    <a:pt x="3616413" y="1430742"/>
                  </a:lnTo>
                  <a:lnTo>
                    <a:pt x="3615752" y="1430742"/>
                  </a:lnTo>
                  <a:lnTo>
                    <a:pt x="3615092" y="1430742"/>
                  </a:lnTo>
                  <a:lnTo>
                    <a:pt x="3614431" y="1430742"/>
                  </a:lnTo>
                  <a:lnTo>
                    <a:pt x="3613771" y="1430742"/>
                  </a:lnTo>
                  <a:lnTo>
                    <a:pt x="3613110" y="1430742"/>
                  </a:lnTo>
                  <a:lnTo>
                    <a:pt x="3612450" y="1430742"/>
                  </a:lnTo>
                  <a:lnTo>
                    <a:pt x="3611789" y="1430742"/>
                  </a:lnTo>
                  <a:lnTo>
                    <a:pt x="3611129" y="1430742"/>
                  </a:lnTo>
                  <a:lnTo>
                    <a:pt x="3610468" y="1430742"/>
                  </a:lnTo>
                  <a:lnTo>
                    <a:pt x="3609807" y="1430742"/>
                  </a:lnTo>
                  <a:lnTo>
                    <a:pt x="3609147" y="1430742"/>
                  </a:lnTo>
                  <a:lnTo>
                    <a:pt x="3608486" y="1430742"/>
                  </a:lnTo>
                  <a:lnTo>
                    <a:pt x="3607826" y="1430742"/>
                  </a:lnTo>
                  <a:lnTo>
                    <a:pt x="3607165" y="1430742"/>
                  </a:lnTo>
                  <a:lnTo>
                    <a:pt x="3606505" y="1430742"/>
                  </a:lnTo>
                  <a:lnTo>
                    <a:pt x="3605844" y="1430742"/>
                  </a:lnTo>
                  <a:lnTo>
                    <a:pt x="3605184" y="1430742"/>
                  </a:lnTo>
                  <a:lnTo>
                    <a:pt x="3604523" y="1430742"/>
                  </a:lnTo>
                  <a:lnTo>
                    <a:pt x="3603863" y="1430742"/>
                  </a:lnTo>
                  <a:lnTo>
                    <a:pt x="3603202" y="1430742"/>
                  </a:lnTo>
                  <a:lnTo>
                    <a:pt x="3602542" y="1430742"/>
                  </a:lnTo>
                  <a:lnTo>
                    <a:pt x="3601881" y="1430742"/>
                  </a:lnTo>
                  <a:lnTo>
                    <a:pt x="3601221" y="1430742"/>
                  </a:lnTo>
                  <a:lnTo>
                    <a:pt x="3600560" y="1430742"/>
                  </a:lnTo>
                  <a:lnTo>
                    <a:pt x="3599899" y="1430742"/>
                  </a:lnTo>
                  <a:lnTo>
                    <a:pt x="3599239" y="1430742"/>
                  </a:lnTo>
                  <a:lnTo>
                    <a:pt x="3598578" y="1430742"/>
                  </a:lnTo>
                  <a:lnTo>
                    <a:pt x="3597918" y="1430742"/>
                  </a:lnTo>
                  <a:lnTo>
                    <a:pt x="3597257" y="1430742"/>
                  </a:lnTo>
                  <a:lnTo>
                    <a:pt x="3596597" y="1430742"/>
                  </a:lnTo>
                  <a:lnTo>
                    <a:pt x="3595936" y="1430742"/>
                  </a:lnTo>
                  <a:lnTo>
                    <a:pt x="3595276" y="1430742"/>
                  </a:lnTo>
                  <a:lnTo>
                    <a:pt x="3594615" y="1430742"/>
                  </a:lnTo>
                  <a:lnTo>
                    <a:pt x="3593955" y="1430742"/>
                  </a:lnTo>
                  <a:lnTo>
                    <a:pt x="3593294" y="1430742"/>
                  </a:lnTo>
                  <a:lnTo>
                    <a:pt x="3592634" y="1430742"/>
                  </a:lnTo>
                  <a:lnTo>
                    <a:pt x="3591973" y="1430742"/>
                  </a:lnTo>
                  <a:lnTo>
                    <a:pt x="3591313" y="1430742"/>
                  </a:lnTo>
                  <a:lnTo>
                    <a:pt x="3590652" y="1430742"/>
                  </a:lnTo>
                  <a:lnTo>
                    <a:pt x="3589991" y="1430742"/>
                  </a:lnTo>
                  <a:lnTo>
                    <a:pt x="3589331" y="1430742"/>
                  </a:lnTo>
                  <a:lnTo>
                    <a:pt x="3588670" y="1430742"/>
                  </a:lnTo>
                  <a:lnTo>
                    <a:pt x="3588010" y="1430742"/>
                  </a:lnTo>
                  <a:lnTo>
                    <a:pt x="3587349" y="1430742"/>
                  </a:lnTo>
                  <a:lnTo>
                    <a:pt x="3586689" y="1430742"/>
                  </a:lnTo>
                  <a:lnTo>
                    <a:pt x="3586028" y="1430742"/>
                  </a:lnTo>
                  <a:lnTo>
                    <a:pt x="3585368" y="1430742"/>
                  </a:lnTo>
                  <a:lnTo>
                    <a:pt x="3584707" y="1430742"/>
                  </a:lnTo>
                  <a:lnTo>
                    <a:pt x="3584047" y="1430742"/>
                  </a:lnTo>
                  <a:lnTo>
                    <a:pt x="3583386" y="1430742"/>
                  </a:lnTo>
                  <a:lnTo>
                    <a:pt x="3582726" y="1430742"/>
                  </a:lnTo>
                  <a:lnTo>
                    <a:pt x="3582065" y="1430742"/>
                  </a:lnTo>
                  <a:lnTo>
                    <a:pt x="3581405" y="1430742"/>
                  </a:lnTo>
                  <a:lnTo>
                    <a:pt x="3580744" y="1430742"/>
                  </a:lnTo>
                  <a:lnTo>
                    <a:pt x="3580084" y="1430742"/>
                  </a:lnTo>
                  <a:lnTo>
                    <a:pt x="3579423" y="1430742"/>
                  </a:lnTo>
                  <a:lnTo>
                    <a:pt x="3578762" y="1430742"/>
                  </a:lnTo>
                  <a:lnTo>
                    <a:pt x="3578102" y="1430742"/>
                  </a:lnTo>
                  <a:lnTo>
                    <a:pt x="3577441" y="1430742"/>
                  </a:lnTo>
                  <a:lnTo>
                    <a:pt x="3576781" y="1430742"/>
                  </a:lnTo>
                  <a:lnTo>
                    <a:pt x="3576120" y="1430742"/>
                  </a:lnTo>
                  <a:lnTo>
                    <a:pt x="3575460" y="1430742"/>
                  </a:lnTo>
                  <a:lnTo>
                    <a:pt x="3574799" y="1430742"/>
                  </a:lnTo>
                  <a:lnTo>
                    <a:pt x="3574139" y="1430742"/>
                  </a:lnTo>
                  <a:lnTo>
                    <a:pt x="3573478" y="1430742"/>
                  </a:lnTo>
                  <a:lnTo>
                    <a:pt x="3572818" y="1430742"/>
                  </a:lnTo>
                  <a:lnTo>
                    <a:pt x="3572157" y="1430742"/>
                  </a:lnTo>
                  <a:lnTo>
                    <a:pt x="3571497" y="1430742"/>
                  </a:lnTo>
                  <a:lnTo>
                    <a:pt x="3570836" y="1430742"/>
                  </a:lnTo>
                  <a:lnTo>
                    <a:pt x="3570176" y="1430742"/>
                  </a:lnTo>
                  <a:lnTo>
                    <a:pt x="3569515" y="1430742"/>
                  </a:lnTo>
                  <a:lnTo>
                    <a:pt x="3568854" y="1430742"/>
                  </a:lnTo>
                  <a:lnTo>
                    <a:pt x="3568194" y="1430742"/>
                  </a:lnTo>
                  <a:lnTo>
                    <a:pt x="3567533" y="1430742"/>
                  </a:lnTo>
                  <a:lnTo>
                    <a:pt x="3566873" y="1430742"/>
                  </a:lnTo>
                  <a:lnTo>
                    <a:pt x="3566212" y="1430742"/>
                  </a:lnTo>
                  <a:lnTo>
                    <a:pt x="3565552" y="1430742"/>
                  </a:lnTo>
                  <a:lnTo>
                    <a:pt x="3564891" y="1430742"/>
                  </a:lnTo>
                  <a:lnTo>
                    <a:pt x="3564231" y="1430742"/>
                  </a:lnTo>
                  <a:lnTo>
                    <a:pt x="3563570" y="1430742"/>
                  </a:lnTo>
                  <a:lnTo>
                    <a:pt x="3562910" y="1430742"/>
                  </a:lnTo>
                  <a:lnTo>
                    <a:pt x="3562249" y="1430742"/>
                  </a:lnTo>
                  <a:lnTo>
                    <a:pt x="3561589" y="1430742"/>
                  </a:lnTo>
                  <a:lnTo>
                    <a:pt x="3560928" y="1430742"/>
                  </a:lnTo>
                  <a:lnTo>
                    <a:pt x="3560268" y="1430742"/>
                  </a:lnTo>
                  <a:lnTo>
                    <a:pt x="3559607" y="1430742"/>
                  </a:lnTo>
                  <a:lnTo>
                    <a:pt x="3558946" y="1430742"/>
                  </a:lnTo>
                  <a:lnTo>
                    <a:pt x="3558286" y="1430742"/>
                  </a:lnTo>
                  <a:lnTo>
                    <a:pt x="3557625" y="1430742"/>
                  </a:lnTo>
                  <a:lnTo>
                    <a:pt x="3556965" y="1430742"/>
                  </a:lnTo>
                  <a:lnTo>
                    <a:pt x="3556304" y="1430742"/>
                  </a:lnTo>
                  <a:lnTo>
                    <a:pt x="3555644" y="1430742"/>
                  </a:lnTo>
                  <a:lnTo>
                    <a:pt x="3554983" y="1430742"/>
                  </a:lnTo>
                  <a:lnTo>
                    <a:pt x="3554323" y="1430742"/>
                  </a:lnTo>
                  <a:lnTo>
                    <a:pt x="3553662" y="1430742"/>
                  </a:lnTo>
                  <a:lnTo>
                    <a:pt x="3553002" y="1430742"/>
                  </a:lnTo>
                  <a:lnTo>
                    <a:pt x="3552341" y="1430742"/>
                  </a:lnTo>
                  <a:lnTo>
                    <a:pt x="3551681" y="1430742"/>
                  </a:lnTo>
                  <a:lnTo>
                    <a:pt x="3551020" y="1430742"/>
                  </a:lnTo>
                  <a:lnTo>
                    <a:pt x="3550360" y="1430742"/>
                  </a:lnTo>
                  <a:lnTo>
                    <a:pt x="3549699" y="1430742"/>
                  </a:lnTo>
                  <a:lnTo>
                    <a:pt x="3549039" y="1430742"/>
                  </a:lnTo>
                  <a:lnTo>
                    <a:pt x="3548378" y="1430742"/>
                  </a:lnTo>
                  <a:lnTo>
                    <a:pt x="3547717" y="1430742"/>
                  </a:lnTo>
                  <a:lnTo>
                    <a:pt x="3547057" y="1430742"/>
                  </a:lnTo>
                  <a:lnTo>
                    <a:pt x="3546396" y="1430742"/>
                  </a:lnTo>
                  <a:lnTo>
                    <a:pt x="3545736" y="1430742"/>
                  </a:lnTo>
                  <a:lnTo>
                    <a:pt x="3545075" y="1430742"/>
                  </a:lnTo>
                  <a:lnTo>
                    <a:pt x="3544415" y="1430742"/>
                  </a:lnTo>
                  <a:lnTo>
                    <a:pt x="3543754" y="1430742"/>
                  </a:lnTo>
                  <a:lnTo>
                    <a:pt x="3543094" y="1430742"/>
                  </a:lnTo>
                  <a:lnTo>
                    <a:pt x="3542433" y="1430742"/>
                  </a:lnTo>
                  <a:lnTo>
                    <a:pt x="3541773" y="1430742"/>
                  </a:lnTo>
                  <a:lnTo>
                    <a:pt x="3541112" y="1430742"/>
                  </a:lnTo>
                  <a:lnTo>
                    <a:pt x="3540452" y="1430742"/>
                  </a:lnTo>
                  <a:lnTo>
                    <a:pt x="3539791" y="1430742"/>
                  </a:lnTo>
                  <a:lnTo>
                    <a:pt x="3539131" y="1430742"/>
                  </a:lnTo>
                  <a:lnTo>
                    <a:pt x="3538470" y="1430742"/>
                  </a:lnTo>
                  <a:lnTo>
                    <a:pt x="3537809" y="1430742"/>
                  </a:lnTo>
                  <a:lnTo>
                    <a:pt x="3537149" y="1430742"/>
                  </a:lnTo>
                  <a:lnTo>
                    <a:pt x="3536488" y="1430742"/>
                  </a:lnTo>
                  <a:lnTo>
                    <a:pt x="3535828" y="1430742"/>
                  </a:lnTo>
                  <a:lnTo>
                    <a:pt x="3535167" y="1430742"/>
                  </a:lnTo>
                  <a:lnTo>
                    <a:pt x="3534507" y="1430742"/>
                  </a:lnTo>
                  <a:lnTo>
                    <a:pt x="3533846" y="1430742"/>
                  </a:lnTo>
                  <a:lnTo>
                    <a:pt x="3533186" y="1430742"/>
                  </a:lnTo>
                  <a:lnTo>
                    <a:pt x="3532525" y="1430742"/>
                  </a:lnTo>
                  <a:lnTo>
                    <a:pt x="3531865" y="1430742"/>
                  </a:lnTo>
                  <a:lnTo>
                    <a:pt x="3531204" y="1430742"/>
                  </a:lnTo>
                  <a:lnTo>
                    <a:pt x="3530544" y="1430742"/>
                  </a:lnTo>
                  <a:lnTo>
                    <a:pt x="3529883" y="1430742"/>
                  </a:lnTo>
                  <a:lnTo>
                    <a:pt x="3529223" y="1430742"/>
                  </a:lnTo>
                  <a:lnTo>
                    <a:pt x="3528562" y="1430742"/>
                  </a:lnTo>
                  <a:lnTo>
                    <a:pt x="3527901" y="1430742"/>
                  </a:lnTo>
                  <a:lnTo>
                    <a:pt x="3527241" y="1430742"/>
                  </a:lnTo>
                  <a:lnTo>
                    <a:pt x="3526580" y="1430742"/>
                  </a:lnTo>
                  <a:lnTo>
                    <a:pt x="3525920" y="1430742"/>
                  </a:lnTo>
                  <a:lnTo>
                    <a:pt x="3525259" y="1430742"/>
                  </a:lnTo>
                  <a:lnTo>
                    <a:pt x="3524599" y="1430742"/>
                  </a:lnTo>
                  <a:lnTo>
                    <a:pt x="3523938" y="1430742"/>
                  </a:lnTo>
                  <a:lnTo>
                    <a:pt x="3523278" y="1430742"/>
                  </a:lnTo>
                  <a:lnTo>
                    <a:pt x="3522617" y="1430742"/>
                  </a:lnTo>
                  <a:lnTo>
                    <a:pt x="3521957" y="1430742"/>
                  </a:lnTo>
                  <a:lnTo>
                    <a:pt x="3521296" y="1430742"/>
                  </a:lnTo>
                  <a:lnTo>
                    <a:pt x="3520636" y="1430742"/>
                  </a:lnTo>
                  <a:lnTo>
                    <a:pt x="3519975" y="1430742"/>
                  </a:lnTo>
                  <a:lnTo>
                    <a:pt x="3519315" y="1430742"/>
                  </a:lnTo>
                  <a:lnTo>
                    <a:pt x="3518654" y="1430742"/>
                  </a:lnTo>
                  <a:lnTo>
                    <a:pt x="3517993" y="1430742"/>
                  </a:lnTo>
                  <a:lnTo>
                    <a:pt x="3517333" y="1430742"/>
                  </a:lnTo>
                  <a:lnTo>
                    <a:pt x="3516672" y="1430742"/>
                  </a:lnTo>
                  <a:lnTo>
                    <a:pt x="3516012" y="1430742"/>
                  </a:lnTo>
                  <a:lnTo>
                    <a:pt x="3515351" y="1430742"/>
                  </a:lnTo>
                  <a:lnTo>
                    <a:pt x="3514691" y="1430742"/>
                  </a:lnTo>
                  <a:lnTo>
                    <a:pt x="3514030" y="1430742"/>
                  </a:lnTo>
                  <a:lnTo>
                    <a:pt x="3513370" y="1430742"/>
                  </a:lnTo>
                  <a:lnTo>
                    <a:pt x="3512709" y="1430742"/>
                  </a:lnTo>
                  <a:lnTo>
                    <a:pt x="3512049" y="1430742"/>
                  </a:lnTo>
                  <a:lnTo>
                    <a:pt x="3511388" y="1430742"/>
                  </a:lnTo>
                  <a:lnTo>
                    <a:pt x="3510728" y="1430742"/>
                  </a:lnTo>
                  <a:lnTo>
                    <a:pt x="3510067" y="1430742"/>
                  </a:lnTo>
                  <a:lnTo>
                    <a:pt x="3509407" y="1430742"/>
                  </a:lnTo>
                  <a:lnTo>
                    <a:pt x="3508746" y="1430742"/>
                  </a:lnTo>
                  <a:lnTo>
                    <a:pt x="3508086" y="1430742"/>
                  </a:lnTo>
                  <a:lnTo>
                    <a:pt x="3507425" y="1430742"/>
                  </a:lnTo>
                  <a:lnTo>
                    <a:pt x="3506764" y="1430742"/>
                  </a:lnTo>
                  <a:lnTo>
                    <a:pt x="3506104" y="1430742"/>
                  </a:lnTo>
                  <a:lnTo>
                    <a:pt x="3505443" y="1430742"/>
                  </a:lnTo>
                  <a:lnTo>
                    <a:pt x="3504783" y="1430742"/>
                  </a:lnTo>
                  <a:lnTo>
                    <a:pt x="3504122" y="1430742"/>
                  </a:lnTo>
                  <a:lnTo>
                    <a:pt x="3503462" y="1430742"/>
                  </a:lnTo>
                  <a:lnTo>
                    <a:pt x="3502801" y="1430742"/>
                  </a:lnTo>
                  <a:lnTo>
                    <a:pt x="3502141" y="1430742"/>
                  </a:lnTo>
                  <a:lnTo>
                    <a:pt x="3501480" y="1430742"/>
                  </a:lnTo>
                  <a:lnTo>
                    <a:pt x="3500820" y="1430742"/>
                  </a:lnTo>
                  <a:lnTo>
                    <a:pt x="3500159" y="1430742"/>
                  </a:lnTo>
                  <a:lnTo>
                    <a:pt x="3499499" y="1430742"/>
                  </a:lnTo>
                  <a:lnTo>
                    <a:pt x="3498838" y="1430742"/>
                  </a:lnTo>
                  <a:lnTo>
                    <a:pt x="3498178" y="1430742"/>
                  </a:lnTo>
                  <a:lnTo>
                    <a:pt x="3497517" y="1430742"/>
                  </a:lnTo>
                  <a:lnTo>
                    <a:pt x="3496856" y="1430742"/>
                  </a:lnTo>
                  <a:lnTo>
                    <a:pt x="3496196" y="1430742"/>
                  </a:lnTo>
                  <a:lnTo>
                    <a:pt x="3495535" y="1430742"/>
                  </a:lnTo>
                  <a:lnTo>
                    <a:pt x="3494875" y="1430742"/>
                  </a:lnTo>
                  <a:lnTo>
                    <a:pt x="3494214" y="1430742"/>
                  </a:lnTo>
                  <a:lnTo>
                    <a:pt x="3493554" y="1430742"/>
                  </a:lnTo>
                  <a:lnTo>
                    <a:pt x="3492893" y="1430742"/>
                  </a:lnTo>
                  <a:lnTo>
                    <a:pt x="3492233" y="1430742"/>
                  </a:lnTo>
                  <a:lnTo>
                    <a:pt x="3491572" y="1430742"/>
                  </a:lnTo>
                  <a:lnTo>
                    <a:pt x="3490912" y="1430742"/>
                  </a:lnTo>
                  <a:lnTo>
                    <a:pt x="3490251" y="1430742"/>
                  </a:lnTo>
                  <a:lnTo>
                    <a:pt x="3489591" y="1430742"/>
                  </a:lnTo>
                  <a:lnTo>
                    <a:pt x="3488930" y="1430742"/>
                  </a:lnTo>
                  <a:lnTo>
                    <a:pt x="3488270" y="1430742"/>
                  </a:lnTo>
                  <a:lnTo>
                    <a:pt x="3487609" y="1430742"/>
                  </a:lnTo>
                  <a:lnTo>
                    <a:pt x="3486948" y="1430742"/>
                  </a:lnTo>
                  <a:lnTo>
                    <a:pt x="3486288" y="1430742"/>
                  </a:lnTo>
                  <a:lnTo>
                    <a:pt x="3485627" y="1430742"/>
                  </a:lnTo>
                  <a:lnTo>
                    <a:pt x="3484967" y="1430742"/>
                  </a:lnTo>
                  <a:lnTo>
                    <a:pt x="3484306" y="1430742"/>
                  </a:lnTo>
                  <a:lnTo>
                    <a:pt x="3483646" y="1430742"/>
                  </a:lnTo>
                  <a:lnTo>
                    <a:pt x="3482985" y="1430742"/>
                  </a:lnTo>
                  <a:lnTo>
                    <a:pt x="3482325" y="1430742"/>
                  </a:lnTo>
                  <a:lnTo>
                    <a:pt x="3481664" y="1430742"/>
                  </a:lnTo>
                  <a:lnTo>
                    <a:pt x="3481004" y="1430742"/>
                  </a:lnTo>
                  <a:lnTo>
                    <a:pt x="3480343" y="1430742"/>
                  </a:lnTo>
                  <a:lnTo>
                    <a:pt x="3479683" y="1430742"/>
                  </a:lnTo>
                  <a:lnTo>
                    <a:pt x="3479022" y="1430742"/>
                  </a:lnTo>
                  <a:lnTo>
                    <a:pt x="3478362" y="1430742"/>
                  </a:lnTo>
                  <a:lnTo>
                    <a:pt x="3477701" y="1430742"/>
                  </a:lnTo>
                  <a:lnTo>
                    <a:pt x="3477041" y="1430742"/>
                  </a:lnTo>
                  <a:lnTo>
                    <a:pt x="3476380" y="1430742"/>
                  </a:lnTo>
                  <a:lnTo>
                    <a:pt x="3475719" y="1430742"/>
                  </a:lnTo>
                  <a:lnTo>
                    <a:pt x="3475059" y="1430742"/>
                  </a:lnTo>
                  <a:lnTo>
                    <a:pt x="3474398" y="1430742"/>
                  </a:lnTo>
                  <a:lnTo>
                    <a:pt x="3473738" y="1430742"/>
                  </a:lnTo>
                  <a:lnTo>
                    <a:pt x="3473077" y="1430742"/>
                  </a:lnTo>
                  <a:lnTo>
                    <a:pt x="3472417" y="1430742"/>
                  </a:lnTo>
                  <a:lnTo>
                    <a:pt x="3471756" y="1430742"/>
                  </a:lnTo>
                  <a:lnTo>
                    <a:pt x="3471096" y="1430742"/>
                  </a:lnTo>
                  <a:lnTo>
                    <a:pt x="3470435" y="1430742"/>
                  </a:lnTo>
                  <a:lnTo>
                    <a:pt x="3469775" y="1430742"/>
                  </a:lnTo>
                  <a:lnTo>
                    <a:pt x="3469114" y="1430742"/>
                  </a:lnTo>
                  <a:lnTo>
                    <a:pt x="3468454" y="1430742"/>
                  </a:lnTo>
                  <a:lnTo>
                    <a:pt x="3467793" y="1430742"/>
                  </a:lnTo>
                  <a:lnTo>
                    <a:pt x="3467133" y="1430742"/>
                  </a:lnTo>
                  <a:lnTo>
                    <a:pt x="3466472" y="1430742"/>
                  </a:lnTo>
                  <a:lnTo>
                    <a:pt x="3465811" y="1430742"/>
                  </a:lnTo>
                  <a:lnTo>
                    <a:pt x="3465151" y="1430742"/>
                  </a:lnTo>
                  <a:lnTo>
                    <a:pt x="3464490" y="1430742"/>
                  </a:lnTo>
                  <a:lnTo>
                    <a:pt x="3463830" y="1430742"/>
                  </a:lnTo>
                  <a:lnTo>
                    <a:pt x="3463169" y="1430742"/>
                  </a:lnTo>
                  <a:lnTo>
                    <a:pt x="3462509" y="1430742"/>
                  </a:lnTo>
                  <a:lnTo>
                    <a:pt x="3461848" y="1430742"/>
                  </a:lnTo>
                  <a:lnTo>
                    <a:pt x="3461188" y="1430742"/>
                  </a:lnTo>
                  <a:lnTo>
                    <a:pt x="3460527" y="1430742"/>
                  </a:lnTo>
                  <a:lnTo>
                    <a:pt x="3459867" y="1430742"/>
                  </a:lnTo>
                  <a:lnTo>
                    <a:pt x="3459206" y="1430742"/>
                  </a:lnTo>
                  <a:lnTo>
                    <a:pt x="3458546" y="1430742"/>
                  </a:lnTo>
                  <a:lnTo>
                    <a:pt x="3457885" y="1430742"/>
                  </a:lnTo>
                  <a:lnTo>
                    <a:pt x="3457225" y="1430742"/>
                  </a:lnTo>
                  <a:lnTo>
                    <a:pt x="3456564" y="1430742"/>
                  </a:lnTo>
                  <a:lnTo>
                    <a:pt x="3455903" y="1430742"/>
                  </a:lnTo>
                  <a:lnTo>
                    <a:pt x="3455243" y="1430742"/>
                  </a:lnTo>
                  <a:lnTo>
                    <a:pt x="3454582" y="1430742"/>
                  </a:lnTo>
                  <a:lnTo>
                    <a:pt x="3453922" y="1430742"/>
                  </a:lnTo>
                  <a:lnTo>
                    <a:pt x="3453261" y="1430742"/>
                  </a:lnTo>
                  <a:lnTo>
                    <a:pt x="3452601" y="1430742"/>
                  </a:lnTo>
                  <a:lnTo>
                    <a:pt x="3451940" y="1430742"/>
                  </a:lnTo>
                  <a:lnTo>
                    <a:pt x="3451280" y="1430742"/>
                  </a:lnTo>
                  <a:lnTo>
                    <a:pt x="3450619" y="1430742"/>
                  </a:lnTo>
                  <a:lnTo>
                    <a:pt x="3449959" y="1430742"/>
                  </a:lnTo>
                  <a:lnTo>
                    <a:pt x="3449298" y="1430742"/>
                  </a:lnTo>
                  <a:lnTo>
                    <a:pt x="3448638" y="1430742"/>
                  </a:lnTo>
                  <a:lnTo>
                    <a:pt x="3447977" y="1430742"/>
                  </a:lnTo>
                  <a:lnTo>
                    <a:pt x="3447317" y="1430742"/>
                  </a:lnTo>
                  <a:lnTo>
                    <a:pt x="3446656" y="1430742"/>
                  </a:lnTo>
                  <a:lnTo>
                    <a:pt x="3445995" y="1430742"/>
                  </a:lnTo>
                  <a:lnTo>
                    <a:pt x="3445335" y="1430742"/>
                  </a:lnTo>
                  <a:lnTo>
                    <a:pt x="3444674" y="1430742"/>
                  </a:lnTo>
                  <a:lnTo>
                    <a:pt x="3444014" y="1430742"/>
                  </a:lnTo>
                  <a:lnTo>
                    <a:pt x="3443353" y="1430742"/>
                  </a:lnTo>
                  <a:lnTo>
                    <a:pt x="3442693" y="1430742"/>
                  </a:lnTo>
                  <a:lnTo>
                    <a:pt x="3442032" y="1430742"/>
                  </a:lnTo>
                  <a:lnTo>
                    <a:pt x="3441372" y="1430742"/>
                  </a:lnTo>
                  <a:lnTo>
                    <a:pt x="3440711" y="1430742"/>
                  </a:lnTo>
                  <a:lnTo>
                    <a:pt x="3440051" y="1430742"/>
                  </a:lnTo>
                  <a:lnTo>
                    <a:pt x="3439390" y="1430742"/>
                  </a:lnTo>
                  <a:lnTo>
                    <a:pt x="3438730" y="1430742"/>
                  </a:lnTo>
                  <a:lnTo>
                    <a:pt x="3438069" y="1430742"/>
                  </a:lnTo>
                  <a:lnTo>
                    <a:pt x="3437409" y="1430742"/>
                  </a:lnTo>
                  <a:lnTo>
                    <a:pt x="3436748" y="1430742"/>
                  </a:lnTo>
                  <a:lnTo>
                    <a:pt x="3436088" y="1430742"/>
                  </a:lnTo>
                  <a:lnTo>
                    <a:pt x="3435427" y="1430742"/>
                  </a:lnTo>
                  <a:lnTo>
                    <a:pt x="3434766" y="1430742"/>
                  </a:lnTo>
                  <a:lnTo>
                    <a:pt x="3434106" y="1430742"/>
                  </a:lnTo>
                  <a:lnTo>
                    <a:pt x="3433445" y="1430742"/>
                  </a:lnTo>
                  <a:lnTo>
                    <a:pt x="3432785" y="1430742"/>
                  </a:lnTo>
                  <a:lnTo>
                    <a:pt x="3432124" y="1430742"/>
                  </a:lnTo>
                  <a:lnTo>
                    <a:pt x="3431464" y="1430742"/>
                  </a:lnTo>
                  <a:lnTo>
                    <a:pt x="3430803" y="1430742"/>
                  </a:lnTo>
                  <a:lnTo>
                    <a:pt x="3430143" y="1430742"/>
                  </a:lnTo>
                  <a:lnTo>
                    <a:pt x="3429482" y="1430742"/>
                  </a:lnTo>
                  <a:lnTo>
                    <a:pt x="3428822" y="1430742"/>
                  </a:lnTo>
                  <a:lnTo>
                    <a:pt x="3428161" y="1430742"/>
                  </a:lnTo>
                  <a:lnTo>
                    <a:pt x="3427501" y="1430742"/>
                  </a:lnTo>
                  <a:lnTo>
                    <a:pt x="3426840" y="1430742"/>
                  </a:lnTo>
                  <a:lnTo>
                    <a:pt x="3426180" y="1430742"/>
                  </a:lnTo>
                  <a:lnTo>
                    <a:pt x="3425519" y="1430742"/>
                  </a:lnTo>
                  <a:lnTo>
                    <a:pt x="3424858" y="1430742"/>
                  </a:lnTo>
                  <a:lnTo>
                    <a:pt x="3424198" y="1430742"/>
                  </a:lnTo>
                  <a:lnTo>
                    <a:pt x="3423537" y="1430742"/>
                  </a:lnTo>
                  <a:lnTo>
                    <a:pt x="3422877" y="1430742"/>
                  </a:lnTo>
                  <a:lnTo>
                    <a:pt x="3422216" y="1430742"/>
                  </a:lnTo>
                  <a:lnTo>
                    <a:pt x="3421556" y="1430742"/>
                  </a:lnTo>
                  <a:lnTo>
                    <a:pt x="3420895" y="1430742"/>
                  </a:lnTo>
                  <a:lnTo>
                    <a:pt x="3420235" y="1430742"/>
                  </a:lnTo>
                  <a:lnTo>
                    <a:pt x="3419574" y="1430742"/>
                  </a:lnTo>
                  <a:lnTo>
                    <a:pt x="3418914" y="1430742"/>
                  </a:lnTo>
                  <a:lnTo>
                    <a:pt x="3418253" y="1430742"/>
                  </a:lnTo>
                  <a:lnTo>
                    <a:pt x="3417593" y="1430742"/>
                  </a:lnTo>
                  <a:lnTo>
                    <a:pt x="3416932" y="1430742"/>
                  </a:lnTo>
                  <a:lnTo>
                    <a:pt x="3416272" y="1430742"/>
                  </a:lnTo>
                  <a:lnTo>
                    <a:pt x="3415611" y="1430742"/>
                  </a:lnTo>
                  <a:lnTo>
                    <a:pt x="3414950" y="1430742"/>
                  </a:lnTo>
                  <a:lnTo>
                    <a:pt x="3414290" y="1430742"/>
                  </a:lnTo>
                  <a:lnTo>
                    <a:pt x="3413629" y="1430742"/>
                  </a:lnTo>
                  <a:lnTo>
                    <a:pt x="3412969" y="1430742"/>
                  </a:lnTo>
                  <a:lnTo>
                    <a:pt x="3412308" y="1430742"/>
                  </a:lnTo>
                  <a:lnTo>
                    <a:pt x="3411648" y="1430742"/>
                  </a:lnTo>
                  <a:lnTo>
                    <a:pt x="3410987" y="1430742"/>
                  </a:lnTo>
                  <a:lnTo>
                    <a:pt x="3410327" y="1430742"/>
                  </a:lnTo>
                  <a:lnTo>
                    <a:pt x="3409666" y="1430742"/>
                  </a:lnTo>
                  <a:lnTo>
                    <a:pt x="3409006" y="1430742"/>
                  </a:lnTo>
                  <a:lnTo>
                    <a:pt x="3408345" y="1430742"/>
                  </a:lnTo>
                  <a:lnTo>
                    <a:pt x="3407685" y="1430742"/>
                  </a:lnTo>
                  <a:lnTo>
                    <a:pt x="3407024" y="1430742"/>
                  </a:lnTo>
                  <a:lnTo>
                    <a:pt x="3406364" y="1430742"/>
                  </a:lnTo>
                  <a:lnTo>
                    <a:pt x="3405703" y="1430742"/>
                  </a:lnTo>
                  <a:lnTo>
                    <a:pt x="3405043" y="1430742"/>
                  </a:lnTo>
                  <a:lnTo>
                    <a:pt x="3404382" y="1430742"/>
                  </a:lnTo>
                  <a:lnTo>
                    <a:pt x="3403721" y="1430742"/>
                  </a:lnTo>
                  <a:lnTo>
                    <a:pt x="3403061" y="1430742"/>
                  </a:lnTo>
                  <a:lnTo>
                    <a:pt x="3402400" y="1430742"/>
                  </a:lnTo>
                  <a:lnTo>
                    <a:pt x="3401740" y="1430742"/>
                  </a:lnTo>
                  <a:lnTo>
                    <a:pt x="3401079" y="1430742"/>
                  </a:lnTo>
                  <a:lnTo>
                    <a:pt x="3400419" y="1430742"/>
                  </a:lnTo>
                  <a:lnTo>
                    <a:pt x="3399758" y="1430742"/>
                  </a:lnTo>
                  <a:lnTo>
                    <a:pt x="3399098" y="1430742"/>
                  </a:lnTo>
                  <a:lnTo>
                    <a:pt x="3398437" y="1430742"/>
                  </a:lnTo>
                  <a:lnTo>
                    <a:pt x="3397777" y="1430742"/>
                  </a:lnTo>
                  <a:lnTo>
                    <a:pt x="3397116" y="1430742"/>
                  </a:lnTo>
                  <a:lnTo>
                    <a:pt x="3396456" y="1430742"/>
                  </a:lnTo>
                  <a:lnTo>
                    <a:pt x="3395795" y="1430742"/>
                  </a:lnTo>
                  <a:lnTo>
                    <a:pt x="3395135" y="1430742"/>
                  </a:lnTo>
                  <a:lnTo>
                    <a:pt x="3394474" y="1430742"/>
                  </a:lnTo>
                  <a:lnTo>
                    <a:pt x="3393813" y="1430742"/>
                  </a:lnTo>
                  <a:lnTo>
                    <a:pt x="3393153" y="1430742"/>
                  </a:lnTo>
                  <a:lnTo>
                    <a:pt x="3392492" y="1430742"/>
                  </a:lnTo>
                  <a:lnTo>
                    <a:pt x="3391832" y="1430742"/>
                  </a:lnTo>
                  <a:lnTo>
                    <a:pt x="3391171" y="1430742"/>
                  </a:lnTo>
                  <a:lnTo>
                    <a:pt x="3390511" y="1430742"/>
                  </a:lnTo>
                  <a:lnTo>
                    <a:pt x="3389850" y="1430742"/>
                  </a:lnTo>
                  <a:lnTo>
                    <a:pt x="3389190" y="1430742"/>
                  </a:lnTo>
                  <a:lnTo>
                    <a:pt x="3388529" y="1430742"/>
                  </a:lnTo>
                  <a:lnTo>
                    <a:pt x="3387869" y="1430742"/>
                  </a:lnTo>
                  <a:lnTo>
                    <a:pt x="3387208" y="1430742"/>
                  </a:lnTo>
                  <a:lnTo>
                    <a:pt x="3386548" y="1430742"/>
                  </a:lnTo>
                  <a:lnTo>
                    <a:pt x="3385887" y="1430742"/>
                  </a:lnTo>
                  <a:lnTo>
                    <a:pt x="3385227" y="1430742"/>
                  </a:lnTo>
                  <a:lnTo>
                    <a:pt x="3384566" y="1430742"/>
                  </a:lnTo>
                  <a:lnTo>
                    <a:pt x="3383905" y="1430742"/>
                  </a:lnTo>
                  <a:lnTo>
                    <a:pt x="3383245" y="1430742"/>
                  </a:lnTo>
                  <a:lnTo>
                    <a:pt x="3382584" y="1430742"/>
                  </a:lnTo>
                  <a:lnTo>
                    <a:pt x="3381924" y="1430742"/>
                  </a:lnTo>
                  <a:lnTo>
                    <a:pt x="3381263" y="1430742"/>
                  </a:lnTo>
                  <a:lnTo>
                    <a:pt x="3380603" y="1430742"/>
                  </a:lnTo>
                  <a:lnTo>
                    <a:pt x="3379942" y="1430742"/>
                  </a:lnTo>
                  <a:lnTo>
                    <a:pt x="3379282" y="1430742"/>
                  </a:lnTo>
                  <a:lnTo>
                    <a:pt x="3378621" y="1430742"/>
                  </a:lnTo>
                  <a:lnTo>
                    <a:pt x="3377961" y="1430742"/>
                  </a:lnTo>
                  <a:lnTo>
                    <a:pt x="3377300" y="1430742"/>
                  </a:lnTo>
                  <a:lnTo>
                    <a:pt x="3376640" y="1430742"/>
                  </a:lnTo>
                  <a:lnTo>
                    <a:pt x="3375979" y="1430742"/>
                  </a:lnTo>
                  <a:lnTo>
                    <a:pt x="3375319" y="1430742"/>
                  </a:lnTo>
                  <a:lnTo>
                    <a:pt x="3374658" y="1430742"/>
                  </a:lnTo>
                  <a:lnTo>
                    <a:pt x="3373997" y="1430742"/>
                  </a:lnTo>
                  <a:lnTo>
                    <a:pt x="3373337" y="1430742"/>
                  </a:lnTo>
                  <a:lnTo>
                    <a:pt x="3372676" y="1430742"/>
                  </a:lnTo>
                  <a:lnTo>
                    <a:pt x="3372016" y="1430742"/>
                  </a:lnTo>
                  <a:lnTo>
                    <a:pt x="3371355" y="1430742"/>
                  </a:lnTo>
                  <a:lnTo>
                    <a:pt x="3370695" y="1430742"/>
                  </a:lnTo>
                  <a:lnTo>
                    <a:pt x="3370034" y="1430742"/>
                  </a:lnTo>
                  <a:lnTo>
                    <a:pt x="3369374" y="1430742"/>
                  </a:lnTo>
                  <a:lnTo>
                    <a:pt x="3368713" y="1430742"/>
                  </a:lnTo>
                  <a:lnTo>
                    <a:pt x="3368053" y="1430742"/>
                  </a:lnTo>
                  <a:lnTo>
                    <a:pt x="3367392" y="1430742"/>
                  </a:lnTo>
                  <a:lnTo>
                    <a:pt x="3366732" y="1430742"/>
                  </a:lnTo>
                  <a:lnTo>
                    <a:pt x="3366071" y="1430742"/>
                  </a:lnTo>
                  <a:lnTo>
                    <a:pt x="3365411" y="1430742"/>
                  </a:lnTo>
                  <a:lnTo>
                    <a:pt x="3364750" y="1430742"/>
                  </a:lnTo>
                  <a:lnTo>
                    <a:pt x="3364090" y="1430742"/>
                  </a:lnTo>
                  <a:lnTo>
                    <a:pt x="3363429" y="1430742"/>
                  </a:lnTo>
                  <a:lnTo>
                    <a:pt x="3362768" y="1430742"/>
                  </a:lnTo>
                  <a:lnTo>
                    <a:pt x="3362108" y="1430742"/>
                  </a:lnTo>
                  <a:lnTo>
                    <a:pt x="3361447" y="1430742"/>
                  </a:lnTo>
                  <a:lnTo>
                    <a:pt x="3360787" y="1430742"/>
                  </a:lnTo>
                  <a:lnTo>
                    <a:pt x="3360126" y="1430742"/>
                  </a:lnTo>
                  <a:lnTo>
                    <a:pt x="3359466" y="1430742"/>
                  </a:lnTo>
                  <a:lnTo>
                    <a:pt x="3358805" y="1430742"/>
                  </a:lnTo>
                  <a:lnTo>
                    <a:pt x="3358145" y="1430742"/>
                  </a:lnTo>
                  <a:lnTo>
                    <a:pt x="3357484" y="1430742"/>
                  </a:lnTo>
                  <a:lnTo>
                    <a:pt x="3356824" y="1430742"/>
                  </a:lnTo>
                  <a:lnTo>
                    <a:pt x="3356163" y="1430742"/>
                  </a:lnTo>
                  <a:lnTo>
                    <a:pt x="3355503" y="1430742"/>
                  </a:lnTo>
                  <a:lnTo>
                    <a:pt x="3354842" y="1430742"/>
                  </a:lnTo>
                  <a:lnTo>
                    <a:pt x="3354182" y="1430742"/>
                  </a:lnTo>
                  <a:lnTo>
                    <a:pt x="3353521" y="1430742"/>
                  </a:lnTo>
                  <a:lnTo>
                    <a:pt x="3352860" y="1430742"/>
                  </a:lnTo>
                  <a:lnTo>
                    <a:pt x="3352200" y="1430742"/>
                  </a:lnTo>
                  <a:lnTo>
                    <a:pt x="3351539" y="1430742"/>
                  </a:lnTo>
                  <a:lnTo>
                    <a:pt x="3350879" y="1430742"/>
                  </a:lnTo>
                  <a:lnTo>
                    <a:pt x="3350218" y="1430742"/>
                  </a:lnTo>
                  <a:lnTo>
                    <a:pt x="3349558" y="1430742"/>
                  </a:lnTo>
                  <a:lnTo>
                    <a:pt x="3348897" y="1430742"/>
                  </a:lnTo>
                  <a:lnTo>
                    <a:pt x="3348237" y="1430742"/>
                  </a:lnTo>
                  <a:lnTo>
                    <a:pt x="3347576" y="1430742"/>
                  </a:lnTo>
                  <a:lnTo>
                    <a:pt x="3346916" y="1430742"/>
                  </a:lnTo>
                  <a:lnTo>
                    <a:pt x="3346255" y="1430742"/>
                  </a:lnTo>
                  <a:lnTo>
                    <a:pt x="3345595" y="1430742"/>
                  </a:lnTo>
                  <a:lnTo>
                    <a:pt x="3344934" y="1430742"/>
                  </a:lnTo>
                  <a:lnTo>
                    <a:pt x="3344274" y="1430742"/>
                  </a:lnTo>
                  <a:lnTo>
                    <a:pt x="3343613" y="1430742"/>
                  </a:lnTo>
                  <a:lnTo>
                    <a:pt x="3342952" y="1430742"/>
                  </a:lnTo>
                  <a:lnTo>
                    <a:pt x="3342292" y="1430742"/>
                  </a:lnTo>
                  <a:lnTo>
                    <a:pt x="3341631" y="1430742"/>
                  </a:lnTo>
                  <a:lnTo>
                    <a:pt x="3340971" y="1430742"/>
                  </a:lnTo>
                  <a:lnTo>
                    <a:pt x="3340310" y="1430742"/>
                  </a:lnTo>
                  <a:lnTo>
                    <a:pt x="3339650" y="1430742"/>
                  </a:lnTo>
                  <a:lnTo>
                    <a:pt x="3338989" y="1430742"/>
                  </a:lnTo>
                  <a:lnTo>
                    <a:pt x="3338329" y="1430742"/>
                  </a:lnTo>
                  <a:lnTo>
                    <a:pt x="3337668" y="1430742"/>
                  </a:lnTo>
                  <a:lnTo>
                    <a:pt x="3337008" y="1430742"/>
                  </a:lnTo>
                  <a:lnTo>
                    <a:pt x="3336347" y="1430742"/>
                  </a:lnTo>
                  <a:lnTo>
                    <a:pt x="3335687" y="1430742"/>
                  </a:lnTo>
                  <a:lnTo>
                    <a:pt x="3335026" y="1430742"/>
                  </a:lnTo>
                  <a:lnTo>
                    <a:pt x="3334366" y="1430742"/>
                  </a:lnTo>
                  <a:lnTo>
                    <a:pt x="3333705" y="1430742"/>
                  </a:lnTo>
                  <a:lnTo>
                    <a:pt x="3333045" y="1430742"/>
                  </a:lnTo>
                  <a:lnTo>
                    <a:pt x="3332384" y="1430742"/>
                  </a:lnTo>
                  <a:lnTo>
                    <a:pt x="3331723" y="1430742"/>
                  </a:lnTo>
                  <a:lnTo>
                    <a:pt x="3331063" y="1430742"/>
                  </a:lnTo>
                  <a:lnTo>
                    <a:pt x="3330402" y="1430742"/>
                  </a:lnTo>
                  <a:lnTo>
                    <a:pt x="3329742" y="1430742"/>
                  </a:lnTo>
                  <a:lnTo>
                    <a:pt x="3329081" y="1430742"/>
                  </a:lnTo>
                  <a:lnTo>
                    <a:pt x="3328421" y="1430742"/>
                  </a:lnTo>
                  <a:lnTo>
                    <a:pt x="3327760" y="1430742"/>
                  </a:lnTo>
                  <a:lnTo>
                    <a:pt x="3327100" y="1430742"/>
                  </a:lnTo>
                  <a:lnTo>
                    <a:pt x="3326439" y="1430742"/>
                  </a:lnTo>
                  <a:lnTo>
                    <a:pt x="3325779" y="1430742"/>
                  </a:lnTo>
                  <a:lnTo>
                    <a:pt x="3325118" y="1430742"/>
                  </a:lnTo>
                  <a:lnTo>
                    <a:pt x="3324458" y="1430742"/>
                  </a:lnTo>
                  <a:lnTo>
                    <a:pt x="3323797" y="1430742"/>
                  </a:lnTo>
                  <a:lnTo>
                    <a:pt x="3323137" y="1430742"/>
                  </a:lnTo>
                  <a:lnTo>
                    <a:pt x="3322476" y="1430742"/>
                  </a:lnTo>
                  <a:lnTo>
                    <a:pt x="3321815" y="1430742"/>
                  </a:lnTo>
                  <a:lnTo>
                    <a:pt x="3321155" y="1430742"/>
                  </a:lnTo>
                  <a:lnTo>
                    <a:pt x="3320494" y="1430742"/>
                  </a:lnTo>
                  <a:lnTo>
                    <a:pt x="3319834" y="1430742"/>
                  </a:lnTo>
                  <a:lnTo>
                    <a:pt x="3319173" y="1430742"/>
                  </a:lnTo>
                  <a:lnTo>
                    <a:pt x="3318513" y="1430742"/>
                  </a:lnTo>
                  <a:lnTo>
                    <a:pt x="3317852" y="1430742"/>
                  </a:lnTo>
                  <a:lnTo>
                    <a:pt x="3317192" y="1430742"/>
                  </a:lnTo>
                  <a:lnTo>
                    <a:pt x="3316531" y="1430742"/>
                  </a:lnTo>
                  <a:lnTo>
                    <a:pt x="3315871" y="1430742"/>
                  </a:lnTo>
                  <a:lnTo>
                    <a:pt x="3315210" y="1430742"/>
                  </a:lnTo>
                  <a:lnTo>
                    <a:pt x="3314550" y="1430742"/>
                  </a:lnTo>
                  <a:lnTo>
                    <a:pt x="3313889" y="1430742"/>
                  </a:lnTo>
                  <a:lnTo>
                    <a:pt x="3313229" y="1430742"/>
                  </a:lnTo>
                  <a:lnTo>
                    <a:pt x="3312568" y="1430742"/>
                  </a:lnTo>
                  <a:lnTo>
                    <a:pt x="3311907" y="1430742"/>
                  </a:lnTo>
                  <a:lnTo>
                    <a:pt x="3311247" y="1430742"/>
                  </a:lnTo>
                  <a:lnTo>
                    <a:pt x="3310586" y="1430742"/>
                  </a:lnTo>
                  <a:lnTo>
                    <a:pt x="3309926" y="1430742"/>
                  </a:lnTo>
                  <a:lnTo>
                    <a:pt x="3309265" y="1430742"/>
                  </a:lnTo>
                  <a:lnTo>
                    <a:pt x="3308605" y="1430742"/>
                  </a:lnTo>
                  <a:lnTo>
                    <a:pt x="3307944" y="1430742"/>
                  </a:lnTo>
                  <a:lnTo>
                    <a:pt x="3307284" y="1430742"/>
                  </a:lnTo>
                  <a:lnTo>
                    <a:pt x="3306623" y="1430742"/>
                  </a:lnTo>
                  <a:lnTo>
                    <a:pt x="3305963" y="1430742"/>
                  </a:lnTo>
                  <a:lnTo>
                    <a:pt x="3305302" y="1430742"/>
                  </a:lnTo>
                  <a:lnTo>
                    <a:pt x="3304642" y="1430742"/>
                  </a:lnTo>
                  <a:lnTo>
                    <a:pt x="3303981" y="1430742"/>
                  </a:lnTo>
                  <a:lnTo>
                    <a:pt x="3303321" y="1430742"/>
                  </a:lnTo>
                  <a:lnTo>
                    <a:pt x="3302660" y="1430742"/>
                  </a:lnTo>
                  <a:lnTo>
                    <a:pt x="3302000" y="1430742"/>
                  </a:lnTo>
                  <a:lnTo>
                    <a:pt x="3301339" y="1430742"/>
                  </a:lnTo>
                  <a:lnTo>
                    <a:pt x="3300678" y="1430742"/>
                  </a:lnTo>
                  <a:lnTo>
                    <a:pt x="3300018" y="1430742"/>
                  </a:lnTo>
                  <a:lnTo>
                    <a:pt x="3299357" y="1430742"/>
                  </a:lnTo>
                  <a:lnTo>
                    <a:pt x="3298697" y="1430742"/>
                  </a:lnTo>
                  <a:lnTo>
                    <a:pt x="3298036" y="1430742"/>
                  </a:lnTo>
                  <a:lnTo>
                    <a:pt x="3297376" y="1430742"/>
                  </a:lnTo>
                  <a:lnTo>
                    <a:pt x="3296715" y="1430742"/>
                  </a:lnTo>
                  <a:lnTo>
                    <a:pt x="3296055" y="1430742"/>
                  </a:lnTo>
                  <a:lnTo>
                    <a:pt x="3295394" y="1430742"/>
                  </a:lnTo>
                  <a:lnTo>
                    <a:pt x="3294734" y="1430742"/>
                  </a:lnTo>
                  <a:lnTo>
                    <a:pt x="3294073" y="1430742"/>
                  </a:lnTo>
                  <a:lnTo>
                    <a:pt x="3293413" y="1430742"/>
                  </a:lnTo>
                  <a:lnTo>
                    <a:pt x="3292752" y="1430742"/>
                  </a:lnTo>
                  <a:lnTo>
                    <a:pt x="3292092" y="1430742"/>
                  </a:lnTo>
                  <a:lnTo>
                    <a:pt x="3291431" y="1430742"/>
                  </a:lnTo>
                  <a:lnTo>
                    <a:pt x="3290770" y="1430742"/>
                  </a:lnTo>
                  <a:lnTo>
                    <a:pt x="3290110" y="1430742"/>
                  </a:lnTo>
                  <a:lnTo>
                    <a:pt x="3289449" y="1430742"/>
                  </a:lnTo>
                  <a:lnTo>
                    <a:pt x="3288789" y="1430742"/>
                  </a:lnTo>
                  <a:lnTo>
                    <a:pt x="3288128" y="1430742"/>
                  </a:lnTo>
                  <a:lnTo>
                    <a:pt x="3287468" y="1430742"/>
                  </a:lnTo>
                  <a:lnTo>
                    <a:pt x="3286807" y="1430742"/>
                  </a:lnTo>
                  <a:lnTo>
                    <a:pt x="3286147" y="1430742"/>
                  </a:lnTo>
                  <a:lnTo>
                    <a:pt x="3285486" y="1430742"/>
                  </a:lnTo>
                  <a:lnTo>
                    <a:pt x="3284826" y="1430742"/>
                  </a:lnTo>
                  <a:lnTo>
                    <a:pt x="3284165" y="1430742"/>
                  </a:lnTo>
                  <a:lnTo>
                    <a:pt x="3283505" y="1430742"/>
                  </a:lnTo>
                  <a:lnTo>
                    <a:pt x="3282844" y="1430742"/>
                  </a:lnTo>
                  <a:lnTo>
                    <a:pt x="3282184" y="1430742"/>
                  </a:lnTo>
                  <a:lnTo>
                    <a:pt x="3281523" y="1430742"/>
                  </a:lnTo>
                  <a:lnTo>
                    <a:pt x="3280862" y="1430742"/>
                  </a:lnTo>
                  <a:lnTo>
                    <a:pt x="3280202" y="1430742"/>
                  </a:lnTo>
                  <a:lnTo>
                    <a:pt x="3279541" y="1430742"/>
                  </a:lnTo>
                  <a:lnTo>
                    <a:pt x="3278881" y="1430742"/>
                  </a:lnTo>
                  <a:lnTo>
                    <a:pt x="3278220" y="1430742"/>
                  </a:lnTo>
                  <a:lnTo>
                    <a:pt x="3277560" y="1430742"/>
                  </a:lnTo>
                  <a:lnTo>
                    <a:pt x="3276899" y="1430742"/>
                  </a:lnTo>
                  <a:lnTo>
                    <a:pt x="3276239" y="1430742"/>
                  </a:lnTo>
                  <a:lnTo>
                    <a:pt x="3275578" y="1430742"/>
                  </a:lnTo>
                  <a:lnTo>
                    <a:pt x="3274918" y="1430742"/>
                  </a:lnTo>
                  <a:lnTo>
                    <a:pt x="3274257" y="1430742"/>
                  </a:lnTo>
                  <a:lnTo>
                    <a:pt x="3273597" y="1430742"/>
                  </a:lnTo>
                  <a:lnTo>
                    <a:pt x="3272936" y="1430742"/>
                  </a:lnTo>
                  <a:lnTo>
                    <a:pt x="3272276" y="1430742"/>
                  </a:lnTo>
                  <a:lnTo>
                    <a:pt x="3271615" y="1430742"/>
                  </a:lnTo>
                  <a:lnTo>
                    <a:pt x="3270954" y="1430742"/>
                  </a:lnTo>
                  <a:lnTo>
                    <a:pt x="3270294" y="1430742"/>
                  </a:lnTo>
                  <a:lnTo>
                    <a:pt x="3269633" y="1430742"/>
                  </a:lnTo>
                  <a:lnTo>
                    <a:pt x="3268973" y="1430742"/>
                  </a:lnTo>
                  <a:lnTo>
                    <a:pt x="3268312" y="1430742"/>
                  </a:lnTo>
                  <a:lnTo>
                    <a:pt x="3267652" y="1430742"/>
                  </a:lnTo>
                  <a:lnTo>
                    <a:pt x="3266991" y="1430742"/>
                  </a:lnTo>
                  <a:lnTo>
                    <a:pt x="3266331" y="1430742"/>
                  </a:lnTo>
                  <a:lnTo>
                    <a:pt x="3265670" y="1430742"/>
                  </a:lnTo>
                  <a:lnTo>
                    <a:pt x="3265010" y="1430742"/>
                  </a:lnTo>
                  <a:lnTo>
                    <a:pt x="3264349" y="1430742"/>
                  </a:lnTo>
                  <a:lnTo>
                    <a:pt x="3263689" y="1430742"/>
                  </a:lnTo>
                  <a:lnTo>
                    <a:pt x="3263028" y="1430742"/>
                  </a:lnTo>
                  <a:lnTo>
                    <a:pt x="3262368" y="1430742"/>
                  </a:lnTo>
                  <a:lnTo>
                    <a:pt x="3261707" y="1430742"/>
                  </a:lnTo>
                  <a:lnTo>
                    <a:pt x="3261047" y="1430742"/>
                  </a:lnTo>
                  <a:lnTo>
                    <a:pt x="3260386" y="1430742"/>
                  </a:lnTo>
                  <a:lnTo>
                    <a:pt x="3259725" y="1430742"/>
                  </a:lnTo>
                  <a:lnTo>
                    <a:pt x="3259065" y="1430742"/>
                  </a:lnTo>
                  <a:lnTo>
                    <a:pt x="3258404" y="1430742"/>
                  </a:lnTo>
                  <a:lnTo>
                    <a:pt x="3257744" y="1430742"/>
                  </a:lnTo>
                  <a:lnTo>
                    <a:pt x="3257083" y="1430742"/>
                  </a:lnTo>
                  <a:lnTo>
                    <a:pt x="3256423" y="1430742"/>
                  </a:lnTo>
                  <a:lnTo>
                    <a:pt x="3255762" y="1430742"/>
                  </a:lnTo>
                  <a:lnTo>
                    <a:pt x="3255102" y="1430742"/>
                  </a:lnTo>
                  <a:lnTo>
                    <a:pt x="3254441" y="1430742"/>
                  </a:lnTo>
                  <a:lnTo>
                    <a:pt x="3253781" y="1430742"/>
                  </a:lnTo>
                  <a:lnTo>
                    <a:pt x="3253120" y="1430742"/>
                  </a:lnTo>
                  <a:lnTo>
                    <a:pt x="3252460" y="1430742"/>
                  </a:lnTo>
                  <a:lnTo>
                    <a:pt x="3251799" y="1430742"/>
                  </a:lnTo>
                  <a:lnTo>
                    <a:pt x="3251139" y="1430742"/>
                  </a:lnTo>
                  <a:lnTo>
                    <a:pt x="3250478" y="1430742"/>
                  </a:lnTo>
                  <a:lnTo>
                    <a:pt x="3249817" y="1430742"/>
                  </a:lnTo>
                  <a:lnTo>
                    <a:pt x="3249157" y="1430742"/>
                  </a:lnTo>
                  <a:lnTo>
                    <a:pt x="3248496" y="1430742"/>
                  </a:lnTo>
                  <a:lnTo>
                    <a:pt x="3247836" y="1430742"/>
                  </a:lnTo>
                  <a:lnTo>
                    <a:pt x="3247175" y="1430742"/>
                  </a:lnTo>
                  <a:lnTo>
                    <a:pt x="3246515" y="1430742"/>
                  </a:lnTo>
                  <a:lnTo>
                    <a:pt x="3245854" y="1430742"/>
                  </a:lnTo>
                  <a:lnTo>
                    <a:pt x="3245194" y="1430742"/>
                  </a:lnTo>
                  <a:lnTo>
                    <a:pt x="3244533" y="1430742"/>
                  </a:lnTo>
                  <a:lnTo>
                    <a:pt x="3243873" y="1430742"/>
                  </a:lnTo>
                  <a:lnTo>
                    <a:pt x="3243212" y="1430742"/>
                  </a:lnTo>
                  <a:lnTo>
                    <a:pt x="3242552" y="1430742"/>
                  </a:lnTo>
                  <a:lnTo>
                    <a:pt x="3241891" y="1430742"/>
                  </a:lnTo>
                  <a:lnTo>
                    <a:pt x="3241231" y="1430742"/>
                  </a:lnTo>
                  <a:lnTo>
                    <a:pt x="3240570" y="1430742"/>
                  </a:lnTo>
                  <a:lnTo>
                    <a:pt x="3239909" y="1430742"/>
                  </a:lnTo>
                  <a:lnTo>
                    <a:pt x="3239249" y="1430742"/>
                  </a:lnTo>
                  <a:lnTo>
                    <a:pt x="3238588" y="1430742"/>
                  </a:lnTo>
                  <a:lnTo>
                    <a:pt x="3237928" y="1430742"/>
                  </a:lnTo>
                  <a:lnTo>
                    <a:pt x="3237267" y="1430742"/>
                  </a:lnTo>
                  <a:lnTo>
                    <a:pt x="3236607" y="1430742"/>
                  </a:lnTo>
                  <a:lnTo>
                    <a:pt x="3235946" y="1430742"/>
                  </a:lnTo>
                  <a:lnTo>
                    <a:pt x="3235286" y="1430742"/>
                  </a:lnTo>
                  <a:lnTo>
                    <a:pt x="3234625" y="1430742"/>
                  </a:lnTo>
                  <a:lnTo>
                    <a:pt x="3233965" y="1430742"/>
                  </a:lnTo>
                  <a:lnTo>
                    <a:pt x="3233304" y="1430742"/>
                  </a:lnTo>
                  <a:lnTo>
                    <a:pt x="3232644" y="1430742"/>
                  </a:lnTo>
                  <a:lnTo>
                    <a:pt x="3231983" y="1430742"/>
                  </a:lnTo>
                  <a:lnTo>
                    <a:pt x="3231323" y="1430742"/>
                  </a:lnTo>
                  <a:lnTo>
                    <a:pt x="3230662" y="1430742"/>
                  </a:lnTo>
                  <a:lnTo>
                    <a:pt x="3230002" y="1430742"/>
                  </a:lnTo>
                  <a:lnTo>
                    <a:pt x="3229341" y="1430742"/>
                  </a:lnTo>
                  <a:lnTo>
                    <a:pt x="3228680" y="1430742"/>
                  </a:lnTo>
                  <a:lnTo>
                    <a:pt x="3228020" y="1430742"/>
                  </a:lnTo>
                  <a:lnTo>
                    <a:pt x="3227359" y="1430742"/>
                  </a:lnTo>
                  <a:lnTo>
                    <a:pt x="3226699" y="1430742"/>
                  </a:lnTo>
                  <a:lnTo>
                    <a:pt x="3226038" y="1430742"/>
                  </a:lnTo>
                  <a:lnTo>
                    <a:pt x="3225378" y="1430742"/>
                  </a:lnTo>
                  <a:lnTo>
                    <a:pt x="3224717" y="1430742"/>
                  </a:lnTo>
                  <a:lnTo>
                    <a:pt x="3224057" y="1430742"/>
                  </a:lnTo>
                  <a:lnTo>
                    <a:pt x="3223396" y="1430742"/>
                  </a:lnTo>
                  <a:lnTo>
                    <a:pt x="3222736" y="1430742"/>
                  </a:lnTo>
                  <a:lnTo>
                    <a:pt x="3222075" y="1430742"/>
                  </a:lnTo>
                  <a:lnTo>
                    <a:pt x="3221415" y="1430742"/>
                  </a:lnTo>
                  <a:lnTo>
                    <a:pt x="3220754" y="1430742"/>
                  </a:lnTo>
                  <a:lnTo>
                    <a:pt x="3220094" y="1430742"/>
                  </a:lnTo>
                  <a:lnTo>
                    <a:pt x="3219433" y="1430742"/>
                  </a:lnTo>
                  <a:lnTo>
                    <a:pt x="3218772" y="1430742"/>
                  </a:lnTo>
                  <a:lnTo>
                    <a:pt x="3218112" y="1430742"/>
                  </a:lnTo>
                  <a:lnTo>
                    <a:pt x="3217451" y="1430742"/>
                  </a:lnTo>
                  <a:lnTo>
                    <a:pt x="3216791" y="1430742"/>
                  </a:lnTo>
                  <a:lnTo>
                    <a:pt x="3216130" y="1430742"/>
                  </a:lnTo>
                  <a:lnTo>
                    <a:pt x="3215470" y="1430742"/>
                  </a:lnTo>
                  <a:lnTo>
                    <a:pt x="3214809" y="1430742"/>
                  </a:lnTo>
                  <a:lnTo>
                    <a:pt x="3214149" y="1430742"/>
                  </a:lnTo>
                  <a:lnTo>
                    <a:pt x="3213488" y="1430742"/>
                  </a:lnTo>
                  <a:lnTo>
                    <a:pt x="3212828" y="1430742"/>
                  </a:lnTo>
                  <a:lnTo>
                    <a:pt x="3212167" y="1430742"/>
                  </a:lnTo>
                  <a:lnTo>
                    <a:pt x="3211507" y="1430742"/>
                  </a:lnTo>
                  <a:lnTo>
                    <a:pt x="3210846" y="1430742"/>
                  </a:lnTo>
                  <a:lnTo>
                    <a:pt x="3210186" y="1430742"/>
                  </a:lnTo>
                  <a:lnTo>
                    <a:pt x="3209525" y="1430742"/>
                  </a:lnTo>
                  <a:lnTo>
                    <a:pt x="3208864" y="1430742"/>
                  </a:lnTo>
                  <a:lnTo>
                    <a:pt x="3208204" y="1430742"/>
                  </a:lnTo>
                  <a:lnTo>
                    <a:pt x="3207543" y="1430742"/>
                  </a:lnTo>
                  <a:lnTo>
                    <a:pt x="3206883" y="1430742"/>
                  </a:lnTo>
                  <a:lnTo>
                    <a:pt x="3206222" y="1430742"/>
                  </a:lnTo>
                  <a:lnTo>
                    <a:pt x="3205562" y="1430742"/>
                  </a:lnTo>
                  <a:lnTo>
                    <a:pt x="3204901" y="1430742"/>
                  </a:lnTo>
                  <a:lnTo>
                    <a:pt x="3204241" y="1430742"/>
                  </a:lnTo>
                  <a:lnTo>
                    <a:pt x="3203580" y="1430742"/>
                  </a:lnTo>
                  <a:lnTo>
                    <a:pt x="3202920" y="1430742"/>
                  </a:lnTo>
                  <a:lnTo>
                    <a:pt x="3202259" y="1430742"/>
                  </a:lnTo>
                  <a:lnTo>
                    <a:pt x="3201599" y="1430742"/>
                  </a:lnTo>
                  <a:lnTo>
                    <a:pt x="3200938" y="1430742"/>
                  </a:lnTo>
                  <a:lnTo>
                    <a:pt x="3200278" y="1430742"/>
                  </a:lnTo>
                  <a:lnTo>
                    <a:pt x="3199617" y="1430742"/>
                  </a:lnTo>
                  <a:lnTo>
                    <a:pt x="3198956" y="1430742"/>
                  </a:lnTo>
                  <a:lnTo>
                    <a:pt x="3198296" y="1430742"/>
                  </a:lnTo>
                  <a:lnTo>
                    <a:pt x="3197635" y="1430742"/>
                  </a:lnTo>
                  <a:lnTo>
                    <a:pt x="3196975" y="1430742"/>
                  </a:lnTo>
                  <a:lnTo>
                    <a:pt x="3196314" y="1430742"/>
                  </a:lnTo>
                  <a:lnTo>
                    <a:pt x="3195654" y="1430742"/>
                  </a:lnTo>
                  <a:lnTo>
                    <a:pt x="3194993" y="1430742"/>
                  </a:lnTo>
                  <a:lnTo>
                    <a:pt x="3194333" y="1430742"/>
                  </a:lnTo>
                  <a:lnTo>
                    <a:pt x="3193672" y="1430742"/>
                  </a:lnTo>
                  <a:lnTo>
                    <a:pt x="3193012" y="1430742"/>
                  </a:lnTo>
                  <a:lnTo>
                    <a:pt x="3192351" y="1430742"/>
                  </a:lnTo>
                  <a:lnTo>
                    <a:pt x="3191691" y="1430742"/>
                  </a:lnTo>
                  <a:lnTo>
                    <a:pt x="3191030" y="1430742"/>
                  </a:lnTo>
                  <a:lnTo>
                    <a:pt x="3190370" y="1430742"/>
                  </a:lnTo>
                  <a:lnTo>
                    <a:pt x="3189709" y="1430742"/>
                  </a:lnTo>
                  <a:lnTo>
                    <a:pt x="3189049" y="1430742"/>
                  </a:lnTo>
                  <a:lnTo>
                    <a:pt x="3188388" y="1430742"/>
                  </a:lnTo>
                  <a:lnTo>
                    <a:pt x="3187727" y="1430742"/>
                  </a:lnTo>
                  <a:lnTo>
                    <a:pt x="3187067" y="1430742"/>
                  </a:lnTo>
                  <a:lnTo>
                    <a:pt x="3186406" y="1430742"/>
                  </a:lnTo>
                  <a:lnTo>
                    <a:pt x="3185746" y="1430742"/>
                  </a:lnTo>
                  <a:lnTo>
                    <a:pt x="3185085" y="1430742"/>
                  </a:lnTo>
                  <a:lnTo>
                    <a:pt x="3184425" y="1430742"/>
                  </a:lnTo>
                  <a:lnTo>
                    <a:pt x="3183764" y="1430742"/>
                  </a:lnTo>
                  <a:lnTo>
                    <a:pt x="3183104" y="1430742"/>
                  </a:lnTo>
                  <a:lnTo>
                    <a:pt x="3182443" y="1430742"/>
                  </a:lnTo>
                  <a:lnTo>
                    <a:pt x="3181783" y="1430742"/>
                  </a:lnTo>
                  <a:lnTo>
                    <a:pt x="3181122" y="1430742"/>
                  </a:lnTo>
                  <a:lnTo>
                    <a:pt x="3180462" y="1430742"/>
                  </a:lnTo>
                  <a:lnTo>
                    <a:pt x="3179801" y="1430742"/>
                  </a:lnTo>
                  <a:lnTo>
                    <a:pt x="3179141" y="1430742"/>
                  </a:lnTo>
                  <a:lnTo>
                    <a:pt x="3178480" y="1430742"/>
                  </a:lnTo>
                  <a:lnTo>
                    <a:pt x="3177819" y="1430742"/>
                  </a:lnTo>
                  <a:lnTo>
                    <a:pt x="3177159" y="1430742"/>
                  </a:lnTo>
                  <a:lnTo>
                    <a:pt x="3176498" y="1430742"/>
                  </a:lnTo>
                  <a:lnTo>
                    <a:pt x="3175838" y="1430742"/>
                  </a:lnTo>
                  <a:lnTo>
                    <a:pt x="3175177" y="1430742"/>
                  </a:lnTo>
                  <a:lnTo>
                    <a:pt x="3174517" y="1430742"/>
                  </a:lnTo>
                  <a:lnTo>
                    <a:pt x="3173856" y="1430742"/>
                  </a:lnTo>
                  <a:lnTo>
                    <a:pt x="3173196" y="1430742"/>
                  </a:lnTo>
                  <a:lnTo>
                    <a:pt x="3172535" y="1430742"/>
                  </a:lnTo>
                  <a:lnTo>
                    <a:pt x="3171875" y="1430742"/>
                  </a:lnTo>
                  <a:lnTo>
                    <a:pt x="3171214" y="1430742"/>
                  </a:lnTo>
                  <a:lnTo>
                    <a:pt x="3170554" y="1430742"/>
                  </a:lnTo>
                  <a:lnTo>
                    <a:pt x="3169893" y="1430742"/>
                  </a:lnTo>
                  <a:lnTo>
                    <a:pt x="3169233" y="1430742"/>
                  </a:lnTo>
                  <a:lnTo>
                    <a:pt x="3168572" y="1430742"/>
                  </a:lnTo>
                  <a:lnTo>
                    <a:pt x="3167911" y="1430742"/>
                  </a:lnTo>
                  <a:lnTo>
                    <a:pt x="3167251" y="1430742"/>
                  </a:lnTo>
                  <a:lnTo>
                    <a:pt x="3166590" y="1430742"/>
                  </a:lnTo>
                  <a:lnTo>
                    <a:pt x="3165930" y="1430742"/>
                  </a:lnTo>
                  <a:lnTo>
                    <a:pt x="3165269" y="1430742"/>
                  </a:lnTo>
                  <a:lnTo>
                    <a:pt x="3164609" y="1430742"/>
                  </a:lnTo>
                  <a:lnTo>
                    <a:pt x="3163948" y="1430742"/>
                  </a:lnTo>
                  <a:lnTo>
                    <a:pt x="3163288" y="1430742"/>
                  </a:lnTo>
                  <a:lnTo>
                    <a:pt x="3162627" y="1430742"/>
                  </a:lnTo>
                  <a:lnTo>
                    <a:pt x="3161967" y="1430742"/>
                  </a:lnTo>
                  <a:lnTo>
                    <a:pt x="3161306" y="1430742"/>
                  </a:lnTo>
                  <a:lnTo>
                    <a:pt x="3160646" y="1430742"/>
                  </a:lnTo>
                  <a:lnTo>
                    <a:pt x="3159985" y="1430742"/>
                  </a:lnTo>
                  <a:lnTo>
                    <a:pt x="3159325" y="1430742"/>
                  </a:lnTo>
                  <a:lnTo>
                    <a:pt x="3158664" y="1430742"/>
                  </a:lnTo>
                  <a:lnTo>
                    <a:pt x="3158004" y="1430742"/>
                  </a:lnTo>
                  <a:lnTo>
                    <a:pt x="3157343" y="1430742"/>
                  </a:lnTo>
                  <a:lnTo>
                    <a:pt x="3156682" y="1430742"/>
                  </a:lnTo>
                  <a:lnTo>
                    <a:pt x="3156022" y="1430742"/>
                  </a:lnTo>
                  <a:lnTo>
                    <a:pt x="3155361" y="1430742"/>
                  </a:lnTo>
                  <a:lnTo>
                    <a:pt x="3154701" y="1430742"/>
                  </a:lnTo>
                  <a:lnTo>
                    <a:pt x="3154040" y="1430742"/>
                  </a:lnTo>
                  <a:lnTo>
                    <a:pt x="3153380" y="1430742"/>
                  </a:lnTo>
                  <a:lnTo>
                    <a:pt x="3152719" y="1430742"/>
                  </a:lnTo>
                  <a:lnTo>
                    <a:pt x="3152059" y="1430742"/>
                  </a:lnTo>
                  <a:lnTo>
                    <a:pt x="3151398" y="1430742"/>
                  </a:lnTo>
                  <a:lnTo>
                    <a:pt x="3150738" y="1430742"/>
                  </a:lnTo>
                  <a:lnTo>
                    <a:pt x="3150077" y="1430742"/>
                  </a:lnTo>
                  <a:lnTo>
                    <a:pt x="3149417" y="1430742"/>
                  </a:lnTo>
                  <a:lnTo>
                    <a:pt x="3148756" y="1430742"/>
                  </a:lnTo>
                  <a:lnTo>
                    <a:pt x="3148096" y="1430742"/>
                  </a:lnTo>
                  <a:lnTo>
                    <a:pt x="3147435" y="1430742"/>
                  </a:lnTo>
                  <a:lnTo>
                    <a:pt x="3146774" y="1430742"/>
                  </a:lnTo>
                  <a:lnTo>
                    <a:pt x="3146114" y="1430742"/>
                  </a:lnTo>
                  <a:lnTo>
                    <a:pt x="3145453" y="1430742"/>
                  </a:lnTo>
                  <a:lnTo>
                    <a:pt x="3144793" y="1430742"/>
                  </a:lnTo>
                  <a:lnTo>
                    <a:pt x="3144132" y="1430742"/>
                  </a:lnTo>
                  <a:lnTo>
                    <a:pt x="3143472" y="1430742"/>
                  </a:lnTo>
                  <a:lnTo>
                    <a:pt x="3142811" y="1430742"/>
                  </a:lnTo>
                  <a:lnTo>
                    <a:pt x="3142151" y="1430742"/>
                  </a:lnTo>
                  <a:lnTo>
                    <a:pt x="3141490" y="1430742"/>
                  </a:lnTo>
                  <a:lnTo>
                    <a:pt x="3140830" y="1430742"/>
                  </a:lnTo>
                  <a:lnTo>
                    <a:pt x="3140169" y="1430742"/>
                  </a:lnTo>
                  <a:lnTo>
                    <a:pt x="3139509" y="1430742"/>
                  </a:lnTo>
                  <a:lnTo>
                    <a:pt x="3138848" y="1430742"/>
                  </a:lnTo>
                  <a:lnTo>
                    <a:pt x="3138188" y="1430742"/>
                  </a:lnTo>
                  <a:lnTo>
                    <a:pt x="3137527" y="1430742"/>
                  </a:lnTo>
                  <a:lnTo>
                    <a:pt x="3136866" y="1430742"/>
                  </a:lnTo>
                  <a:lnTo>
                    <a:pt x="3136206" y="1430742"/>
                  </a:lnTo>
                  <a:lnTo>
                    <a:pt x="3135545" y="1430742"/>
                  </a:lnTo>
                  <a:lnTo>
                    <a:pt x="3134885" y="1430742"/>
                  </a:lnTo>
                  <a:lnTo>
                    <a:pt x="3134224" y="1430742"/>
                  </a:lnTo>
                  <a:lnTo>
                    <a:pt x="3133564" y="1430742"/>
                  </a:lnTo>
                  <a:lnTo>
                    <a:pt x="3132903" y="1430742"/>
                  </a:lnTo>
                  <a:lnTo>
                    <a:pt x="3132243" y="1430742"/>
                  </a:lnTo>
                  <a:lnTo>
                    <a:pt x="3131582" y="1430742"/>
                  </a:lnTo>
                  <a:lnTo>
                    <a:pt x="3130922" y="1430742"/>
                  </a:lnTo>
                  <a:lnTo>
                    <a:pt x="3130261" y="1430742"/>
                  </a:lnTo>
                  <a:lnTo>
                    <a:pt x="3129601" y="1430742"/>
                  </a:lnTo>
                  <a:lnTo>
                    <a:pt x="3128940" y="1430742"/>
                  </a:lnTo>
                  <a:lnTo>
                    <a:pt x="3128280" y="1430742"/>
                  </a:lnTo>
                  <a:lnTo>
                    <a:pt x="3127619" y="1430742"/>
                  </a:lnTo>
                  <a:lnTo>
                    <a:pt x="3126958" y="1430742"/>
                  </a:lnTo>
                  <a:lnTo>
                    <a:pt x="3126298" y="1430742"/>
                  </a:lnTo>
                  <a:lnTo>
                    <a:pt x="3125637" y="1430742"/>
                  </a:lnTo>
                  <a:lnTo>
                    <a:pt x="3124977" y="1430742"/>
                  </a:lnTo>
                  <a:lnTo>
                    <a:pt x="3124316" y="1430742"/>
                  </a:lnTo>
                  <a:lnTo>
                    <a:pt x="3123656" y="1430742"/>
                  </a:lnTo>
                  <a:lnTo>
                    <a:pt x="3122995" y="1430742"/>
                  </a:lnTo>
                  <a:lnTo>
                    <a:pt x="3122335" y="1430742"/>
                  </a:lnTo>
                  <a:lnTo>
                    <a:pt x="3121674" y="1430742"/>
                  </a:lnTo>
                  <a:lnTo>
                    <a:pt x="3121014" y="1430742"/>
                  </a:lnTo>
                  <a:lnTo>
                    <a:pt x="3120353" y="1430742"/>
                  </a:lnTo>
                  <a:lnTo>
                    <a:pt x="3119693" y="1430742"/>
                  </a:lnTo>
                  <a:lnTo>
                    <a:pt x="3119032" y="1430742"/>
                  </a:lnTo>
                  <a:lnTo>
                    <a:pt x="3118372" y="1430742"/>
                  </a:lnTo>
                  <a:lnTo>
                    <a:pt x="3117711" y="1430742"/>
                  </a:lnTo>
                  <a:lnTo>
                    <a:pt x="3117051" y="1430742"/>
                  </a:lnTo>
                  <a:lnTo>
                    <a:pt x="3116390" y="1430742"/>
                  </a:lnTo>
                  <a:lnTo>
                    <a:pt x="3115729" y="1430742"/>
                  </a:lnTo>
                  <a:lnTo>
                    <a:pt x="3115069" y="1430742"/>
                  </a:lnTo>
                  <a:lnTo>
                    <a:pt x="3114408" y="1430742"/>
                  </a:lnTo>
                  <a:lnTo>
                    <a:pt x="3113748" y="1430742"/>
                  </a:lnTo>
                  <a:lnTo>
                    <a:pt x="3113087" y="1430742"/>
                  </a:lnTo>
                  <a:lnTo>
                    <a:pt x="3112427" y="1430742"/>
                  </a:lnTo>
                  <a:lnTo>
                    <a:pt x="3111766" y="1430742"/>
                  </a:lnTo>
                  <a:lnTo>
                    <a:pt x="3111106" y="1430742"/>
                  </a:lnTo>
                  <a:lnTo>
                    <a:pt x="3110445" y="1430742"/>
                  </a:lnTo>
                  <a:lnTo>
                    <a:pt x="3109785" y="1430742"/>
                  </a:lnTo>
                  <a:lnTo>
                    <a:pt x="3109124" y="1430742"/>
                  </a:lnTo>
                  <a:lnTo>
                    <a:pt x="3108464" y="1430742"/>
                  </a:lnTo>
                  <a:lnTo>
                    <a:pt x="3107803" y="1430742"/>
                  </a:lnTo>
                  <a:lnTo>
                    <a:pt x="3107143" y="1430742"/>
                  </a:lnTo>
                  <a:lnTo>
                    <a:pt x="3106482" y="1430742"/>
                  </a:lnTo>
                  <a:lnTo>
                    <a:pt x="3105821" y="1430742"/>
                  </a:lnTo>
                  <a:lnTo>
                    <a:pt x="3105161" y="1430742"/>
                  </a:lnTo>
                  <a:lnTo>
                    <a:pt x="3104500" y="1430742"/>
                  </a:lnTo>
                  <a:lnTo>
                    <a:pt x="3103840" y="1430742"/>
                  </a:lnTo>
                  <a:lnTo>
                    <a:pt x="3103179" y="1430742"/>
                  </a:lnTo>
                  <a:lnTo>
                    <a:pt x="3102519" y="1430742"/>
                  </a:lnTo>
                  <a:lnTo>
                    <a:pt x="3101858" y="1430742"/>
                  </a:lnTo>
                  <a:lnTo>
                    <a:pt x="3101198" y="1430742"/>
                  </a:lnTo>
                  <a:lnTo>
                    <a:pt x="3100537" y="1430742"/>
                  </a:lnTo>
                  <a:lnTo>
                    <a:pt x="3099877" y="1430742"/>
                  </a:lnTo>
                  <a:lnTo>
                    <a:pt x="3099216" y="1430742"/>
                  </a:lnTo>
                  <a:lnTo>
                    <a:pt x="3098556" y="1430742"/>
                  </a:lnTo>
                  <a:lnTo>
                    <a:pt x="3097895" y="1430742"/>
                  </a:lnTo>
                  <a:lnTo>
                    <a:pt x="3097235" y="1430742"/>
                  </a:lnTo>
                  <a:lnTo>
                    <a:pt x="3096574" y="1430742"/>
                  </a:lnTo>
                  <a:lnTo>
                    <a:pt x="3095913" y="1430742"/>
                  </a:lnTo>
                  <a:lnTo>
                    <a:pt x="3095253" y="1430742"/>
                  </a:lnTo>
                  <a:lnTo>
                    <a:pt x="3094592" y="1430742"/>
                  </a:lnTo>
                  <a:lnTo>
                    <a:pt x="3093932" y="1430742"/>
                  </a:lnTo>
                  <a:lnTo>
                    <a:pt x="3093271" y="1430742"/>
                  </a:lnTo>
                  <a:lnTo>
                    <a:pt x="3092611" y="1430742"/>
                  </a:lnTo>
                  <a:lnTo>
                    <a:pt x="3091950" y="1430742"/>
                  </a:lnTo>
                  <a:lnTo>
                    <a:pt x="3091290" y="1430742"/>
                  </a:lnTo>
                  <a:lnTo>
                    <a:pt x="3090629" y="1430742"/>
                  </a:lnTo>
                  <a:lnTo>
                    <a:pt x="3089969" y="1430742"/>
                  </a:lnTo>
                  <a:lnTo>
                    <a:pt x="3089308" y="1430742"/>
                  </a:lnTo>
                  <a:lnTo>
                    <a:pt x="3088648" y="1430742"/>
                  </a:lnTo>
                  <a:lnTo>
                    <a:pt x="3087987" y="1430742"/>
                  </a:lnTo>
                  <a:lnTo>
                    <a:pt x="3087327" y="1430742"/>
                  </a:lnTo>
                  <a:lnTo>
                    <a:pt x="3086666" y="1430742"/>
                  </a:lnTo>
                  <a:lnTo>
                    <a:pt x="3086006" y="1430742"/>
                  </a:lnTo>
                  <a:lnTo>
                    <a:pt x="3085345" y="1430742"/>
                  </a:lnTo>
                  <a:lnTo>
                    <a:pt x="3084684" y="1430742"/>
                  </a:lnTo>
                  <a:lnTo>
                    <a:pt x="3084024" y="1430742"/>
                  </a:lnTo>
                  <a:lnTo>
                    <a:pt x="3083363" y="1430742"/>
                  </a:lnTo>
                  <a:lnTo>
                    <a:pt x="3082703" y="1430742"/>
                  </a:lnTo>
                  <a:lnTo>
                    <a:pt x="3082042" y="1430742"/>
                  </a:lnTo>
                  <a:lnTo>
                    <a:pt x="3081382" y="1430742"/>
                  </a:lnTo>
                  <a:lnTo>
                    <a:pt x="3080721" y="1430742"/>
                  </a:lnTo>
                  <a:lnTo>
                    <a:pt x="3080061" y="1430742"/>
                  </a:lnTo>
                  <a:lnTo>
                    <a:pt x="3079400" y="1430742"/>
                  </a:lnTo>
                  <a:lnTo>
                    <a:pt x="3078740" y="1430742"/>
                  </a:lnTo>
                  <a:lnTo>
                    <a:pt x="3078079" y="1430742"/>
                  </a:lnTo>
                  <a:lnTo>
                    <a:pt x="3077419" y="1430742"/>
                  </a:lnTo>
                  <a:lnTo>
                    <a:pt x="3076758" y="1430742"/>
                  </a:lnTo>
                  <a:lnTo>
                    <a:pt x="3076098" y="1430742"/>
                  </a:lnTo>
                  <a:lnTo>
                    <a:pt x="3075437" y="1430742"/>
                  </a:lnTo>
                  <a:lnTo>
                    <a:pt x="3074776" y="1430742"/>
                  </a:lnTo>
                  <a:lnTo>
                    <a:pt x="3074116" y="1430742"/>
                  </a:lnTo>
                  <a:lnTo>
                    <a:pt x="3073455" y="1430742"/>
                  </a:lnTo>
                  <a:lnTo>
                    <a:pt x="3072795" y="1430742"/>
                  </a:lnTo>
                  <a:lnTo>
                    <a:pt x="3072134" y="1430742"/>
                  </a:lnTo>
                  <a:lnTo>
                    <a:pt x="3071474" y="1430742"/>
                  </a:lnTo>
                  <a:lnTo>
                    <a:pt x="3070813" y="1430742"/>
                  </a:lnTo>
                  <a:lnTo>
                    <a:pt x="3070153" y="1430742"/>
                  </a:lnTo>
                  <a:lnTo>
                    <a:pt x="3069492" y="1430742"/>
                  </a:lnTo>
                  <a:lnTo>
                    <a:pt x="3068832" y="1430742"/>
                  </a:lnTo>
                  <a:lnTo>
                    <a:pt x="3068171" y="1430742"/>
                  </a:lnTo>
                  <a:lnTo>
                    <a:pt x="3067511" y="1430742"/>
                  </a:lnTo>
                  <a:lnTo>
                    <a:pt x="3066850" y="1430742"/>
                  </a:lnTo>
                  <a:lnTo>
                    <a:pt x="3066190" y="1430742"/>
                  </a:lnTo>
                  <a:lnTo>
                    <a:pt x="3065529" y="1430742"/>
                  </a:lnTo>
                  <a:lnTo>
                    <a:pt x="3064868" y="1430742"/>
                  </a:lnTo>
                  <a:lnTo>
                    <a:pt x="3064208" y="1430742"/>
                  </a:lnTo>
                  <a:lnTo>
                    <a:pt x="3063547" y="1430742"/>
                  </a:lnTo>
                  <a:lnTo>
                    <a:pt x="3062887" y="1430742"/>
                  </a:lnTo>
                  <a:lnTo>
                    <a:pt x="3062226" y="1430742"/>
                  </a:lnTo>
                  <a:lnTo>
                    <a:pt x="3061566" y="1430742"/>
                  </a:lnTo>
                  <a:lnTo>
                    <a:pt x="3060905" y="1430742"/>
                  </a:lnTo>
                  <a:lnTo>
                    <a:pt x="3060245" y="1430742"/>
                  </a:lnTo>
                  <a:lnTo>
                    <a:pt x="3059584" y="1430742"/>
                  </a:lnTo>
                  <a:lnTo>
                    <a:pt x="3058924" y="1430742"/>
                  </a:lnTo>
                  <a:lnTo>
                    <a:pt x="3058263" y="1430742"/>
                  </a:lnTo>
                  <a:lnTo>
                    <a:pt x="3057603" y="1430742"/>
                  </a:lnTo>
                  <a:lnTo>
                    <a:pt x="3056942" y="1430742"/>
                  </a:lnTo>
                  <a:lnTo>
                    <a:pt x="3056282" y="1430742"/>
                  </a:lnTo>
                  <a:lnTo>
                    <a:pt x="3055621" y="1430742"/>
                  </a:lnTo>
                  <a:lnTo>
                    <a:pt x="3054960" y="1430742"/>
                  </a:lnTo>
                  <a:lnTo>
                    <a:pt x="3054300" y="1430742"/>
                  </a:lnTo>
                  <a:lnTo>
                    <a:pt x="3053639" y="1430742"/>
                  </a:lnTo>
                  <a:lnTo>
                    <a:pt x="3052979" y="1430742"/>
                  </a:lnTo>
                  <a:lnTo>
                    <a:pt x="3052318" y="1430742"/>
                  </a:lnTo>
                  <a:lnTo>
                    <a:pt x="3051658" y="1430742"/>
                  </a:lnTo>
                  <a:lnTo>
                    <a:pt x="3050997" y="1430742"/>
                  </a:lnTo>
                  <a:lnTo>
                    <a:pt x="3050337" y="1430742"/>
                  </a:lnTo>
                  <a:lnTo>
                    <a:pt x="3049676" y="1430742"/>
                  </a:lnTo>
                  <a:lnTo>
                    <a:pt x="3049016" y="1430742"/>
                  </a:lnTo>
                  <a:lnTo>
                    <a:pt x="3048355" y="1430742"/>
                  </a:lnTo>
                  <a:lnTo>
                    <a:pt x="3047695" y="1430742"/>
                  </a:lnTo>
                  <a:lnTo>
                    <a:pt x="3047034" y="1430742"/>
                  </a:lnTo>
                  <a:lnTo>
                    <a:pt x="3046374" y="1430742"/>
                  </a:lnTo>
                  <a:lnTo>
                    <a:pt x="3045713" y="1430742"/>
                  </a:lnTo>
                  <a:lnTo>
                    <a:pt x="3045053" y="1430742"/>
                  </a:lnTo>
                  <a:lnTo>
                    <a:pt x="3044392" y="1430742"/>
                  </a:lnTo>
                  <a:lnTo>
                    <a:pt x="3043731" y="1430742"/>
                  </a:lnTo>
                  <a:lnTo>
                    <a:pt x="3043071" y="1430742"/>
                  </a:lnTo>
                  <a:lnTo>
                    <a:pt x="3042410" y="1430742"/>
                  </a:lnTo>
                  <a:lnTo>
                    <a:pt x="3041750" y="1430742"/>
                  </a:lnTo>
                  <a:lnTo>
                    <a:pt x="3041089" y="1430742"/>
                  </a:lnTo>
                  <a:lnTo>
                    <a:pt x="3040429" y="1430742"/>
                  </a:lnTo>
                  <a:lnTo>
                    <a:pt x="3039768" y="1430742"/>
                  </a:lnTo>
                  <a:lnTo>
                    <a:pt x="3039108" y="1430742"/>
                  </a:lnTo>
                  <a:lnTo>
                    <a:pt x="3038447" y="1430742"/>
                  </a:lnTo>
                  <a:lnTo>
                    <a:pt x="3037787" y="1430742"/>
                  </a:lnTo>
                  <a:lnTo>
                    <a:pt x="3037126" y="1430742"/>
                  </a:lnTo>
                  <a:lnTo>
                    <a:pt x="3036466" y="1430742"/>
                  </a:lnTo>
                  <a:lnTo>
                    <a:pt x="3035805" y="1430742"/>
                  </a:lnTo>
                  <a:lnTo>
                    <a:pt x="3035145" y="1430742"/>
                  </a:lnTo>
                  <a:lnTo>
                    <a:pt x="3034484" y="1430742"/>
                  </a:lnTo>
                  <a:lnTo>
                    <a:pt x="3033823" y="1430742"/>
                  </a:lnTo>
                  <a:lnTo>
                    <a:pt x="3033163" y="1430742"/>
                  </a:lnTo>
                  <a:lnTo>
                    <a:pt x="3032502" y="1430742"/>
                  </a:lnTo>
                  <a:lnTo>
                    <a:pt x="3031842" y="1430742"/>
                  </a:lnTo>
                  <a:lnTo>
                    <a:pt x="3031181" y="1430742"/>
                  </a:lnTo>
                  <a:lnTo>
                    <a:pt x="3030521" y="1430742"/>
                  </a:lnTo>
                  <a:lnTo>
                    <a:pt x="3029860" y="1430742"/>
                  </a:lnTo>
                  <a:lnTo>
                    <a:pt x="3029200" y="1430742"/>
                  </a:lnTo>
                  <a:lnTo>
                    <a:pt x="3028539" y="1430742"/>
                  </a:lnTo>
                  <a:lnTo>
                    <a:pt x="3027879" y="1430742"/>
                  </a:lnTo>
                  <a:lnTo>
                    <a:pt x="3027218" y="1430742"/>
                  </a:lnTo>
                  <a:lnTo>
                    <a:pt x="3026558" y="1430742"/>
                  </a:lnTo>
                  <a:lnTo>
                    <a:pt x="3025897" y="1430742"/>
                  </a:lnTo>
                  <a:lnTo>
                    <a:pt x="3025237" y="1430742"/>
                  </a:lnTo>
                  <a:lnTo>
                    <a:pt x="3024576" y="1430742"/>
                  </a:lnTo>
                  <a:lnTo>
                    <a:pt x="3023915" y="1430742"/>
                  </a:lnTo>
                  <a:lnTo>
                    <a:pt x="3023255" y="1430742"/>
                  </a:lnTo>
                  <a:lnTo>
                    <a:pt x="3022594" y="1430742"/>
                  </a:lnTo>
                  <a:lnTo>
                    <a:pt x="3021934" y="1430742"/>
                  </a:lnTo>
                  <a:lnTo>
                    <a:pt x="3021273" y="1430742"/>
                  </a:lnTo>
                  <a:lnTo>
                    <a:pt x="3020613" y="1430742"/>
                  </a:lnTo>
                  <a:lnTo>
                    <a:pt x="3019952" y="1430742"/>
                  </a:lnTo>
                  <a:lnTo>
                    <a:pt x="3019292" y="1430742"/>
                  </a:lnTo>
                  <a:lnTo>
                    <a:pt x="3018631" y="1430742"/>
                  </a:lnTo>
                  <a:lnTo>
                    <a:pt x="3017971" y="1430742"/>
                  </a:lnTo>
                  <a:lnTo>
                    <a:pt x="3017310" y="1430742"/>
                  </a:lnTo>
                  <a:lnTo>
                    <a:pt x="3016650" y="1430742"/>
                  </a:lnTo>
                  <a:lnTo>
                    <a:pt x="3015989" y="1430742"/>
                  </a:lnTo>
                  <a:lnTo>
                    <a:pt x="3015329" y="1430742"/>
                  </a:lnTo>
                  <a:lnTo>
                    <a:pt x="3014668" y="1430742"/>
                  </a:lnTo>
                  <a:lnTo>
                    <a:pt x="3014008" y="1430742"/>
                  </a:lnTo>
                  <a:lnTo>
                    <a:pt x="3013347" y="1430742"/>
                  </a:lnTo>
                  <a:lnTo>
                    <a:pt x="3012686" y="1430742"/>
                  </a:lnTo>
                  <a:lnTo>
                    <a:pt x="3012026" y="1430742"/>
                  </a:lnTo>
                  <a:lnTo>
                    <a:pt x="3011365" y="1430742"/>
                  </a:lnTo>
                  <a:lnTo>
                    <a:pt x="3010705" y="1430742"/>
                  </a:lnTo>
                  <a:lnTo>
                    <a:pt x="3010044" y="1430742"/>
                  </a:lnTo>
                  <a:lnTo>
                    <a:pt x="3009384" y="1430742"/>
                  </a:lnTo>
                  <a:lnTo>
                    <a:pt x="3008723" y="1430742"/>
                  </a:lnTo>
                  <a:lnTo>
                    <a:pt x="3008063" y="1430742"/>
                  </a:lnTo>
                  <a:lnTo>
                    <a:pt x="3007402" y="1430742"/>
                  </a:lnTo>
                  <a:lnTo>
                    <a:pt x="3006742" y="1430742"/>
                  </a:lnTo>
                  <a:lnTo>
                    <a:pt x="3006081" y="1430742"/>
                  </a:lnTo>
                  <a:lnTo>
                    <a:pt x="3005421" y="1430742"/>
                  </a:lnTo>
                  <a:lnTo>
                    <a:pt x="3004760" y="1430742"/>
                  </a:lnTo>
                  <a:lnTo>
                    <a:pt x="3004100" y="1430742"/>
                  </a:lnTo>
                  <a:lnTo>
                    <a:pt x="3003439" y="1430742"/>
                  </a:lnTo>
                  <a:lnTo>
                    <a:pt x="3002778" y="1430742"/>
                  </a:lnTo>
                  <a:lnTo>
                    <a:pt x="3002118" y="1430742"/>
                  </a:lnTo>
                  <a:lnTo>
                    <a:pt x="3001457" y="1430742"/>
                  </a:lnTo>
                  <a:lnTo>
                    <a:pt x="3000797" y="1430742"/>
                  </a:lnTo>
                  <a:lnTo>
                    <a:pt x="3000136" y="1430742"/>
                  </a:lnTo>
                  <a:lnTo>
                    <a:pt x="2999476" y="1430742"/>
                  </a:lnTo>
                  <a:lnTo>
                    <a:pt x="2998815" y="1430742"/>
                  </a:lnTo>
                  <a:lnTo>
                    <a:pt x="2998155" y="1430742"/>
                  </a:lnTo>
                  <a:lnTo>
                    <a:pt x="2997494" y="1430742"/>
                  </a:lnTo>
                  <a:lnTo>
                    <a:pt x="2996834" y="1430742"/>
                  </a:lnTo>
                  <a:lnTo>
                    <a:pt x="2996173" y="1430742"/>
                  </a:lnTo>
                  <a:lnTo>
                    <a:pt x="2995513" y="1430742"/>
                  </a:lnTo>
                  <a:lnTo>
                    <a:pt x="2994852" y="1430742"/>
                  </a:lnTo>
                  <a:lnTo>
                    <a:pt x="2994192" y="1430742"/>
                  </a:lnTo>
                  <a:lnTo>
                    <a:pt x="2993531" y="1430742"/>
                  </a:lnTo>
                  <a:lnTo>
                    <a:pt x="2992870" y="1430742"/>
                  </a:lnTo>
                  <a:lnTo>
                    <a:pt x="2992210" y="1430742"/>
                  </a:lnTo>
                  <a:lnTo>
                    <a:pt x="2991549" y="1430742"/>
                  </a:lnTo>
                  <a:lnTo>
                    <a:pt x="2990889" y="1430742"/>
                  </a:lnTo>
                  <a:lnTo>
                    <a:pt x="2990228" y="1430742"/>
                  </a:lnTo>
                  <a:lnTo>
                    <a:pt x="2989568" y="1430742"/>
                  </a:lnTo>
                  <a:lnTo>
                    <a:pt x="2988907" y="1430742"/>
                  </a:lnTo>
                  <a:lnTo>
                    <a:pt x="2988247" y="1430742"/>
                  </a:lnTo>
                  <a:lnTo>
                    <a:pt x="2987586" y="1430742"/>
                  </a:lnTo>
                  <a:lnTo>
                    <a:pt x="2986926" y="1430742"/>
                  </a:lnTo>
                  <a:lnTo>
                    <a:pt x="2986265" y="1430742"/>
                  </a:lnTo>
                  <a:lnTo>
                    <a:pt x="2985605" y="1430742"/>
                  </a:lnTo>
                  <a:lnTo>
                    <a:pt x="2984944" y="1430742"/>
                  </a:lnTo>
                  <a:lnTo>
                    <a:pt x="2984284" y="1430742"/>
                  </a:lnTo>
                  <a:lnTo>
                    <a:pt x="2983623" y="1430742"/>
                  </a:lnTo>
                  <a:lnTo>
                    <a:pt x="2982962" y="1430742"/>
                  </a:lnTo>
                  <a:lnTo>
                    <a:pt x="2982302" y="1430742"/>
                  </a:lnTo>
                  <a:lnTo>
                    <a:pt x="2981641" y="1430742"/>
                  </a:lnTo>
                  <a:lnTo>
                    <a:pt x="2980981" y="1430742"/>
                  </a:lnTo>
                  <a:lnTo>
                    <a:pt x="2980320" y="1430742"/>
                  </a:lnTo>
                  <a:lnTo>
                    <a:pt x="2979660" y="1430742"/>
                  </a:lnTo>
                  <a:lnTo>
                    <a:pt x="2978999" y="1430742"/>
                  </a:lnTo>
                  <a:lnTo>
                    <a:pt x="2978339" y="1430742"/>
                  </a:lnTo>
                  <a:lnTo>
                    <a:pt x="2977678" y="1430742"/>
                  </a:lnTo>
                  <a:lnTo>
                    <a:pt x="2977018" y="1430742"/>
                  </a:lnTo>
                  <a:lnTo>
                    <a:pt x="2976357" y="1430742"/>
                  </a:lnTo>
                  <a:lnTo>
                    <a:pt x="2975697" y="1430742"/>
                  </a:lnTo>
                  <a:lnTo>
                    <a:pt x="2975036" y="1430742"/>
                  </a:lnTo>
                  <a:lnTo>
                    <a:pt x="2974376" y="1430742"/>
                  </a:lnTo>
                  <a:lnTo>
                    <a:pt x="2973715" y="1430742"/>
                  </a:lnTo>
                  <a:lnTo>
                    <a:pt x="2973055" y="1430742"/>
                  </a:lnTo>
                  <a:lnTo>
                    <a:pt x="2972394" y="1430742"/>
                  </a:lnTo>
                  <a:lnTo>
                    <a:pt x="2971733" y="1430742"/>
                  </a:lnTo>
                  <a:lnTo>
                    <a:pt x="2971073" y="1430742"/>
                  </a:lnTo>
                  <a:lnTo>
                    <a:pt x="2970412" y="1430742"/>
                  </a:lnTo>
                  <a:lnTo>
                    <a:pt x="2969752" y="1430742"/>
                  </a:lnTo>
                  <a:lnTo>
                    <a:pt x="2969091" y="1430742"/>
                  </a:lnTo>
                  <a:lnTo>
                    <a:pt x="2968431" y="1430742"/>
                  </a:lnTo>
                  <a:lnTo>
                    <a:pt x="2967770" y="1430742"/>
                  </a:lnTo>
                  <a:lnTo>
                    <a:pt x="2967110" y="1430742"/>
                  </a:lnTo>
                  <a:lnTo>
                    <a:pt x="2966449" y="1430742"/>
                  </a:lnTo>
                  <a:lnTo>
                    <a:pt x="2965789" y="1430742"/>
                  </a:lnTo>
                  <a:lnTo>
                    <a:pt x="2965128" y="1430742"/>
                  </a:lnTo>
                  <a:lnTo>
                    <a:pt x="2964468" y="1430742"/>
                  </a:lnTo>
                  <a:lnTo>
                    <a:pt x="2963807" y="1430742"/>
                  </a:lnTo>
                  <a:lnTo>
                    <a:pt x="2963147" y="1430742"/>
                  </a:lnTo>
                  <a:lnTo>
                    <a:pt x="2962486" y="1430742"/>
                  </a:lnTo>
                  <a:lnTo>
                    <a:pt x="2961825" y="1430742"/>
                  </a:lnTo>
                  <a:lnTo>
                    <a:pt x="2961165" y="1430742"/>
                  </a:lnTo>
                  <a:lnTo>
                    <a:pt x="2960504" y="1430742"/>
                  </a:lnTo>
                  <a:lnTo>
                    <a:pt x="2959844" y="1430742"/>
                  </a:lnTo>
                  <a:lnTo>
                    <a:pt x="2959183" y="1430742"/>
                  </a:lnTo>
                  <a:lnTo>
                    <a:pt x="2958523" y="1430742"/>
                  </a:lnTo>
                  <a:lnTo>
                    <a:pt x="2957862" y="1430742"/>
                  </a:lnTo>
                  <a:lnTo>
                    <a:pt x="2957202" y="1430742"/>
                  </a:lnTo>
                  <a:lnTo>
                    <a:pt x="2956541" y="1430742"/>
                  </a:lnTo>
                  <a:lnTo>
                    <a:pt x="2955881" y="1430742"/>
                  </a:lnTo>
                  <a:lnTo>
                    <a:pt x="2955220" y="1430742"/>
                  </a:lnTo>
                  <a:lnTo>
                    <a:pt x="2954560" y="1430742"/>
                  </a:lnTo>
                  <a:lnTo>
                    <a:pt x="2953899" y="1430742"/>
                  </a:lnTo>
                  <a:lnTo>
                    <a:pt x="2953239" y="1430742"/>
                  </a:lnTo>
                  <a:lnTo>
                    <a:pt x="2952578" y="1430742"/>
                  </a:lnTo>
                  <a:lnTo>
                    <a:pt x="2951917" y="1430742"/>
                  </a:lnTo>
                  <a:lnTo>
                    <a:pt x="2951257" y="1430742"/>
                  </a:lnTo>
                  <a:lnTo>
                    <a:pt x="2950596" y="1430742"/>
                  </a:lnTo>
                  <a:lnTo>
                    <a:pt x="2949936" y="1430742"/>
                  </a:lnTo>
                  <a:lnTo>
                    <a:pt x="2949275" y="1430742"/>
                  </a:lnTo>
                  <a:lnTo>
                    <a:pt x="2948615" y="1430742"/>
                  </a:lnTo>
                  <a:lnTo>
                    <a:pt x="2947954" y="1430742"/>
                  </a:lnTo>
                  <a:lnTo>
                    <a:pt x="2947294" y="1430742"/>
                  </a:lnTo>
                  <a:lnTo>
                    <a:pt x="2946633" y="1430742"/>
                  </a:lnTo>
                  <a:lnTo>
                    <a:pt x="2945973" y="1430742"/>
                  </a:lnTo>
                  <a:lnTo>
                    <a:pt x="2945312" y="1430742"/>
                  </a:lnTo>
                  <a:lnTo>
                    <a:pt x="2944652" y="1430742"/>
                  </a:lnTo>
                  <a:lnTo>
                    <a:pt x="2943991" y="1430742"/>
                  </a:lnTo>
                  <a:lnTo>
                    <a:pt x="2943331" y="1430742"/>
                  </a:lnTo>
                  <a:lnTo>
                    <a:pt x="2942670" y="1430742"/>
                  </a:lnTo>
                  <a:lnTo>
                    <a:pt x="2942010" y="1430742"/>
                  </a:lnTo>
                  <a:lnTo>
                    <a:pt x="2941349" y="1430742"/>
                  </a:lnTo>
                  <a:lnTo>
                    <a:pt x="2940688" y="1430742"/>
                  </a:lnTo>
                  <a:lnTo>
                    <a:pt x="2940028" y="1430742"/>
                  </a:lnTo>
                  <a:lnTo>
                    <a:pt x="2939367" y="1430742"/>
                  </a:lnTo>
                  <a:lnTo>
                    <a:pt x="2938707" y="1430742"/>
                  </a:lnTo>
                  <a:lnTo>
                    <a:pt x="2938046" y="1430742"/>
                  </a:lnTo>
                  <a:lnTo>
                    <a:pt x="2937386" y="1430742"/>
                  </a:lnTo>
                  <a:lnTo>
                    <a:pt x="2936725" y="1430742"/>
                  </a:lnTo>
                  <a:lnTo>
                    <a:pt x="2936065" y="1430742"/>
                  </a:lnTo>
                  <a:lnTo>
                    <a:pt x="2935404" y="1430742"/>
                  </a:lnTo>
                  <a:lnTo>
                    <a:pt x="2934744" y="1430742"/>
                  </a:lnTo>
                  <a:lnTo>
                    <a:pt x="2934083" y="1430742"/>
                  </a:lnTo>
                  <a:lnTo>
                    <a:pt x="2933423" y="1430742"/>
                  </a:lnTo>
                  <a:lnTo>
                    <a:pt x="2932762" y="1430742"/>
                  </a:lnTo>
                  <a:lnTo>
                    <a:pt x="2932102" y="1430742"/>
                  </a:lnTo>
                  <a:lnTo>
                    <a:pt x="2931441" y="1430742"/>
                  </a:lnTo>
                  <a:lnTo>
                    <a:pt x="2930780" y="1430742"/>
                  </a:lnTo>
                  <a:lnTo>
                    <a:pt x="2930120" y="1430742"/>
                  </a:lnTo>
                  <a:lnTo>
                    <a:pt x="2929459" y="1430742"/>
                  </a:lnTo>
                  <a:lnTo>
                    <a:pt x="2928799" y="1430742"/>
                  </a:lnTo>
                  <a:lnTo>
                    <a:pt x="2928138" y="1430742"/>
                  </a:lnTo>
                  <a:lnTo>
                    <a:pt x="2927478" y="1430742"/>
                  </a:lnTo>
                  <a:lnTo>
                    <a:pt x="2926817" y="1430742"/>
                  </a:lnTo>
                  <a:lnTo>
                    <a:pt x="2926157" y="1430742"/>
                  </a:lnTo>
                  <a:lnTo>
                    <a:pt x="2925496" y="1430742"/>
                  </a:lnTo>
                  <a:lnTo>
                    <a:pt x="2924836" y="1430742"/>
                  </a:lnTo>
                  <a:lnTo>
                    <a:pt x="2924175" y="1430742"/>
                  </a:lnTo>
                  <a:lnTo>
                    <a:pt x="2923515" y="1430742"/>
                  </a:lnTo>
                  <a:lnTo>
                    <a:pt x="2922854" y="1430742"/>
                  </a:lnTo>
                  <a:lnTo>
                    <a:pt x="2922194" y="1430742"/>
                  </a:lnTo>
                  <a:lnTo>
                    <a:pt x="2921533" y="1430742"/>
                  </a:lnTo>
                  <a:lnTo>
                    <a:pt x="2920872" y="1430742"/>
                  </a:lnTo>
                  <a:lnTo>
                    <a:pt x="2920212" y="1430742"/>
                  </a:lnTo>
                  <a:lnTo>
                    <a:pt x="2919551" y="1430742"/>
                  </a:lnTo>
                  <a:lnTo>
                    <a:pt x="2918891" y="1430742"/>
                  </a:lnTo>
                  <a:lnTo>
                    <a:pt x="2918230" y="1430742"/>
                  </a:lnTo>
                  <a:lnTo>
                    <a:pt x="2917570" y="1430742"/>
                  </a:lnTo>
                  <a:lnTo>
                    <a:pt x="2916909" y="1430742"/>
                  </a:lnTo>
                  <a:lnTo>
                    <a:pt x="2916249" y="1430742"/>
                  </a:lnTo>
                  <a:lnTo>
                    <a:pt x="2915588" y="1430742"/>
                  </a:lnTo>
                  <a:lnTo>
                    <a:pt x="2914928" y="1430742"/>
                  </a:lnTo>
                  <a:lnTo>
                    <a:pt x="2914267" y="1430742"/>
                  </a:lnTo>
                  <a:lnTo>
                    <a:pt x="2913607" y="1430742"/>
                  </a:lnTo>
                  <a:lnTo>
                    <a:pt x="2912946" y="1430742"/>
                  </a:lnTo>
                  <a:lnTo>
                    <a:pt x="2912286" y="1430742"/>
                  </a:lnTo>
                  <a:lnTo>
                    <a:pt x="2911625" y="1430742"/>
                  </a:lnTo>
                  <a:lnTo>
                    <a:pt x="2910964" y="1430742"/>
                  </a:lnTo>
                  <a:lnTo>
                    <a:pt x="2910304" y="1430742"/>
                  </a:lnTo>
                  <a:lnTo>
                    <a:pt x="2909643" y="1430742"/>
                  </a:lnTo>
                  <a:lnTo>
                    <a:pt x="2908983" y="1430742"/>
                  </a:lnTo>
                  <a:lnTo>
                    <a:pt x="2908322" y="1430742"/>
                  </a:lnTo>
                  <a:lnTo>
                    <a:pt x="2907662" y="1430742"/>
                  </a:lnTo>
                  <a:lnTo>
                    <a:pt x="2907001" y="1430742"/>
                  </a:lnTo>
                  <a:lnTo>
                    <a:pt x="2906341" y="1430742"/>
                  </a:lnTo>
                  <a:lnTo>
                    <a:pt x="2905680" y="1430742"/>
                  </a:lnTo>
                  <a:lnTo>
                    <a:pt x="2905020" y="1430742"/>
                  </a:lnTo>
                  <a:lnTo>
                    <a:pt x="2904359" y="1430742"/>
                  </a:lnTo>
                  <a:lnTo>
                    <a:pt x="2903699" y="1430742"/>
                  </a:lnTo>
                  <a:lnTo>
                    <a:pt x="2903038" y="1430742"/>
                  </a:lnTo>
                  <a:lnTo>
                    <a:pt x="2902378" y="1430742"/>
                  </a:lnTo>
                  <a:lnTo>
                    <a:pt x="2901717" y="1430742"/>
                  </a:lnTo>
                  <a:lnTo>
                    <a:pt x="2901057" y="1430742"/>
                  </a:lnTo>
                  <a:lnTo>
                    <a:pt x="2900396" y="1430742"/>
                  </a:lnTo>
                  <a:lnTo>
                    <a:pt x="2899735" y="1430742"/>
                  </a:lnTo>
                  <a:lnTo>
                    <a:pt x="2899075" y="1430742"/>
                  </a:lnTo>
                  <a:lnTo>
                    <a:pt x="2898414" y="1430742"/>
                  </a:lnTo>
                  <a:lnTo>
                    <a:pt x="2897754" y="1430742"/>
                  </a:lnTo>
                  <a:lnTo>
                    <a:pt x="2897093" y="1430742"/>
                  </a:lnTo>
                  <a:lnTo>
                    <a:pt x="2896433" y="1430742"/>
                  </a:lnTo>
                  <a:lnTo>
                    <a:pt x="2895772" y="1430742"/>
                  </a:lnTo>
                  <a:lnTo>
                    <a:pt x="2895112" y="1430742"/>
                  </a:lnTo>
                  <a:lnTo>
                    <a:pt x="2894451" y="1430742"/>
                  </a:lnTo>
                  <a:lnTo>
                    <a:pt x="2893791" y="1430742"/>
                  </a:lnTo>
                  <a:lnTo>
                    <a:pt x="2893130" y="1430742"/>
                  </a:lnTo>
                  <a:lnTo>
                    <a:pt x="2892470" y="1430742"/>
                  </a:lnTo>
                  <a:lnTo>
                    <a:pt x="2891809" y="1430742"/>
                  </a:lnTo>
                  <a:lnTo>
                    <a:pt x="2891149" y="1430742"/>
                  </a:lnTo>
                  <a:lnTo>
                    <a:pt x="2890488" y="1430742"/>
                  </a:lnTo>
                  <a:lnTo>
                    <a:pt x="2889827" y="1430742"/>
                  </a:lnTo>
                  <a:lnTo>
                    <a:pt x="2889167" y="1430742"/>
                  </a:lnTo>
                  <a:lnTo>
                    <a:pt x="2888506" y="1430742"/>
                  </a:lnTo>
                  <a:lnTo>
                    <a:pt x="2887846" y="1430742"/>
                  </a:lnTo>
                  <a:lnTo>
                    <a:pt x="2887185" y="1430742"/>
                  </a:lnTo>
                  <a:lnTo>
                    <a:pt x="2886525" y="1430742"/>
                  </a:lnTo>
                  <a:lnTo>
                    <a:pt x="2885864" y="1430742"/>
                  </a:lnTo>
                  <a:lnTo>
                    <a:pt x="2885204" y="1430742"/>
                  </a:lnTo>
                  <a:lnTo>
                    <a:pt x="2884543" y="1430742"/>
                  </a:lnTo>
                  <a:lnTo>
                    <a:pt x="2883883" y="1430742"/>
                  </a:lnTo>
                  <a:lnTo>
                    <a:pt x="2883222" y="1430742"/>
                  </a:lnTo>
                  <a:lnTo>
                    <a:pt x="2882562" y="1430742"/>
                  </a:lnTo>
                  <a:lnTo>
                    <a:pt x="2881901" y="1430742"/>
                  </a:lnTo>
                  <a:lnTo>
                    <a:pt x="2881241" y="1430742"/>
                  </a:lnTo>
                  <a:lnTo>
                    <a:pt x="2880580" y="1430742"/>
                  </a:lnTo>
                  <a:lnTo>
                    <a:pt x="2879919" y="1430742"/>
                  </a:lnTo>
                  <a:lnTo>
                    <a:pt x="2879259" y="1430742"/>
                  </a:lnTo>
                  <a:lnTo>
                    <a:pt x="2878598" y="1430742"/>
                  </a:lnTo>
                  <a:lnTo>
                    <a:pt x="2877938" y="1430742"/>
                  </a:lnTo>
                  <a:lnTo>
                    <a:pt x="2877277" y="1430742"/>
                  </a:lnTo>
                  <a:lnTo>
                    <a:pt x="2876617" y="1430742"/>
                  </a:lnTo>
                  <a:lnTo>
                    <a:pt x="2875956" y="1430742"/>
                  </a:lnTo>
                  <a:lnTo>
                    <a:pt x="2875296" y="1430742"/>
                  </a:lnTo>
                  <a:lnTo>
                    <a:pt x="2874635" y="1430742"/>
                  </a:lnTo>
                  <a:lnTo>
                    <a:pt x="2873975" y="1430742"/>
                  </a:lnTo>
                  <a:lnTo>
                    <a:pt x="2873314" y="1430742"/>
                  </a:lnTo>
                  <a:lnTo>
                    <a:pt x="2872654" y="1430742"/>
                  </a:lnTo>
                  <a:lnTo>
                    <a:pt x="2871993" y="1430742"/>
                  </a:lnTo>
                  <a:lnTo>
                    <a:pt x="2871333" y="1430742"/>
                  </a:lnTo>
                  <a:lnTo>
                    <a:pt x="2870672" y="1430742"/>
                  </a:lnTo>
                  <a:lnTo>
                    <a:pt x="2870012" y="1430742"/>
                  </a:lnTo>
                  <a:lnTo>
                    <a:pt x="2869351" y="1430742"/>
                  </a:lnTo>
                  <a:lnTo>
                    <a:pt x="2868690" y="1430742"/>
                  </a:lnTo>
                  <a:lnTo>
                    <a:pt x="2868030" y="1430742"/>
                  </a:lnTo>
                  <a:lnTo>
                    <a:pt x="2867369" y="1430742"/>
                  </a:lnTo>
                  <a:lnTo>
                    <a:pt x="2866709" y="1430742"/>
                  </a:lnTo>
                  <a:lnTo>
                    <a:pt x="2866048" y="1430742"/>
                  </a:lnTo>
                  <a:lnTo>
                    <a:pt x="2865388" y="1430742"/>
                  </a:lnTo>
                  <a:lnTo>
                    <a:pt x="2864727" y="1430742"/>
                  </a:lnTo>
                  <a:lnTo>
                    <a:pt x="2864067" y="1430742"/>
                  </a:lnTo>
                  <a:lnTo>
                    <a:pt x="2863406" y="1430742"/>
                  </a:lnTo>
                  <a:lnTo>
                    <a:pt x="2862746" y="1430742"/>
                  </a:lnTo>
                  <a:lnTo>
                    <a:pt x="2862085" y="1430742"/>
                  </a:lnTo>
                  <a:lnTo>
                    <a:pt x="2861425" y="1430742"/>
                  </a:lnTo>
                  <a:lnTo>
                    <a:pt x="2860764" y="1430742"/>
                  </a:lnTo>
                  <a:lnTo>
                    <a:pt x="2860104" y="1430742"/>
                  </a:lnTo>
                  <a:lnTo>
                    <a:pt x="2859443" y="1430742"/>
                  </a:lnTo>
                  <a:lnTo>
                    <a:pt x="2858782" y="1430742"/>
                  </a:lnTo>
                  <a:lnTo>
                    <a:pt x="2858122" y="1430742"/>
                  </a:lnTo>
                  <a:lnTo>
                    <a:pt x="2857461" y="1430742"/>
                  </a:lnTo>
                  <a:lnTo>
                    <a:pt x="2856801" y="1430742"/>
                  </a:lnTo>
                  <a:lnTo>
                    <a:pt x="2856140" y="1430742"/>
                  </a:lnTo>
                  <a:lnTo>
                    <a:pt x="2855480" y="1430742"/>
                  </a:lnTo>
                  <a:lnTo>
                    <a:pt x="2854819" y="1430742"/>
                  </a:lnTo>
                  <a:lnTo>
                    <a:pt x="2854159" y="1430742"/>
                  </a:lnTo>
                  <a:lnTo>
                    <a:pt x="2853498" y="1430742"/>
                  </a:lnTo>
                  <a:lnTo>
                    <a:pt x="2852838" y="1430742"/>
                  </a:lnTo>
                  <a:lnTo>
                    <a:pt x="2852177" y="1430742"/>
                  </a:lnTo>
                  <a:lnTo>
                    <a:pt x="2851517" y="1430742"/>
                  </a:lnTo>
                  <a:lnTo>
                    <a:pt x="2850856" y="1430742"/>
                  </a:lnTo>
                  <a:lnTo>
                    <a:pt x="2850196" y="1430742"/>
                  </a:lnTo>
                  <a:lnTo>
                    <a:pt x="2849535" y="1430742"/>
                  </a:lnTo>
                  <a:lnTo>
                    <a:pt x="2848874" y="1430742"/>
                  </a:lnTo>
                  <a:lnTo>
                    <a:pt x="2848214" y="1430742"/>
                  </a:lnTo>
                  <a:lnTo>
                    <a:pt x="2847553" y="1430742"/>
                  </a:lnTo>
                  <a:lnTo>
                    <a:pt x="2846893" y="1430742"/>
                  </a:lnTo>
                  <a:lnTo>
                    <a:pt x="2846232" y="1430742"/>
                  </a:lnTo>
                  <a:lnTo>
                    <a:pt x="2845572" y="1430742"/>
                  </a:lnTo>
                  <a:lnTo>
                    <a:pt x="2844911" y="1430742"/>
                  </a:lnTo>
                  <a:lnTo>
                    <a:pt x="2844251" y="1430742"/>
                  </a:lnTo>
                  <a:lnTo>
                    <a:pt x="2843590" y="1430742"/>
                  </a:lnTo>
                  <a:lnTo>
                    <a:pt x="2842930" y="1430742"/>
                  </a:lnTo>
                  <a:lnTo>
                    <a:pt x="2842269" y="1430742"/>
                  </a:lnTo>
                  <a:lnTo>
                    <a:pt x="2841609" y="1430742"/>
                  </a:lnTo>
                  <a:lnTo>
                    <a:pt x="2840948" y="1430742"/>
                  </a:lnTo>
                  <a:lnTo>
                    <a:pt x="2840288" y="1430742"/>
                  </a:lnTo>
                  <a:lnTo>
                    <a:pt x="2839627" y="1430742"/>
                  </a:lnTo>
                  <a:lnTo>
                    <a:pt x="2838966" y="1430742"/>
                  </a:lnTo>
                  <a:lnTo>
                    <a:pt x="2838306" y="1430742"/>
                  </a:lnTo>
                  <a:lnTo>
                    <a:pt x="2837645" y="1430742"/>
                  </a:lnTo>
                  <a:lnTo>
                    <a:pt x="2836985" y="1430742"/>
                  </a:lnTo>
                  <a:lnTo>
                    <a:pt x="2836324" y="1430742"/>
                  </a:lnTo>
                  <a:lnTo>
                    <a:pt x="2835664" y="1430742"/>
                  </a:lnTo>
                  <a:lnTo>
                    <a:pt x="2835003" y="1430742"/>
                  </a:lnTo>
                  <a:lnTo>
                    <a:pt x="2834343" y="1430742"/>
                  </a:lnTo>
                  <a:lnTo>
                    <a:pt x="2833682" y="1430742"/>
                  </a:lnTo>
                  <a:lnTo>
                    <a:pt x="2833022" y="1430742"/>
                  </a:lnTo>
                  <a:lnTo>
                    <a:pt x="2832361" y="1430742"/>
                  </a:lnTo>
                  <a:lnTo>
                    <a:pt x="2831701" y="1430742"/>
                  </a:lnTo>
                  <a:lnTo>
                    <a:pt x="2831040" y="1430742"/>
                  </a:lnTo>
                  <a:lnTo>
                    <a:pt x="2830380" y="1430742"/>
                  </a:lnTo>
                  <a:lnTo>
                    <a:pt x="2829719" y="1430742"/>
                  </a:lnTo>
                  <a:lnTo>
                    <a:pt x="2829059" y="1430742"/>
                  </a:lnTo>
                  <a:lnTo>
                    <a:pt x="2828398" y="1430742"/>
                  </a:lnTo>
                  <a:lnTo>
                    <a:pt x="2827737" y="1430742"/>
                  </a:lnTo>
                  <a:lnTo>
                    <a:pt x="2827077" y="1430742"/>
                  </a:lnTo>
                  <a:lnTo>
                    <a:pt x="2826416" y="1430742"/>
                  </a:lnTo>
                  <a:lnTo>
                    <a:pt x="2825756" y="1430742"/>
                  </a:lnTo>
                  <a:lnTo>
                    <a:pt x="2825095" y="1430742"/>
                  </a:lnTo>
                  <a:lnTo>
                    <a:pt x="2824435" y="1430742"/>
                  </a:lnTo>
                  <a:lnTo>
                    <a:pt x="2823774" y="1430742"/>
                  </a:lnTo>
                  <a:lnTo>
                    <a:pt x="2823114" y="1430742"/>
                  </a:lnTo>
                  <a:lnTo>
                    <a:pt x="2822453" y="1430742"/>
                  </a:lnTo>
                  <a:lnTo>
                    <a:pt x="2821793" y="1430742"/>
                  </a:lnTo>
                  <a:lnTo>
                    <a:pt x="2821132" y="1430742"/>
                  </a:lnTo>
                  <a:lnTo>
                    <a:pt x="2820472" y="1430742"/>
                  </a:lnTo>
                  <a:lnTo>
                    <a:pt x="2819811" y="1430742"/>
                  </a:lnTo>
                  <a:lnTo>
                    <a:pt x="2819151" y="1430742"/>
                  </a:lnTo>
                  <a:lnTo>
                    <a:pt x="2818490" y="1430742"/>
                  </a:lnTo>
                  <a:lnTo>
                    <a:pt x="2817829" y="1430742"/>
                  </a:lnTo>
                  <a:lnTo>
                    <a:pt x="2817169" y="1430742"/>
                  </a:lnTo>
                  <a:lnTo>
                    <a:pt x="2816508" y="1430742"/>
                  </a:lnTo>
                  <a:lnTo>
                    <a:pt x="2815848" y="1430742"/>
                  </a:lnTo>
                  <a:lnTo>
                    <a:pt x="2815187" y="1430742"/>
                  </a:lnTo>
                  <a:lnTo>
                    <a:pt x="2814527" y="1430742"/>
                  </a:lnTo>
                  <a:lnTo>
                    <a:pt x="2813866" y="1430742"/>
                  </a:lnTo>
                  <a:lnTo>
                    <a:pt x="2813206" y="1430742"/>
                  </a:lnTo>
                  <a:lnTo>
                    <a:pt x="2812545" y="1430742"/>
                  </a:lnTo>
                  <a:lnTo>
                    <a:pt x="2811885" y="1430742"/>
                  </a:lnTo>
                  <a:lnTo>
                    <a:pt x="2811224" y="1430742"/>
                  </a:lnTo>
                  <a:lnTo>
                    <a:pt x="2810564" y="1430742"/>
                  </a:lnTo>
                  <a:lnTo>
                    <a:pt x="2809903" y="1430742"/>
                  </a:lnTo>
                  <a:lnTo>
                    <a:pt x="2809243" y="1430742"/>
                  </a:lnTo>
                  <a:lnTo>
                    <a:pt x="2808582" y="1430742"/>
                  </a:lnTo>
                  <a:lnTo>
                    <a:pt x="2807921" y="1430742"/>
                  </a:lnTo>
                  <a:lnTo>
                    <a:pt x="2807261" y="1430742"/>
                  </a:lnTo>
                  <a:lnTo>
                    <a:pt x="2806600" y="1430742"/>
                  </a:lnTo>
                  <a:lnTo>
                    <a:pt x="2805940" y="1430742"/>
                  </a:lnTo>
                  <a:lnTo>
                    <a:pt x="2805279" y="1430742"/>
                  </a:lnTo>
                  <a:lnTo>
                    <a:pt x="2804619" y="1430742"/>
                  </a:lnTo>
                  <a:lnTo>
                    <a:pt x="2803958" y="1430742"/>
                  </a:lnTo>
                  <a:lnTo>
                    <a:pt x="2803298" y="1430742"/>
                  </a:lnTo>
                  <a:lnTo>
                    <a:pt x="2802637" y="1430742"/>
                  </a:lnTo>
                  <a:lnTo>
                    <a:pt x="2801977" y="1430742"/>
                  </a:lnTo>
                  <a:lnTo>
                    <a:pt x="2801316" y="1430742"/>
                  </a:lnTo>
                  <a:lnTo>
                    <a:pt x="2800656" y="1430742"/>
                  </a:lnTo>
                  <a:lnTo>
                    <a:pt x="2799995" y="1430742"/>
                  </a:lnTo>
                  <a:lnTo>
                    <a:pt x="2799335" y="1430742"/>
                  </a:lnTo>
                  <a:lnTo>
                    <a:pt x="2798674" y="1430742"/>
                  </a:lnTo>
                  <a:lnTo>
                    <a:pt x="2798014" y="1430742"/>
                  </a:lnTo>
                  <a:lnTo>
                    <a:pt x="2797353" y="1430742"/>
                  </a:lnTo>
                  <a:lnTo>
                    <a:pt x="2796692" y="1430742"/>
                  </a:lnTo>
                  <a:lnTo>
                    <a:pt x="2796032" y="1430742"/>
                  </a:lnTo>
                  <a:lnTo>
                    <a:pt x="2795371" y="1430742"/>
                  </a:lnTo>
                  <a:lnTo>
                    <a:pt x="2794711" y="1430742"/>
                  </a:lnTo>
                  <a:lnTo>
                    <a:pt x="2794050" y="1430742"/>
                  </a:lnTo>
                  <a:lnTo>
                    <a:pt x="2793390" y="1430742"/>
                  </a:lnTo>
                  <a:lnTo>
                    <a:pt x="2792729" y="1430742"/>
                  </a:lnTo>
                  <a:lnTo>
                    <a:pt x="2792069" y="1430742"/>
                  </a:lnTo>
                  <a:lnTo>
                    <a:pt x="2791408" y="1430742"/>
                  </a:lnTo>
                  <a:lnTo>
                    <a:pt x="2790748" y="1430742"/>
                  </a:lnTo>
                  <a:lnTo>
                    <a:pt x="2790087" y="1430742"/>
                  </a:lnTo>
                  <a:lnTo>
                    <a:pt x="2789427" y="1430742"/>
                  </a:lnTo>
                  <a:lnTo>
                    <a:pt x="2788766" y="1430742"/>
                  </a:lnTo>
                  <a:lnTo>
                    <a:pt x="2788106" y="1430742"/>
                  </a:lnTo>
                  <a:lnTo>
                    <a:pt x="2787445" y="1430742"/>
                  </a:lnTo>
                  <a:lnTo>
                    <a:pt x="2786784" y="1430742"/>
                  </a:lnTo>
                  <a:lnTo>
                    <a:pt x="2786124" y="1430742"/>
                  </a:lnTo>
                  <a:lnTo>
                    <a:pt x="2785463" y="1430742"/>
                  </a:lnTo>
                  <a:lnTo>
                    <a:pt x="2784803" y="1430742"/>
                  </a:lnTo>
                  <a:lnTo>
                    <a:pt x="2784142" y="1430742"/>
                  </a:lnTo>
                  <a:lnTo>
                    <a:pt x="2783482" y="1430742"/>
                  </a:lnTo>
                  <a:lnTo>
                    <a:pt x="2782821" y="1430742"/>
                  </a:lnTo>
                  <a:lnTo>
                    <a:pt x="2782161" y="1430742"/>
                  </a:lnTo>
                  <a:lnTo>
                    <a:pt x="2781500" y="1430742"/>
                  </a:lnTo>
                  <a:lnTo>
                    <a:pt x="2780840" y="1430742"/>
                  </a:lnTo>
                  <a:lnTo>
                    <a:pt x="2780179" y="1430742"/>
                  </a:lnTo>
                  <a:lnTo>
                    <a:pt x="2779519" y="1430742"/>
                  </a:lnTo>
                  <a:lnTo>
                    <a:pt x="2778858" y="1430742"/>
                  </a:lnTo>
                  <a:lnTo>
                    <a:pt x="2778198" y="1430742"/>
                  </a:lnTo>
                  <a:lnTo>
                    <a:pt x="2777537" y="1430742"/>
                  </a:lnTo>
                  <a:lnTo>
                    <a:pt x="2776876" y="1430742"/>
                  </a:lnTo>
                  <a:lnTo>
                    <a:pt x="2776216" y="1430742"/>
                  </a:lnTo>
                  <a:lnTo>
                    <a:pt x="2775555" y="1430742"/>
                  </a:lnTo>
                  <a:lnTo>
                    <a:pt x="2774895" y="1430742"/>
                  </a:lnTo>
                  <a:lnTo>
                    <a:pt x="2774234" y="1430742"/>
                  </a:lnTo>
                  <a:lnTo>
                    <a:pt x="2773574" y="1430742"/>
                  </a:lnTo>
                  <a:lnTo>
                    <a:pt x="2772913" y="1430742"/>
                  </a:lnTo>
                  <a:lnTo>
                    <a:pt x="2772253" y="1430742"/>
                  </a:lnTo>
                  <a:lnTo>
                    <a:pt x="2771592" y="1430742"/>
                  </a:lnTo>
                  <a:lnTo>
                    <a:pt x="2770932" y="1430742"/>
                  </a:lnTo>
                  <a:lnTo>
                    <a:pt x="2770271" y="1430742"/>
                  </a:lnTo>
                  <a:lnTo>
                    <a:pt x="2769611" y="1430742"/>
                  </a:lnTo>
                  <a:lnTo>
                    <a:pt x="2768950" y="1430742"/>
                  </a:lnTo>
                  <a:lnTo>
                    <a:pt x="2768290" y="1430742"/>
                  </a:lnTo>
                  <a:lnTo>
                    <a:pt x="2767629" y="1430742"/>
                  </a:lnTo>
                  <a:lnTo>
                    <a:pt x="2766968" y="1430742"/>
                  </a:lnTo>
                  <a:lnTo>
                    <a:pt x="2766308" y="1430742"/>
                  </a:lnTo>
                  <a:lnTo>
                    <a:pt x="2765647" y="1430742"/>
                  </a:lnTo>
                  <a:lnTo>
                    <a:pt x="2764987" y="1430742"/>
                  </a:lnTo>
                  <a:lnTo>
                    <a:pt x="2764326" y="1430742"/>
                  </a:lnTo>
                  <a:lnTo>
                    <a:pt x="2763666" y="1430742"/>
                  </a:lnTo>
                  <a:lnTo>
                    <a:pt x="2763005" y="1430742"/>
                  </a:lnTo>
                  <a:lnTo>
                    <a:pt x="2762345" y="1430742"/>
                  </a:lnTo>
                  <a:lnTo>
                    <a:pt x="2761684" y="1430742"/>
                  </a:lnTo>
                  <a:lnTo>
                    <a:pt x="2761024" y="1430742"/>
                  </a:lnTo>
                  <a:lnTo>
                    <a:pt x="2760363" y="1430742"/>
                  </a:lnTo>
                  <a:lnTo>
                    <a:pt x="2759703" y="1430742"/>
                  </a:lnTo>
                  <a:lnTo>
                    <a:pt x="2759042" y="1430742"/>
                  </a:lnTo>
                  <a:lnTo>
                    <a:pt x="2758382" y="1430742"/>
                  </a:lnTo>
                  <a:lnTo>
                    <a:pt x="2757721" y="1430742"/>
                  </a:lnTo>
                  <a:lnTo>
                    <a:pt x="2757061" y="1430742"/>
                  </a:lnTo>
                  <a:lnTo>
                    <a:pt x="2756400" y="1430742"/>
                  </a:lnTo>
                  <a:lnTo>
                    <a:pt x="2755739" y="1430742"/>
                  </a:lnTo>
                  <a:lnTo>
                    <a:pt x="2755079" y="1430742"/>
                  </a:lnTo>
                  <a:lnTo>
                    <a:pt x="2754418" y="1430742"/>
                  </a:lnTo>
                  <a:lnTo>
                    <a:pt x="2753758" y="1430742"/>
                  </a:lnTo>
                  <a:lnTo>
                    <a:pt x="2753097" y="1430742"/>
                  </a:lnTo>
                  <a:lnTo>
                    <a:pt x="2752437" y="1430742"/>
                  </a:lnTo>
                  <a:lnTo>
                    <a:pt x="2751776" y="1430742"/>
                  </a:lnTo>
                  <a:lnTo>
                    <a:pt x="2751116" y="1430742"/>
                  </a:lnTo>
                  <a:lnTo>
                    <a:pt x="2750455" y="1430742"/>
                  </a:lnTo>
                  <a:lnTo>
                    <a:pt x="2749795" y="1430742"/>
                  </a:lnTo>
                  <a:lnTo>
                    <a:pt x="2749134" y="1430742"/>
                  </a:lnTo>
                  <a:lnTo>
                    <a:pt x="2748474" y="1430742"/>
                  </a:lnTo>
                  <a:lnTo>
                    <a:pt x="2747813" y="1430742"/>
                  </a:lnTo>
                  <a:lnTo>
                    <a:pt x="2747153" y="1430742"/>
                  </a:lnTo>
                  <a:lnTo>
                    <a:pt x="2746492" y="1430742"/>
                  </a:lnTo>
                  <a:lnTo>
                    <a:pt x="2745831" y="1430742"/>
                  </a:lnTo>
                  <a:lnTo>
                    <a:pt x="2745171" y="1430742"/>
                  </a:lnTo>
                  <a:lnTo>
                    <a:pt x="2744510" y="1430742"/>
                  </a:lnTo>
                  <a:lnTo>
                    <a:pt x="2743850" y="1430742"/>
                  </a:lnTo>
                  <a:lnTo>
                    <a:pt x="2743189" y="1430742"/>
                  </a:lnTo>
                  <a:lnTo>
                    <a:pt x="2742529" y="1430742"/>
                  </a:lnTo>
                  <a:lnTo>
                    <a:pt x="2741868" y="1430742"/>
                  </a:lnTo>
                  <a:lnTo>
                    <a:pt x="2741208" y="1430742"/>
                  </a:lnTo>
                  <a:lnTo>
                    <a:pt x="2740547" y="1430742"/>
                  </a:lnTo>
                  <a:lnTo>
                    <a:pt x="2739887" y="1430742"/>
                  </a:lnTo>
                  <a:lnTo>
                    <a:pt x="2739226" y="1430742"/>
                  </a:lnTo>
                  <a:lnTo>
                    <a:pt x="2738566" y="1430742"/>
                  </a:lnTo>
                  <a:lnTo>
                    <a:pt x="2737905" y="1430742"/>
                  </a:lnTo>
                  <a:lnTo>
                    <a:pt x="2737245" y="1430742"/>
                  </a:lnTo>
                  <a:lnTo>
                    <a:pt x="2736584" y="1430742"/>
                  </a:lnTo>
                  <a:lnTo>
                    <a:pt x="2735923" y="1430742"/>
                  </a:lnTo>
                  <a:lnTo>
                    <a:pt x="2735263" y="1430742"/>
                  </a:lnTo>
                  <a:lnTo>
                    <a:pt x="2734602" y="1430742"/>
                  </a:lnTo>
                  <a:lnTo>
                    <a:pt x="2733942" y="1430742"/>
                  </a:lnTo>
                  <a:lnTo>
                    <a:pt x="2733281" y="1430742"/>
                  </a:lnTo>
                  <a:lnTo>
                    <a:pt x="2732621" y="1430742"/>
                  </a:lnTo>
                  <a:lnTo>
                    <a:pt x="2731960" y="1430742"/>
                  </a:lnTo>
                  <a:lnTo>
                    <a:pt x="2731300" y="1430742"/>
                  </a:lnTo>
                  <a:lnTo>
                    <a:pt x="2730639" y="1430742"/>
                  </a:lnTo>
                  <a:lnTo>
                    <a:pt x="2729979" y="1430742"/>
                  </a:lnTo>
                  <a:lnTo>
                    <a:pt x="2729318" y="1430742"/>
                  </a:lnTo>
                  <a:lnTo>
                    <a:pt x="2728658" y="1430742"/>
                  </a:lnTo>
                  <a:lnTo>
                    <a:pt x="2727997" y="1430742"/>
                  </a:lnTo>
                  <a:lnTo>
                    <a:pt x="2727337" y="1430742"/>
                  </a:lnTo>
                  <a:lnTo>
                    <a:pt x="2726676" y="1430742"/>
                  </a:lnTo>
                  <a:lnTo>
                    <a:pt x="2726016" y="1430742"/>
                  </a:lnTo>
                  <a:lnTo>
                    <a:pt x="2725355" y="1430742"/>
                  </a:lnTo>
                  <a:lnTo>
                    <a:pt x="2724694" y="1430742"/>
                  </a:lnTo>
                  <a:lnTo>
                    <a:pt x="2724034" y="1430742"/>
                  </a:lnTo>
                  <a:lnTo>
                    <a:pt x="2723373" y="1430742"/>
                  </a:lnTo>
                  <a:lnTo>
                    <a:pt x="2722713" y="1430742"/>
                  </a:lnTo>
                  <a:lnTo>
                    <a:pt x="2722052" y="1430742"/>
                  </a:lnTo>
                  <a:lnTo>
                    <a:pt x="2721392" y="1430742"/>
                  </a:lnTo>
                  <a:lnTo>
                    <a:pt x="2720731" y="1430742"/>
                  </a:lnTo>
                  <a:lnTo>
                    <a:pt x="2720071" y="1430742"/>
                  </a:lnTo>
                  <a:lnTo>
                    <a:pt x="2719410" y="1430742"/>
                  </a:lnTo>
                  <a:lnTo>
                    <a:pt x="2718750" y="1430742"/>
                  </a:lnTo>
                  <a:lnTo>
                    <a:pt x="2718089" y="1430742"/>
                  </a:lnTo>
                  <a:lnTo>
                    <a:pt x="2717429" y="1430742"/>
                  </a:lnTo>
                  <a:lnTo>
                    <a:pt x="2716768" y="1430742"/>
                  </a:lnTo>
                  <a:lnTo>
                    <a:pt x="2716108" y="1430742"/>
                  </a:lnTo>
                  <a:lnTo>
                    <a:pt x="2715447" y="1430742"/>
                  </a:lnTo>
                  <a:lnTo>
                    <a:pt x="2714786" y="1430742"/>
                  </a:lnTo>
                  <a:lnTo>
                    <a:pt x="2714126" y="1430742"/>
                  </a:lnTo>
                  <a:lnTo>
                    <a:pt x="2713465" y="1430742"/>
                  </a:lnTo>
                  <a:lnTo>
                    <a:pt x="2712805" y="1430742"/>
                  </a:lnTo>
                  <a:lnTo>
                    <a:pt x="2712144" y="1430742"/>
                  </a:lnTo>
                  <a:lnTo>
                    <a:pt x="2711484" y="1430742"/>
                  </a:lnTo>
                  <a:lnTo>
                    <a:pt x="2710823" y="1430742"/>
                  </a:lnTo>
                  <a:lnTo>
                    <a:pt x="2710163" y="1430742"/>
                  </a:lnTo>
                  <a:lnTo>
                    <a:pt x="2709502" y="1430742"/>
                  </a:lnTo>
                  <a:lnTo>
                    <a:pt x="2708842" y="1430742"/>
                  </a:lnTo>
                  <a:lnTo>
                    <a:pt x="2708181" y="1430742"/>
                  </a:lnTo>
                  <a:lnTo>
                    <a:pt x="2707521" y="1430742"/>
                  </a:lnTo>
                  <a:lnTo>
                    <a:pt x="2706860" y="1430742"/>
                  </a:lnTo>
                  <a:lnTo>
                    <a:pt x="2706200" y="1430742"/>
                  </a:lnTo>
                  <a:lnTo>
                    <a:pt x="2705539" y="1430742"/>
                  </a:lnTo>
                  <a:lnTo>
                    <a:pt x="2704878" y="1430742"/>
                  </a:lnTo>
                  <a:lnTo>
                    <a:pt x="2704218" y="1430742"/>
                  </a:lnTo>
                  <a:lnTo>
                    <a:pt x="2703557" y="1430742"/>
                  </a:lnTo>
                  <a:lnTo>
                    <a:pt x="2702897" y="1430742"/>
                  </a:lnTo>
                  <a:lnTo>
                    <a:pt x="2702236" y="1430742"/>
                  </a:lnTo>
                  <a:lnTo>
                    <a:pt x="2701576" y="1430742"/>
                  </a:lnTo>
                  <a:lnTo>
                    <a:pt x="2700915" y="1430742"/>
                  </a:lnTo>
                  <a:lnTo>
                    <a:pt x="2700255" y="1430742"/>
                  </a:lnTo>
                  <a:lnTo>
                    <a:pt x="2699594" y="1430742"/>
                  </a:lnTo>
                  <a:lnTo>
                    <a:pt x="2698934" y="1430742"/>
                  </a:lnTo>
                  <a:lnTo>
                    <a:pt x="2698273" y="1430742"/>
                  </a:lnTo>
                  <a:lnTo>
                    <a:pt x="2697613" y="1430742"/>
                  </a:lnTo>
                  <a:lnTo>
                    <a:pt x="2696952" y="1430742"/>
                  </a:lnTo>
                  <a:lnTo>
                    <a:pt x="2696292" y="1430742"/>
                  </a:lnTo>
                  <a:lnTo>
                    <a:pt x="2695631" y="1430742"/>
                  </a:lnTo>
                  <a:lnTo>
                    <a:pt x="2694970" y="1430742"/>
                  </a:lnTo>
                  <a:lnTo>
                    <a:pt x="2694310" y="1430742"/>
                  </a:lnTo>
                  <a:lnTo>
                    <a:pt x="2693649" y="1430742"/>
                  </a:lnTo>
                  <a:lnTo>
                    <a:pt x="2692989" y="1430742"/>
                  </a:lnTo>
                  <a:lnTo>
                    <a:pt x="2692328" y="1430742"/>
                  </a:lnTo>
                  <a:lnTo>
                    <a:pt x="2691668" y="1430742"/>
                  </a:lnTo>
                  <a:lnTo>
                    <a:pt x="2691007" y="1430742"/>
                  </a:lnTo>
                  <a:lnTo>
                    <a:pt x="2690347" y="1430742"/>
                  </a:lnTo>
                  <a:lnTo>
                    <a:pt x="2689686" y="1430742"/>
                  </a:lnTo>
                  <a:lnTo>
                    <a:pt x="2689026" y="1430742"/>
                  </a:lnTo>
                  <a:lnTo>
                    <a:pt x="2688365" y="1430742"/>
                  </a:lnTo>
                  <a:lnTo>
                    <a:pt x="2687705" y="1430742"/>
                  </a:lnTo>
                  <a:lnTo>
                    <a:pt x="2687044" y="1430742"/>
                  </a:lnTo>
                  <a:lnTo>
                    <a:pt x="2686384" y="1430742"/>
                  </a:lnTo>
                  <a:lnTo>
                    <a:pt x="2685723" y="1430742"/>
                  </a:lnTo>
                  <a:lnTo>
                    <a:pt x="2685063" y="1430742"/>
                  </a:lnTo>
                  <a:lnTo>
                    <a:pt x="2684402" y="1430742"/>
                  </a:lnTo>
                  <a:lnTo>
                    <a:pt x="2683741" y="1430742"/>
                  </a:lnTo>
                  <a:lnTo>
                    <a:pt x="2683081" y="1430742"/>
                  </a:lnTo>
                  <a:lnTo>
                    <a:pt x="2682420" y="1430742"/>
                  </a:lnTo>
                  <a:lnTo>
                    <a:pt x="2681760" y="1430742"/>
                  </a:lnTo>
                  <a:lnTo>
                    <a:pt x="2681099" y="1430742"/>
                  </a:lnTo>
                  <a:lnTo>
                    <a:pt x="2680439" y="1430742"/>
                  </a:lnTo>
                  <a:lnTo>
                    <a:pt x="2679778" y="1430742"/>
                  </a:lnTo>
                  <a:lnTo>
                    <a:pt x="2679118" y="1430742"/>
                  </a:lnTo>
                  <a:lnTo>
                    <a:pt x="2678457" y="1430742"/>
                  </a:lnTo>
                  <a:lnTo>
                    <a:pt x="2677797" y="1430742"/>
                  </a:lnTo>
                  <a:lnTo>
                    <a:pt x="2677136" y="1430742"/>
                  </a:lnTo>
                  <a:lnTo>
                    <a:pt x="2676476" y="1430742"/>
                  </a:lnTo>
                  <a:lnTo>
                    <a:pt x="2675815" y="1430742"/>
                  </a:lnTo>
                  <a:lnTo>
                    <a:pt x="2675155" y="1430742"/>
                  </a:lnTo>
                  <a:lnTo>
                    <a:pt x="2674494" y="1430742"/>
                  </a:lnTo>
                  <a:lnTo>
                    <a:pt x="2673833" y="1430742"/>
                  </a:lnTo>
                  <a:lnTo>
                    <a:pt x="2673173" y="1430742"/>
                  </a:lnTo>
                  <a:lnTo>
                    <a:pt x="2672512" y="1430742"/>
                  </a:lnTo>
                  <a:lnTo>
                    <a:pt x="2671852" y="1430742"/>
                  </a:lnTo>
                  <a:lnTo>
                    <a:pt x="2671191" y="1430742"/>
                  </a:lnTo>
                  <a:lnTo>
                    <a:pt x="2670531" y="1430742"/>
                  </a:lnTo>
                  <a:lnTo>
                    <a:pt x="2669870" y="1430742"/>
                  </a:lnTo>
                  <a:lnTo>
                    <a:pt x="2669210" y="1430742"/>
                  </a:lnTo>
                  <a:lnTo>
                    <a:pt x="2668549" y="1430742"/>
                  </a:lnTo>
                  <a:lnTo>
                    <a:pt x="2667889" y="1430742"/>
                  </a:lnTo>
                  <a:lnTo>
                    <a:pt x="2667228" y="1430742"/>
                  </a:lnTo>
                  <a:lnTo>
                    <a:pt x="2666568" y="1430742"/>
                  </a:lnTo>
                  <a:lnTo>
                    <a:pt x="2665907" y="1430742"/>
                  </a:lnTo>
                  <a:lnTo>
                    <a:pt x="2665247" y="1430742"/>
                  </a:lnTo>
                  <a:lnTo>
                    <a:pt x="2664586" y="1430742"/>
                  </a:lnTo>
                  <a:lnTo>
                    <a:pt x="2663925" y="1430742"/>
                  </a:lnTo>
                  <a:lnTo>
                    <a:pt x="2663265" y="1430742"/>
                  </a:lnTo>
                  <a:lnTo>
                    <a:pt x="2662604" y="1430742"/>
                  </a:lnTo>
                  <a:lnTo>
                    <a:pt x="2661944" y="1430742"/>
                  </a:lnTo>
                  <a:lnTo>
                    <a:pt x="2661283" y="1430742"/>
                  </a:lnTo>
                  <a:lnTo>
                    <a:pt x="2660623" y="1430742"/>
                  </a:lnTo>
                  <a:lnTo>
                    <a:pt x="2659962" y="1430742"/>
                  </a:lnTo>
                  <a:lnTo>
                    <a:pt x="2659302" y="1430742"/>
                  </a:lnTo>
                  <a:lnTo>
                    <a:pt x="2658641" y="1430742"/>
                  </a:lnTo>
                  <a:lnTo>
                    <a:pt x="2657981" y="1430742"/>
                  </a:lnTo>
                  <a:lnTo>
                    <a:pt x="2657320" y="1430742"/>
                  </a:lnTo>
                  <a:lnTo>
                    <a:pt x="2656660" y="1430742"/>
                  </a:lnTo>
                  <a:lnTo>
                    <a:pt x="2655999" y="1430742"/>
                  </a:lnTo>
                  <a:lnTo>
                    <a:pt x="2655339" y="1430742"/>
                  </a:lnTo>
                  <a:lnTo>
                    <a:pt x="2654678" y="1430742"/>
                  </a:lnTo>
                  <a:lnTo>
                    <a:pt x="2654018" y="1430742"/>
                  </a:lnTo>
                  <a:lnTo>
                    <a:pt x="2653357" y="1430742"/>
                  </a:lnTo>
                  <a:lnTo>
                    <a:pt x="2652696" y="1430742"/>
                  </a:lnTo>
                  <a:lnTo>
                    <a:pt x="2652036" y="1430742"/>
                  </a:lnTo>
                  <a:lnTo>
                    <a:pt x="2651375" y="1430742"/>
                  </a:lnTo>
                  <a:lnTo>
                    <a:pt x="2650715" y="1430742"/>
                  </a:lnTo>
                  <a:lnTo>
                    <a:pt x="2650054" y="1430742"/>
                  </a:lnTo>
                  <a:lnTo>
                    <a:pt x="2649394" y="1430742"/>
                  </a:lnTo>
                  <a:lnTo>
                    <a:pt x="2648733" y="1430742"/>
                  </a:lnTo>
                  <a:lnTo>
                    <a:pt x="2648073" y="1430742"/>
                  </a:lnTo>
                  <a:lnTo>
                    <a:pt x="2647412" y="1430742"/>
                  </a:lnTo>
                  <a:lnTo>
                    <a:pt x="2646752" y="1430742"/>
                  </a:lnTo>
                  <a:lnTo>
                    <a:pt x="2646091" y="1430742"/>
                  </a:lnTo>
                  <a:lnTo>
                    <a:pt x="2645431" y="1430742"/>
                  </a:lnTo>
                  <a:lnTo>
                    <a:pt x="2644770" y="1430742"/>
                  </a:lnTo>
                  <a:lnTo>
                    <a:pt x="2644110" y="1430742"/>
                  </a:lnTo>
                  <a:lnTo>
                    <a:pt x="2643449" y="1430742"/>
                  </a:lnTo>
                  <a:lnTo>
                    <a:pt x="2642788" y="1430742"/>
                  </a:lnTo>
                  <a:lnTo>
                    <a:pt x="2642128" y="1430742"/>
                  </a:lnTo>
                  <a:lnTo>
                    <a:pt x="2641467" y="1430742"/>
                  </a:lnTo>
                  <a:lnTo>
                    <a:pt x="2640807" y="1430742"/>
                  </a:lnTo>
                  <a:lnTo>
                    <a:pt x="2640146" y="1430742"/>
                  </a:lnTo>
                  <a:lnTo>
                    <a:pt x="2639486" y="1430742"/>
                  </a:lnTo>
                  <a:lnTo>
                    <a:pt x="2638825" y="1430742"/>
                  </a:lnTo>
                  <a:lnTo>
                    <a:pt x="2638165" y="1430742"/>
                  </a:lnTo>
                  <a:lnTo>
                    <a:pt x="2637504" y="1430742"/>
                  </a:lnTo>
                  <a:lnTo>
                    <a:pt x="2636844" y="1430742"/>
                  </a:lnTo>
                  <a:lnTo>
                    <a:pt x="2636183" y="1430742"/>
                  </a:lnTo>
                  <a:lnTo>
                    <a:pt x="2635523" y="1430742"/>
                  </a:lnTo>
                  <a:lnTo>
                    <a:pt x="2634862" y="1430742"/>
                  </a:lnTo>
                  <a:lnTo>
                    <a:pt x="2634202" y="1430742"/>
                  </a:lnTo>
                  <a:lnTo>
                    <a:pt x="2633541" y="1430742"/>
                  </a:lnTo>
                  <a:lnTo>
                    <a:pt x="2632880" y="1430742"/>
                  </a:lnTo>
                  <a:lnTo>
                    <a:pt x="2632220" y="1430742"/>
                  </a:lnTo>
                  <a:lnTo>
                    <a:pt x="2631559" y="1430742"/>
                  </a:lnTo>
                  <a:lnTo>
                    <a:pt x="2630899" y="1430742"/>
                  </a:lnTo>
                  <a:lnTo>
                    <a:pt x="2630238" y="1430742"/>
                  </a:lnTo>
                  <a:lnTo>
                    <a:pt x="2629578" y="1430742"/>
                  </a:lnTo>
                  <a:lnTo>
                    <a:pt x="2628917" y="1430742"/>
                  </a:lnTo>
                  <a:lnTo>
                    <a:pt x="2628257" y="1430742"/>
                  </a:lnTo>
                  <a:lnTo>
                    <a:pt x="2627596" y="1430742"/>
                  </a:lnTo>
                  <a:lnTo>
                    <a:pt x="2626936" y="1430742"/>
                  </a:lnTo>
                  <a:lnTo>
                    <a:pt x="2626275" y="1430742"/>
                  </a:lnTo>
                  <a:lnTo>
                    <a:pt x="2625615" y="1430742"/>
                  </a:lnTo>
                  <a:lnTo>
                    <a:pt x="2624954" y="1430742"/>
                  </a:lnTo>
                  <a:lnTo>
                    <a:pt x="2624294" y="1430742"/>
                  </a:lnTo>
                  <a:lnTo>
                    <a:pt x="2623633" y="1430742"/>
                  </a:lnTo>
                  <a:lnTo>
                    <a:pt x="2622972" y="1430742"/>
                  </a:lnTo>
                  <a:lnTo>
                    <a:pt x="2622312" y="1430742"/>
                  </a:lnTo>
                  <a:lnTo>
                    <a:pt x="2621651" y="1430742"/>
                  </a:lnTo>
                  <a:lnTo>
                    <a:pt x="2620991" y="1430742"/>
                  </a:lnTo>
                  <a:lnTo>
                    <a:pt x="2620330" y="1430742"/>
                  </a:lnTo>
                  <a:lnTo>
                    <a:pt x="2619670" y="1430742"/>
                  </a:lnTo>
                  <a:lnTo>
                    <a:pt x="2619009" y="1430742"/>
                  </a:lnTo>
                  <a:lnTo>
                    <a:pt x="2618349" y="1430742"/>
                  </a:lnTo>
                  <a:lnTo>
                    <a:pt x="2617688" y="1430742"/>
                  </a:lnTo>
                  <a:lnTo>
                    <a:pt x="2617028" y="1430742"/>
                  </a:lnTo>
                  <a:lnTo>
                    <a:pt x="2616367" y="1430742"/>
                  </a:lnTo>
                  <a:lnTo>
                    <a:pt x="2615707" y="1430742"/>
                  </a:lnTo>
                  <a:lnTo>
                    <a:pt x="2615046" y="1430742"/>
                  </a:lnTo>
                  <a:lnTo>
                    <a:pt x="2614386" y="1430742"/>
                  </a:lnTo>
                  <a:lnTo>
                    <a:pt x="2613725" y="1430742"/>
                  </a:lnTo>
                  <a:lnTo>
                    <a:pt x="2613065" y="1430742"/>
                  </a:lnTo>
                  <a:lnTo>
                    <a:pt x="2612404" y="1430742"/>
                  </a:lnTo>
                  <a:lnTo>
                    <a:pt x="2611743" y="1430742"/>
                  </a:lnTo>
                  <a:lnTo>
                    <a:pt x="2611083" y="1430742"/>
                  </a:lnTo>
                  <a:lnTo>
                    <a:pt x="2610422" y="1430742"/>
                  </a:lnTo>
                  <a:lnTo>
                    <a:pt x="2609762" y="1430742"/>
                  </a:lnTo>
                  <a:lnTo>
                    <a:pt x="2609101" y="1430742"/>
                  </a:lnTo>
                  <a:lnTo>
                    <a:pt x="2608441" y="1430742"/>
                  </a:lnTo>
                  <a:lnTo>
                    <a:pt x="2607780" y="1430742"/>
                  </a:lnTo>
                  <a:lnTo>
                    <a:pt x="2607120" y="1430742"/>
                  </a:lnTo>
                  <a:lnTo>
                    <a:pt x="2606459" y="1430742"/>
                  </a:lnTo>
                  <a:lnTo>
                    <a:pt x="2605799" y="1430742"/>
                  </a:lnTo>
                  <a:lnTo>
                    <a:pt x="2605138" y="1430742"/>
                  </a:lnTo>
                  <a:lnTo>
                    <a:pt x="2604478" y="1430742"/>
                  </a:lnTo>
                  <a:lnTo>
                    <a:pt x="2603817" y="1430742"/>
                  </a:lnTo>
                  <a:lnTo>
                    <a:pt x="2603157" y="1430742"/>
                  </a:lnTo>
                  <a:lnTo>
                    <a:pt x="2602496" y="1430742"/>
                  </a:lnTo>
                  <a:lnTo>
                    <a:pt x="2601835" y="1430742"/>
                  </a:lnTo>
                  <a:lnTo>
                    <a:pt x="2601175" y="1430742"/>
                  </a:lnTo>
                  <a:lnTo>
                    <a:pt x="2600514" y="1430742"/>
                  </a:lnTo>
                  <a:lnTo>
                    <a:pt x="2599854" y="1430742"/>
                  </a:lnTo>
                  <a:lnTo>
                    <a:pt x="2599193" y="1430742"/>
                  </a:lnTo>
                  <a:lnTo>
                    <a:pt x="2598533" y="1430742"/>
                  </a:lnTo>
                  <a:lnTo>
                    <a:pt x="2597872" y="1430742"/>
                  </a:lnTo>
                  <a:lnTo>
                    <a:pt x="2597212" y="1430742"/>
                  </a:lnTo>
                  <a:lnTo>
                    <a:pt x="2596551" y="1430742"/>
                  </a:lnTo>
                  <a:lnTo>
                    <a:pt x="2595891" y="1430742"/>
                  </a:lnTo>
                  <a:lnTo>
                    <a:pt x="2595230" y="1430742"/>
                  </a:lnTo>
                  <a:lnTo>
                    <a:pt x="2594570" y="1430742"/>
                  </a:lnTo>
                  <a:lnTo>
                    <a:pt x="2593909" y="1430742"/>
                  </a:lnTo>
                  <a:lnTo>
                    <a:pt x="2593249" y="1430742"/>
                  </a:lnTo>
                  <a:lnTo>
                    <a:pt x="2592588" y="1430742"/>
                  </a:lnTo>
                  <a:lnTo>
                    <a:pt x="2591927" y="1430742"/>
                  </a:lnTo>
                  <a:lnTo>
                    <a:pt x="2591267" y="1430742"/>
                  </a:lnTo>
                  <a:lnTo>
                    <a:pt x="2590606" y="1430742"/>
                  </a:lnTo>
                  <a:lnTo>
                    <a:pt x="2589946" y="1430742"/>
                  </a:lnTo>
                  <a:lnTo>
                    <a:pt x="2589285" y="1430742"/>
                  </a:lnTo>
                  <a:lnTo>
                    <a:pt x="2588625" y="1430742"/>
                  </a:lnTo>
                  <a:lnTo>
                    <a:pt x="2587964" y="1430742"/>
                  </a:lnTo>
                  <a:lnTo>
                    <a:pt x="2587304" y="1430742"/>
                  </a:lnTo>
                  <a:lnTo>
                    <a:pt x="2586643" y="1430742"/>
                  </a:lnTo>
                  <a:lnTo>
                    <a:pt x="2585983" y="1430742"/>
                  </a:lnTo>
                  <a:lnTo>
                    <a:pt x="2585322" y="1430742"/>
                  </a:lnTo>
                  <a:lnTo>
                    <a:pt x="2584662" y="1430742"/>
                  </a:lnTo>
                  <a:lnTo>
                    <a:pt x="2584001" y="1430742"/>
                  </a:lnTo>
                  <a:lnTo>
                    <a:pt x="2583341" y="1430742"/>
                  </a:lnTo>
                  <a:lnTo>
                    <a:pt x="2582680" y="1430742"/>
                  </a:lnTo>
                  <a:lnTo>
                    <a:pt x="2582020" y="1430742"/>
                  </a:lnTo>
                  <a:lnTo>
                    <a:pt x="2581359" y="1430742"/>
                  </a:lnTo>
                  <a:lnTo>
                    <a:pt x="2580698" y="1430742"/>
                  </a:lnTo>
                  <a:lnTo>
                    <a:pt x="2580038" y="1430742"/>
                  </a:lnTo>
                  <a:lnTo>
                    <a:pt x="2579377" y="1430742"/>
                  </a:lnTo>
                  <a:lnTo>
                    <a:pt x="2578717" y="1430742"/>
                  </a:lnTo>
                  <a:lnTo>
                    <a:pt x="2578056" y="1430742"/>
                  </a:lnTo>
                  <a:lnTo>
                    <a:pt x="2577396" y="1430742"/>
                  </a:lnTo>
                  <a:lnTo>
                    <a:pt x="2576735" y="1430742"/>
                  </a:lnTo>
                  <a:lnTo>
                    <a:pt x="2576075" y="1430742"/>
                  </a:lnTo>
                  <a:lnTo>
                    <a:pt x="2575414" y="1430742"/>
                  </a:lnTo>
                  <a:lnTo>
                    <a:pt x="2574754" y="1430742"/>
                  </a:lnTo>
                  <a:lnTo>
                    <a:pt x="2574093" y="1430742"/>
                  </a:lnTo>
                  <a:lnTo>
                    <a:pt x="2573433" y="1430742"/>
                  </a:lnTo>
                  <a:lnTo>
                    <a:pt x="2572772" y="1430742"/>
                  </a:lnTo>
                  <a:lnTo>
                    <a:pt x="2572112" y="1430742"/>
                  </a:lnTo>
                  <a:lnTo>
                    <a:pt x="2571451" y="1430742"/>
                  </a:lnTo>
                  <a:lnTo>
                    <a:pt x="2570790" y="1430742"/>
                  </a:lnTo>
                  <a:lnTo>
                    <a:pt x="2570130" y="1430742"/>
                  </a:lnTo>
                  <a:lnTo>
                    <a:pt x="2569469" y="1430742"/>
                  </a:lnTo>
                  <a:lnTo>
                    <a:pt x="2568809" y="1430742"/>
                  </a:lnTo>
                  <a:lnTo>
                    <a:pt x="2568148" y="1430742"/>
                  </a:lnTo>
                  <a:lnTo>
                    <a:pt x="2567488" y="1430742"/>
                  </a:lnTo>
                  <a:lnTo>
                    <a:pt x="2566827" y="1430742"/>
                  </a:lnTo>
                  <a:lnTo>
                    <a:pt x="2566167" y="1430742"/>
                  </a:lnTo>
                  <a:lnTo>
                    <a:pt x="2565506" y="1430742"/>
                  </a:lnTo>
                  <a:lnTo>
                    <a:pt x="2564846" y="1430742"/>
                  </a:lnTo>
                  <a:lnTo>
                    <a:pt x="2564185" y="1430742"/>
                  </a:lnTo>
                  <a:lnTo>
                    <a:pt x="2563525" y="1430742"/>
                  </a:lnTo>
                  <a:lnTo>
                    <a:pt x="2562864" y="1430742"/>
                  </a:lnTo>
                  <a:lnTo>
                    <a:pt x="2562204" y="1430742"/>
                  </a:lnTo>
                  <a:lnTo>
                    <a:pt x="2561543" y="1430742"/>
                  </a:lnTo>
                  <a:lnTo>
                    <a:pt x="2560882" y="1430742"/>
                  </a:lnTo>
                  <a:lnTo>
                    <a:pt x="2560222" y="1430742"/>
                  </a:lnTo>
                  <a:lnTo>
                    <a:pt x="2559561" y="1430742"/>
                  </a:lnTo>
                  <a:lnTo>
                    <a:pt x="2558901" y="1430742"/>
                  </a:lnTo>
                  <a:lnTo>
                    <a:pt x="2558240" y="1430742"/>
                  </a:lnTo>
                  <a:lnTo>
                    <a:pt x="2557580" y="1430742"/>
                  </a:lnTo>
                  <a:lnTo>
                    <a:pt x="2556919" y="1430742"/>
                  </a:lnTo>
                  <a:lnTo>
                    <a:pt x="2556259" y="1430742"/>
                  </a:lnTo>
                  <a:lnTo>
                    <a:pt x="2555598" y="1430742"/>
                  </a:lnTo>
                  <a:lnTo>
                    <a:pt x="2554938" y="1430742"/>
                  </a:lnTo>
                  <a:lnTo>
                    <a:pt x="2554277" y="1430742"/>
                  </a:lnTo>
                  <a:lnTo>
                    <a:pt x="2553617" y="1430742"/>
                  </a:lnTo>
                  <a:lnTo>
                    <a:pt x="2552956" y="1430742"/>
                  </a:lnTo>
                  <a:lnTo>
                    <a:pt x="2552296" y="1430742"/>
                  </a:lnTo>
                  <a:lnTo>
                    <a:pt x="2551635" y="1430742"/>
                  </a:lnTo>
                  <a:lnTo>
                    <a:pt x="2550974" y="1430742"/>
                  </a:lnTo>
                  <a:lnTo>
                    <a:pt x="2550314" y="1430742"/>
                  </a:lnTo>
                  <a:lnTo>
                    <a:pt x="2549653" y="1430742"/>
                  </a:lnTo>
                  <a:lnTo>
                    <a:pt x="2548993" y="1430742"/>
                  </a:lnTo>
                  <a:lnTo>
                    <a:pt x="2548332" y="1430742"/>
                  </a:lnTo>
                  <a:lnTo>
                    <a:pt x="2547672" y="1430742"/>
                  </a:lnTo>
                  <a:lnTo>
                    <a:pt x="2547011" y="1430742"/>
                  </a:lnTo>
                  <a:lnTo>
                    <a:pt x="2546351" y="1430742"/>
                  </a:lnTo>
                  <a:lnTo>
                    <a:pt x="2545690" y="1430742"/>
                  </a:lnTo>
                  <a:lnTo>
                    <a:pt x="2545030" y="1430742"/>
                  </a:lnTo>
                  <a:lnTo>
                    <a:pt x="2544369" y="1430742"/>
                  </a:lnTo>
                  <a:lnTo>
                    <a:pt x="2543709" y="1430742"/>
                  </a:lnTo>
                  <a:lnTo>
                    <a:pt x="2543048" y="1430742"/>
                  </a:lnTo>
                  <a:lnTo>
                    <a:pt x="2542388" y="1430742"/>
                  </a:lnTo>
                  <a:lnTo>
                    <a:pt x="2541727" y="1430742"/>
                  </a:lnTo>
                  <a:lnTo>
                    <a:pt x="2541067" y="1430742"/>
                  </a:lnTo>
                  <a:lnTo>
                    <a:pt x="2540406" y="1430742"/>
                  </a:lnTo>
                  <a:lnTo>
                    <a:pt x="2539745" y="1430742"/>
                  </a:lnTo>
                  <a:lnTo>
                    <a:pt x="2539085" y="1430742"/>
                  </a:lnTo>
                  <a:lnTo>
                    <a:pt x="2538424" y="1430742"/>
                  </a:lnTo>
                  <a:lnTo>
                    <a:pt x="2537764" y="1430742"/>
                  </a:lnTo>
                  <a:lnTo>
                    <a:pt x="2537103" y="1430742"/>
                  </a:lnTo>
                  <a:lnTo>
                    <a:pt x="2536443" y="1430742"/>
                  </a:lnTo>
                  <a:lnTo>
                    <a:pt x="2535782" y="1430742"/>
                  </a:lnTo>
                  <a:lnTo>
                    <a:pt x="2535122" y="1430742"/>
                  </a:lnTo>
                  <a:lnTo>
                    <a:pt x="2534461" y="1430742"/>
                  </a:lnTo>
                  <a:lnTo>
                    <a:pt x="2533801" y="1430742"/>
                  </a:lnTo>
                  <a:lnTo>
                    <a:pt x="2533140" y="1430742"/>
                  </a:lnTo>
                  <a:lnTo>
                    <a:pt x="2532480" y="1430742"/>
                  </a:lnTo>
                  <a:lnTo>
                    <a:pt x="2531819" y="1430742"/>
                  </a:lnTo>
                  <a:lnTo>
                    <a:pt x="2531159" y="1430742"/>
                  </a:lnTo>
                  <a:lnTo>
                    <a:pt x="2530498" y="1430742"/>
                  </a:lnTo>
                  <a:lnTo>
                    <a:pt x="2529837" y="1430742"/>
                  </a:lnTo>
                  <a:lnTo>
                    <a:pt x="2529177" y="1430742"/>
                  </a:lnTo>
                  <a:lnTo>
                    <a:pt x="2528516" y="1430742"/>
                  </a:lnTo>
                  <a:lnTo>
                    <a:pt x="2527856" y="1430742"/>
                  </a:lnTo>
                  <a:lnTo>
                    <a:pt x="2527195" y="1430742"/>
                  </a:lnTo>
                  <a:lnTo>
                    <a:pt x="2526535" y="1430742"/>
                  </a:lnTo>
                  <a:lnTo>
                    <a:pt x="2525874" y="1430742"/>
                  </a:lnTo>
                  <a:lnTo>
                    <a:pt x="2525214" y="1430742"/>
                  </a:lnTo>
                  <a:lnTo>
                    <a:pt x="2524553" y="1430742"/>
                  </a:lnTo>
                  <a:lnTo>
                    <a:pt x="2523893" y="1430742"/>
                  </a:lnTo>
                  <a:lnTo>
                    <a:pt x="2523232" y="1430742"/>
                  </a:lnTo>
                  <a:lnTo>
                    <a:pt x="2522572" y="1430742"/>
                  </a:lnTo>
                  <a:lnTo>
                    <a:pt x="2521911" y="1430742"/>
                  </a:lnTo>
                  <a:lnTo>
                    <a:pt x="2521251" y="1430742"/>
                  </a:lnTo>
                  <a:lnTo>
                    <a:pt x="2520590" y="1430742"/>
                  </a:lnTo>
                  <a:lnTo>
                    <a:pt x="2519929" y="1430742"/>
                  </a:lnTo>
                  <a:lnTo>
                    <a:pt x="2519269" y="1430742"/>
                  </a:lnTo>
                  <a:lnTo>
                    <a:pt x="2518608" y="1430742"/>
                  </a:lnTo>
                  <a:lnTo>
                    <a:pt x="2517948" y="1430742"/>
                  </a:lnTo>
                  <a:lnTo>
                    <a:pt x="2517287" y="1430742"/>
                  </a:lnTo>
                  <a:lnTo>
                    <a:pt x="2516627" y="1430742"/>
                  </a:lnTo>
                  <a:lnTo>
                    <a:pt x="2515966" y="1430742"/>
                  </a:lnTo>
                  <a:lnTo>
                    <a:pt x="2515306" y="1430742"/>
                  </a:lnTo>
                  <a:lnTo>
                    <a:pt x="2514645" y="1430742"/>
                  </a:lnTo>
                  <a:lnTo>
                    <a:pt x="2513985" y="1430742"/>
                  </a:lnTo>
                  <a:lnTo>
                    <a:pt x="2513324" y="1430742"/>
                  </a:lnTo>
                  <a:lnTo>
                    <a:pt x="2512664" y="1430742"/>
                  </a:lnTo>
                  <a:lnTo>
                    <a:pt x="2512003" y="1430742"/>
                  </a:lnTo>
                  <a:lnTo>
                    <a:pt x="2511343" y="1430742"/>
                  </a:lnTo>
                  <a:lnTo>
                    <a:pt x="2510682" y="1430742"/>
                  </a:lnTo>
                  <a:lnTo>
                    <a:pt x="2510022" y="1430742"/>
                  </a:lnTo>
                  <a:lnTo>
                    <a:pt x="2509361" y="1430742"/>
                  </a:lnTo>
                  <a:lnTo>
                    <a:pt x="2508700" y="1430742"/>
                  </a:lnTo>
                  <a:lnTo>
                    <a:pt x="2508040" y="1430742"/>
                  </a:lnTo>
                  <a:lnTo>
                    <a:pt x="2507379" y="1430742"/>
                  </a:lnTo>
                  <a:lnTo>
                    <a:pt x="2506719" y="1430742"/>
                  </a:lnTo>
                  <a:lnTo>
                    <a:pt x="2506058" y="1430742"/>
                  </a:lnTo>
                  <a:lnTo>
                    <a:pt x="2505398" y="1430742"/>
                  </a:lnTo>
                  <a:lnTo>
                    <a:pt x="2504737" y="1430742"/>
                  </a:lnTo>
                  <a:lnTo>
                    <a:pt x="2504077" y="1430742"/>
                  </a:lnTo>
                  <a:lnTo>
                    <a:pt x="2503416" y="1430742"/>
                  </a:lnTo>
                  <a:lnTo>
                    <a:pt x="2502756" y="1430742"/>
                  </a:lnTo>
                  <a:lnTo>
                    <a:pt x="2502095" y="1430742"/>
                  </a:lnTo>
                  <a:lnTo>
                    <a:pt x="2501435" y="1430742"/>
                  </a:lnTo>
                  <a:lnTo>
                    <a:pt x="2500774" y="1430742"/>
                  </a:lnTo>
                  <a:lnTo>
                    <a:pt x="2500114" y="1430742"/>
                  </a:lnTo>
                  <a:lnTo>
                    <a:pt x="2499453" y="1430742"/>
                  </a:lnTo>
                  <a:lnTo>
                    <a:pt x="2498792" y="1430742"/>
                  </a:lnTo>
                  <a:lnTo>
                    <a:pt x="2498132" y="1430742"/>
                  </a:lnTo>
                  <a:lnTo>
                    <a:pt x="2497471" y="1430742"/>
                  </a:lnTo>
                  <a:lnTo>
                    <a:pt x="2496811" y="1430742"/>
                  </a:lnTo>
                  <a:lnTo>
                    <a:pt x="2496150" y="1430742"/>
                  </a:lnTo>
                  <a:lnTo>
                    <a:pt x="2495490" y="1430742"/>
                  </a:lnTo>
                  <a:lnTo>
                    <a:pt x="2494829" y="1430742"/>
                  </a:lnTo>
                  <a:lnTo>
                    <a:pt x="2494169" y="1430742"/>
                  </a:lnTo>
                  <a:lnTo>
                    <a:pt x="2493508" y="1430742"/>
                  </a:lnTo>
                  <a:lnTo>
                    <a:pt x="2492848" y="1430742"/>
                  </a:lnTo>
                  <a:lnTo>
                    <a:pt x="2492187" y="1430742"/>
                  </a:lnTo>
                  <a:lnTo>
                    <a:pt x="2491527" y="1430742"/>
                  </a:lnTo>
                  <a:lnTo>
                    <a:pt x="2490866" y="1430742"/>
                  </a:lnTo>
                  <a:lnTo>
                    <a:pt x="2490206" y="1430742"/>
                  </a:lnTo>
                  <a:lnTo>
                    <a:pt x="2489545" y="1430742"/>
                  </a:lnTo>
                  <a:lnTo>
                    <a:pt x="2488884" y="1430742"/>
                  </a:lnTo>
                  <a:lnTo>
                    <a:pt x="2488224" y="1430742"/>
                  </a:lnTo>
                  <a:lnTo>
                    <a:pt x="2487563" y="1430742"/>
                  </a:lnTo>
                  <a:lnTo>
                    <a:pt x="2486903" y="1430742"/>
                  </a:lnTo>
                  <a:lnTo>
                    <a:pt x="2486242" y="1430742"/>
                  </a:lnTo>
                  <a:lnTo>
                    <a:pt x="2485582" y="1430742"/>
                  </a:lnTo>
                  <a:lnTo>
                    <a:pt x="2484921" y="1430742"/>
                  </a:lnTo>
                  <a:lnTo>
                    <a:pt x="2484261" y="1430742"/>
                  </a:lnTo>
                  <a:lnTo>
                    <a:pt x="2483600" y="1430742"/>
                  </a:lnTo>
                  <a:lnTo>
                    <a:pt x="2482940" y="1430742"/>
                  </a:lnTo>
                  <a:lnTo>
                    <a:pt x="2482279" y="1430742"/>
                  </a:lnTo>
                  <a:lnTo>
                    <a:pt x="2481619" y="1430742"/>
                  </a:lnTo>
                  <a:lnTo>
                    <a:pt x="2480958" y="1430742"/>
                  </a:lnTo>
                  <a:lnTo>
                    <a:pt x="2480298" y="1430742"/>
                  </a:lnTo>
                  <a:lnTo>
                    <a:pt x="2479637" y="1430742"/>
                  </a:lnTo>
                  <a:lnTo>
                    <a:pt x="2478976" y="1430742"/>
                  </a:lnTo>
                  <a:lnTo>
                    <a:pt x="2478316" y="1430742"/>
                  </a:lnTo>
                  <a:lnTo>
                    <a:pt x="2477655" y="1430742"/>
                  </a:lnTo>
                  <a:lnTo>
                    <a:pt x="2476995" y="1430742"/>
                  </a:lnTo>
                  <a:lnTo>
                    <a:pt x="2476334" y="1430742"/>
                  </a:lnTo>
                  <a:lnTo>
                    <a:pt x="2475674" y="1430742"/>
                  </a:lnTo>
                  <a:lnTo>
                    <a:pt x="2475013" y="1430742"/>
                  </a:lnTo>
                  <a:lnTo>
                    <a:pt x="2474353" y="1430742"/>
                  </a:lnTo>
                  <a:lnTo>
                    <a:pt x="2473692" y="1430742"/>
                  </a:lnTo>
                  <a:lnTo>
                    <a:pt x="2473032" y="1430742"/>
                  </a:lnTo>
                  <a:lnTo>
                    <a:pt x="2472371" y="1430742"/>
                  </a:lnTo>
                  <a:lnTo>
                    <a:pt x="2471711" y="1430742"/>
                  </a:lnTo>
                  <a:lnTo>
                    <a:pt x="2471050" y="1430742"/>
                  </a:lnTo>
                  <a:lnTo>
                    <a:pt x="2470390" y="1430742"/>
                  </a:lnTo>
                  <a:lnTo>
                    <a:pt x="2469729" y="1430742"/>
                  </a:lnTo>
                  <a:lnTo>
                    <a:pt x="2469069" y="1430742"/>
                  </a:lnTo>
                  <a:lnTo>
                    <a:pt x="2468408" y="1430742"/>
                  </a:lnTo>
                  <a:lnTo>
                    <a:pt x="2467747" y="1430742"/>
                  </a:lnTo>
                  <a:lnTo>
                    <a:pt x="2467087" y="1430742"/>
                  </a:lnTo>
                  <a:lnTo>
                    <a:pt x="2466426" y="1430742"/>
                  </a:lnTo>
                  <a:lnTo>
                    <a:pt x="2465766" y="1430742"/>
                  </a:lnTo>
                  <a:lnTo>
                    <a:pt x="2465105" y="1430742"/>
                  </a:lnTo>
                  <a:lnTo>
                    <a:pt x="2464445" y="1430742"/>
                  </a:lnTo>
                  <a:lnTo>
                    <a:pt x="2463784" y="1430742"/>
                  </a:lnTo>
                  <a:lnTo>
                    <a:pt x="2463124" y="1430742"/>
                  </a:lnTo>
                  <a:lnTo>
                    <a:pt x="2462463" y="1430742"/>
                  </a:lnTo>
                  <a:lnTo>
                    <a:pt x="2461803" y="1430742"/>
                  </a:lnTo>
                  <a:lnTo>
                    <a:pt x="2461142" y="1430742"/>
                  </a:lnTo>
                  <a:lnTo>
                    <a:pt x="2460482" y="1430742"/>
                  </a:lnTo>
                  <a:lnTo>
                    <a:pt x="2459821" y="1430742"/>
                  </a:lnTo>
                  <a:lnTo>
                    <a:pt x="2459161" y="1430742"/>
                  </a:lnTo>
                  <a:lnTo>
                    <a:pt x="2458500" y="1430742"/>
                  </a:lnTo>
                  <a:lnTo>
                    <a:pt x="2457839" y="1430742"/>
                  </a:lnTo>
                  <a:lnTo>
                    <a:pt x="2457179" y="1430742"/>
                  </a:lnTo>
                  <a:lnTo>
                    <a:pt x="2456518" y="1430742"/>
                  </a:lnTo>
                  <a:lnTo>
                    <a:pt x="2455858" y="1430742"/>
                  </a:lnTo>
                  <a:lnTo>
                    <a:pt x="2455197" y="1430742"/>
                  </a:lnTo>
                  <a:lnTo>
                    <a:pt x="2454537" y="1430742"/>
                  </a:lnTo>
                  <a:lnTo>
                    <a:pt x="2453876" y="1430742"/>
                  </a:lnTo>
                  <a:lnTo>
                    <a:pt x="2453216" y="1430742"/>
                  </a:lnTo>
                  <a:lnTo>
                    <a:pt x="2452555" y="1430742"/>
                  </a:lnTo>
                  <a:lnTo>
                    <a:pt x="2451895" y="1430742"/>
                  </a:lnTo>
                  <a:lnTo>
                    <a:pt x="2451234" y="1430742"/>
                  </a:lnTo>
                  <a:lnTo>
                    <a:pt x="2450574" y="1430742"/>
                  </a:lnTo>
                  <a:lnTo>
                    <a:pt x="2449913" y="1430742"/>
                  </a:lnTo>
                  <a:lnTo>
                    <a:pt x="2449253" y="1430742"/>
                  </a:lnTo>
                  <a:lnTo>
                    <a:pt x="2448592" y="1430742"/>
                  </a:lnTo>
                  <a:lnTo>
                    <a:pt x="2447931" y="1430742"/>
                  </a:lnTo>
                  <a:lnTo>
                    <a:pt x="2447271" y="1430742"/>
                  </a:lnTo>
                  <a:lnTo>
                    <a:pt x="2446610" y="1430742"/>
                  </a:lnTo>
                  <a:lnTo>
                    <a:pt x="2445950" y="1430742"/>
                  </a:lnTo>
                  <a:lnTo>
                    <a:pt x="2445289" y="1430742"/>
                  </a:lnTo>
                  <a:lnTo>
                    <a:pt x="2444629" y="1430742"/>
                  </a:lnTo>
                  <a:lnTo>
                    <a:pt x="2443968" y="1430742"/>
                  </a:lnTo>
                  <a:lnTo>
                    <a:pt x="2443308" y="1430742"/>
                  </a:lnTo>
                  <a:lnTo>
                    <a:pt x="2442647" y="1430742"/>
                  </a:lnTo>
                  <a:lnTo>
                    <a:pt x="2441987" y="1430742"/>
                  </a:lnTo>
                  <a:lnTo>
                    <a:pt x="2441326" y="1430742"/>
                  </a:lnTo>
                  <a:lnTo>
                    <a:pt x="2440666" y="1430742"/>
                  </a:lnTo>
                  <a:lnTo>
                    <a:pt x="2440005" y="1430742"/>
                  </a:lnTo>
                  <a:lnTo>
                    <a:pt x="2439345" y="1430742"/>
                  </a:lnTo>
                  <a:lnTo>
                    <a:pt x="2438684" y="1430742"/>
                  </a:lnTo>
                  <a:lnTo>
                    <a:pt x="2438024" y="1430742"/>
                  </a:lnTo>
                  <a:lnTo>
                    <a:pt x="2437363" y="1430742"/>
                  </a:lnTo>
                  <a:lnTo>
                    <a:pt x="2436702" y="1430742"/>
                  </a:lnTo>
                  <a:lnTo>
                    <a:pt x="2436042" y="1430742"/>
                  </a:lnTo>
                  <a:lnTo>
                    <a:pt x="2435381" y="1430742"/>
                  </a:lnTo>
                  <a:lnTo>
                    <a:pt x="2434721" y="1430742"/>
                  </a:lnTo>
                  <a:lnTo>
                    <a:pt x="2434060" y="1430742"/>
                  </a:lnTo>
                  <a:lnTo>
                    <a:pt x="2433400" y="1430742"/>
                  </a:lnTo>
                  <a:lnTo>
                    <a:pt x="2432739" y="1430742"/>
                  </a:lnTo>
                  <a:lnTo>
                    <a:pt x="2432079" y="1430742"/>
                  </a:lnTo>
                  <a:lnTo>
                    <a:pt x="2431418" y="1430742"/>
                  </a:lnTo>
                  <a:lnTo>
                    <a:pt x="2430758" y="1430742"/>
                  </a:lnTo>
                  <a:lnTo>
                    <a:pt x="2430097" y="1430742"/>
                  </a:lnTo>
                  <a:lnTo>
                    <a:pt x="2429437" y="1430742"/>
                  </a:lnTo>
                  <a:lnTo>
                    <a:pt x="2428776" y="1430742"/>
                  </a:lnTo>
                  <a:lnTo>
                    <a:pt x="2428116" y="1430742"/>
                  </a:lnTo>
                  <a:lnTo>
                    <a:pt x="2427455" y="1430742"/>
                  </a:lnTo>
                  <a:lnTo>
                    <a:pt x="2426794" y="1430742"/>
                  </a:lnTo>
                  <a:lnTo>
                    <a:pt x="2426134" y="1430742"/>
                  </a:lnTo>
                  <a:lnTo>
                    <a:pt x="2425473" y="1430742"/>
                  </a:lnTo>
                  <a:lnTo>
                    <a:pt x="2424813" y="1430742"/>
                  </a:lnTo>
                  <a:lnTo>
                    <a:pt x="2424152" y="1430742"/>
                  </a:lnTo>
                  <a:lnTo>
                    <a:pt x="2423492" y="1430742"/>
                  </a:lnTo>
                  <a:lnTo>
                    <a:pt x="2422831" y="1430742"/>
                  </a:lnTo>
                  <a:lnTo>
                    <a:pt x="2422171" y="1430742"/>
                  </a:lnTo>
                  <a:lnTo>
                    <a:pt x="2421510" y="1430742"/>
                  </a:lnTo>
                  <a:lnTo>
                    <a:pt x="2420850" y="1430742"/>
                  </a:lnTo>
                  <a:lnTo>
                    <a:pt x="2420189" y="1430742"/>
                  </a:lnTo>
                  <a:lnTo>
                    <a:pt x="2419529" y="1430742"/>
                  </a:lnTo>
                  <a:lnTo>
                    <a:pt x="2418868" y="1430742"/>
                  </a:lnTo>
                  <a:lnTo>
                    <a:pt x="2418208" y="1430742"/>
                  </a:lnTo>
                  <a:lnTo>
                    <a:pt x="2417547" y="1430742"/>
                  </a:lnTo>
                  <a:lnTo>
                    <a:pt x="2416886" y="1430742"/>
                  </a:lnTo>
                  <a:lnTo>
                    <a:pt x="2416226" y="1430742"/>
                  </a:lnTo>
                  <a:lnTo>
                    <a:pt x="2415565" y="1430742"/>
                  </a:lnTo>
                  <a:lnTo>
                    <a:pt x="2414905" y="1430742"/>
                  </a:lnTo>
                  <a:lnTo>
                    <a:pt x="2414244" y="1430742"/>
                  </a:lnTo>
                  <a:lnTo>
                    <a:pt x="2413584" y="1430742"/>
                  </a:lnTo>
                  <a:lnTo>
                    <a:pt x="2412923" y="1430742"/>
                  </a:lnTo>
                  <a:lnTo>
                    <a:pt x="2412263" y="1430742"/>
                  </a:lnTo>
                  <a:lnTo>
                    <a:pt x="2411602" y="1430742"/>
                  </a:lnTo>
                  <a:lnTo>
                    <a:pt x="2410942" y="1430742"/>
                  </a:lnTo>
                  <a:lnTo>
                    <a:pt x="2410281" y="1430742"/>
                  </a:lnTo>
                  <a:lnTo>
                    <a:pt x="2409621" y="1430742"/>
                  </a:lnTo>
                  <a:lnTo>
                    <a:pt x="2408960" y="1430742"/>
                  </a:lnTo>
                  <a:lnTo>
                    <a:pt x="2408300" y="1430742"/>
                  </a:lnTo>
                  <a:lnTo>
                    <a:pt x="2407639" y="1430742"/>
                  </a:lnTo>
                  <a:lnTo>
                    <a:pt x="2406978" y="1430742"/>
                  </a:lnTo>
                  <a:lnTo>
                    <a:pt x="2406318" y="1430742"/>
                  </a:lnTo>
                  <a:lnTo>
                    <a:pt x="2405657" y="1430742"/>
                  </a:lnTo>
                  <a:lnTo>
                    <a:pt x="2404997" y="1430742"/>
                  </a:lnTo>
                  <a:lnTo>
                    <a:pt x="2404336" y="1430742"/>
                  </a:lnTo>
                  <a:lnTo>
                    <a:pt x="2403676" y="1430742"/>
                  </a:lnTo>
                  <a:lnTo>
                    <a:pt x="2403015" y="1430742"/>
                  </a:lnTo>
                  <a:lnTo>
                    <a:pt x="2402355" y="1430742"/>
                  </a:lnTo>
                  <a:lnTo>
                    <a:pt x="2401694" y="1430742"/>
                  </a:lnTo>
                  <a:lnTo>
                    <a:pt x="2401034" y="1430742"/>
                  </a:lnTo>
                  <a:lnTo>
                    <a:pt x="2400373" y="1430742"/>
                  </a:lnTo>
                  <a:lnTo>
                    <a:pt x="2399713" y="1430742"/>
                  </a:lnTo>
                  <a:lnTo>
                    <a:pt x="2399052" y="1430742"/>
                  </a:lnTo>
                  <a:lnTo>
                    <a:pt x="2398392" y="1430742"/>
                  </a:lnTo>
                  <a:lnTo>
                    <a:pt x="2397731" y="1430742"/>
                  </a:lnTo>
                  <a:lnTo>
                    <a:pt x="2397071" y="1430742"/>
                  </a:lnTo>
                  <a:lnTo>
                    <a:pt x="2396410" y="1430742"/>
                  </a:lnTo>
                  <a:lnTo>
                    <a:pt x="2395749" y="1430742"/>
                  </a:lnTo>
                  <a:lnTo>
                    <a:pt x="2395089" y="1430742"/>
                  </a:lnTo>
                  <a:lnTo>
                    <a:pt x="2394428" y="1430742"/>
                  </a:lnTo>
                  <a:lnTo>
                    <a:pt x="2393768" y="1430742"/>
                  </a:lnTo>
                  <a:lnTo>
                    <a:pt x="2393107" y="1430742"/>
                  </a:lnTo>
                  <a:lnTo>
                    <a:pt x="2392447" y="1430742"/>
                  </a:lnTo>
                  <a:lnTo>
                    <a:pt x="2391786" y="1430742"/>
                  </a:lnTo>
                  <a:lnTo>
                    <a:pt x="2391126" y="1430742"/>
                  </a:lnTo>
                  <a:lnTo>
                    <a:pt x="2390465" y="1430742"/>
                  </a:lnTo>
                  <a:lnTo>
                    <a:pt x="2389805" y="1430742"/>
                  </a:lnTo>
                  <a:lnTo>
                    <a:pt x="2389144" y="1430742"/>
                  </a:lnTo>
                  <a:lnTo>
                    <a:pt x="2388484" y="1430742"/>
                  </a:lnTo>
                  <a:lnTo>
                    <a:pt x="2387823" y="1430742"/>
                  </a:lnTo>
                  <a:lnTo>
                    <a:pt x="2387163" y="1430742"/>
                  </a:lnTo>
                  <a:lnTo>
                    <a:pt x="2386502" y="1430742"/>
                  </a:lnTo>
                  <a:lnTo>
                    <a:pt x="2385841" y="1430742"/>
                  </a:lnTo>
                  <a:lnTo>
                    <a:pt x="2385181" y="1430742"/>
                  </a:lnTo>
                  <a:lnTo>
                    <a:pt x="2384520" y="1430742"/>
                  </a:lnTo>
                  <a:lnTo>
                    <a:pt x="2383860" y="1430742"/>
                  </a:lnTo>
                  <a:lnTo>
                    <a:pt x="2383199" y="1430742"/>
                  </a:lnTo>
                  <a:lnTo>
                    <a:pt x="2382539" y="1430742"/>
                  </a:lnTo>
                  <a:lnTo>
                    <a:pt x="2381878" y="1430742"/>
                  </a:lnTo>
                  <a:lnTo>
                    <a:pt x="2381218" y="1430742"/>
                  </a:lnTo>
                  <a:lnTo>
                    <a:pt x="2380557" y="1430742"/>
                  </a:lnTo>
                  <a:lnTo>
                    <a:pt x="2379897" y="1430742"/>
                  </a:lnTo>
                  <a:lnTo>
                    <a:pt x="2379236" y="1430742"/>
                  </a:lnTo>
                  <a:lnTo>
                    <a:pt x="2378576" y="1430742"/>
                  </a:lnTo>
                  <a:lnTo>
                    <a:pt x="2377915" y="1430742"/>
                  </a:lnTo>
                  <a:lnTo>
                    <a:pt x="2377255" y="1430742"/>
                  </a:lnTo>
                  <a:lnTo>
                    <a:pt x="2376594" y="1430742"/>
                  </a:lnTo>
                  <a:lnTo>
                    <a:pt x="2375933" y="1430742"/>
                  </a:lnTo>
                  <a:lnTo>
                    <a:pt x="2375273" y="1430742"/>
                  </a:lnTo>
                  <a:lnTo>
                    <a:pt x="2374612" y="1430742"/>
                  </a:lnTo>
                  <a:lnTo>
                    <a:pt x="2373952" y="1430742"/>
                  </a:lnTo>
                  <a:lnTo>
                    <a:pt x="2373291" y="1430742"/>
                  </a:lnTo>
                  <a:lnTo>
                    <a:pt x="2372631" y="1430742"/>
                  </a:lnTo>
                  <a:lnTo>
                    <a:pt x="2371970" y="1430742"/>
                  </a:lnTo>
                  <a:lnTo>
                    <a:pt x="2371310" y="1430742"/>
                  </a:lnTo>
                  <a:lnTo>
                    <a:pt x="2370649" y="1430742"/>
                  </a:lnTo>
                  <a:lnTo>
                    <a:pt x="2369989" y="1430742"/>
                  </a:lnTo>
                  <a:lnTo>
                    <a:pt x="2369328" y="1430742"/>
                  </a:lnTo>
                  <a:lnTo>
                    <a:pt x="2368668" y="1430742"/>
                  </a:lnTo>
                  <a:lnTo>
                    <a:pt x="2368007" y="1430742"/>
                  </a:lnTo>
                  <a:lnTo>
                    <a:pt x="2367347" y="1430742"/>
                  </a:lnTo>
                  <a:lnTo>
                    <a:pt x="2366686" y="1430742"/>
                  </a:lnTo>
                  <a:lnTo>
                    <a:pt x="2366026" y="1430742"/>
                  </a:lnTo>
                  <a:lnTo>
                    <a:pt x="2365365" y="1430742"/>
                  </a:lnTo>
                  <a:lnTo>
                    <a:pt x="2364704" y="1430742"/>
                  </a:lnTo>
                  <a:lnTo>
                    <a:pt x="2364044" y="1430742"/>
                  </a:lnTo>
                  <a:lnTo>
                    <a:pt x="2363383" y="1430742"/>
                  </a:lnTo>
                  <a:lnTo>
                    <a:pt x="2362723" y="1430742"/>
                  </a:lnTo>
                  <a:lnTo>
                    <a:pt x="2362062" y="1430742"/>
                  </a:lnTo>
                  <a:lnTo>
                    <a:pt x="2361402" y="1430742"/>
                  </a:lnTo>
                  <a:lnTo>
                    <a:pt x="2360741" y="1430742"/>
                  </a:lnTo>
                  <a:lnTo>
                    <a:pt x="2360081" y="1430742"/>
                  </a:lnTo>
                  <a:lnTo>
                    <a:pt x="2359420" y="1430742"/>
                  </a:lnTo>
                  <a:lnTo>
                    <a:pt x="2358760" y="1430742"/>
                  </a:lnTo>
                  <a:lnTo>
                    <a:pt x="2358099" y="1430742"/>
                  </a:lnTo>
                  <a:lnTo>
                    <a:pt x="2357439" y="1430742"/>
                  </a:lnTo>
                  <a:lnTo>
                    <a:pt x="2356778" y="1430742"/>
                  </a:lnTo>
                  <a:lnTo>
                    <a:pt x="2356118" y="1430742"/>
                  </a:lnTo>
                  <a:lnTo>
                    <a:pt x="2355457" y="1430742"/>
                  </a:lnTo>
                  <a:lnTo>
                    <a:pt x="2354796" y="1430742"/>
                  </a:lnTo>
                  <a:lnTo>
                    <a:pt x="2354136" y="1430742"/>
                  </a:lnTo>
                  <a:lnTo>
                    <a:pt x="2353475" y="1430742"/>
                  </a:lnTo>
                  <a:lnTo>
                    <a:pt x="2352815" y="1430742"/>
                  </a:lnTo>
                  <a:lnTo>
                    <a:pt x="2352154" y="1430742"/>
                  </a:lnTo>
                  <a:lnTo>
                    <a:pt x="2351494" y="1430742"/>
                  </a:lnTo>
                  <a:lnTo>
                    <a:pt x="2350833" y="1430742"/>
                  </a:lnTo>
                  <a:lnTo>
                    <a:pt x="2350173" y="1430742"/>
                  </a:lnTo>
                  <a:lnTo>
                    <a:pt x="2349512" y="1430742"/>
                  </a:lnTo>
                  <a:lnTo>
                    <a:pt x="2348852" y="1430742"/>
                  </a:lnTo>
                  <a:lnTo>
                    <a:pt x="2348191" y="1430742"/>
                  </a:lnTo>
                  <a:lnTo>
                    <a:pt x="2347531" y="1430742"/>
                  </a:lnTo>
                  <a:lnTo>
                    <a:pt x="2346870" y="1430742"/>
                  </a:lnTo>
                  <a:lnTo>
                    <a:pt x="2346210" y="1430742"/>
                  </a:lnTo>
                  <a:lnTo>
                    <a:pt x="2345549" y="1430742"/>
                  </a:lnTo>
                  <a:lnTo>
                    <a:pt x="2344888" y="1430742"/>
                  </a:lnTo>
                  <a:lnTo>
                    <a:pt x="2344228" y="1430742"/>
                  </a:lnTo>
                  <a:lnTo>
                    <a:pt x="2343567" y="1430742"/>
                  </a:lnTo>
                  <a:lnTo>
                    <a:pt x="2342907" y="1430742"/>
                  </a:lnTo>
                  <a:lnTo>
                    <a:pt x="2342246" y="1430742"/>
                  </a:lnTo>
                  <a:lnTo>
                    <a:pt x="2341586" y="1430742"/>
                  </a:lnTo>
                  <a:lnTo>
                    <a:pt x="2340925" y="1430742"/>
                  </a:lnTo>
                  <a:lnTo>
                    <a:pt x="2340265" y="1430742"/>
                  </a:lnTo>
                  <a:lnTo>
                    <a:pt x="2339604" y="1430742"/>
                  </a:lnTo>
                  <a:lnTo>
                    <a:pt x="2338944" y="1430742"/>
                  </a:lnTo>
                  <a:lnTo>
                    <a:pt x="2338283" y="1430742"/>
                  </a:lnTo>
                  <a:lnTo>
                    <a:pt x="2337623" y="1430742"/>
                  </a:lnTo>
                  <a:lnTo>
                    <a:pt x="2336962" y="1430742"/>
                  </a:lnTo>
                  <a:lnTo>
                    <a:pt x="2336302" y="1430742"/>
                  </a:lnTo>
                  <a:lnTo>
                    <a:pt x="2335641" y="1430742"/>
                  </a:lnTo>
                  <a:lnTo>
                    <a:pt x="2334980" y="1430742"/>
                  </a:lnTo>
                  <a:lnTo>
                    <a:pt x="2334320" y="1430742"/>
                  </a:lnTo>
                  <a:lnTo>
                    <a:pt x="2333659" y="1430742"/>
                  </a:lnTo>
                  <a:lnTo>
                    <a:pt x="2332999" y="1430742"/>
                  </a:lnTo>
                  <a:lnTo>
                    <a:pt x="2332338" y="1430742"/>
                  </a:lnTo>
                  <a:lnTo>
                    <a:pt x="2331678" y="1430742"/>
                  </a:lnTo>
                  <a:lnTo>
                    <a:pt x="2331017" y="1430742"/>
                  </a:lnTo>
                  <a:lnTo>
                    <a:pt x="2330357" y="1430742"/>
                  </a:lnTo>
                  <a:lnTo>
                    <a:pt x="2329696" y="1430742"/>
                  </a:lnTo>
                  <a:lnTo>
                    <a:pt x="2329036" y="1430742"/>
                  </a:lnTo>
                  <a:lnTo>
                    <a:pt x="2328375" y="1430742"/>
                  </a:lnTo>
                  <a:lnTo>
                    <a:pt x="2327715" y="1430742"/>
                  </a:lnTo>
                  <a:lnTo>
                    <a:pt x="2327054" y="1430742"/>
                  </a:lnTo>
                  <a:lnTo>
                    <a:pt x="2326394" y="1430742"/>
                  </a:lnTo>
                  <a:lnTo>
                    <a:pt x="2325733" y="1430742"/>
                  </a:lnTo>
                  <a:lnTo>
                    <a:pt x="2325073" y="1430742"/>
                  </a:lnTo>
                  <a:lnTo>
                    <a:pt x="2324412" y="1430742"/>
                  </a:lnTo>
                  <a:lnTo>
                    <a:pt x="2323751" y="1430742"/>
                  </a:lnTo>
                  <a:lnTo>
                    <a:pt x="2323091" y="1430742"/>
                  </a:lnTo>
                  <a:lnTo>
                    <a:pt x="2322430" y="1430742"/>
                  </a:lnTo>
                  <a:lnTo>
                    <a:pt x="2321770" y="1430742"/>
                  </a:lnTo>
                  <a:lnTo>
                    <a:pt x="2321109" y="1430742"/>
                  </a:lnTo>
                  <a:lnTo>
                    <a:pt x="2320449" y="1430742"/>
                  </a:lnTo>
                  <a:lnTo>
                    <a:pt x="2319788" y="1430742"/>
                  </a:lnTo>
                  <a:lnTo>
                    <a:pt x="2319128" y="1430742"/>
                  </a:lnTo>
                  <a:lnTo>
                    <a:pt x="2318467" y="1430742"/>
                  </a:lnTo>
                  <a:lnTo>
                    <a:pt x="2317807" y="1430742"/>
                  </a:lnTo>
                  <a:lnTo>
                    <a:pt x="2317146" y="1430742"/>
                  </a:lnTo>
                  <a:lnTo>
                    <a:pt x="2316486" y="1430742"/>
                  </a:lnTo>
                  <a:lnTo>
                    <a:pt x="2315825" y="1430742"/>
                  </a:lnTo>
                  <a:lnTo>
                    <a:pt x="2315165" y="1430742"/>
                  </a:lnTo>
                  <a:lnTo>
                    <a:pt x="2314504" y="1430742"/>
                  </a:lnTo>
                  <a:lnTo>
                    <a:pt x="2313843" y="1430742"/>
                  </a:lnTo>
                  <a:lnTo>
                    <a:pt x="2313183" y="1430742"/>
                  </a:lnTo>
                  <a:lnTo>
                    <a:pt x="2312522" y="1430742"/>
                  </a:lnTo>
                  <a:lnTo>
                    <a:pt x="2311862" y="1430742"/>
                  </a:lnTo>
                  <a:lnTo>
                    <a:pt x="2311201" y="1430742"/>
                  </a:lnTo>
                  <a:lnTo>
                    <a:pt x="2310541" y="1430742"/>
                  </a:lnTo>
                  <a:lnTo>
                    <a:pt x="2309880" y="1430742"/>
                  </a:lnTo>
                  <a:lnTo>
                    <a:pt x="2309220" y="1430742"/>
                  </a:lnTo>
                  <a:lnTo>
                    <a:pt x="2308559" y="1430742"/>
                  </a:lnTo>
                  <a:lnTo>
                    <a:pt x="2307899" y="1430742"/>
                  </a:lnTo>
                  <a:lnTo>
                    <a:pt x="2307238" y="1430742"/>
                  </a:lnTo>
                  <a:lnTo>
                    <a:pt x="2306578" y="1430742"/>
                  </a:lnTo>
                  <a:lnTo>
                    <a:pt x="2305917" y="1430742"/>
                  </a:lnTo>
                  <a:lnTo>
                    <a:pt x="2305257" y="1430742"/>
                  </a:lnTo>
                  <a:lnTo>
                    <a:pt x="2304596" y="1430742"/>
                  </a:lnTo>
                  <a:lnTo>
                    <a:pt x="2303935" y="1430742"/>
                  </a:lnTo>
                  <a:lnTo>
                    <a:pt x="2303275" y="1430742"/>
                  </a:lnTo>
                  <a:lnTo>
                    <a:pt x="2302614" y="1430742"/>
                  </a:lnTo>
                  <a:lnTo>
                    <a:pt x="2301954" y="1430742"/>
                  </a:lnTo>
                  <a:lnTo>
                    <a:pt x="2301293" y="1430742"/>
                  </a:lnTo>
                  <a:lnTo>
                    <a:pt x="2300633" y="1430742"/>
                  </a:lnTo>
                  <a:lnTo>
                    <a:pt x="2299972" y="1430742"/>
                  </a:lnTo>
                  <a:lnTo>
                    <a:pt x="2299312" y="1430742"/>
                  </a:lnTo>
                  <a:lnTo>
                    <a:pt x="2298651" y="1430742"/>
                  </a:lnTo>
                  <a:lnTo>
                    <a:pt x="2297991" y="1430742"/>
                  </a:lnTo>
                  <a:lnTo>
                    <a:pt x="2297330" y="1430742"/>
                  </a:lnTo>
                  <a:lnTo>
                    <a:pt x="2296670" y="1430742"/>
                  </a:lnTo>
                  <a:lnTo>
                    <a:pt x="2296009" y="1430742"/>
                  </a:lnTo>
                  <a:lnTo>
                    <a:pt x="2295349" y="1430742"/>
                  </a:lnTo>
                  <a:lnTo>
                    <a:pt x="2294688" y="1430742"/>
                  </a:lnTo>
                  <a:lnTo>
                    <a:pt x="2294028" y="1430742"/>
                  </a:lnTo>
                  <a:lnTo>
                    <a:pt x="2293367" y="1430742"/>
                  </a:lnTo>
                  <a:lnTo>
                    <a:pt x="2292706" y="1430742"/>
                  </a:lnTo>
                  <a:lnTo>
                    <a:pt x="2292046" y="1430742"/>
                  </a:lnTo>
                  <a:lnTo>
                    <a:pt x="2291385" y="1430742"/>
                  </a:lnTo>
                  <a:lnTo>
                    <a:pt x="2290725" y="1430742"/>
                  </a:lnTo>
                  <a:lnTo>
                    <a:pt x="2290064" y="1430742"/>
                  </a:lnTo>
                  <a:lnTo>
                    <a:pt x="2289404" y="1430742"/>
                  </a:lnTo>
                  <a:lnTo>
                    <a:pt x="2288743" y="1430742"/>
                  </a:lnTo>
                  <a:lnTo>
                    <a:pt x="2288083" y="1430742"/>
                  </a:lnTo>
                  <a:lnTo>
                    <a:pt x="2287422" y="1430742"/>
                  </a:lnTo>
                  <a:lnTo>
                    <a:pt x="2286762" y="1430742"/>
                  </a:lnTo>
                  <a:lnTo>
                    <a:pt x="2286101" y="1430742"/>
                  </a:lnTo>
                  <a:lnTo>
                    <a:pt x="2285441" y="1430742"/>
                  </a:lnTo>
                  <a:lnTo>
                    <a:pt x="2284780" y="1430742"/>
                  </a:lnTo>
                  <a:lnTo>
                    <a:pt x="2284120" y="1430742"/>
                  </a:lnTo>
                  <a:lnTo>
                    <a:pt x="2283459" y="1430742"/>
                  </a:lnTo>
                  <a:lnTo>
                    <a:pt x="2282798" y="1430742"/>
                  </a:lnTo>
                  <a:lnTo>
                    <a:pt x="2282138" y="1430742"/>
                  </a:lnTo>
                  <a:lnTo>
                    <a:pt x="2281477" y="1430742"/>
                  </a:lnTo>
                  <a:lnTo>
                    <a:pt x="2280817" y="1430742"/>
                  </a:lnTo>
                  <a:lnTo>
                    <a:pt x="2280156" y="1430742"/>
                  </a:lnTo>
                  <a:lnTo>
                    <a:pt x="2279496" y="1430742"/>
                  </a:lnTo>
                  <a:lnTo>
                    <a:pt x="2278835" y="1430742"/>
                  </a:lnTo>
                  <a:lnTo>
                    <a:pt x="2278175" y="1430742"/>
                  </a:lnTo>
                  <a:lnTo>
                    <a:pt x="2277514" y="1430742"/>
                  </a:lnTo>
                  <a:lnTo>
                    <a:pt x="2276854" y="1430742"/>
                  </a:lnTo>
                  <a:lnTo>
                    <a:pt x="2276193" y="1430742"/>
                  </a:lnTo>
                  <a:lnTo>
                    <a:pt x="2275533" y="1430742"/>
                  </a:lnTo>
                  <a:lnTo>
                    <a:pt x="2274872" y="1430742"/>
                  </a:lnTo>
                  <a:lnTo>
                    <a:pt x="2274212" y="1430742"/>
                  </a:lnTo>
                  <a:lnTo>
                    <a:pt x="2273551" y="1430742"/>
                  </a:lnTo>
                  <a:lnTo>
                    <a:pt x="2272890" y="1430742"/>
                  </a:lnTo>
                  <a:lnTo>
                    <a:pt x="2272230" y="1430742"/>
                  </a:lnTo>
                  <a:lnTo>
                    <a:pt x="2271569" y="1430742"/>
                  </a:lnTo>
                  <a:lnTo>
                    <a:pt x="2270909" y="1430742"/>
                  </a:lnTo>
                  <a:lnTo>
                    <a:pt x="2270248" y="1430742"/>
                  </a:lnTo>
                  <a:lnTo>
                    <a:pt x="2269588" y="1430742"/>
                  </a:lnTo>
                  <a:lnTo>
                    <a:pt x="2268927" y="1430742"/>
                  </a:lnTo>
                  <a:lnTo>
                    <a:pt x="2268267" y="1430742"/>
                  </a:lnTo>
                  <a:lnTo>
                    <a:pt x="2267606" y="1430742"/>
                  </a:lnTo>
                  <a:lnTo>
                    <a:pt x="2266946" y="1430742"/>
                  </a:lnTo>
                  <a:lnTo>
                    <a:pt x="2266285" y="1430742"/>
                  </a:lnTo>
                  <a:lnTo>
                    <a:pt x="2265625" y="1430742"/>
                  </a:lnTo>
                  <a:lnTo>
                    <a:pt x="2264964" y="1430742"/>
                  </a:lnTo>
                  <a:lnTo>
                    <a:pt x="2264304" y="1430742"/>
                  </a:lnTo>
                  <a:lnTo>
                    <a:pt x="2263643" y="1430742"/>
                  </a:lnTo>
                  <a:lnTo>
                    <a:pt x="2262982" y="1430742"/>
                  </a:lnTo>
                  <a:lnTo>
                    <a:pt x="2262322" y="1430742"/>
                  </a:lnTo>
                  <a:lnTo>
                    <a:pt x="2261661" y="1430742"/>
                  </a:lnTo>
                  <a:lnTo>
                    <a:pt x="2261001" y="1430742"/>
                  </a:lnTo>
                  <a:lnTo>
                    <a:pt x="2260340" y="1430742"/>
                  </a:lnTo>
                  <a:lnTo>
                    <a:pt x="2259680" y="1430742"/>
                  </a:lnTo>
                  <a:lnTo>
                    <a:pt x="2259019" y="1430742"/>
                  </a:lnTo>
                  <a:lnTo>
                    <a:pt x="2258359" y="1430742"/>
                  </a:lnTo>
                  <a:lnTo>
                    <a:pt x="2257698" y="1430742"/>
                  </a:lnTo>
                  <a:lnTo>
                    <a:pt x="2257038" y="1430742"/>
                  </a:lnTo>
                  <a:lnTo>
                    <a:pt x="2256377" y="1430742"/>
                  </a:lnTo>
                  <a:lnTo>
                    <a:pt x="2255717" y="1430742"/>
                  </a:lnTo>
                  <a:lnTo>
                    <a:pt x="2255056" y="1430742"/>
                  </a:lnTo>
                  <a:lnTo>
                    <a:pt x="2254396" y="1430742"/>
                  </a:lnTo>
                  <a:lnTo>
                    <a:pt x="2253735" y="1430742"/>
                  </a:lnTo>
                  <a:lnTo>
                    <a:pt x="2253075" y="1430742"/>
                  </a:lnTo>
                  <a:lnTo>
                    <a:pt x="2252414" y="1430742"/>
                  </a:lnTo>
                  <a:lnTo>
                    <a:pt x="2251753" y="1430742"/>
                  </a:lnTo>
                  <a:lnTo>
                    <a:pt x="2251093" y="1430742"/>
                  </a:lnTo>
                  <a:lnTo>
                    <a:pt x="2250432" y="1430742"/>
                  </a:lnTo>
                  <a:lnTo>
                    <a:pt x="2249772" y="1430742"/>
                  </a:lnTo>
                  <a:lnTo>
                    <a:pt x="2249111" y="1430742"/>
                  </a:lnTo>
                  <a:lnTo>
                    <a:pt x="2248451" y="1430742"/>
                  </a:lnTo>
                  <a:lnTo>
                    <a:pt x="2247790" y="1430742"/>
                  </a:lnTo>
                  <a:lnTo>
                    <a:pt x="2247130" y="1430742"/>
                  </a:lnTo>
                  <a:lnTo>
                    <a:pt x="2246469" y="1430742"/>
                  </a:lnTo>
                  <a:lnTo>
                    <a:pt x="2245809" y="1430742"/>
                  </a:lnTo>
                  <a:lnTo>
                    <a:pt x="2245148" y="1430742"/>
                  </a:lnTo>
                  <a:lnTo>
                    <a:pt x="2244488" y="1430742"/>
                  </a:lnTo>
                  <a:lnTo>
                    <a:pt x="2243827" y="1430742"/>
                  </a:lnTo>
                  <a:lnTo>
                    <a:pt x="2243167" y="1430742"/>
                  </a:lnTo>
                  <a:lnTo>
                    <a:pt x="2242506" y="1430742"/>
                  </a:lnTo>
                  <a:lnTo>
                    <a:pt x="2241845" y="1430742"/>
                  </a:lnTo>
                  <a:lnTo>
                    <a:pt x="2241185" y="1430742"/>
                  </a:lnTo>
                  <a:lnTo>
                    <a:pt x="2240524" y="1430742"/>
                  </a:lnTo>
                  <a:lnTo>
                    <a:pt x="2239864" y="1430742"/>
                  </a:lnTo>
                  <a:lnTo>
                    <a:pt x="2239203" y="1430742"/>
                  </a:lnTo>
                  <a:lnTo>
                    <a:pt x="2238543" y="1430742"/>
                  </a:lnTo>
                  <a:lnTo>
                    <a:pt x="2237882" y="1430742"/>
                  </a:lnTo>
                  <a:lnTo>
                    <a:pt x="2237222" y="1430742"/>
                  </a:lnTo>
                  <a:lnTo>
                    <a:pt x="2236561" y="1430742"/>
                  </a:lnTo>
                  <a:lnTo>
                    <a:pt x="2235901" y="1430742"/>
                  </a:lnTo>
                  <a:lnTo>
                    <a:pt x="2235240" y="1430742"/>
                  </a:lnTo>
                  <a:lnTo>
                    <a:pt x="2234580" y="1430742"/>
                  </a:lnTo>
                  <a:lnTo>
                    <a:pt x="2233919" y="1430742"/>
                  </a:lnTo>
                  <a:lnTo>
                    <a:pt x="2233259" y="1430742"/>
                  </a:lnTo>
                  <a:lnTo>
                    <a:pt x="2232598" y="1430742"/>
                  </a:lnTo>
                  <a:lnTo>
                    <a:pt x="2231937" y="1430742"/>
                  </a:lnTo>
                  <a:lnTo>
                    <a:pt x="2231277" y="1430742"/>
                  </a:lnTo>
                  <a:lnTo>
                    <a:pt x="2230616" y="1430742"/>
                  </a:lnTo>
                  <a:lnTo>
                    <a:pt x="2229956" y="1430742"/>
                  </a:lnTo>
                  <a:lnTo>
                    <a:pt x="2229295" y="1430742"/>
                  </a:lnTo>
                  <a:lnTo>
                    <a:pt x="2228635" y="1430742"/>
                  </a:lnTo>
                  <a:lnTo>
                    <a:pt x="2227974" y="1430742"/>
                  </a:lnTo>
                  <a:lnTo>
                    <a:pt x="2227314" y="1430742"/>
                  </a:lnTo>
                  <a:lnTo>
                    <a:pt x="2226653" y="1430742"/>
                  </a:lnTo>
                  <a:lnTo>
                    <a:pt x="2225993" y="1430742"/>
                  </a:lnTo>
                  <a:lnTo>
                    <a:pt x="2225332" y="1430742"/>
                  </a:lnTo>
                  <a:lnTo>
                    <a:pt x="2224672" y="1430742"/>
                  </a:lnTo>
                  <a:lnTo>
                    <a:pt x="2224011" y="1430742"/>
                  </a:lnTo>
                  <a:lnTo>
                    <a:pt x="2223351" y="1430742"/>
                  </a:lnTo>
                  <a:lnTo>
                    <a:pt x="2222690" y="1430742"/>
                  </a:lnTo>
                  <a:lnTo>
                    <a:pt x="2222030" y="1430742"/>
                  </a:lnTo>
                  <a:lnTo>
                    <a:pt x="2221369" y="1430742"/>
                  </a:lnTo>
                  <a:lnTo>
                    <a:pt x="2220708" y="1430742"/>
                  </a:lnTo>
                  <a:lnTo>
                    <a:pt x="2220048" y="1430742"/>
                  </a:lnTo>
                  <a:lnTo>
                    <a:pt x="2219387" y="1430742"/>
                  </a:lnTo>
                  <a:lnTo>
                    <a:pt x="2218727" y="1430742"/>
                  </a:lnTo>
                  <a:lnTo>
                    <a:pt x="2218066" y="1430742"/>
                  </a:lnTo>
                  <a:lnTo>
                    <a:pt x="2217406" y="1430742"/>
                  </a:lnTo>
                  <a:lnTo>
                    <a:pt x="2216745" y="1430742"/>
                  </a:lnTo>
                  <a:lnTo>
                    <a:pt x="2216085" y="1430742"/>
                  </a:lnTo>
                  <a:lnTo>
                    <a:pt x="2215424" y="1430742"/>
                  </a:lnTo>
                  <a:lnTo>
                    <a:pt x="2214764" y="1430742"/>
                  </a:lnTo>
                  <a:lnTo>
                    <a:pt x="2214103" y="1430742"/>
                  </a:lnTo>
                  <a:lnTo>
                    <a:pt x="2213443" y="1430742"/>
                  </a:lnTo>
                  <a:lnTo>
                    <a:pt x="2212782" y="1430742"/>
                  </a:lnTo>
                  <a:lnTo>
                    <a:pt x="2212122" y="1430742"/>
                  </a:lnTo>
                  <a:lnTo>
                    <a:pt x="2211461" y="1430742"/>
                  </a:lnTo>
                  <a:lnTo>
                    <a:pt x="2210800" y="1430742"/>
                  </a:lnTo>
                  <a:lnTo>
                    <a:pt x="2210140" y="1430742"/>
                  </a:lnTo>
                  <a:lnTo>
                    <a:pt x="2209479" y="1430742"/>
                  </a:lnTo>
                  <a:lnTo>
                    <a:pt x="2208819" y="1430742"/>
                  </a:lnTo>
                  <a:lnTo>
                    <a:pt x="2208158" y="1430742"/>
                  </a:lnTo>
                  <a:lnTo>
                    <a:pt x="2207498" y="1430742"/>
                  </a:lnTo>
                  <a:lnTo>
                    <a:pt x="2206837" y="1430742"/>
                  </a:lnTo>
                  <a:lnTo>
                    <a:pt x="2206177" y="1430742"/>
                  </a:lnTo>
                  <a:lnTo>
                    <a:pt x="2205516" y="1430742"/>
                  </a:lnTo>
                  <a:lnTo>
                    <a:pt x="2204856" y="1430742"/>
                  </a:lnTo>
                  <a:lnTo>
                    <a:pt x="2204195" y="1430742"/>
                  </a:lnTo>
                  <a:lnTo>
                    <a:pt x="2203535" y="1430742"/>
                  </a:lnTo>
                  <a:lnTo>
                    <a:pt x="2202874" y="1430742"/>
                  </a:lnTo>
                  <a:lnTo>
                    <a:pt x="2202214" y="1430742"/>
                  </a:lnTo>
                  <a:lnTo>
                    <a:pt x="2201553" y="1430742"/>
                  </a:lnTo>
                  <a:lnTo>
                    <a:pt x="2200892" y="1430742"/>
                  </a:lnTo>
                  <a:lnTo>
                    <a:pt x="2200232" y="1430742"/>
                  </a:lnTo>
                  <a:lnTo>
                    <a:pt x="2199571" y="1430742"/>
                  </a:lnTo>
                  <a:lnTo>
                    <a:pt x="2198911" y="1430742"/>
                  </a:lnTo>
                  <a:lnTo>
                    <a:pt x="2198250" y="1430742"/>
                  </a:lnTo>
                  <a:lnTo>
                    <a:pt x="2197590" y="1430742"/>
                  </a:lnTo>
                  <a:lnTo>
                    <a:pt x="2196929" y="1430742"/>
                  </a:lnTo>
                  <a:lnTo>
                    <a:pt x="2196269" y="1430742"/>
                  </a:lnTo>
                  <a:lnTo>
                    <a:pt x="2195608" y="1430742"/>
                  </a:lnTo>
                  <a:lnTo>
                    <a:pt x="2194948" y="1430742"/>
                  </a:lnTo>
                  <a:lnTo>
                    <a:pt x="2194287" y="1430742"/>
                  </a:lnTo>
                  <a:lnTo>
                    <a:pt x="2193627" y="1430742"/>
                  </a:lnTo>
                  <a:lnTo>
                    <a:pt x="2192966" y="1430742"/>
                  </a:lnTo>
                  <a:lnTo>
                    <a:pt x="2192306" y="1430742"/>
                  </a:lnTo>
                  <a:lnTo>
                    <a:pt x="2191645" y="1430742"/>
                  </a:lnTo>
                  <a:lnTo>
                    <a:pt x="2190984" y="1430742"/>
                  </a:lnTo>
                  <a:lnTo>
                    <a:pt x="2190324" y="1430742"/>
                  </a:lnTo>
                  <a:lnTo>
                    <a:pt x="2189663" y="1430742"/>
                  </a:lnTo>
                  <a:lnTo>
                    <a:pt x="2189003" y="1430742"/>
                  </a:lnTo>
                  <a:lnTo>
                    <a:pt x="2188342" y="1430742"/>
                  </a:lnTo>
                  <a:lnTo>
                    <a:pt x="2187682" y="1430742"/>
                  </a:lnTo>
                  <a:lnTo>
                    <a:pt x="2187021" y="1430742"/>
                  </a:lnTo>
                  <a:lnTo>
                    <a:pt x="2186361" y="1430742"/>
                  </a:lnTo>
                  <a:lnTo>
                    <a:pt x="2185700" y="1430742"/>
                  </a:lnTo>
                  <a:lnTo>
                    <a:pt x="2185040" y="1430742"/>
                  </a:lnTo>
                  <a:lnTo>
                    <a:pt x="2184379" y="1430742"/>
                  </a:lnTo>
                  <a:lnTo>
                    <a:pt x="2183719" y="1430742"/>
                  </a:lnTo>
                  <a:lnTo>
                    <a:pt x="2183058" y="1430742"/>
                  </a:lnTo>
                  <a:lnTo>
                    <a:pt x="2182398" y="1430742"/>
                  </a:lnTo>
                  <a:lnTo>
                    <a:pt x="2181737" y="1430742"/>
                  </a:lnTo>
                  <a:lnTo>
                    <a:pt x="2181077" y="1430742"/>
                  </a:lnTo>
                  <a:lnTo>
                    <a:pt x="2180416" y="1430742"/>
                  </a:lnTo>
                  <a:lnTo>
                    <a:pt x="2179755" y="1430742"/>
                  </a:lnTo>
                  <a:lnTo>
                    <a:pt x="2179095" y="1430742"/>
                  </a:lnTo>
                  <a:lnTo>
                    <a:pt x="2178434" y="1430742"/>
                  </a:lnTo>
                  <a:lnTo>
                    <a:pt x="2177774" y="1430742"/>
                  </a:lnTo>
                  <a:lnTo>
                    <a:pt x="2177113" y="1430742"/>
                  </a:lnTo>
                  <a:lnTo>
                    <a:pt x="2176453" y="1430742"/>
                  </a:lnTo>
                  <a:lnTo>
                    <a:pt x="2175792" y="1430742"/>
                  </a:lnTo>
                  <a:lnTo>
                    <a:pt x="2175132" y="1430742"/>
                  </a:lnTo>
                  <a:lnTo>
                    <a:pt x="2174471" y="1430742"/>
                  </a:lnTo>
                  <a:lnTo>
                    <a:pt x="2173811" y="1430742"/>
                  </a:lnTo>
                  <a:lnTo>
                    <a:pt x="2173150" y="1430742"/>
                  </a:lnTo>
                  <a:lnTo>
                    <a:pt x="2172490" y="1430742"/>
                  </a:lnTo>
                  <a:lnTo>
                    <a:pt x="2171829" y="1430742"/>
                  </a:lnTo>
                  <a:lnTo>
                    <a:pt x="2171169" y="1430742"/>
                  </a:lnTo>
                  <a:lnTo>
                    <a:pt x="2170508" y="1430742"/>
                  </a:lnTo>
                  <a:lnTo>
                    <a:pt x="2169847" y="1430742"/>
                  </a:lnTo>
                  <a:lnTo>
                    <a:pt x="2169187" y="1430742"/>
                  </a:lnTo>
                  <a:lnTo>
                    <a:pt x="2168526" y="1430742"/>
                  </a:lnTo>
                  <a:lnTo>
                    <a:pt x="2167866" y="1430742"/>
                  </a:lnTo>
                  <a:lnTo>
                    <a:pt x="2167205" y="1430742"/>
                  </a:lnTo>
                  <a:lnTo>
                    <a:pt x="2166545" y="1430742"/>
                  </a:lnTo>
                  <a:lnTo>
                    <a:pt x="2165884" y="1430742"/>
                  </a:lnTo>
                  <a:lnTo>
                    <a:pt x="2165224" y="1430742"/>
                  </a:lnTo>
                  <a:lnTo>
                    <a:pt x="2164563" y="1430742"/>
                  </a:lnTo>
                  <a:lnTo>
                    <a:pt x="2163903" y="1430742"/>
                  </a:lnTo>
                  <a:lnTo>
                    <a:pt x="2163242" y="1430742"/>
                  </a:lnTo>
                  <a:lnTo>
                    <a:pt x="2162582" y="1430742"/>
                  </a:lnTo>
                  <a:lnTo>
                    <a:pt x="2161921" y="1430742"/>
                  </a:lnTo>
                  <a:lnTo>
                    <a:pt x="2161261" y="1430742"/>
                  </a:lnTo>
                  <a:lnTo>
                    <a:pt x="2160600" y="1430742"/>
                  </a:lnTo>
                  <a:lnTo>
                    <a:pt x="2159939" y="1430742"/>
                  </a:lnTo>
                  <a:lnTo>
                    <a:pt x="2159279" y="1430742"/>
                  </a:lnTo>
                  <a:lnTo>
                    <a:pt x="2158618" y="1430742"/>
                  </a:lnTo>
                  <a:lnTo>
                    <a:pt x="2157958" y="1430742"/>
                  </a:lnTo>
                  <a:lnTo>
                    <a:pt x="2157297" y="1430742"/>
                  </a:lnTo>
                  <a:lnTo>
                    <a:pt x="2156637" y="1430742"/>
                  </a:lnTo>
                  <a:lnTo>
                    <a:pt x="2155976" y="1430742"/>
                  </a:lnTo>
                  <a:lnTo>
                    <a:pt x="2155316" y="1430742"/>
                  </a:lnTo>
                  <a:lnTo>
                    <a:pt x="2154655" y="1430742"/>
                  </a:lnTo>
                  <a:lnTo>
                    <a:pt x="2153995" y="1430742"/>
                  </a:lnTo>
                  <a:lnTo>
                    <a:pt x="2153334" y="1430742"/>
                  </a:lnTo>
                  <a:lnTo>
                    <a:pt x="2152674" y="1430742"/>
                  </a:lnTo>
                  <a:lnTo>
                    <a:pt x="2152013" y="1430742"/>
                  </a:lnTo>
                  <a:lnTo>
                    <a:pt x="2151353" y="1430742"/>
                  </a:lnTo>
                  <a:lnTo>
                    <a:pt x="2150692" y="1430742"/>
                  </a:lnTo>
                  <a:lnTo>
                    <a:pt x="2150032" y="1430742"/>
                  </a:lnTo>
                  <a:lnTo>
                    <a:pt x="2149371" y="1430742"/>
                  </a:lnTo>
                  <a:lnTo>
                    <a:pt x="2148710" y="1430742"/>
                  </a:lnTo>
                  <a:lnTo>
                    <a:pt x="2148050" y="1430742"/>
                  </a:lnTo>
                  <a:lnTo>
                    <a:pt x="2147389" y="1430742"/>
                  </a:lnTo>
                  <a:lnTo>
                    <a:pt x="2146729" y="1430742"/>
                  </a:lnTo>
                  <a:lnTo>
                    <a:pt x="2146068" y="1430742"/>
                  </a:lnTo>
                  <a:lnTo>
                    <a:pt x="2145408" y="1430742"/>
                  </a:lnTo>
                  <a:lnTo>
                    <a:pt x="2144747" y="1430742"/>
                  </a:lnTo>
                  <a:lnTo>
                    <a:pt x="2144087" y="1430742"/>
                  </a:lnTo>
                  <a:lnTo>
                    <a:pt x="2143426" y="1430742"/>
                  </a:lnTo>
                  <a:lnTo>
                    <a:pt x="2142766" y="1430742"/>
                  </a:lnTo>
                  <a:lnTo>
                    <a:pt x="2142105" y="1430742"/>
                  </a:lnTo>
                  <a:lnTo>
                    <a:pt x="2141445" y="1430742"/>
                  </a:lnTo>
                  <a:lnTo>
                    <a:pt x="2140784" y="1430742"/>
                  </a:lnTo>
                  <a:lnTo>
                    <a:pt x="2140124" y="1430742"/>
                  </a:lnTo>
                  <a:lnTo>
                    <a:pt x="2139463" y="1430742"/>
                  </a:lnTo>
                  <a:lnTo>
                    <a:pt x="2138802" y="1430742"/>
                  </a:lnTo>
                  <a:lnTo>
                    <a:pt x="2138142" y="1430742"/>
                  </a:lnTo>
                  <a:lnTo>
                    <a:pt x="2137481" y="1430742"/>
                  </a:lnTo>
                  <a:lnTo>
                    <a:pt x="2136821" y="1430742"/>
                  </a:lnTo>
                  <a:lnTo>
                    <a:pt x="2136160" y="1430742"/>
                  </a:lnTo>
                  <a:lnTo>
                    <a:pt x="2135500" y="1430742"/>
                  </a:lnTo>
                  <a:lnTo>
                    <a:pt x="2134839" y="1430742"/>
                  </a:lnTo>
                  <a:lnTo>
                    <a:pt x="2134179" y="1430742"/>
                  </a:lnTo>
                  <a:lnTo>
                    <a:pt x="2133518" y="1430742"/>
                  </a:lnTo>
                  <a:lnTo>
                    <a:pt x="2132858" y="1430742"/>
                  </a:lnTo>
                  <a:lnTo>
                    <a:pt x="2132197" y="1430742"/>
                  </a:lnTo>
                  <a:lnTo>
                    <a:pt x="2131537" y="1430742"/>
                  </a:lnTo>
                  <a:lnTo>
                    <a:pt x="2130876" y="1430742"/>
                  </a:lnTo>
                  <a:lnTo>
                    <a:pt x="2130216" y="1430742"/>
                  </a:lnTo>
                  <a:lnTo>
                    <a:pt x="2129555" y="1430742"/>
                  </a:lnTo>
                  <a:lnTo>
                    <a:pt x="2128894" y="1430742"/>
                  </a:lnTo>
                  <a:lnTo>
                    <a:pt x="2128234" y="1430742"/>
                  </a:lnTo>
                  <a:lnTo>
                    <a:pt x="2127573" y="1430742"/>
                  </a:lnTo>
                  <a:lnTo>
                    <a:pt x="2126913" y="1430742"/>
                  </a:lnTo>
                  <a:lnTo>
                    <a:pt x="2126252" y="1430742"/>
                  </a:lnTo>
                  <a:lnTo>
                    <a:pt x="2125592" y="1430742"/>
                  </a:lnTo>
                  <a:lnTo>
                    <a:pt x="2124931" y="1430742"/>
                  </a:lnTo>
                  <a:lnTo>
                    <a:pt x="2124271" y="1430742"/>
                  </a:lnTo>
                  <a:lnTo>
                    <a:pt x="2123610" y="1430742"/>
                  </a:lnTo>
                  <a:lnTo>
                    <a:pt x="2122950" y="1430742"/>
                  </a:lnTo>
                  <a:lnTo>
                    <a:pt x="2122289" y="1430742"/>
                  </a:lnTo>
                  <a:lnTo>
                    <a:pt x="2121629" y="1430742"/>
                  </a:lnTo>
                  <a:lnTo>
                    <a:pt x="2120968" y="1430742"/>
                  </a:lnTo>
                  <a:lnTo>
                    <a:pt x="2120308" y="1430742"/>
                  </a:lnTo>
                  <a:lnTo>
                    <a:pt x="2119647" y="1430742"/>
                  </a:lnTo>
                  <a:lnTo>
                    <a:pt x="2118986" y="1430742"/>
                  </a:lnTo>
                  <a:lnTo>
                    <a:pt x="2118326" y="1430742"/>
                  </a:lnTo>
                  <a:lnTo>
                    <a:pt x="2117665" y="1430742"/>
                  </a:lnTo>
                  <a:lnTo>
                    <a:pt x="2117005" y="1430742"/>
                  </a:lnTo>
                  <a:lnTo>
                    <a:pt x="2116344" y="1430742"/>
                  </a:lnTo>
                  <a:lnTo>
                    <a:pt x="2115684" y="1430742"/>
                  </a:lnTo>
                  <a:lnTo>
                    <a:pt x="2115023" y="1430742"/>
                  </a:lnTo>
                  <a:lnTo>
                    <a:pt x="2114363" y="1430742"/>
                  </a:lnTo>
                  <a:lnTo>
                    <a:pt x="2113702" y="1430742"/>
                  </a:lnTo>
                  <a:lnTo>
                    <a:pt x="2113042" y="1430742"/>
                  </a:lnTo>
                  <a:lnTo>
                    <a:pt x="2112381" y="1430742"/>
                  </a:lnTo>
                  <a:lnTo>
                    <a:pt x="2111721" y="1430742"/>
                  </a:lnTo>
                  <a:lnTo>
                    <a:pt x="2111060" y="1430742"/>
                  </a:lnTo>
                  <a:lnTo>
                    <a:pt x="2110400" y="1430742"/>
                  </a:lnTo>
                  <a:lnTo>
                    <a:pt x="2109739" y="1430742"/>
                  </a:lnTo>
                  <a:lnTo>
                    <a:pt x="2109079" y="1430742"/>
                  </a:lnTo>
                  <a:lnTo>
                    <a:pt x="2108418" y="1430742"/>
                  </a:lnTo>
                  <a:lnTo>
                    <a:pt x="2107757" y="1430742"/>
                  </a:lnTo>
                  <a:lnTo>
                    <a:pt x="2107097" y="1430742"/>
                  </a:lnTo>
                  <a:lnTo>
                    <a:pt x="2106436" y="1430742"/>
                  </a:lnTo>
                  <a:lnTo>
                    <a:pt x="2105776" y="1430742"/>
                  </a:lnTo>
                  <a:lnTo>
                    <a:pt x="2105115" y="1430742"/>
                  </a:lnTo>
                  <a:lnTo>
                    <a:pt x="2104455" y="1430742"/>
                  </a:lnTo>
                  <a:lnTo>
                    <a:pt x="2103794" y="1430742"/>
                  </a:lnTo>
                  <a:lnTo>
                    <a:pt x="2103134" y="1430742"/>
                  </a:lnTo>
                  <a:lnTo>
                    <a:pt x="2102473" y="1430742"/>
                  </a:lnTo>
                  <a:lnTo>
                    <a:pt x="2101813" y="1430742"/>
                  </a:lnTo>
                  <a:lnTo>
                    <a:pt x="2101152" y="1430742"/>
                  </a:lnTo>
                  <a:lnTo>
                    <a:pt x="2100492" y="1430742"/>
                  </a:lnTo>
                  <a:lnTo>
                    <a:pt x="2099831" y="1430742"/>
                  </a:lnTo>
                  <a:lnTo>
                    <a:pt x="2099171" y="1430742"/>
                  </a:lnTo>
                  <a:lnTo>
                    <a:pt x="2098510" y="1430742"/>
                  </a:lnTo>
                  <a:lnTo>
                    <a:pt x="2097849" y="1430742"/>
                  </a:lnTo>
                  <a:lnTo>
                    <a:pt x="2097189" y="1430742"/>
                  </a:lnTo>
                  <a:lnTo>
                    <a:pt x="2096528" y="1430742"/>
                  </a:lnTo>
                  <a:lnTo>
                    <a:pt x="2095868" y="1430742"/>
                  </a:lnTo>
                  <a:lnTo>
                    <a:pt x="2095207" y="1430742"/>
                  </a:lnTo>
                  <a:lnTo>
                    <a:pt x="2094547" y="1430742"/>
                  </a:lnTo>
                  <a:lnTo>
                    <a:pt x="2093886" y="1430742"/>
                  </a:lnTo>
                  <a:lnTo>
                    <a:pt x="2093226" y="1430742"/>
                  </a:lnTo>
                  <a:lnTo>
                    <a:pt x="2092565" y="1430742"/>
                  </a:lnTo>
                  <a:lnTo>
                    <a:pt x="2091905" y="1430742"/>
                  </a:lnTo>
                  <a:lnTo>
                    <a:pt x="2091244" y="1430742"/>
                  </a:lnTo>
                  <a:lnTo>
                    <a:pt x="2090584" y="1430742"/>
                  </a:lnTo>
                  <a:lnTo>
                    <a:pt x="2089923" y="1430742"/>
                  </a:lnTo>
                  <a:lnTo>
                    <a:pt x="2089263" y="1430742"/>
                  </a:lnTo>
                  <a:lnTo>
                    <a:pt x="2088602" y="1430742"/>
                  </a:lnTo>
                  <a:lnTo>
                    <a:pt x="2087941" y="1430742"/>
                  </a:lnTo>
                  <a:lnTo>
                    <a:pt x="2087281" y="1430742"/>
                  </a:lnTo>
                  <a:lnTo>
                    <a:pt x="2086620" y="1430742"/>
                  </a:lnTo>
                  <a:lnTo>
                    <a:pt x="2085960" y="1430742"/>
                  </a:lnTo>
                  <a:lnTo>
                    <a:pt x="2085299" y="1430742"/>
                  </a:lnTo>
                  <a:lnTo>
                    <a:pt x="2084639" y="1430742"/>
                  </a:lnTo>
                  <a:lnTo>
                    <a:pt x="2083978" y="1430742"/>
                  </a:lnTo>
                  <a:lnTo>
                    <a:pt x="2083318" y="1430742"/>
                  </a:lnTo>
                  <a:lnTo>
                    <a:pt x="2082657" y="1430742"/>
                  </a:lnTo>
                  <a:lnTo>
                    <a:pt x="2081997" y="1430742"/>
                  </a:lnTo>
                  <a:lnTo>
                    <a:pt x="2081336" y="1430742"/>
                  </a:lnTo>
                  <a:lnTo>
                    <a:pt x="2080676" y="1430742"/>
                  </a:lnTo>
                  <a:lnTo>
                    <a:pt x="2080015" y="1430742"/>
                  </a:lnTo>
                  <a:lnTo>
                    <a:pt x="2079355" y="1430742"/>
                  </a:lnTo>
                  <a:lnTo>
                    <a:pt x="2078694" y="1430742"/>
                  </a:lnTo>
                  <a:lnTo>
                    <a:pt x="2078034" y="1430742"/>
                  </a:lnTo>
                  <a:lnTo>
                    <a:pt x="2077373" y="1430742"/>
                  </a:lnTo>
                  <a:lnTo>
                    <a:pt x="2076712" y="1430742"/>
                  </a:lnTo>
                  <a:lnTo>
                    <a:pt x="2076052" y="1430742"/>
                  </a:lnTo>
                  <a:lnTo>
                    <a:pt x="2075391" y="1430742"/>
                  </a:lnTo>
                  <a:lnTo>
                    <a:pt x="2074731" y="1430742"/>
                  </a:lnTo>
                  <a:lnTo>
                    <a:pt x="2074070" y="1430742"/>
                  </a:lnTo>
                  <a:lnTo>
                    <a:pt x="2073410" y="1430742"/>
                  </a:lnTo>
                  <a:lnTo>
                    <a:pt x="2072749" y="1430742"/>
                  </a:lnTo>
                  <a:lnTo>
                    <a:pt x="2072089" y="1430742"/>
                  </a:lnTo>
                  <a:lnTo>
                    <a:pt x="2071428" y="1430742"/>
                  </a:lnTo>
                  <a:lnTo>
                    <a:pt x="2070768" y="1430742"/>
                  </a:lnTo>
                  <a:lnTo>
                    <a:pt x="2070107" y="1430742"/>
                  </a:lnTo>
                  <a:lnTo>
                    <a:pt x="2069447" y="1430742"/>
                  </a:lnTo>
                  <a:lnTo>
                    <a:pt x="2068786" y="1430742"/>
                  </a:lnTo>
                  <a:lnTo>
                    <a:pt x="2068126" y="1430742"/>
                  </a:lnTo>
                  <a:lnTo>
                    <a:pt x="2067465" y="1430742"/>
                  </a:lnTo>
                  <a:lnTo>
                    <a:pt x="2066804" y="1430742"/>
                  </a:lnTo>
                  <a:lnTo>
                    <a:pt x="2066144" y="1430742"/>
                  </a:lnTo>
                  <a:lnTo>
                    <a:pt x="2065483" y="1430742"/>
                  </a:lnTo>
                  <a:lnTo>
                    <a:pt x="2064823" y="1430742"/>
                  </a:lnTo>
                  <a:lnTo>
                    <a:pt x="2064162" y="1430742"/>
                  </a:lnTo>
                  <a:lnTo>
                    <a:pt x="2063502" y="1430742"/>
                  </a:lnTo>
                  <a:lnTo>
                    <a:pt x="2062841" y="1430742"/>
                  </a:lnTo>
                  <a:lnTo>
                    <a:pt x="2062181" y="1430742"/>
                  </a:lnTo>
                  <a:lnTo>
                    <a:pt x="2061520" y="1430742"/>
                  </a:lnTo>
                  <a:lnTo>
                    <a:pt x="2060860" y="1430742"/>
                  </a:lnTo>
                  <a:lnTo>
                    <a:pt x="2060199" y="1430742"/>
                  </a:lnTo>
                  <a:lnTo>
                    <a:pt x="2059539" y="1430742"/>
                  </a:lnTo>
                  <a:lnTo>
                    <a:pt x="2058878" y="1430742"/>
                  </a:lnTo>
                  <a:lnTo>
                    <a:pt x="2058218" y="1430742"/>
                  </a:lnTo>
                  <a:lnTo>
                    <a:pt x="2057557" y="1430742"/>
                  </a:lnTo>
                  <a:lnTo>
                    <a:pt x="2056896" y="1430742"/>
                  </a:lnTo>
                  <a:lnTo>
                    <a:pt x="2056236" y="1430742"/>
                  </a:lnTo>
                  <a:lnTo>
                    <a:pt x="2055575" y="1430742"/>
                  </a:lnTo>
                  <a:lnTo>
                    <a:pt x="2054915" y="1430742"/>
                  </a:lnTo>
                  <a:lnTo>
                    <a:pt x="2054254" y="1430742"/>
                  </a:lnTo>
                  <a:lnTo>
                    <a:pt x="2053594" y="1430742"/>
                  </a:lnTo>
                  <a:lnTo>
                    <a:pt x="2052933" y="1430742"/>
                  </a:lnTo>
                  <a:lnTo>
                    <a:pt x="2052273" y="1430742"/>
                  </a:lnTo>
                  <a:lnTo>
                    <a:pt x="2051612" y="1430742"/>
                  </a:lnTo>
                  <a:lnTo>
                    <a:pt x="2050952" y="1430742"/>
                  </a:lnTo>
                  <a:lnTo>
                    <a:pt x="2050291" y="1430742"/>
                  </a:lnTo>
                  <a:lnTo>
                    <a:pt x="2049631" y="1430742"/>
                  </a:lnTo>
                  <a:lnTo>
                    <a:pt x="2048970" y="1430742"/>
                  </a:lnTo>
                  <a:lnTo>
                    <a:pt x="2048310" y="1430742"/>
                  </a:lnTo>
                  <a:lnTo>
                    <a:pt x="2047649" y="1430742"/>
                  </a:lnTo>
                  <a:lnTo>
                    <a:pt x="2046988" y="1430742"/>
                  </a:lnTo>
                  <a:lnTo>
                    <a:pt x="2046328" y="1430742"/>
                  </a:lnTo>
                  <a:lnTo>
                    <a:pt x="2045667" y="1430742"/>
                  </a:lnTo>
                  <a:lnTo>
                    <a:pt x="2045007" y="1430742"/>
                  </a:lnTo>
                  <a:lnTo>
                    <a:pt x="2044346" y="1430742"/>
                  </a:lnTo>
                  <a:lnTo>
                    <a:pt x="2043686" y="1430742"/>
                  </a:lnTo>
                  <a:lnTo>
                    <a:pt x="2043025" y="1430742"/>
                  </a:lnTo>
                  <a:lnTo>
                    <a:pt x="2042365" y="1430742"/>
                  </a:lnTo>
                  <a:lnTo>
                    <a:pt x="2041704" y="1430742"/>
                  </a:lnTo>
                  <a:lnTo>
                    <a:pt x="2041044" y="1430742"/>
                  </a:lnTo>
                  <a:lnTo>
                    <a:pt x="2040383" y="1430742"/>
                  </a:lnTo>
                  <a:lnTo>
                    <a:pt x="2039723" y="1430742"/>
                  </a:lnTo>
                  <a:lnTo>
                    <a:pt x="2039062" y="1430742"/>
                  </a:lnTo>
                  <a:lnTo>
                    <a:pt x="2038402" y="1430742"/>
                  </a:lnTo>
                  <a:lnTo>
                    <a:pt x="2037741" y="1430742"/>
                  </a:lnTo>
                  <a:lnTo>
                    <a:pt x="2037081" y="1430742"/>
                  </a:lnTo>
                  <a:lnTo>
                    <a:pt x="2036420" y="1430742"/>
                  </a:lnTo>
                  <a:lnTo>
                    <a:pt x="2035759" y="1430742"/>
                  </a:lnTo>
                  <a:lnTo>
                    <a:pt x="2035099" y="1430742"/>
                  </a:lnTo>
                  <a:lnTo>
                    <a:pt x="2034438" y="1430742"/>
                  </a:lnTo>
                  <a:lnTo>
                    <a:pt x="2033778" y="1430742"/>
                  </a:lnTo>
                  <a:lnTo>
                    <a:pt x="2033117" y="1430742"/>
                  </a:lnTo>
                  <a:lnTo>
                    <a:pt x="2032457" y="1430742"/>
                  </a:lnTo>
                  <a:lnTo>
                    <a:pt x="2031796" y="1430742"/>
                  </a:lnTo>
                  <a:lnTo>
                    <a:pt x="2031136" y="1430742"/>
                  </a:lnTo>
                  <a:lnTo>
                    <a:pt x="2030475" y="1430742"/>
                  </a:lnTo>
                  <a:lnTo>
                    <a:pt x="2029815" y="1430742"/>
                  </a:lnTo>
                  <a:lnTo>
                    <a:pt x="2029154" y="1430742"/>
                  </a:lnTo>
                  <a:lnTo>
                    <a:pt x="2028494" y="1430742"/>
                  </a:lnTo>
                  <a:lnTo>
                    <a:pt x="2027833" y="1430742"/>
                  </a:lnTo>
                  <a:lnTo>
                    <a:pt x="2027173" y="1430742"/>
                  </a:lnTo>
                  <a:lnTo>
                    <a:pt x="2026512" y="1430742"/>
                  </a:lnTo>
                  <a:lnTo>
                    <a:pt x="2025851" y="1430742"/>
                  </a:lnTo>
                  <a:lnTo>
                    <a:pt x="2025191" y="1430742"/>
                  </a:lnTo>
                  <a:lnTo>
                    <a:pt x="2024530" y="1430742"/>
                  </a:lnTo>
                  <a:lnTo>
                    <a:pt x="2023870" y="1430742"/>
                  </a:lnTo>
                  <a:lnTo>
                    <a:pt x="2023209" y="1430742"/>
                  </a:lnTo>
                  <a:lnTo>
                    <a:pt x="2022549" y="1430742"/>
                  </a:lnTo>
                  <a:lnTo>
                    <a:pt x="2021888" y="1430742"/>
                  </a:lnTo>
                  <a:lnTo>
                    <a:pt x="2021228" y="1430742"/>
                  </a:lnTo>
                  <a:lnTo>
                    <a:pt x="2020567" y="1430742"/>
                  </a:lnTo>
                  <a:lnTo>
                    <a:pt x="2019907" y="1430742"/>
                  </a:lnTo>
                  <a:lnTo>
                    <a:pt x="2019246" y="1430742"/>
                  </a:lnTo>
                  <a:lnTo>
                    <a:pt x="2018586" y="1430742"/>
                  </a:lnTo>
                  <a:lnTo>
                    <a:pt x="2017925" y="1430742"/>
                  </a:lnTo>
                  <a:lnTo>
                    <a:pt x="2017265" y="1430742"/>
                  </a:lnTo>
                  <a:lnTo>
                    <a:pt x="2016604" y="1430742"/>
                  </a:lnTo>
                  <a:lnTo>
                    <a:pt x="2015943" y="1430742"/>
                  </a:lnTo>
                  <a:lnTo>
                    <a:pt x="2015283" y="1430742"/>
                  </a:lnTo>
                  <a:lnTo>
                    <a:pt x="2014622" y="1430742"/>
                  </a:lnTo>
                  <a:lnTo>
                    <a:pt x="2013962" y="1430742"/>
                  </a:lnTo>
                  <a:lnTo>
                    <a:pt x="2013301" y="1430742"/>
                  </a:lnTo>
                  <a:lnTo>
                    <a:pt x="2012641" y="1430742"/>
                  </a:lnTo>
                  <a:lnTo>
                    <a:pt x="2011980" y="1430742"/>
                  </a:lnTo>
                  <a:lnTo>
                    <a:pt x="2011320" y="1430742"/>
                  </a:lnTo>
                  <a:lnTo>
                    <a:pt x="2010659" y="1430742"/>
                  </a:lnTo>
                  <a:lnTo>
                    <a:pt x="2009999" y="1430742"/>
                  </a:lnTo>
                  <a:lnTo>
                    <a:pt x="2009338" y="1430742"/>
                  </a:lnTo>
                  <a:lnTo>
                    <a:pt x="2008678" y="1430742"/>
                  </a:lnTo>
                  <a:lnTo>
                    <a:pt x="2008017" y="1430742"/>
                  </a:lnTo>
                  <a:lnTo>
                    <a:pt x="2007357" y="1430742"/>
                  </a:lnTo>
                  <a:lnTo>
                    <a:pt x="2006696" y="1430742"/>
                  </a:lnTo>
                  <a:lnTo>
                    <a:pt x="2006036" y="1430742"/>
                  </a:lnTo>
                  <a:lnTo>
                    <a:pt x="2005375" y="1430742"/>
                  </a:lnTo>
                  <a:lnTo>
                    <a:pt x="2004714" y="1430742"/>
                  </a:lnTo>
                  <a:lnTo>
                    <a:pt x="2004054" y="1430742"/>
                  </a:lnTo>
                  <a:lnTo>
                    <a:pt x="2003393" y="1430742"/>
                  </a:lnTo>
                  <a:lnTo>
                    <a:pt x="2002733" y="1430742"/>
                  </a:lnTo>
                  <a:lnTo>
                    <a:pt x="2002072" y="1430742"/>
                  </a:lnTo>
                  <a:lnTo>
                    <a:pt x="2001412" y="1430742"/>
                  </a:lnTo>
                  <a:lnTo>
                    <a:pt x="2000751" y="1430742"/>
                  </a:lnTo>
                  <a:lnTo>
                    <a:pt x="2000091" y="1430742"/>
                  </a:lnTo>
                  <a:lnTo>
                    <a:pt x="1999430" y="1430742"/>
                  </a:lnTo>
                  <a:lnTo>
                    <a:pt x="1998770" y="1430742"/>
                  </a:lnTo>
                  <a:lnTo>
                    <a:pt x="1998109" y="1430742"/>
                  </a:lnTo>
                  <a:lnTo>
                    <a:pt x="1997449" y="1430742"/>
                  </a:lnTo>
                  <a:lnTo>
                    <a:pt x="1996788" y="1430742"/>
                  </a:lnTo>
                  <a:lnTo>
                    <a:pt x="1996128" y="1430742"/>
                  </a:lnTo>
                  <a:lnTo>
                    <a:pt x="1995467" y="1430742"/>
                  </a:lnTo>
                  <a:lnTo>
                    <a:pt x="1994806" y="1430742"/>
                  </a:lnTo>
                  <a:lnTo>
                    <a:pt x="1994146" y="1430742"/>
                  </a:lnTo>
                  <a:lnTo>
                    <a:pt x="1993485" y="1430742"/>
                  </a:lnTo>
                  <a:lnTo>
                    <a:pt x="1992825" y="1430742"/>
                  </a:lnTo>
                  <a:lnTo>
                    <a:pt x="1992164" y="1430742"/>
                  </a:lnTo>
                  <a:lnTo>
                    <a:pt x="1991504" y="1430742"/>
                  </a:lnTo>
                  <a:lnTo>
                    <a:pt x="1990843" y="1430742"/>
                  </a:lnTo>
                  <a:lnTo>
                    <a:pt x="1990183" y="1430742"/>
                  </a:lnTo>
                  <a:lnTo>
                    <a:pt x="1989522" y="1430742"/>
                  </a:lnTo>
                  <a:lnTo>
                    <a:pt x="1988862" y="1430742"/>
                  </a:lnTo>
                  <a:lnTo>
                    <a:pt x="1988201" y="1430742"/>
                  </a:lnTo>
                  <a:lnTo>
                    <a:pt x="1987541" y="1430742"/>
                  </a:lnTo>
                  <a:lnTo>
                    <a:pt x="1986880" y="1430742"/>
                  </a:lnTo>
                  <a:lnTo>
                    <a:pt x="1986220" y="1430742"/>
                  </a:lnTo>
                  <a:lnTo>
                    <a:pt x="1985559" y="1430742"/>
                  </a:lnTo>
                  <a:lnTo>
                    <a:pt x="1984898" y="1430742"/>
                  </a:lnTo>
                  <a:lnTo>
                    <a:pt x="1984238" y="1430742"/>
                  </a:lnTo>
                  <a:lnTo>
                    <a:pt x="1983577" y="1430742"/>
                  </a:lnTo>
                  <a:lnTo>
                    <a:pt x="1982917" y="1430742"/>
                  </a:lnTo>
                  <a:lnTo>
                    <a:pt x="1982256" y="1430742"/>
                  </a:lnTo>
                  <a:lnTo>
                    <a:pt x="1981596" y="1430742"/>
                  </a:lnTo>
                  <a:lnTo>
                    <a:pt x="1980935" y="1430742"/>
                  </a:lnTo>
                  <a:lnTo>
                    <a:pt x="1980275" y="1430742"/>
                  </a:lnTo>
                  <a:lnTo>
                    <a:pt x="1979614" y="1430742"/>
                  </a:lnTo>
                  <a:lnTo>
                    <a:pt x="1978954" y="1430742"/>
                  </a:lnTo>
                  <a:lnTo>
                    <a:pt x="1978293" y="1430742"/>
                  </a:lnTo>
                  <a:lnTo>
                    <a:pt x="1977633" y="1430742"/>
                  </a:lnTo>
                  <a:lnTo>
                    <a:pt x="1976972" y="1430742"/>
                  </a:lnTo>
                  <a:lnTo>
                    <a:pt x="1976312" y="1430742"/>
                  </a:lnTo>
                  <a:lnTo>
                    <a:pt x="1975651" y="1430742"/>
                  </a:lnTo>
                  <a:lnTo>
                    <a:pt x="1974990" y="1430742"/>
                  </a:lnTo>
                  <a:lnTo>
                    <a:pt x="1974330" y="1430742"/>
                  </a:lnTo>
                  <a:lnTo>
                    <a:pt x="1973669" y="1430742"/>
                  </a:lnTo>
                  <a:lnTo>
                    <a:pt x="1973009" y="1430742"/>
                  </a:lnTo>
                  <a:lnTo>
                    <a:pt x="1972348" y="1430742"/>
                  </a:lnTo>
                  <a:lnTo>
                    <a:pt x="1971688" y="1430742"/>
                  </a:lnTo>
                  <a:lnTo>
                    <a:pt x="1971027" y="1430742"/>
                  </a:lnTo>
                  <a:lnTo>
                    <a:pt x="1970367" y="1430742"/>
                  </a:lnTo>
                  <a:lnTo>
                    <a:pt x="1969706" y="1430742"/>
                  </a:lnTo>
                  <a:lnTo>
                    <a:pt x="1969046" y="1430742"/>
                  </a:lnTo>
                  <a:lnTo>
                    <a:pt x="1968385" y="1430742"/>
                  </a:lnTo>
                  <a:lnTo>
                    <a:pt x="1967725" y="1430742"/>
                  </a:lnTo>
                  <a:lnTo>
                    <a:pt x="1967064" y="1430742"/>
                  </a:lnTo>
                  <a:lnTo>
                    <a:pt x="1966404" y="1430742"/>
                  </a:lnTo>
                  <a:lnTo>
                    <a:pt x="1965743" y="1430742"/>
                  </a:lnTo>
                  <a:lnTo>
                    <a:pt x="1965083" y="1430742"/>
                  </a:lnTo>
                  <a:lnTo>
                    <a:pt x="1964422" y="1430742"/>
                  </a:lnTo>
                  <a:lnTo>
                    <a:pt x="1963761" y="1430742"/>
                  </a:lnTo>
                  <a:lnTo>
                    <a:pt x="1963101" y="1430742"/>
                  </a:lnTo>
                  <a:lnTo>
                    <a:pt x="1962440" y="1430742"/>
                  </a:lnTo>
                  <a:lnTo>
                    <a:pt x="1961780" y="1430742"/>
                  </a:lnTo>
                  <a:lnTo>
                    <a:pt x="1961119" y="1430742"/>
                  </a:lnTo>
                  <a:lnTo>
                    <a:pt x="1960459" y="1430742"/>
                  </a:lnTo>
                  <a:lnTo>
                    <a:pt x="1959798" y="1430742"/>
                  </a:lnTo>
                  <a:lnTo>
                    <a:pt x="1959138" y="1430742"/>
                  </a:lnTo>
                  <a:lnTo>
                    <a:pt x="1958477" y="1430742"/>
                  </a:lnTo>
                  <a:lnTo>
                    <a:pt x="1957817" y="1430742"/>
                  </a:lnTo>
                  <a:lnTo>
                    <a:pt x="1957156" y="1430742"/>
                  </a:lnTo>
                  <a:lnTo>
                    <a:pt x="1956496" y="1430742"/>
                  </a:lnTo>
                  <a:lnTo>
                    <a:pt x="1955835" y="1430742"/>
                  </a:lnTo>
                  <a:lnTo>
                    <a:pt x="1955175" y="1430742"/>
                  </a:lnTo>
                  <a:lnTo>
                    <a:pt x="1954514" y="1430742"/>
                  </a:lnTo>
                  <a:lnTo>
                    <a:pt x="1953853" y="1430742"/>
                  </a:lnTo>
                  <a:lnTo>
                    <a:pt x="1953193" y="1430742"/>
                  </a:lnTo>
                  <a:lnTo>
                    <a:pt x="1952532" y="1430742"/>
                  </a:lnTo>
                  <a:lnTo>
                    <a:pt x="1951872" y="1430742"/>
                  </a:lnTo>
                  <a:lnTo>
                    <a:pt x="1951211" y="1430742"/>
                  </a:lnTo>
                  <a:lnTo>
                    <a:pt x="1950551" y="1430742"/>
                  </a:lnTo>
                  <a:lnTo>
                    <a:pt x="1949890" y="1430742"/>
                  </a:lnTo>
                  <a:lnTo>
                    <a:pt x="1949230" y="1430742"/>
                  </a:lnTo>
                  <a:lnTo>
                    <a:pt x="1948569" y="1430742"/>
                  </a:lnTo>
                  <a:lnTo>
                    <a:pt x="1947909" y="1430742"/>
                  </a:lnTo>
                  <a:lnTo>
                    <a:pt x="1947248" y="1430742"/>
                  </a:lnTo>
                  <a:lnTo>
                    <a:pt x="1946588" y="1430742"/>
                  </a:lnTo>
                  <a:lnTo>
                    <a:pt x="1945927" y="1430742"/>
                  </a:lnTo>
                  <a:lnTo>
                    <a:pt x="1945267" y="1430742"/>
                  </a:lnTo>
                  <a:lnTo>
                    <a:pt x="1944606" y="1430742"/>
                  </a:lnTo>
                  <a:lnTo>
                    <a:pt x="1943945" y="1430742"/>
                  </a:lnTo>
                  <a:lnTo>
                    <a:pt x="1943285" y="1430742"/>
                  </a:lnTo>
                  <a:lnTo>
                    <a:pt x="1942624" y="1430742"/>
                  </a:lnTo>
                  <a:lnTo>
                    <a:pt x="1941964" y="1430742"/>
                  </a:lnTo>
                  <a:lnTo>
                    <a:pt x="1941303" y="1430742"/>
                  </a:lnTo>
                  <a:lnTo>
                    <a:pt x="1940643" y="1430742"/>
                  </a:lnTo>
                  <a:lnTo>
                    <a:pt x="1939982" y="1430742"/>
                  </a:lnTo>
                  <a:lnTo>
                    <a:pt x="1939322" y="1430742"/>
                  </a:lnTo>
                  <a:lnTo>
                    <a:pt x="1938661" y="1430742"/>
                  </a:lnTo>
                  <a:lnTo>
                    <a:pt x="1938001" y="1430742"/>
                  </a:lnTo>
                  <a:lnTo>
                    <a:pt x="1937340" y="1430742"/>
                  </a:lnTo>
                  <a:lnTo>
                    <a:pt x="1936680" y="1430742"/>
                  </a:lnTo>
                  <a:lnTo>
                    <a:pt x="1936019" y="1430742"/>
                  </a:lnTo>
                  <a:lnTo>
                    <a:pt x="1935359" y="1430742"/>
                  </a:lnTo>
                  <a:lnTo>
                    <a:pt x="1934698" y="1430742"/>
                  </a:lnTo>
                  <a:lnTo>
                    <a:pt x="1934038" y="1430742"/>
                  </a:lnTo>
                  <a:lnTo>
                    <a:pt x="1933377" y="1430742"/>
                  </a:lnTo>
                  <a:lnTo>
                    <a:pt x="1932716" y="1430742"/>
                  </a:lnTo>
                  <a:lnTo>
                    <a:pt x="1932056" y="1430742"/>
                  </a:lnTo>
                  <a:lnTo>
                    <a:pt x="1931395" y="1430742"/>
                  </a:lnTo>
                  <a:lnTo>
                    <a:pt x="1930735" y="1430742"/>
                  </a:lnTo>
                  <a:lnTo>
                    <a:pt x="1930074" y="1430742"/>
                  </a:lnTo>
                  <a:lnTo>
                    <a:pt x="1929414" y="1430742"/>
                  </a:lnTo>
                  <a:lnTo>
                    <a:pt x="1928753" y="1430742"/>
                  </a:lnTo>
                  <a:lnTo>
                    <a:pt x="1928093" y="1430742"/>
                  </a:lnTo>
                  <a:lnTo>
                    <a:pt x="1927432" y="1430742"/>
                  </a:lnTo>
                  <a:lnTo>
                    <a:pt x="1926772" y="1430742"/>
                  </a:lnTo>
                  <a:lnTo>
                    <a:pt x="1926111" y="1430742"/>
                  </a:lnTo>
                  <a:lnTo>
                    <a:pt x="1925451" y="1430742"/>
                  </a:lnTo>
                  <a:lnTo>
                    <a:pt x="1924790" y="1430742"/>
                  </a:lnTo>
                  <a:lnTo>
                    <a:pt x="1924130" y="1430742"/>
                  </a:lnTo>
                  <a:lnTo>
                    <a:pt x="1923469" y="1430742"/>
                  </a:lnTo>
                  <a:lnTo>
                    <a:pt x="1922808" y="1430742"/>
                  </a:lnTo>
                  <a:lnTo>
                    <a:pt x="1922148" y="1430742"/>
                  </a:lnTo>
                  <a:lnTo>
                    <a:pt x="1921487" y="1430742"/>
                  </a:lnTo>
                  <a:lnTo>
                    <a:pt x="1920827" y="1430742"/>
                  </a:lnTo>
                  <a:lnTo>
                    <a:pt x="1920166" y="1430742"/>
                  </a:lnTo>
                  <a:lnTo>
                    <a:pt x="1919506" y="1430742"/>
                  </a:lnTo>
                  <a:lnTo>
                    <a:pt x="1918845" y="1430742"/>
                  </a:lnTo>
                  <a:lnTo>
                    <a:pt x="1918185" y="1430742"/>
                  </a:lnTo>
                  <a:lnTo>
                    <a:pt x="1917524" y="1430742"/>
                  </a:lnTo>
                  <a:lnTo>
                    <a:pt x="1916864" y="1430742"/>
                  </a:lnTo>
                  <a:lnTo>
                    <a:pt x="1916203" y="1430742"/>
                  </a:lnTo>
                  <a:lnTo>
                    <a:pt x="1915543" y="1430742"/>
                  </a:lnTo>
                  <a:lnTo>
                    <a:pt x="1914882" y="1430742"/>
                  </a:lnTo>
                  <a:lnTo>
                    <a:pt x="1914222" y="1430742"/>
                  </a:lnTo>
                  <a:lnTo>
                    <a:pt x="1913561" y="1430742"/>
                  </a:lnTo>
                  <a:lnTo>
                    <a:pt x="1912900" y="1430742"/>
                  </a:lnTo>
                  <a:lnTo>
                    <a:pt x="1912240" y="1430742"/>
                  </a:lnTo>
                  <a:lnTo>
                    <a:pt x="1911579" y="1430742"/>
                  </a:lnTo>
                  <a:lnTo>
                    <a:pt x="1910919" y="1430742"/>
                  </a:lnTo>
                  <a:lnTo>
                    <a:pt x="1910258" y="1430742"/>
                  </a:lnTo>
                  <a:lnTo>
                    <a:pt x="1909598" y="1430742"/>
                  </a:lnTo>
                  <a:lnTo>
                    <a:pt x="1908937" y="1430742"/>
                  </a:lnTo>
                  <a:lnTo>
                    <a:pt x="1908277" y="1430742"/>
                  </a:lnTo>
                  <a:lnTo>
                    <a:pt x="1907616" y="1430742"/>
                  </a:lnTo>
                  <a:lnTo>
                    <a:pt x="1906956" y="1430742"/>
                  </a:lnTo>
                  <a:lnTo>
                    <a:pt x="1906295" y="1430742"/>
                  </a:lnTo>
                  <a:lnTo>
                    <a:pt x="1905635" y="1430742"/>
                  </a:lnTo>
                  <a:lnTo>
                    <a:pt x="1904974" y="1430742"/>
                  </a:lnTo>
                  <a:lnTo>
                    <a:pt x="1904314" y="1430742"/>
                  </a:lnTo>
                  <a:lnTo>
                    <a:pt x="1903653" y="1430742"/>
                  </a:lnTo>
                  <a:lnTo>
                    <a:pt x="1902992" y="1430742"/>
                  </a:lnTo>
                  <a:lnTo>
                    <a:pt x="1902332" y="1430742"/>
                  </a:lnTo>
                  <a:lnTo>
                    <a:pt x="1901671" y="1430742"/>
                  </a:lnTo>
                  <a:lnTo>
                    <a:pt x="1901011" y="1430742"/>
                  </a:lnTo>
                  <a:lnTo>
                    <a:pt x="1900350" y="1430742"/>
                  </a:lnTo>
                  <a:lnTo>
                    <a:pt x="1899690" y="1430742"/>
                  </a:lnTo>
                  <a:lnTo>
                    <a:pt x="1899029" y="1430742"/>
                  </a:lnTo>
                  <a:lnTo>
                    <a:pt x="1898369" y="1430742"/>
                  </a:lnTo>
                  <a:lnTo>
                    <a:pt x="1897708" y="1430742"/>
                  </a:lnTo>
                  <a:lnTo>
                    <a:pt x="1897048" y="1430742"/>
                  </a:lnTo>
                  <a:lnTo>
                    <a:pt x="1896387" y="1430742"/>
                  </a:lnTo>
                  <a:lnTo>
                    <a:pt x="1895727" y="1430742"/>
                  </a:lnTo>
                  <a:lnTo>
                    <a:pt x="1895066" y="1430742"/>
                  </a:lnTo>
                  <a:lnTo>
                    <a:pt x="1894406" y="1430742"/>
                  </a:lnTo>
                  <a:lnTo>
                    <a:pt x="1893745" y="1430742"/>
                  </a:lnTo>
                  <a:lnTo>
                    <a:pt x="1893085" y="1430742"/>
                  </a:lnTo>
                  <a:lnTo>
                    <a:pt x="1892424" y="1430742"/>
                  </a:lnTo>
                  <a:lnTo>
                    <a:pt x="1891763" y="1430742"/>
                  </a:lnTo>
                  <a:lnTo>
                    <a:pt x="1891103" y="1430742"/>
                  </a:lnTo>
                  <a:lnTo>
                    <a:pt x="1890442" y="1430742"/>
                  </a:lnTo>
                  <a:lnTo>
                    <a:pt x="1889782" y="1430742"/>
                  </a:lnTo>
                  <a:lnTo>
                    <a:pt x="1889121" y="1430742"/>
                  </a:lnTo>
                  <a:lnTo>
                    <a:pt x="1888461" y="1430742"/>
                  </a:lnTo>
                  <a:lnTo>
                    <a:pt x="1887800" y="1430742"/>
                  </a:lnTo>
                  <a:lnTo>
                    <a:pt x="1887140" y="1430742"/>
                  </a:lnTo>
                  <a:lnTo>
                    <a:pt x="1886479" y="1430742"/>
                  </a:lnTo>
                  <a:lnTo>
                    <a:pt x="1885819" y="1430742"/>
                  </a:lnTo>
                  <a:lnTo>
                    <a:pt x="1885158" y="1430742"/>
                  </a:lnTo>
                  <a:lnTo>
                    <a:pt x="1884498" y="1430742"/>
                  </a:lnTo>
                  <a:lnTo>
                    <a:pt x="1883837" y="1430742"/>
                  </a:lnTo>
                  <a:lnTo>
                    <a:pt x="1883177" y="1430742"/>
                  </a:lnTo>
                  <a:lnTo>
                    <a:pt x="1882516" y="1430742"/>
                  </a:lnTo>
                  <a:lnTo>
                    <a:pt x="1881855" y="1430742"/>
                  </a:lnTo>
                  <a:lnTo>
                    <a:pt x="1881195" y="1430742"/>
                  </a:lnTo>
                  <a:lnTo>
                    <a:pt x="1880534" y="1430742"/>
                  </a:lnTo>
                  <a:lnTo>
                    <a:pt x="1879874" y="1430742"/>
                  </a:lnTo>
                  <a:lnTo>
                    <a:pt x="1879213" y="1430742"/>
                  </a:lnTo>
                  <a:lnTo>
                    <a:pt x="1878553" y="1430742"/>
                  </a:lnTo>
                  <a:lnTo>
                    <a:pt x="1877892" y="1430742"/>
                  </a:lnTo>
                  <a:lnTo>
                    <a:pt x="1877232" y="1430742"/>
                  </a:lnTo>
                  <a:lnTo>
                    <a:pt x="1876571" y="1430742"/>
                  </a:lnTo>
                  <a:lnTo>
                    <a:pt x="1875911" y="1430742"/>
                  </a:lnTo>
                  <a:lnTo>
                    <a:pt x="1875250" y="1430742"/>
                  </a:lnTo>
                  <a:lnTo>
                    <a:pt x="1874590" y="1430742"/>
                  </a:lnTo>
                  <a:lnTo>
                    <a:pt x="1873929" y="1430742"/>
                  </a:lnTo>
                  <a:lnTo>
                    <a:pt x="1873269" y="1430742"/>
                  </a:lnTo>
                  <a:lnTo>
                    <a:pt x="1872608" y="1430742"/>
                  </a:lnTo>
                  <a:lnTo>
                    <a:pt x="1871947" y="1430742"/>
                  </a:lnTo>
                  <a:lnTo>
                    <a:pt x="1871287" y="1430742"/>
                  </a:lnTo>
                  <a:lnTo>
                    <a:pt x="1870626" y="1430742"/>
                  </a:lnTo>
                  <a:lnTo>
                    <a:pt x="1869966" y="1430742"/>
                  </a:lnTo>
                  <a:lnTo>
                    <a:pt x="1869305" y="1430742"/>
                  </a:lnTo>
                  <a:lnTo>
                    <a:pt x="1868645" y="1430742"/>
                  </a:lnTo>
                  <a:lnTo>
                    <a:pt x="1867984" y="1430742"/>
                  </a:lnTo>
                  <a:lnTo>
                    <a:pt x="1867324" y="1430742"/>
                  </a:lnTo>
                  <a:lnTo>
                    <a:pt x="1866663" y="1430742"/>
                  </a:lnTo>
                  <a:lnTo>
                    <a:pt x="1866003" y="1430742"/>
                  </a:lnTo>
                  <a:lnTo>
                    <a:pt x="1865342" y="1430742"/>
                  </a:lnTo>
                  <a:lnTo>
                    <a:pt x="1864682" y="1430742"/>
                  </a:lnTo>
                  <a:lnTo>
                    <a:pt x="1864021" y="1430742"/>
                  </a:lnTo>
                  <a:lnTo>
                    <a:pt x="1863361" y="1430742"/>
                  </a:lnTo>
                  <a:lnTo>
                    <a:pt x="1862700" y="1430742"/>
                  </a:lnTo>
                  <a:lnTo>
                    <a:pt x="1862040" y="1430742"/>
                  </a:lnTo>
                  <a:lnTo>
                    <a:pt x="1861379" y="1430742"/>
                  </a:lnTo>
                  <a:lnTo>
                    <a:pt x="1860718" y="1430742"/>
                  </a:lnTo>
                  <a:lnTo>
                    <a:pt x="1860058" y="1430742"/>
                  </a:lnTo>
                  <a:lnTo>
                    <a:pt x="1859397" y="1430742"/>
                  </a:lnTo>
                  <a:lnTo>
                    <a:pt x="1858737" y="1430742"/>
                  </a:lnTo>
                  <a:lnTo>
                    <a:pt x="1858076" y="1430742"/>
                  </a:lnTo>
                  <a:lnTo>
                    <a:pt x="1857416" y="1430742"/>
                  </a:lnTo>
                  <a:lnTo>
                    <a:pt x="1856755" y="1430742"/>
                  </a:lnTo>
                  <a:lnTo>
                    <a:pt x="1856095" y="1430742"/>
                  </a:lnTo>
                  <a:lnTo>
                    <a:pt x="1855434" y="1430742"/>
                  </a:lnTo>
                  <a:lnTo>
                    <a:pt x="1854774" y="1430742"/>
                  </a:lnTo>
                  <a:lnTo>
                    <a:pt x="1854113" y="1430742"/>
                  </a:lnTo>
                  <a:lnTo>
                    <a:pt x="1853453" y="1430742"/>
                  </a:lnTo>
                  <a:lnTo>
                    <a:pt x="1852792" y="1430742"/>
                  </a:lnTo>
                  <a:lnTo>
                    <a:pt x="1852132" y="1430742"/>
                  </a:lnTo>
                  <a:lnTo>
                    <a:pt x="1851471" y="1430742"/>
                  </a:lnTo>
                  <a:lnTo>
                    <a:pt x="1850810" y="1430742"/>
                  </a:lnTo>
                  <a:lnTo>
                    <a:pt x="1850150" y="1430742"/>
                  </a:lnTo>
                  <a:lnTo>
                    <a:pt x="1849489" y="1430742"/>
                  </a:lnTo>
                  <a:lnTo>
                    <a:pt x="1848829" y="1430742"/>
                  </a:lnTo>
                  <a:lnTo>
                    <a:pt x="1848168" y="1430742"/>
                  </a:lnTo>
                  <a:lnTo>
                    <a:pt x="1847508" y="1430742"/>
                  </a:lnTo>
                  <a:lnTo>
                    <a:pt x="1846847" y="1430742"/>
                  </a:lnTo>
                  <a:lnTo>
                    <a:pt x="1846187" y="1430742"/>
                  </a:lnTo>
                  <a:lnTo>
                    <a:pt x="1845526" y="1430742"/>
                  </a:lnTo>
                  <a:lnTo>
                    <a:pt x="1844866" y="1430742"/>
                  </a:lnTo>
                  <a:lnTo>
                    <a:pt x="1844205" y="1430742"/>
                  </a:lnTo>
                  <a:lnTo>
                    <a:pt x="1843545" y="1430742"/>
                  </a:lnTo>
                  <a:lnTo>
                    <a:pt x="1842884" y="1430742"/>
                  </a:lnTo>
                  <a:lnTo>
                    <a:pt x="1842224" y="1430742"/>
                  </a:lnTo>
                  <a:lnTo>
                    <a:pt x="1841563" y="1430742"/>
                  </a:lnTo>
                  <a:lnTo>
                    <a:pt x="1840902" y="1430742"/>
                  </a:lnTo>
                  <a:lnTo>
                    <a:pt x="1840242" y="1430742"/>
                  </a:lnTo>
                  <a:lnTo>
                    <a:pt x="1839581" y="1430742"/>
                  </a:lnTo>
                  <a:lnTo>
                    <a:pt x="1838921" y="1430742"/>
                  </a:lnTo>
                  <a:lnTo>
                    <a:pt x="1838260" y="1430742"/>
                  </a:lnTo>
                  <a:lnTo>
                    <a:pt x="1837600" y="1430742"/>
                  </a:lnTo>
                  <a:lnTo>
                    <a:pt x="1836939" y="1430742"/>
                  </a:lnTo>
                  <a:lnTo>
                    <a:pt x="1836279" y="1430742"/>
                  </a:lnTo>
                  <a:lnTo>
                    <a:pt x="1835618" y="1430742"/>
                  </a:lnTo>
                  <a:lnTo>
                    <a:pt x="1834958" y="1430742"/>
                  </a:lnTo>
                  <a:lnTo>
                    <a:pt x="1834297" y="1430742"/>
                  </a:lnTo>
                  <a:lnTo>
                    <a:pt x="1833637" y="1430742"/>
                  </a:lnTo>
                  <a:lnTo>
                    <a:pt x="1832976" y="1430742"/>
                  </a:lnTo>
                  <a:lnTo>
                    <a:pt x="1832316" y="1430742"/>
                  </a:lnTo>
                  <a:lnTo>
                    <a:pt x="1831655" y="1430742"/>
                  </a:lnTo>
                  <a:lnTo>
                    <a:pt x="1830994" y="1430742"/>
                  </a:lnTo>
                  <a:lnTo>
                    <a:pt x="1830334" y="1430742"/>
                  </a:lnTo>
                  <a:lnTo>
                    <a:pt x="1829673" y="1430742"/>
                  </a:lnTo>
                  <a:lnTo>
                    <a:pt x="1829013" y="1430742"/>
                  </a:lnTo>
                  <a:lnTo>
                    <a:pt x="1828352" y="1430742"/>
                  </a:lnTo>
                  <a:lnTo>
                    <a:pt x="1827692" y="1430742"/>
                  </a:lnTo>
                  <a:lnTo>
                    <a:pt x="1827031" y="1430742"/>
                  </a:lnTo>
                  <a:lnTo>
                    <a:pt x="1826371" y="1430742"/>
                  </a:lnTo>
                  <a:lnTo>
                    <a:pt x="1825710" y="1430742"/>
                  </a:lnTo>
                  <a:lnTo>
                    <a:pt x="1825050" y="1430742"/>
                  </a:lnTo>
                  <a:lnTo>
                    <a:pt x="1824389" y="1430742"/>
                  </a:lnTo>
                  <a:lnTo>
                    <a:pt x="1823729" y="1430742"/>
                  </a:lnTo>
                  <a:lnTo>
                    <a:pt x="1823068" y="1430742"/>
                  </a:lnTo>
                  <a:lnTo>
                    <a:pt x="1822408" y="1430742"/>
                  </a:lnTo>
                  <a:lnTo>
                    <a:pt x="1821747" y="1430742"/>
                  </a:lnTo>
                  <a:lnTo>
                    <a:pt x="1821087" y="1430742"/>
                  </a:lnTo>
                  <a:lnTo>
                    <a:pt x="1820426" y="1430742"/>
                  </a:lnTo>
                  <a:lnTo>
                    <a:pt x="1819765" y="1430742"/>
                  </a:lnTo>
                  <a:lnTo>
                    <a:pt x="1819105" y="1430742"/>
                  </a:lnTo>
                  <a:lnTo>
                    <a:pt x="1818444" y="1430742"/>
                  </a:lnTo>
                  <a:lnTo>
                    <a:pt x="1817784" y="1430742"/>
                  </a:lnTo>
                  <a:lnTo>
                    <a:pt x="1817123" y="1430742"/>
                  </a:lnTo>
                  <a:lnTo>
                    <a:pt x="1816463" y="1430742"/>
                  </a:lnTo>
                  <a:lnTo>
                    <a:pt x="1815802" y="1430742"/>
                  </a:lnTo>
                  <a:lnTo>
                    <a:pt x="1815142" y="1430742"/>
                  </a:lnTo>
                  <a:lnTo>
                    <a:pt x="1814481" y="1430742"/>
                  </a:lnTo>
                  <a:lnTo>
                    <a:pt x="1813821" y="1430742"/>
                  </a:lnTo>
                  <a:lnTo>
                    <a:pt x="1813160" y="1430742"/>
                  </a:lnTo>
                  <a:lnTo>
                    <a:pt x="1812500" y="1430742"/>
                  </a:lnTo>
                  <a:lnTo>
                    <a:pt x="1811839" y="1430742"/>
                  </a:lnTo>
                  <a:lnTo>
                    <a:pt x="1811179" y="1430742"/>
                  </a:lnTo>
                  <a:lnTo>
                    <a:pt x="1810518" y="1430742"/>
                  </a:lnTo>
                  <a:lnTo>
                    <a:pt x="1809857" y="1430742"/>
                  </a:lnTo>
                  <a:lnTo>
                    <a:pt x="1809197" y="1430742"/>
                  </a:lnTo>
                  <a:lnTo>
                    <a:pt x="1808536" y="1430742"/>
                  </a:lnTo>
                  <a:lnTo>
                    <a:pt x="1807876" y="1430742"/>
                  </a:lnTo>
                  <a:lnTo>
                    <a:pt x="1807215" y="1430742"/>
                  </a:lnTo>
                  <a:lnTo>
                    <a:pt x="1806555" y="1430742"/>
                  </a:lnTo>
                  <a:lnTo>
                    <a:pt x="1805894" y="1430742"/>
                  </a:lnTo>
                  <a:lnTo>
                    <a:pt x="1805234" y="1430742"/>
                  </a:lnTo>
                  <a:lnTo>
                    <a:pt x="1804573" y="1430742"/>
                  </a:lnTo>
                  <a:lnTo>
                    <a:pt x="1803913" y="1430742"/>
                  </a:lnTo>
                  <a:lnTo>
                    <a:pt x="1803252" y="1430742"/>
                  </a:lnTo>
                  <a:lnTo>
                    <a:pt x="1802592" y="1430742"/>
                  </a:lnTo>
                  <a:lnTo>
                    <a:pt x="1801931" y="1430742"/>
                  </a:lnTo>
                  <a:lnTo>
                    <a:pt x="1801271" y="1430742"/>
                  </a:lnTo>
                  <a:lnTo>
                    <a:pt x="1800610" y="1430742"/>
                  </a:lnTo>
                  <a:lnTo>
                    <a:pt x="1799949" y="1430742"/>
                  </a:lnTo>
                  <a:lnTo>
                    <a:pt x="1799289" y="1430742"/>
                  </a:lnTo>
                  <a:lnTo>
                    <a:pt x="1798628" y="1430742"/>
                  </a:lnTo>
                  <a:lnTo>
                    <a:pt x="1797968" y="1430742"/>
                  </a:lnTo>
                  <a:lnTo>
                    <a:pt x="1797307" y="1430742"/>
                  </a:lnTo>
                  <a:lnTo>
                    <a:pt x="1796647" y="1430742"/>
                  </a:lnTo>
                  <a:lnTo>
                    <a:pt x="1795986" y="1430742"/>
                  </a:lnTo>
                  <a:lnTo>
                    <a:pt x="1795326" y="1430742"/>
                  </a:lnTo>
                  <a:lnTo>
                    <a:pt x="1794665" y="1430742"/>
                  </a:lnTo>
                  <a:lnTo>
                    <a:pt x="1794005" y="1430742"/>
                  </a:lnTo>
                  <a:lnTo>
                    <a:pt x="1793344" y="1430742"/>
                  </a:lnTo>
                  <a:lnTo>
                    <a:pt x="1792684" y="1430742"/>
                  </a:lnTo>
                  <a:lnTo>
                    <a:pt x="1792023" y="1430742"/>
                  </a:lnTo>
                  <a:lnTo>
                    <a:pt x="1791363" y="1430742"/>
                  </a:lnTo>
                  <a:lnTo>
                    <a:pt x="1790702" y="1430742"/>
                  </a:lnTo>
                  <a:lnTo>
                    <a:pt x="1790042" y="1430742"/>
                  </a:lnTo>
                  <a:lnTo>
                    <a:pt x="1789381" y="1430742"/>
                  </a:lnTo>
                  <a:lnTo>
                    <a:pt x="1788720" y="1430742"/>
                  </a:lnTo>
                  <a:lnTo>
                    <a:pt x="1788060" y="1430742"/>
                  </a:lnTo>
                  <a:lnTo>
                    <a:pt x="1787399" y="1430742"/>
                  </a:lnTo>
                  <a:lnTo>
                    <a:pt x="1786739" y="1430742"/>
                  </a:lnTo>
                  <a:lnTo>
                    <a:pt x="1786078" y="1430742"/>
                  </a:lnTo>
                  <a:lnTo>
                    <a:pt x="1785418" y="1430742"/>
                  </a:lnTo>
                  <a:lnTo>
                    <a:pt x="1784757" y="1430742"/>
                  </a:lnTo>
                  <a:lnTo>
                    <a:pt x="1784097" y="1430742"/>
                  </a:lnTo>
                  <a:lnTo>
                    <a:pt x="1783436" y="1430742"/>
                  </a:lnTo>
                  <a:lnTo>
                    <a:pt x="1782776" y="1430742"/>
                  </a:lnTo>
                  <a:lnTo>
                    <a:pt x="1782115" y="1430742"/>
                  </a:lnTo>
                  <a:lnTo>
                    <a:pt x="1781455" y="1430742"/>
                  </a:lnTo>
                  <a:lnTo>
                    <a:pt x="1780794" y="1430742"/>
                  </a:lnTo>
                  <a:lnTo>
                    <a:pt x="1780134" y="1430742"/>
                  </a:lnTo>
                  <a:lnTo>
                    <a:pt x="1779473" y="1430742"/>
                  </a:lnTo>
                  <a:lnTo>
                    <a:pt x="1778812" y="1430742"/>
                  </a:lnTo>
                  <a:lnTo>
                    <a:pt x="1778152" y="1430742"/>
                  </a:lnTo>
                  <a:lnTo>
                    <a:pt x="1777491" y="1430742"/>
                  </a:lnTo>
                  <a:lnTo>
                    <a:pt x="1776831" y="1430742"/>
                  </a:lnTo>
                  <a:lnTo>
                    <a:pt x="1776170" y="1430742"/>
                  </a:lnTo>
                  <a:lnTo>
                    <a:pt x="1775510" y="1430742"/>
                  </a:lnTo>
                  <a:lnTo>
                    <a:pt x="1774849" y="1430742"/>
                  </a:lnTo>
                  <a:lnTo>
                    <a:pt x="1774189" y="1430742"/>
                  </a:lnTo>
                  <a:lnTo>
                    <a:pt x="1773528" y="1430742"/>
                  </a:lnTo>
                  <a:lnTo>
                    <a:pt x="1772868" y="1430742"/>
                  </a:lnTo>
                  <a:lnTo>
                    <a:pt x="1772207" y="1430742"/>
                  </a:lnTo>
                  <a:lnTo>
                    <a:pt x="1771547" y="1430742"/>
                  </a:lnTo>
                  <a:lnTo>
                    <a:pt x="1770886" y="1430742"/>
                  </a:lnTo>
                  <a:lnTo>
                    <a:pt x="1770226" y="1430742"/>
                  </a:lnTo>
                  <a:lnTo>
                    <a:pt x="1769565" y="1430742"/>
                  </a:lnTo>
                  <a:lnTo>
                    <a:pt x="1768904" y="1430742"/>
                  </a:lnTo>
                  <a:lnTo>
                    <a:pt x="1768244" y="1430742"/>
                  </a:lnTo>
                  <a:lnTo>
                    <a:pt x="1767583" y="1430742"/>
                  </a:lnTo>
                  <a:lnTo>
                    <a:pt x="1766923" y="1430742"/>
                  </a:lnTo>
                  <a:lnTo>
                    <a:pt x="1766262" y="1430742"/>
                  </a:lnTo>
                  <a:lnTo>
                    <a:pt x="1765602" y="1430742"/>
                  </a:lnTo>
                  <a:lnTo>
                    <a:pt x="1764941" y="1430742"/>
                  </a:lnTo>
                  <a:lnTo>
                    <a:pt x="1764281" y="1430742"/>
                  </a:lnTo>
                  <a:lnTo>
                    <a:pt x="1763620" y="1430742"/>
                  </a:lnTo>
                  <a:lnTo>
                    <a:pt x="1762960" y="1430742"/>
                  </a:lnTo>
                  <a:lnTo>
                    <a:pt x="1762299" y="1430742"/>
                  </a:lnTo>
                  <a:lnTo>
                    <a:pt x="1761639" y="1430742"/>
                  </a:lnTo>
                  <a:lnTo>
                    <a:pt x="1760978" y="1430742"/>
                  </a:lnTo>
                  <a:lnTo>
                    <a:pt x="1760318" y="1430742"/>
                  </a:lnTo>
                  <a:lnTo>
                    <a:pt x="1759657" y="1430742"/>
                  </a:lnTo>
                  <a:lnTo>
                    <a:pt x="1758996" y="1430742"/>
                  </a:lnTo>
                  <a:lnTo>
                    <a:pt x="1758336" y="1430742"/>
                  </a:lnTo>
                  <a:lnTo>
                    <a:pt x="1757675" y="1430742"/>
                  </a:lnTo>
                  <a:lnTo>
                    <a:pt x="1757015" y="1430742"/>
                  </a:lnTo>
                  <a:lnTo>
                    <a:pt x="1756354" y="1430742"/>
                  </a:lnTo>
                  <a:lnTo>
                    <a:pt x="1755694" y="1430742"/>
                  </a:lnTo>
                  <a:lnTo>
                    <a:pt x="1755033" y="1430742"/>
                  </a:lnTo>
                  <a:lnTo>
                    <a:pt x="1754373" y="1430742"/>
                  </a:lnTo>
                  <a:lnTo>
                    <a:pt x="1753712" y="1430742"/>
                  </a:lnTo>
                  <a:lnTo>
                    <a:pt x="1753052" y="1430742"/>
                  </a:lnTo>
                  <a:lnTo>
                    <a:pt x="1752391" y="1430742"/>
                  </a:lnTo>
                  <a:lnTo>
                    <a:pt x="1751731" y="1430742"/>
                  </a:lnTo>
                  <a:lnTo>
                    <a:pt x="1751070" y="1430742"/>
                  </a:lnTo>
                  <a:lnTo>
                    <a:pt x="1750410" y="1430742"/>
                  </a:lnTo>
                  <a:lnTo>
                    <a:pt x="1749749" y="1430742"/>
                  </a:lnTo>
                  <a:lnTo>
                    <a:pt x="1749089" y="1430742"/>
                  </a:lnTo>
                  <a:lnTo>
                    <a:pt x="1748428" y="1430742"/>
                  </a:lnTo>
                  <a:lnTo>
                    <a:pt x="1747767" y="1430742"/>
                  </a:lnTo>
                  <a:lnTo>
                    <a:pt x="1747107" y="1430742"/>
                  </a:lnTo>
                  <a:lnTo>
                    <a:pt x="1746446" y="1430742"/>
                  </a:lnTo>
                  <a:lnTo>
                    <a:pt x="1745786" y="1430742"/>
                  </a:lnTo>
                  <a:lnTo>
                    <a:pt x="1745125" y="1430742"/>
                  </a:lnTo>
                  <a:lnTo>
                    <a:pt x="1744465" y="1430742"/>
                  </a:lnTo>
                  <a:lnTo>
                    <a:pt x="1743804" y="1430742"/>
                  </a:lnTo>
                  <a:lnTo>
                    <a:pt x="1743144" y="1430742"/>
                  </a:lnTo>
                  <a:lnTo>
                    <a:pt x="1742483" y="1430742"/>
                  </a:lnTo>
                  <a:lnTo>
                    <a:pt x="1741823" y="1430742"/>
                  </a:lnTo>
                  <a:lnTo>
                    <a:pt x="1741162" y="1430742"/>
                  </a:lnTo>
                  <a:lnTo>
                    <a:pt x="1740502" y="1430742"/>
                  </a:lnTo>
                  <a:lnTo>
                    <a:pt x="1739841" y="1430742"/>
                  </a:lnTo>
                  <a:lnTo>
                    <a:pt x="1739181" y="1430742"/>
                  </a:lnTo>
                  <a:lnTo>
                    <a:pt x="1738520" y="1430742"/>
                  </a:lnTo>
                  <a:lnTo>
                    <a:pt x="1737859" y="1430742"/>
                  </a:lnTo>
                  <a:lnTo>
                    <a:pt x="1737199" y="1430742"/>
                  </a:lnTo>
                  <a:lnTo>
                    <a:pt x="1736538" y="1430742"/>
                  </a:lnTo>
                  <a:lnTo>
                    <a:pt x="1735878" y="1430742"/>
                  </a:lnTo>
                  <a:lnTo>
                    <a:pt x="1735217" y="1430742"/>
                  </a:lnTo>
                  <a:lnTo>
                    <a:pt x="1734557" y="1430742"/>
                  </a:lnTo>
                  <a:lnTo>
                    <a:pt x="1733896" y="1430742"/>
                  </a:lnTo>
                  <a:lnTo>
                    <a:pt x="1733236" y="1430742"/>
                  </a:lnTo>
                  <a:lnTo>
                    <a:pt x="1732575" y="1430742"/>
                  </a:lnTo>
                  <a:lnTo>
                    <a:pt x="1731915" y="1430742"/>
                  </a:lnTo>
                  <a:lnTo>
                    <a:pt x="1731254" y="1430742"/>
                  </a:lnTo>
                  <a:lnTo>
                    <a:pt x="1730594" y="1430742"/>
                  </a:lnTo>
                  <a:lnTo>
                    <a:pt x="1729933" y="1430742"/>
                  </a:lnTo>
                  <a:lnTo>
                    <a:pt x="1729273" y="1430742"/>
                  </a:lnTo>
                  <a:lnTo>
                    <a:pt x="1728612" y="1430742"/>
                  </a:lnTo>
                  <a:lnTo>
                    <a:pt x="1727951" y="1430742"/>
                  </a:lnTo>
                  <a:lnTo>
                    <a:pt x="1727291" y="1430742"/>
                  </a:lnTo>
                  <a:lnTo>
                    <a:pt x="1726630" y="1430742"/>
                  </a:lnTo>
                  <a:lnTo>
                    <a:pt x="1725970" y="1430742"/>
                  </a:lnTo>
                  <a:lnTo>
                    <a:pt x="1725309" y="1430742"/>
                  </a:lnTo>
                  <a:lnTo>
                    <a:pt x="1724649" y="1430742"/>
                  </a:lnTo>
                  <a:lnTo>
                    <a:pt x="1723988" y="1430742"/>
                  </a:lnTo>
                  <a:lnTo>
                    <a:pt x="1723328" y="1430742"/>
                  </a:lnTo>
                  <a:lnTo>
                    <a:pt x="1722667" y="1430742"/>
                  </a:lnTo>
                  <a:lnTo>
                    <a:pt x="1722007" y="1430742"/>
                  </a:lnTo>
                  <a:lnTo>
                    <a:pt x="1721346" y="1430742"/>
                  </a:lnTo>
                  <a:lnTo>
                    <a:pt x="1720686" y="1430742"/>
                  </a:lnTo>
                  <a:lnTo>
                    <a:pt x="1720025" y="1430742"/>
                  </a:lnTo>
                  <a:lnTo>
                    <a:pt x="1719365" y="1430742"/>
                  </a:lnTo>
                  <a:lnTo>
                    <a:pt x="1718704" y="1430742"/>
                  </a:lnTo>
                  <a:lnTo>
                    <a:pt x="1718044" y="1430742"/>
                  </a:lnTo>
                  <a:lnTo>
                    <a:pt x="1717383" y="1430742"/>
                  </a:lnTo>
                  <a:lnTo>
                    <a:pt x="1716722" y="1430742"/>
                  </a:lnTo>
                  <a:lnTo>
                    <a:pt x="1716062" y="1430742"/>
                  </a:lnTo>
                  <a:lnTo>
                    <a:pt x="1715401" y="1430742"/>
                  </a:lnTo>
                  <a:lnTo>
                    <a:pt x="1714741" y="1430742"/>
                  </a:lnTo>
                  <a:lnTo>
                    <a:pt x="1714080" y="1430742"/>
                  </a:lnTo>
                  <a:lnTo>
                    <a:pt x="1713420" y="1430742"/>
                  </a:lnTo>
                  <a:lnTo>
                    <a:pt x="1712759" y="1430742"/>
                  </a:lnTo>
                  <a:lnTo>
                    <a:pt x="1712099" y="1430742"/>
                  </a:lnTo>
                  <a:lnTo>
                    <a:pt x="1711438" y="1430742"/>
                  </a:lnTo>
                  <a:lnTo>
                    <a:pt x="1710778" y="1430742"/>
                  </a:lnTo>
                  <a:lnTo>
                    <a:pt x="1710117" y="1430742"/>
                  </a:lnTo>
                  <a:lnTo>
                    <a:pt x="1709457" y="1430742"/>
                  </a:lnTo>
                  <a:lnTo>
                    <a:pt x="1708796" y="1430742"/>
                  </a:lnTo>
                  <a:lnTo>
                    <a:pt x="1708136" y="1430742"/>
                  </a:lnTo>
                  <a:lnTo>
                    <a:pt x="1707475" y="1430742"/>
                  </a:lnTo>
                  <a:lnTo>
                    <a:pt x="1706814" y="1430742"/>
                  </a:lnTo>
                  <a:lnTo>
                    <a:pt x="1706154" y="1430742"/>
                  </a:lnTo>
                  <a:lnTo>
                    <a:pt x="1705493" y="1430742"/>
                  </a:lnTo>
                  <a:lnTo>
                    <a:pt x="1704833" y="1430742"/>
                  </a:lnTo>
                  <a:lnTo>
                    <a:pt x="1704172" y="1430742"/>
                  </a:lnTo>
                  <a:lnTo>
                    <a:pt x="1703512" y="1430742"/>
                  </a:lnTo>
                  <a:lnTo>
                    <a:pt x="1702851" y="1430742"/>
                  </a:lnTo>
                  <a:lnTo>
                    <a:pt x="1702191" y="1430742"/>
                  </a:lnTo>
                  <a:lnTo>
                    <a:pt x="1701530" y="1430742"/>
                  </a:lnTo>
                  <a:lnTo>
                    <a:pt x="1700870" y="1430742"/>
                  </a:lnTo>
                  <a:lnTo>
                    <a:pt x="1700209" y="1430742"/>
                  </a:lnTo>
                  <a:lnTo>
                    <a:pt x="1699549" y="1430742"/>
                  </a:lnTo>
                  <a:lnTo>
                    <a:pt x="1698888" y="1430742"/>
                  </a:lnTo>
                  <a:lnTo>
                    <a:pt x="1698228" y="1430742"/>
                  </a:lnTo>
                  <a:lnTo>
                    <a:pt x="1697567" y="1430742"/>
                  </a:lnTo>
                  <a:lnTo>
                    <a:pt x="1696906" y="1430742"/>
                  </a:lnTo>
                  <a:lnTo>
                    <a:pt x="1696246" y="1430742"/>
                  </a:lnTo>
                  <a:lnTo>
                    <a:pt x="1695585" y="1430742"/>
                  </a:lnTo>
                  <a:lnTo>
                    <a:pt x="1694925" y="1430742"/>
                  </a:lnTo>
                  <a:lnTo>
                    <a:pt x="1694264" y="1430742"/>
                  </a:lnTo>
                  <a:lnTo>
                    <a:pt x="1693604" y="1430742"/>
                  </a:lnTo>
                  <a:lnTo>
                    <a:pt x="1692943" y="1430742"/>
                  </a:lnTo>
                  <a:lnTo>
                    <a:pt x="1692283" y="1430742"/>
                  </a:lnTo>
                  <a:lnTo>
                    <a:pt x="1691622" y="1430742"/>
                  </a:lnTo>
                  <a:lnTo>
                    <a:pt x="1690962" y="1430742"/>
                  </a:lnTo>
                  <a:lnTo>
                    <a:pt x="1690301" y="1430742"/>
                  </a:lnTo>
                  <a:lnTo>
                    <a:pt x="1689641" y="1430742"/>
                  </a:lnTo>
                  <a:lnTo>
                    <a:pt x="1688980" y="1430742"/>
                  </a:lnTo>
                  <a:lnTo>
                    <a:pt x="1688320" y="1430742"/>
                  </a:lnTo>
                  <a:lnTo>
                    <a:pt x="1687659" y="1430742"/>
                  </a:lnTo>
                  <a:lnTo>
                    <a:pt x="1686998" y="1430742"/>
                  </a:lnTo>
                  <a:lnTo>
                    <a:pt x="1686338" y="1430742"/>
                  </a:lnTo>
                  <a:lnTo>
                    <a:pt x="1685677" y="1430742"/>
                  </a:lnTo>
                  <a:lnTo>
                    <a:pt x="1685017" y="1430742"/>
                  </a:lnTo>
                  <a:lnTo>
                    <a:pt x="1684356" y="1430742"/>
                  </a:lnTo>
                  <a:lnTo>
                    <a:pt x="1683696" y="1430742"/>
                  </a:lnTo>
                  <a:lnTo>
                    <a:pt x="1683035" y="1430742"/>
                  </a:lnTo>
                  <a:lnTo>
                    <a:pt x="1682375" y="1430742"/>
                  </a:lnTo>
                  <a:lnTo>
                    <a:pt x="1681714" y="1430742"/>
                  </a:lnTo>
                  <a:lnTo>
                    <a:pt x="1681054" y="1430742"/>
                  </a:lnTo>
                  <a:lnTo>
                    <a:pt x="1680393" y="1430742"/>
                  </a:lnTo>
                  <a:lnTo>
                    <a:pt x="1679733" y="1430742"/>
                  </a:lnTo>
                  <a:lnTo>
                    <a:pt x="1679072" y="1430742"/>
                  </a:lnTo>
                  <a:lnTo>
                    <a:pt x="1678412" y="1430742"/>
                  </a:lnTo>
                  <a:lnTo>
                    <a:pt x="1677751" y="1430742"/>
                  </a:lnTo>
                  <a:lnTo>
                    <a:pt x="1677091" y="1430742"/>
                  </a:lnTo>
                  <a:lnTo>
                    <a:pt x="1676430" y="1430742"/>
                  </a:lnTo>
                  <a:lnTo>
                    <a:pt x="1675769" y="1430742"/>
                  </a:lnTo>
                  <a:lnTo>
                    <a:pt x="1675109" y="1430742"/>
                  </a:lnTo>
                  <a:lnTo>
                    <a:pt x="1674448" y="1430742"/>
                  </a:lnTo>
                  <a:lnTo>
                    <a:pt x="1673788" y="1430742"/>
                  </a:lnTo>
                  <a:lnTo>
                    <a:pt x="1673127" y="1430742"/>
                  </a:lnTo>
                  <a:lnTo>
                    <a:pt x="1672467" y="1430742"/>
                  </a:lnTo>
                  <a:lnTo>
                    <a:pt x="1671806" y="1430742"/>
                  </a:lnTo>
                  <a:lnTo>
                    <a:pt x="1671146" y="1430742"/>
                  </a:lnTo>
                  <a:lnTo>
                    <a:pt x="1670485" y="1430742"/>
                  </a:lnTo>
                  <a:lnTo>
                    <a:pt x="1669825" y="1430742"/>
                  </a:lnTo>
                  <a:lnTo>
                    <a:pt x="1669164" y="1430742"/>
                  </a:lnTo>
                  <a:lnTo>
                    <a:pt x="1668504" y="1430742"/>
                  </a:lnTo>
                  <a:lnTo>
                    <a:pt x="1667843" y="1430742"/>
                  </a:lnTo>
                  <a:lnTo>
                    <a:pt x="1667183" y="1430742"/>
                  </a:lnTo>
                  <a:lnTo>
                    <a:pt x="1666522" y="1430742"/>
                  </a:lnTo>
                  <a:lnTo>
                    <a:pt x="1665861" y="1430742"/>
                  </a:lnTo>
                  <a:lnTo>
                    <a:pt x="1665201" y="1430742"/>
                  </a:lnTo>
                  <a:lnTo>
                    <a:pt x="1664540" y="1430742"/>
                  </a:lnTo>
                  <a:lnTo>
                    <a:pt x="1663880" y="1430742"/>
                  </a:lnTo>
                  <a:lnTo>
                    <a:pt x="1663219" y="1430742"/>
                  </a:lnTo>
                  <a:lnTo>
                    <a:pt x="1662559" y="1430742"/>
                  </a:lnTo>
                  <a:lnTo>
                    <a:pt x="1661898" y="1430742"/>
                  </a:lnTo>
                  <a:lnTo>
                    <a:pt x="1661238" y="1430742"/>
                  </a:lnTo>
                  <a:lnTo>
                    <a:pt x="1660577" y="1430742"/>
                  </a:lnTo>
                  <a:lnTo>
                    <a:pt x="1659917" y="1430742"/>
                  </a:lnTo>
                  <a:lnTo>
                    <a:pt x="1659256" y="1430742"/>
                  </a:lnTo>
                  <a:lnTo>
                    <a:pt x="1658596" y="1430742"/>
                  </a:lnTo>
                  <a:lnTo>
                    <a:pt x="1657935" y="1430742"/>
                  </a:lnTo>
                  <a:lnTo>
                    <a:pt x="1657275" y="1430742"/>
                  </a:lnTo>
                  <a:lnTo>
                    <a:pt x="1656614" y="1430742"/>
                  </a:lnTo>
                  <a:lnTo>
                    <a:pt x="1655953" y="1430742"/>
                  </a:lnTo>
                  <a:lnTo>
                    <a:pt x="1655293" y="1430742"/>
                  </a:lnTo>
                  <a:lnTo>
                    <a:pt x="1654632" y="1430742"/>
                  </a:lnTo>
                  <a:lnTo>
                    <a:pt x="1653972" y="1430742"/>
                  </a:lnTo>
                  <a:lnTo>
                    <a:pt x="1653311" y="1430742"/>
                  </a:lnTo>
                  <a:lnTo>
                    <a:pt x="1652651" y="1430742"/>
                  </a:lnTo>
                  <a:lnTo>
                    <a:pt x="1651990" y="1430742"/>
                  </a:lnTo>
                  <a:lnTo>
                    <a:pt x="1651330" y="1430742"/>
                  </a:lnTo>
                  <a:lnTo>
                    <a:pt x="1650669" y="1430742"/>
                  </a:lnTo>
                  <a:lnTo>
                    <a:pt x="1650009" y="1430742"/>
                  </a:lnTo>
                  <a:lnTo>
                    <a:pt x="1649348" y="1430742"/>
                  </a:lnTo>
                  <a:lnTo>
                    <a:pt x="1648688" y="1430742"/>
                  </a:lnTo>
                  <a:lnTo>
                    <a:pt x="1648027" y="1430742"/>
                  </a:lnTo>
                  <a:lnTo>
                    <a:pt x="1647367" y="1430742"/>
                  </a:lnTo>
                  <a:lnTo>
                    <a:pt x="1646706" y="1430742"/>
                  </a:lnTo>
                  <a:lnTo>
                    <a:pt x="1646046" y="1430742"/>
                  </a:lnTo>
                  <a:lnTo>
                    <a:pt x="1645385" y="1430742"/>
                  </a:lnTo>
                  <a:lnTo>
                    <a:pt x="1644724" y="1430742"/>
                  </a:lnTo>
                  <a:lnTo>
                    <a:pt x="1644064" y="1430742"/>
                  </a:lnTo>
                  <a:lnTo>
                    <a:pt x="1643403" y="1430742"/>
                  </a:lnTo>
                  <a:lnTo>
                    <a:pt x="1642743" y="1430742"/>
                  </a:lnTo>
                  <a:lnTo>
                    <a:pt x="1642082" y="1430742"/>
                  </a:lnTo>
                  <a:lnTo>
                    <a:pt x="1641422" y="1430742"/>
                  </a:lnTo>
                  <a:lnTo>
                    <a:pt x="1640761" y="1430742"/>
                  </a:lnTo>
                  <a:lnTo>
                    <a:pt x="1640101" y="1430742"/>
                  </a:lnTo>
                  <a:lnTo>
                    <a:pt x="1639440" y="1430742"/>
                  </a:lnTo>
                  <a:lnTo>
                    <a:pt x="1638780" y="1430742"/>
                  </a:lnTo>
                  <a:lnTo>
                    <a:pt x="1638119" y="1430742"/>
                  </a:lnTo>
                  <a:lnTo>
                    <a:pt x="1637459" y="1430742"/>
                  </a:lnTo>
                  <a:lnTo>
                    <a:pt x="1636798" y="1430742"/>
                  </a:lnTo>
                  <a:lnTo>
                    <a:pt x="1636138" y="1430742"/>
                  </a:lnTo>
                  <a:lnTo>
                    <a:pt x="1635477" y="1430742"/>
                  </a:lnTo>
                  <a:lnTo>
                    <a:pt x="1634816" y="1430742"/>
                  </a:lnTo>
                  <a:lnTo>
                    <a:pt x="1634156" y="1430742"/>
                  </a:lnTo>
                  <a:lnTo>
                    <a:pt x="1633495" y="1430742"/>
                  </a:lnTo>
                  <a:lnTo>
                    <a:pt x="1632835" y="1430742"/>
                  </a:lnTo>
                  <a:lnTo>
                    <a:pt x="1632174" y="1430742"/>
                  </a:lnTo>
                  <a:lnTo>
                    <a:pt x="1631514" y="1430742"/>
                  </a:lnTo>
                  <a:lnTo>
                    <a:pt x="1630853" y="1430742"/>
                  </a:lnTo>
                  <a:lnTo>
                    <a:pt x="1630193" y="1430742"/>
                  </a:lnTo>
                  <a:lnTo>
                    <a:pt x="1629532" y="1430742"/>
                  </a:lnTo>
                  <a:lnTo>
                    <a:pt x="1628872" y="1430742"/>
                  </a:lnTo>
                  <a:lnTo>
                    <a:pt x="1628211" y="1430742"/>
                  </a:lnTo>
                  <a:lnTo>
                    <a:pt x="1627551" y="1430742"/>
                  </a:lnTo>
                  <a:lnTo>
                    <a:pt x="1626890" y="1430742"/>
                  </a:lnTo>
                  <a:lnTo>
                    <a:pt x="1626230" y="1430742"/>
                  </a:lnTo>
                  <a:lnTo>
                    <a:pt x="1625569" y="1430742"/>
                  </a:lnTo>
                  <a:lnTo>
                    <a:pt x="1624908" y="1430742"/>
                  </a:lnTo>
                  <a:lnTo>
                    <a:pt x="1624248" y="1430742"/>
                  </a:lnTo>
                  <a:lnTo>
                    <a:pt x="1623587" y="1430742"/>
                  </a:lnTo>
                  <a:lnTo>
                    <a:pt x="1622927" y="1430742"/>
                  </a:lnTo>
                  <a:lnTo>
                    <a:pt x="1622266" y="1430742"/>
                  </a:lnTo>
                  <a:lnTo>
                    <a:pt x="1621606" y="1430742"/>
                  </a:lnTo>
                  <a:lnTo>
                    <a:pt x="1620945" y="1430742"/>
                  </a:lnTo>
                  <a:lnTo>
                    <a:pt x="1620285" y="1430742"/>
                  </a:lnTo>
                  <a:lnTo>
                    <a:pt x="1619624" y="1430742"/>
                  </a:lnTo>
                  <a:lnTo>
                    <a:pt x="1618964" y="1430742"/>
                  </a:lnTo>
                  <a:lnTo>
                    <a:pt x="1618303" y="1430742"/>
                  </a:lnTo>
                  <a:lnTo>
                    <a:pt x="1617643" y="1430742"/>
                  </a:lnTo>
                  <a:lnTo>
                    <a:pt x="1616982" y="1430742"/>
                  </a:lnTo>
                  <a:lnTo>
                    <a:pt x="1616322" y="1430742"/>
                  </a:lnTo>
                  <a:lnTo>
                    <a:pt x="1615661" y="1430742"/>
                  </a:lnTo>
                  <a:lnTo>
                    <a:pt x="1615001" y="1430742"/>
                  </a:lnTo>
                  <a:lnTo>
                    <a:pt x="1614340" y="1430742"/>
                  </a:lnTo>
                  <a:lnTo>
                    <a:pt x="1613679" y="1430742"/>
                  </a:lnTo>
                  <a:lnTo>
                    <a:pt x="1613019" y="1430742"/>
                  </a:lnTo>
                  <a:lnTo>
                    <a:pt x="1612358" y="1430742"/>
                  </a:lnTo>
                  <a:lnTo>
                    <a:pt x="1611698" y="1430742"/>
                  </a:lnTo>
                  <a:lnTo>
                    <a:pt x="1611037" y="1430742"/>
                  </a:lnTo>
                  <a:lnTo>
                    <a:pt x="1610377" y="1430742"/>
                  </a:lnTo>
                  <a:lnTo>
                    <a:pt x="1609716" y="1430742"/>
                  </a:lnTo>
                  <a:lnTo>
                    <a:pt x="1609056" y="1430742"/>
                  </a:lnTo>
                  <a:lnTo>
                    <a:pt x="1608395" y="1430742"/>
                  </a:lnTo>
                  <a:lnTo>
                    <a:pt x="1607735" y="1430742"/>
                  </a:lnTo>
                  <a:lnTo>
                    <a:pt x="1607074" y="1430742"/>
                  </a:lnTo>
                  <a:lnTo>
                    <a:pt x="1606414" y="1430742"/>
                  </a:lnTo>
                  <a:lnTo>
                    <a:pt x="1605753" y="1430742"/>
                  </a:lnTo>
                  <a:lnTo>
                    <a:pt x="1605093" y="1430742"/>
                  </a:lnTo>
                  <a:lnTo>
                    <a:pt x="1604432" y="1430742"/>
                  </a:lnTo>
                  <a:lnTo>
                    <a:pt x="1603771" y="1430742"/>
                  </a:lnTo>
                  <a:lnTo>
                    <a:pt x="1603111" y="1430742"/>
                  </a:lnTo>
                  <a:lnTo>
                    <a:pt x="1602450" y="1430742"/>
                  </a:lnTo>
                  <a:lnTo>
                    <a:pt x="1601790" y="1430742"/>
                  </a:lnTo>
                  <a:lnTo>
                    <a:pt x="1601129" y="1430742"/>
                  </a:lnTo>
                  <a:lnTo>
                    <a:pt x="1600469" y="1430742"/>
                  </a:lnTo>
                  <a:lnTo>
                    <a:pt x="1599808" y="1430742"/>
                  </a:lnTo>
                  <a:lnTo>
                    <a:pt x="1599148" y="1430742"/>
                  </a:lnTo>
                  <a:lnTo>
                    <a:pt x="1598487" y="1430742"/>
                  </a:lnTo>
                  <a:lnTo>
                    <a:pt x="1597827" y="1430742"/>
                  </a:lnTo>
                  <a:lnTo>
                    <a:pt x="1597166" y="1430742"/>
                  </a:lnTo>
                  <a:lnTo>
                    <a:pt x="1596506" y="1430742"/>
                  </a:lnTo>
                  <a:lnTo>
                    <a:pt x="1595845" y="1430742"/>
                  </a:lnTo>
                  <a:lnTo>
                    <a:pt x="1595185" y="1430742"/>
                  </a:lnTo>
                  <a:lnTo>
                    <a:pt x="1594524" y="1430742"/>
                  </a:lnTo>
                  <a:lnTo>
                    <a:pt x="1593863" y="1430742"/>
                  </a:lnTo>
                  <a:lnTo>
                    <a:pt x="1593203" y="1430742"/>
                  </a:lnTo>
                  <a:lnTo>
                    <a:pt x="1592542" y="1430742"/>
                  </a:lnTo>
                  <a:lnTo>
                    <a:pt x="1591882" y="1430742"/>
                  </a:lnTo>
                  <a:lnTo>
                    <a:pt x="1591221" y="1430742"/>
                  </a:lnTo>
                  <a:lnTo>
                    <a:pt x="1590561" y="1430742"/>
                  </a:lnTo>
                  <a:lnTo>
                    <a:pt x="1589900" y="1430742"/>
                  </a:lnTo>
                  <a:lnTo>
                    <a:pt x="1589240" y="1430742"/>
                  </a:lnTo>
                  <a:lnTo>
                    <a:pt x="1588579" y="1430742"/>
                  </a:lnTo>
                  <a:lnTo>
                    <a:pt x="1587919" y="1430742"/>
                  </a:lnTo>
                  <a:lnTo>
                    <a:pt x="1587258" y="1430742"/>
                  </a:lnTo>
                  <a:lnTo>
                    <a:pt x="1586598" y="1430742"/>
                  </a:lnTo>
                  <a:lnTo>
                    <a:pt x="1585937" y="1430742"/>
                  </a:lnTo>
                  <a:lnTo>
                    <a:pt x="1585277" y="1430742"/>
                  </a:lnTo>
                  <a:lnTo>
                    <a:pt x="1584616" y="1430742"/>
                  </a:lnTo>
                  <a:lnTo>
                    <a:pt x="1583955" y="1430742"/>
                  </a:lnTo>
                  <a:lnTo>
                    <a:pt x="1583295" y="1430742"/>
                  </a:lnTo>
                  <a:lnTo>
                    <a:pt x="1582634" y="1430742"/>
                  </a:lnTo>
                  <a:lnTo>
                    <a:pt x="1581974" y="1430742"/>
                  </a:lnTo>
                  <a:lnTo>
                    <a:pt x="1581313" y="1430742"/>
                  </a:lnTo>
                  <a:lnTo>
                    <a:pt x="1580653" y="1430742"/>
                  </a:lnTo>
                  <a:lnTo>
                    <a:pt x="1579992" y="1430742"/>
                  </a:lnTo>
                  <a:lnTo>
                    <a:pt x="1579332" y="1430742"/>
                  </a:lnTo>
                  <a:lnTo>
                    <a:pt x="1578671" y="1430742"/>
                  </a:lnTo>
                  <a:lnTo>
                    <a:pt x="1578011" y="1430742"/>
                  </a:lnTo>
                  <a:lnTo>
                    <a:pt x="1577350" y="1430742"/>
                  </a:lnTo>
                  <a:lnTo>
                    <a:pt x="1576690" y="1430742"/>
                  </a:lnTo>
                  <a:lnTo>
                    <a:pt x="1576029" y="1430742"/>
                  </a:lnTo>
                  <a:lnTo>
                    <a:pt x="1575369" y="1430742"/>
                  </a:lnTo>
                  <a:lnTo>
                    <a:pt x="1574708" y="1430742"/>
                  </a:lnTo>
                  <a:lnTo>
                    <a:pt x="1574048" y="1430742"/>
                  </a:lnTo>
                  <a:lnTo>
                    <a:pt x="1573387" y="1430742"/>
                  </a:lnTo>
                  <a:lnTo>
                    <a:pt x="1572726" y="1430742"/>
                  </a:lnTo>
                  <a:lnTo>
                    <a:pt x="1572066" y="1430742"/>
                  </a:lnTo>
                  <a:lnTo>
                    <a:pt x="1571405" y="1430742"/>
                  </a:lnTo>
                  <a:lnTo>
                    <a:pt x="1570745" y="1430742"/>
                  </a:lnTo>
                  <a:lnTo>
                    <a:pt x="1570084" y="1430742"/>
                  </a:lnTo>
                  <a:lnTo>
                    <a:pt x="1569424" y="1430742"/>
                  </a:lnTo>
                  <a:lnTo>
                    <a:pt x="1568763" y="1430742"/>
                  </a:lnTo>
                  <a:lnTo>
                    <a:pt x="1568103" y="1430742"/>
                  </a:lnTo>
                  <a:lnTo>
                    <a:pt x="1567442" y="1430742"/>
                  </a:lnTo>
                  <a:lnTo>
                    <a:pt x="1566782" y="1430742"/>
                  </a:lnTo>
                  <a:lnTo>
                    <a:pt x="1566121" y="1430742"/>
                  </a:lnTo>
                  <a:lnTo>
                    <a:pt x="1565461" y="1430742"/>
                  </a:lnTo>
                  <a:lnTo>
                    <a:pt x="1564800" y="1430742"/>
                  </a:lnTo>
                  <a:lnTo>
                    <a:pt x="1564140" y="1430742"/>
                  </a:lnTo>
                  <a:lnTo>
                    <a:pt x="1563479" y="1430742"/>
                  </a:lnTo>
                  <a:lnTo>
                    <a:pt x="1562818" y="1430742"/>
                  </a:lnTo>
                  <a:lnTo>
                    <a:pt x="1562158" y="1430742"/>
                  </a:lnTo>
                  <a:lnTo>
                    <a:pt x="1561497" y="1430742"/>
                  </a:lnTo>
                  <a:lnTo>
                    <a:pt x="1560837" y="1430742"/>
                  </a:lnTo>
                  <a:lnTo>
                    <a:pt x="1560176" y="1430742"/>
                  </a:lnTo>
                  <a:lnTo>
                    <a:pt x="1559516" y="1430742"/>
                  </a:lnTo>
                  <a:lnTo>
                    <a:pt x="1558855" y="1430742"/>
                  </a:lnTo>
                  <a:lnTo>
                    <a:pt x="1558195" y="1430742"/>
                  </a:lnTo>
                  <a:lnTo>
                    <a:pt x="1557534" y="1430742"/>
                  </a:lnTo>
                  <a:lnTo>
                    <a:pt x="1556874" y="1430742"/>
                  </a:lnTo>
                  <a:lnTo>
                    <a:pt x="1556213" y="1430742"/>
                  </a:lnTo>
                  <a:lnTo>
                    <a:pt x="1555553" y="1430742"/>
                  </a:lnTo>
                  <a:lnTo>
                    <a:pt x="1554892" y="1430742"/>
                  </a:lnTo>
                  <a:lnTo>
                    <a:pt x="1554232" y="1430742"/>
                  </a:lnTo>
                  <a:lnTo>
                    <a:pt x="1553571" y="1430742"/>
                  </a:lnTo>
                  <a:lnTo>
                    <a:pt x="1552910" y="1430742"/>
                  </a:lnTo>
                  <a:lnTo>
                    <a:pt x="1552250" y="1430742"/>
                  </a:lnTo>
                  <a:lnTo>
                    <a:pt x="1551589" y="1430742"/>
                  </a:lnTo>
                  <a:lnTo>
                    <a:pt x="1550929" y="1430742"/>
                  </a:lnTo>
                  <a:lnTo>
                    <a:pt x="1550268" y="1430742"/>
                  </a:lnTo>
                  <a:lnTo>
                    <a:pt x="1549608" y="1430742"/>
                  </a:lnTo>
                  <a:lnTo>
                    <a:pt x="1548947" y="1430742"/>
                  </a:lnTo>
                  <a:lnTo>
                    <a:pt x="1548287" y="1430742"/>
                  </a:lnTo>
                  <a:lnTo>
                    <a:pt x="1547626" y="1430742"/>
                  </a:lnTo>
                  <a:lnTo>
                    <a:pt x="1546966" y="1430742"/>
                  </a:lnTo>
                  <a:lnTo>
                    <a:pt x="1546305" y="1430742"/>
                  </a:lnTo>
                  <a:lnTo>
                    <a:pt x="1545645" y="1430742"/>
                  </a:lnTo>
                  <a:lnTo>
                    <a:pt x="1544984" y="1430742"/>
                  </a:lnTo>
                  <a:lnTo>
                    <a:pt x="1544324" y="1430742"/>
                  </a:lnTo>
                  <a:lnTo>
                    <a:pt x="1543663" y="1430742"/>
                  </a:lnTo>
                  <a:lnTo>
                    <a:pt x="1543003" y="1430742"/>
                  </a:lnTo>
                  <a:lnTo>
                    <a:pt x="1542342" y="1430742"/>
                  </a:lnTo>
                  <a:lnTo>
                    <a:pt x="1541681" y="1430742"/>
                  </a:lnTo>
                  <a:lnTo>
                    <a:pt x="1541021" y="1430742"/>
                  </a:lnTo>
                  <a:lnTo>
                    <a:pt x="1540360" y="1430742"/>
                  </a:lnTo>
                  <a:lnTo>
                    <a:pt x="1539700" y="1430742"/>
                  </a:lnTo>
                  <a:lnTo>
                    <a:pt x="1539039" y="1430742"/>
                  </a:lnTo>
                  <a:lnTo>
                    <a:pt x="1538379" y="1430742"/>
                  </a:lnTo>
                  <a:lnTo>
                    <a:pt x="1537718" y="1430742"/>
                  </a:lnTo>
                  <a:lnTo>
                    <a:pt x="1537058" y="1430742"/>
                  </a:lnTo>
                  <a:lnTo>
                    <a:pt x="1536397" y="1430742"/>
                  </a:lnTo>
                  <a:lnTo>
                    <a:pt x="1535737" y="1430742"/>
                  </a:lnTo>
                  <a:lnTo>
                    <a:pt x="1535076" y="1430742"/>
                  </a:lnTo>
                  <a:lnTo>
                    <a:pt x="1534416" y="1430742"/>
                  </a:lnTo>
                  <a:lnTo>
                    <a:pt x="1533755" y="1430742"/>
                  </a:lnTo>
                  <a:lnTo>
                    <a:pt x="1533095" y="1430742"/>
                  </a:lnTo>
                  <a:lnTo>
                    <a:pt x="1532434" y="1430742"/>
                  </a:lnTo>
                  <a:lnTo>
                    <a:pt x="1531773" y="1430742"/>
                  </a:lnTo>
                  <a:lnTo>
                    <a:pt x="1531113" y="1430742"/>
                  </a:lnTo>
                  <a:lnTo>
                    <a:pt x="1530452" y="1430742"/>
                  </a:lnTo>
                  <a:lnTo>
                    <a:pt x="1529792" y="1430742"/>
                  </a:lnTo>
                  <a:lnTo>
                    <a:pt x="1529131" y="1430742"/>
                  </a:lnTo>
                  <a:lnTo>
                    <a:pt x="1528471" y="1430742"/>
                  </a:lnTo>
                  <a:lnTo>
                    <a:pt x="1527810" y="1430742"/>
                  </a:lnTo>
                  <a:lnTo>
                    <a:pt x="1527150" y="1430742"/>
                  </a:lnTo>
                  <a:lnTo>
                    <a:pt x="1526489" y="1430742"/>
                  </a:lnTo>
                  <a:lnTo>
                    <a:pt x="1525829" y="1430742"/>
                  </a:lnTo>
                  <a:lnTo>
                    <a:pt x="1525168" y="1430742"/>
                  </a:lnTo>
                  <a:lnTo>
                    <a:pt x="1524508" y="1430742"/>
                  </a:lnTo>
                  <a:lnTo>
                    <a:pt x="1523847" y="1430742"/>
                  </a:lnTo>
                  <a:lnTo>
                    <a:pt x="1523187" y="1430742"/>
                  </a:lnTo>
                  <a:lnTo>
                    <a:pt x="1522526" y="1430742"/>
                  </a:lnTo>
                  <a:lnTo>
                    <a:pt x="1521865" y="1430742"/>
                  </a:lnTo>
                  <a:lnTo>
                    <a:pt x="1521205" y="1430742"/>
                  </a:lnTo>
                  <a:lnTo>
                    <a:pt x="1520544" y="1430742"/>
                  </a:lnTo>
                  <a:lnTo>
                    <a:pt x="1519884" y="1430742"/>
                  </a:lnTo>
                  <a:lnTo>
                    <a:pt x="1519223" y="1430742"/>
                  </a:lnTo>
                  <a:lnTo>
                    <a:pt x="1518563" y="1430742"/>
                  </a:lnTo>
                  <a:lnTo>
                    <a:pt x="1517902" y="1430742"/>
                  </a:lnTo>
                  <a:lnTo>
                    <a:pt x="1517242" y="1430742"/>
                  </a:lnTo>
                  <a:lnTo>
                    <a:pt x="1516581" y="1430742"/>
                  </a:lnTo>
                  <a:lnTo>
                    <a:pt x="1515921" y="1430742"/>
                  </a:lnTo>
                  <a:lnTo>
                    <a:pt x="1515260" y="1430742"/>
                  </a:lnTo>
                  <a:lnTo>
                    <a:pt x="1514600" y="1430742"/>
                  </a:lnTo>
                  <a:lnTo>
                    <a:pt x="1513939" y="1430742"/>
                  </a:lnTo>
                  <a:lnTo>
                    <a:pt x="1513279" y="1430742"/>
                  </a:lnTo>
                  <a:lnTo>
                    <a:pt x="1512618" y="1430742"/>
                  </a:lnTo>
                  <a:lnTo>
                    <a:pt x="1511957" y="1430742"/>
                  </a:lnTo>
                  <a:lnTo>
                    <a:pt x="1511297" y="1430742"/>
                  </a:lnTo>
                  <a:lnTo>
                    <a:pt x="1510636" y="1430742"/>
                  </a:lnTo>
                  <a:lnTo>
                    <a:pt x="1509976" y="1430742"/>
                  </a:lnTo>
                  <a:lnTo>
                    <a:pt x="1509315" y="1430742"/>
                  </a:lnTo>
                  <a:lnTo>
                    <a:pt x="1508655" y="1430742"/>
                  </a:lnTo>
                  <a:lnTo>
                    <a:pt x="1507994" y="1430742"/>
                  </a:lnTo>
                  <a:lnTo>
                    <a:pt x="1507334" y="1430742"/>
                  </a:lnTo>
                  <a:lnTo>
                    <a:pt x="1506673" y="1430742"/>
                  </a:lnTo>
                  <a:lnTo>
                    <a:pt x="1506013" y="1430742"/>
                  </a:lnTo>
                  <a:lnTo>
                    <a:pt x="1505352" y="1430742"/>
                  </a:lnTo>
                  <a:lnTo>
                    <a:pt x="1504692" y="1430742"/>
                  </a:lnTo>
                  <a:lnTo>
                    <a:pt x="1504031" y="1430742"/>
                  </a:lnTo>
                  <a:lnTo>
                    <a:pt x="1503371" y="1430742"/>
                  </a:lnTo>
                  <a:lnTo>
                    <a:pt x="1502710" y="1430742"/>
                  </a:lnTo>
                  <a:lnTo>
                    <a:pt x="1502050" y="1430742"/>
                  </a:lnTo>
                  <a:lnTo>
                    <a:pt x="1501389" y="1430742"/>
                  </a:lnTo>
                  <a:lnTo>
                    <a:pt x="1500728" y="1430742"/>
                  </a:lnTo>
                  <a:lnTo>
                    <a:pt x="1500068" y="1430742"/>
                  </a:lnTo>
                  <a:lnTo>
                    <a:pt x="1499407" y="1430742"/>
                  </a:lnTo>
                  <a:lnTo>
                    <a:pt x="1498747" y="1430742"/>
                  </a:lnTo>
                  <a:lnTo>
                    <a:pt x="1498086" y="1430742"/>
                  </a:lnTo>
                  <a:lnTo>
                    <a:pt x="1497426" y="1430742"/>
                  </a:lnTo>
                  <a:lnTo>
                    <a:pt x="1496765" y="1430742"/>
                  </a:lnTo>
                  <a:lnTo>
                    <a:pt x="1496105" y="1430742"/>
                  </a:lnTo>
                  <a:lnTo>
                    <a:pt x="1495444" y="1430742"/>
                  </a:lnTo>
                  <a:lnTo>
                    <a:pt x="1494784" y="1430742"/>
                  </a:lnTo>
                  <a:lnTo>
                    <a:pt x="1494123" y="1430742"/>
                  </a:lnTo>
                  <a:lnTo>
                    <a:pt x="1493463" y="1430742"/>
                  </a:lnTo>
                  <a:lnTo>
                    <a:pt x="1492802" y="1430742"/>
                  </a:lnTo>
                  <a:lnTo>
                    <a:pt x="1492142" y="1430742"/>
                  </a:lnTo>
                  <a:lnTo>
                    <a:pt x="1491481" y="1430742"/>
                  </a:lnTo>
                  <a:lnTo>
                    <a:pt x="1490820" y="1430742"/>
                  </a:lnTo>
                  <a:lnTo>
                    <a:pt x="1490160" y="1430742"/>
                  </a:lnTo>
                  <a:lnTo>
                    <a:pt x="1489499" y="1430742"/>
                  </a:lnTo>
                  <a:lnTo>
                    <a:pt x="1488839" y="1430742"/>
                  </a:lnTo>
                  <a:lnTo>
                    <a:pt x="1488178" y="1430742"/>
                  </a:lnTo>
                  <a:lnTo>
                    <a:pt x="1487518" y="1430742"/>
                  </a:lnTo>
                  <a:lnTo>
                    <a:pt x="1486857" y="1430742"/>
                  </a:lnTo>
                  <a:lnTo>
                    <a:pt x="1486197" y="1430742"/>
                  </a:lnTo>
                  <a:lnTo>
                    <a:pt x="1485536" y="1430742"/>
                  </a:lnTo>
                  <a:lnTo>
                    <a:pt x="1484876" y="1430742"/>
                  </a:lnTo>
                  <a:lnTo>
                    <a:pt x="1484215" y="1430742"/>
                  </a:lnTo>
                  <a:lnTo>
                    <a:pt x="1483555" y="1430742"/>
                  </a:lnTo>
                  <a:lnTo>
                    <a:pt x="1482894" y="1430742"/>
                  </a:lnTo>
                  <a:lnTo>
                    <a:pt x="1482234" y="1430742"/>
                  </a:lnTo>
                  <a:lnTo>
                    <a:pt x="1481573" y="1430742"/>
                  </a:lnTo>
                  <a:lnTo>
                    <a:pt x="1480912" y="1430742"/>
                  </a:lnTo>
                  <a:lnTo>
                    <a:pt x="1480252" y="1430742"/>
                  </a:lnTo>
                  <a:lnTo>
                    <a:pt x="1479591" y="1430742"/>
                  </a:lnTo>
                  <a:lnTo>
                    <a:pt x="1478931" y="1430742"/>
                  </a:lnTo>
                  <a:lnTo>
                    <a:pt x="1478270" y="1430742"/>
                  </a:lnTo>
                  <a:lnTo>
                    <a:pt x="1477610" y="1430742"/>
                  </a:lnTo>
                  <a:lnTo>
                    <a:pt x="1476949" y="1430742"/>
                  </a:lnTo>
                  <a:lnTo>
                    <a:pt x="1476289" y="1430742"/>
                  </a:lnTo>
                  <a:lnTo>
                    <a:pt x="1475628" y="1430742"/>
                  </a:lnTo>
                  <a:lnTo>
                    <a:pt x="1474968" y="1430742"/>
                  </a:lnTo>
                  <a:lnTo>
                    <a:pt x="1474307" y="1430742"/>
                  </a:lnTo>
                  <a:lnTo>
                    <a:pt x="1473647" y="1430742"/>
                  </a:lnTo>
                  <a:lnTo>
                    <a:pt x="1472986" y="1430742"/>
                  </a:lnTo>
                  <a:lnTo>
                    <a:pt x="1472326" y="1430742"/>
                  </a:lnTo>
                  <a:lnTo>
                    <a:pt x="1471665" y="1430742"/>
                  </a:lnTo>
                  <a:lnTo>
                    <a:pt x="1471005" y="1430742"/>
                  </a:lnTo>
                  <a:lnTo>
                    <a:pt x="1470344" y="1430742"/>
                  </a:lnTo>
                  <a:lnTo>
                    <a:pt x="1469683" y="1430742"/>
                  </a:lnTo>
                  <a:lnTo>
                    <a:pt x="1469023" y="1430742"/>
                  </a:lnTo>
                  <a:lnTo>
                    <a:pt x="1468362" y="1430742"/>
                  </a:lnTo>
                  <a:lnTo>
                    <a:pt x="1467702" y="1430742"/>
                  </a:lnTo>
                  <a:lnTo>
                    <a:pt x="1467041" y="1430742"/>
                  </a:lnTo>
                  <a:lnTo>
                    <a:pt x="1466381" y="1430742"/>
                  </a:lnTo>
                  <a:lnTo>
                    <a:pt x="1465720" y="1430742"/>
                  </a:lnTo>
                  <a:lnTo>
                    <a:pt x="1465060" y="1430742"/>
                  </a:lnTo>
                  <a:lnTo>
                    <a:pt x="1464399" y="1430742"/>
                  </a:lnTo>
                  <a:lnTo>
                    <a:pt x="1463739" y="1430742"/>
                  </a:lnTo>
                  <a:lnTo>
                    <a:pt x="1463078" y="1430742"/>
                  </a:lnTo>
                  <a:lnTo>
                    <a:pt x="1462418" y="1430742"/>
                  </a:lnTo>
                  <a:lnTo>
                    <a:pt x="1461757" y="1430742"/>
                  </a:lnTo>
                  <a:lnTo>
                    <a:pt x="1461097" y="1430742"/>
                  </a:lnTo>
                  <a:lnTo>
                    <a:pt x="1460436" y="1430742"/>
                  </a:lnTo>
                  <a:lnTo>
                    <a:pt x="1459775" y="1430742"/>
                  </a:lnTo>
                  <a:lnTo>
                    <a:pt x="1459115" y="1430742"/>
                  </a:lnTo>
                  <a:lnTo>
                    <a:pt x="1458454" y="1430742"/>
                  </a:lnTo>
                  <a:lnTo>
                    <a:pt x="1457794" y="1430742"/>
                  </a:lnTo>
                  <a:lnTo>
                    <a:pt x="1457133" y="1430742"/>
                  </a:lnTo>
                  <a:lnTo>
                    <a:pt x="1456473" y="1430742"/>
                  </a:lnTo>
                  <a:lnTo>
                    <a:pt x="1455812" y="1430742"/>
                  </a:lnTo>
                  <a:lnTo>
                    <a:pt x="1455152" y="1430742"/>
                  </a:lnTo>
                  <a:lnTo>
                    <a:pt x="1454491" y="1430742"/>
                  </a:lnTo>
                  <a:lnTo>
                    <a:pt x="1453831" y="1430742"/>
                  </a:lnTo>
                  <a:lnTo>
                    <a:pt x="1453170" y="1430742"/>
                  </a:lnTo>
                  <a:lnTo>
                    <a:pt x="1452510" y="1430742"/>
                  </a:lnTo>
                  <a:lnTo>
                    <a:pt x="1451849" y="1430742"/>
                  </a:lnTo>
                  <a:lnTo>
                    <a:pt x="1451189" y="1430742"/>
                  </a:lnTo>
                  <a:lnTo>
                    <a:pt x="1450528" y="1430742"/>
                  </a:lnTo>
                  <a:lnTo>
                    <a:pt x="1449867" y="1430742"/>
                  </a:lnTo>
                  <a:lnTo>
                    <a:pt x="1449207" y="1430742"/>
                  </a:lnTo>
                  <a:lnTo>
                    <a:pt x="1448546" y="1430742"/>
                  </a:lnTo>
                  <a:lnTo>
                    <a:pt x="1447886" y="1430742"/>
                  </a:lnTo>
                  <a:lnTo>
                    <a:pt x="1447225" y="1430742"/>
                  </a:lnTo>
                  <a:lnTo>
                    <a:pt x="1446565" y="1430742"/>
                  </a:lnTo>
                  <a:lnTo>
                    <a:pt x="1445904" y="1430742"/>
                  </a:lnTo>
                  <a:lnTo>
                    <a:pt x="1445244" y="1430742"/>
                  </a:lnTo>
                  <a:lnTo>
                    <a:pt x="1444583" y="1430742"/>
                  </a:lnTo>
                  <a:lnTo>
                    <a:pt x="1443923" y="1430742"/>
                  </a:lnTo>
                  <a:lnTo>
                    <a:pt x="1443262" y="1430742"/>
                  </a:lnTo>
                  <a:lnTo>
                    <a:pt x="1442602" y="1430742"/>
                  </a:lnTo>
                  <a:lnTo>
                    <a:pt x="1441941" y="1430742"/>
                  </a:lnTo>
                  <a:lnTo>
                    <a:pt x="1441281" y="1430742"/>
                  </a:lnTo>
                  <a:lnTo>
                    <a:pt x="1440620" y="1430742"/>
                  </a:lnTo>
                  <a:lnTo>
                    <a:pt x="1439959" y="1430742"/>
                  </a:lnTo>
                  <a:lnTo>
                    <a:pt x="1439299" y="1430742"/>
                  </a:lnTo>
                  <a:lnTo>
                    <a:pt x="1438638" y="1430742"/>
                  </a:lnTo>
                  <a:lnTo>
                    <a:pt x="1437978" y="1430742"/>
                  </a:lnTo>
                  <a:lnTo>
                    <a:pt x="1437317" y="1430742"/>
                  </a:lnTo>
                  <a:lnTo>
                    <a:pt x="1436657" y="1430742"/>
                  </a:lnTo>
                  <a:lnTo>
                    <a:pt x="1435996" y="1430742"/>
                  </a:lnTo>
                  <a:lnTo>
                    <a:pt x="1435336" y="1430742"/>
                  </a:lnTo>
                  <a:lnTo>
                    <a:pt x="1434675" y="1430742"/>
                  </a:lnTo>
                  <a:lnTo>
                    <a:pt x="1434015" y="1430742"/>
                  </a:lnTo>
                  <a:lnTo>
                    <a:pt x="1433354" y="1430742"/>
                  </a:lnTo>
                  <a:lnTo>
                    <a:pt x="1432694" y="1430742"/>
                  </a:lnTo>
                  <a:lnTo>
                    <a:pt x="1432033" y="1430742"/>
                  </a:lnTo>
                  <a:lnTo>
                    <a:pt x="1431373" y="1430742"/>
                  </a:lnTo>
                  <a:lnTo>
                    <a:pt x="1430712" y="1430742"/>
                  </a:lnTo>
                  <a:lnTo>
                    <a:pt x="1430052" y="1430742"/>
                  </a:lnTo>
                  <a:lnTo>
                    <a:pt x="1429391" y="1430742"/>
                  </a:lnTo>
                  <a:lnTo>
                    <a:pt x="1428730" y="1430742"/>
                  </a:lnTo>
                  <a:lnTo>
                    <a:pt x="1428070" y="1430742"/>
                  </a:lnTo>
                  <a:lnTo>
                    <a:pt x="1427409" y="1430742"/>
                  </a:lnTo>
                  <a:lnTo>
                    <a:pt x="1426749" y="1430742"/>
                  </a:lnTo>
                  <a:lnTo>
                    <a:pt x="1426088" y="1430742"/>
                  </a:lnTo>
                  <a:lnTo>
                    <a:pt x="1425428" y="1430742"/>
                  </a:lnTo>
                  <a:lnTo>
                    <a:pt x="1424767" y="1430742"/>
                  </a:lnTo>
                  <a:lnTo>
                    <a:pt x="1424107" y="1430742"/>
                  </a:lnTo>
                  <a:lnTo>
                    <a:pt x="1423446" y="1430742"/>
                  </a:lnTo>
                  <a:lnTo>
                    <a:pt x="1422786" y="1430742"/>
                  </a:lnTo>
                  <a:lnTo>
                    <a:pt x="1422125" y="1430742"/>
                  </a:lnTo>
                  <a:lnTo>
                    <a:pt x="1421465" y="1430742"/>
                  </a:lnTo>
                  <a:lnTo>
                    <a:pt x="1420804" y="1430742"/>
                  </a:lnTo>
                  <a:lnTo>
                    <a:pt x="1420144" y="1430742"/>
                  </a:lnTo>
                  <a:lnTo>
                    <a:pt x="1419483" y="1430742"/>
                  </a:lnTo>
                  <a:lnTo>
                    <a:pt x="1418822" y="1430742"/>
                  </a:lnTo>
                  <a:lnTo>
                    <a:pt x="1418162" y="1430742"/>
                  </a:lnTo>
                  <a:lnTo>
                    <a:pt x="1417501" y="1430742"/>
                  </a:lnTo>
                  <a:lnTo>
                    <a:pt x="1416841" y="1430742"/>
                  </a:lnTo>
                  <a:lnTo>
                    <a:pt x="1416180" y="1430742"/>
                  </a:lnTo>
                  <a:lnTo>
                    <a:pt x="1415520" y="1430742"/>
                  </a:lnTo>
                  <a:lnTo>
                    <a:pt x="1414859" y="1430742"/>
                  </a:lnTo>
                  <a:lnTo>
                    <a:pt x="1414199" y="1430742"/>
                  </a:lnTo>
                  <a:lnTo>
                    <a:pt x="1413538" y="1430742"/>
                  </a:lnTo>
                  <a:lnTo>
                    <a:pt x="1412878" y="1430742"/>
                  </a:lnTo>
                  <a:lnTo>
                    <a:pt x="1412217" y="1430742"/>
                  </a:lnTo>
                  <a:lnTo>
                    <a:pt x="1411557" y="1430742"/>
                  </a:lnTo>
                  <a:lnTo>
                    <a:pt x="1410896" y="1430742"/>
                  </a:lnTo>
                  <a:lnTo>
                    <a:pt x="1410236" y="1430742"/>
                  </a:lnTo>
                  <a:lnTo>
                    <a:pt x="1409575" y="1430742"/>
                  </a:lnTo>
                  <a:lnTo>
                    <a:pt x="1408914" y="1430742"/>
                  </a:lnTo>
                  <a:lnTo>
                    <a:pt x="1408254" y="1430742"/>
                  </a:lnTo>
                  <a:lnTo>
                    <a:pt x="1407593" y="1430742"/>
                  </a:lnTo>
                  <a:lnTo>
                    <a:pt x="1406933" y="1430742"/>
                  </a:lnTo>
                  <a:lnTo>
                    <a:pt x="1406272" y="1430742"/>
                  </a:lnTo>
                  <a:lnTo>
                    <a:pt x="1405612" y="1430742"/>
                  </a:lnTo>
                  <a:lnTo>
                    <a:pt x="1404951" y="1430742"/>
                  </a:lnTo>
                  <a:lnTo>
                    <a:pt x="1404291" y="1430742"/>
                  </a:lnTo>
                  <a:lnTo>
                    <a:pt x="1403630" y="1430742"/>
                  </a:lnTo>
                  <a:lnTo>
                    <a:pt x="1402970" y="1430742"/>
                  </a:lnTo>
                  <a:lnTo>
                    <a:pt x="1402309" y="1430742"/>
                  </a:lnTo>
                  <a:lnTo>
                    <a:pt x="1401649" y="1430742"/>
                  </a:lnTo>
                  <a:lnTo>
                    <a:pt x="1400988" y="1430742"/>
                  </a:lnTo>
                  <a:lnTo>
                    <a:pt x="1400328" y="1430742"/>
                  </a:lnTo>
                  <a:lnTo>
                    <a:pt x="1399667" y="1430742"/>
                  </a:lnTo>
                  <a:lnTo>
                    <a:pt x="1399007" y="1430742"/>
                  </a:lnTo>
                  <a:lnTo>
                    <a:pt x="1398346" y="1430742"/>
                  </a:lnTo>
                  <a:lnTo>
                    <a:pt x="1397685" y="1430742"/>
                  </a:lnTo>
                  <a:lnTo>
                    <a:pt x="1397025" y="1430742"/>
                  </a:lnTo>
                  <a:lnTo>
                    <a:pt x="1396364" y="1430742"/>
                  </a:lnTo>
                  <a:lnTo>
                    <a:pt x="1395704" y="1430742"/>
                  </a:lnTo>
                  <a:lnTo>
                    <a:pt x="1395043" y="1430742"/>
                  </a:lnTo>
                  <a:lnTo>
                    <a:pt x="1394383" y="1430742"/>
                  </a:lnTo>
                  <a:lnTo>
                    <a:pt x="1393722" y="1430742"/>
                  </a:lnTo>
                  <a:lnTo>
                    <a:pt x="1393062" y="1430742"/>
                  </a:lnTo>
                  <a:lnTo>
                    <a:pt x="1392401" y="1430742"/>
                  </a:lnTo>
                  <a:lnTo>
                    <a:pt x="1391741" y="1430742"/>
                  </a:lnTo>
                  <a:lnTo>
                    <a:pt x="1391080" y="1430742"/>
                  </a:lnTo>
                  <a:lnTo>
                    <a:pt x="1390420" y="1430742"/>
                  </a:lnTo>
                  <a:lnTo>
                    <a:pt x="1389759" y="1430742"/>
                  </a:lnTo>
                  <a:lnTo>
                    <a:pt x="1389099" y="1430742"/>
                  </a:lnTo>
                  <a:lnTo>
                    <a:pt x="1388438" y="1430742"/>
                  </a:lnTo>
                  <a:lnTo>
                    <a:pt x="1387777" y="1430742"/>
                  </a:lnTo>
                  <a:lnTo>
                    <a:pt x="1387117" y="1430742"/>
                  </a:lnTo>
                  <a:lnTo>
                    <a:pt x="1386456" y="1430742"/>
                  </a:lnTo>
                  <a:lnTo>
                    <a:pt x="1385796" y="1430742"/>
                  </a:lnTo>
                  <a:lnTo>
                    <a:pt x="1385135" y="1430742"/>
                  </a:lnTo>
                  <a:lnTo>
                    <a:pt x="1384475" y="1430742"/>
                  </a:lnTo>
                  <a:lnTo>
                    <a:pt x="1383814" y="1430742"/>
                  </a:lnTo>
                  <a:lnTo>
                    <a:pt x="1383154" y="1430742"/>
                  </a:lnTo>
                  <a:lnTo>
                    <a:pt x="1382493" y="1430742"/>
                  </a:lnTo>
                  <a:lnTo>
                    <a:pt x="1381833" y="1430742"/>
                  </a:lnTo>
                  <a:lnTo>
                    <a:pt x="1381172" y="1430742"/>
                  </a:lnTo>
                  <a:lnTo>
                    <a:pt x="1380512" y="1430742"/>
                  </a:lnTo>
                  <a:lnTo>
                    <a:pt x="1379851" y="1430742"/>
                  </a:lnTo>
                  <a:lnTo>
                    <a:pt x="1379191" y="1430742"/>
                  </a:lnTo>
                  <a:lnTo>
                    <a:pt x="1378530" y="1430742"/>
                  </a:lnTo>
                  <a:lnTo>
                    <a:pt x="1377869" y="1430742"/>
                  </a:lnTo>
                  <a:lnTo>
                    <a:pt x="1377209" y="1430742"/>
                  </a:lnTo>
                  <a:lnTo>
                    <a:pt x="1376548" y="1430742"/>
                  </a:lnTo>
                  <a:lnTo>
                    <a:pt x="1375888" y="1430742"/>
                  </a:lnTo>
                  <a:lnTo>
                    <a:pt x="1375227" y="1430742"/>
                  </a:lnTo>
                  <a:lnTo>
                    <a:pt x="1374567" y="1430742"/>
                  </a:lnTo>
                  <a:lnTo>
                    <a:pt x="1373906" y="1430742"/>
                  </a:lnTo>
                  <a:lnTo>
                    <a:pt x="1373246" y="1430742"/>
                  </a:lnTo>
                  <a:lnTo>
                    <a:pt x="1372585" y="1430742"/>
                  </a:lnTo>
                  <a:lnTo>
                    <a:pt x="1371925" y="1430742"/>
                  </a:lnTo>
                  <a:lnTo>
                    <a:pt x="1371264" y="1430742"/>
                  </a:lnTo>
                  <a:lnTo>
                    <a:pt x="1370604" y="1430742"/>
                  </a:lnTo>
                  <a:lnTo>
                    <a:pt x="1369943" y="1430742"/>
                  </a:lnTo>
                  <a:lnTo>
                    <a:pt x="1369283" y="1430742"/>
                  </a:lnTo>
                  <a:lnTo>
                    <a:pt x="1368622" y="1430742"/>
                  </a:lnTo>
                  <a:lnTo>
                    <a:pt x="1367961" y="1430742"/>
                  </a:lnTo>
                  <a:lnTo>
                    <a:pt x="1367301" y="1430742"/>
                  </a:lnTo>
                  <a:lnTo>
                    <a:pt x="1366640" y="1430742"/>
                  </a:lnTo>
                  <a:lnTo>
                    <a:pt x="1365980" y="1430742"/>
                  </a:lnTo>
                  <a:lnTo>
                    <a:pt x="1365319" y="1430742"/>
                  </a:lnTo>
                  <a:lnTo>
                    <a:pt x="1364659" y="1430742"/>
                  </a:lnTo>
                  <a:lnTo>
                    <a:pt x="1363998" y="1430742"/>
                  </a:lnTo>
                  <a:lnTo>
                    <a:pt x="1363338" y="1430742"/>
                  </a:lnTo>
                  <a:lnTo>
                    <a:pt x="1362677" y="1430742"/>
                  </a:lnTo>
                  <a:lnTo>
                    <a:pt x="1362017" y="1430742"/>
                  </a:lnTo>
                  <a:lnTo>
                    <a:pt x="1361356" y="1430742"/>
                  </a:lnTo>
                  <a:lnTo>
                    <a:pt x="1360696" y="1430742"/>
                  </a:lnTo>
                  <a:lnTo>
                    <a:pt x="1360035" y="1430742"/>
                  </a:lnTo>
                  <a:lnTo>
                    <a:pt x="1359375" y="1430742"/>
                  </a:lnTo>
                  <a:lnTo>
                    <a:pt x="1358714" y="1430742"/>
                  </a:lnTo>
                  <a:lnTo>
                    <a:pt x="1358054" y="1430742"/>
                  </a:lnTo>
                  <a:lnTo>
                    <a:pt x="1357393" y="1430742"/>
                  </a:lnTo>
                  <a:lnTo>
                    <a:pt x="1356732" y="1430742"/>
                  </a:lnTo>
                  <a:lnTo>
                    <a:pt x="1356072" y="1430742"/>
                  </a:lnTo>
                  <a:lnTo>
                    <a:pt x="1355411" y="1430742"/>
                  </a:lnTo>
                  <a:lnTo>
                    <a:pt x="1354751" y="1430742"/>
                  </a:lnTo>
                  <a:lnTo>
                    <a:pt x="1354090" y="1430742"/>
                  </a:lnTo>
                  <a:lnTo>
                    <a:pt x="1353430" y="1430742"/>
                  </a:lnTo>
                  <a:lnTo>
                    <a:pt x="1352769" y="1430742"/>
                  </a:lnTo>
                  <a:lnTo>
                    <a:pt x="1352109" y="1430742"/>
                  </a:lnTo>
                  <a:lnTo>
                    <a:pt x="1351448" y="1430742"/>
                  </a:lnTo>
                  <a:lnTo>
                    <a:pt x="1350788" y="1430742"/>
                  </a:lnTo>
                  <a:lnTo>
                    <a:pt x="1350127" y="1430742"/>
                  </a:lnTo>
                  <a:lnTo>
                    <a:pt x="1349467" y="1430742"/>
                  </a:lnTo>
                  <a:lnTo>
                    <a:pt x="1348806" y="1430742"/>
                  </a:lnTo>
                  <a:lnTo>
                    <a:pt x="1348146" y="1430742"/>
                  </a:lnTo>
                  <a:lnTo>
                    <a:pt x="1347485" y="1430742"/>
                  </a:lnTo>
                  <a:lnTo>
                    <a:pt x="1346824" y="1430742"/>
                  </a:lnTo>
                  <a:lnTo>
                    <a:pt x="1346164" y="1430742"/>
                  </a:lnTo>
                  <a:lnTo>
                    <a:pt x="1345503" y="1430742"/>
                  </a:lnTo>
                  <a:lnTo>
                    <a:pt x="1344843" y="1430742"/>
                  </a:lnTo>
                  <a:lnTo>
                    <a:pt x="1344182" y="1430742"/>
                  </a:lnTo>
                  <a:lnTo>
                    <a:pt x="1343522" y="1430742"/>
                  </a:lnTo>
                  <a:lnTo>
                    <a:pt x="1342861" y="1430742"/>
                  </a:lnTo>
                  <a:lnTo>
                    <a:pt x="1342201" y="1430742"/>
                  </a:lnTo>
                  <a:lnTo>
                    <a:pt x="1341540" y="1430742"/>
                  </a:lnTo>
                  <a:lnTo>
                    <a:pt x="1340880" y="1430742"/>
                  </a:lnTo>
                  <a:lnTo>
                    <a:pt x="1340219" y="1430742"/>
                  </a:lnTo>
                  <a:lnTo>
                    <a:pt x="1339559" y="1430742"/>
                  </a:lnTo>
                  <a:lnTo>
                    <a:pt x="1338898" y="1430742"/>
                  </a:lnTo>
                  <a:lnTo>
                    <a:pt x="1338238" y="1430742"/>
                  </a:lnTo>
                  <a:lnTo>
                    <a:pt x="1337577" y="1430742"/>
                  </a:lnTo>
                  <a:lnTo>
                    <a:pt x="1336916" y="1430742"/>
                  </a:lnTo>
                  <a:lnTo>
                    <a:pt x="1336256" y="1430742"/>
                  </a:lnTo>
                  <a:lnTo>
                    <a:pt x="1335595" y="1430742"/>
                  </a:lnTo>
                  <a:lnTo>
                    <a:pt x="1334935" y="1430742"/>
                  </a:lnTo>
                  <a:lnTo>
                    <a:pt x="1334274" y="1430742"/>
                  </a:lnTo>
                  <a:lnTo>
                    <a:pt x="1333614" y="1430742"/>
                  </a:lnTo>
                  <a:lnTo>
                    <a:pt x="1332953" y="1430742"/>
                  </a:lnTo>
                  <a:lnTo>
                    <a:pt x="1332293" y="1430742"/>
                  </a:lnTo>
                  <a:lnTo>
                    <a:pt x="1331632" y="1430742"/>
                  </a:lnTo>
                  <a:lnTo>
                    <a:pt x="1330972" y="1430742"/>
                  </a:lnTo>
                  <a:lnTo>
                    <a:pt x="1330311" y="1430742"/>
                  </a:lnTo>
                  <a:lnTo>
                    <a:pt x="1329651" y="1430742"/>
                  </a:lnTo>
                  <a:lnTo>
                    <a:pt x="1328990" y="1430742"/>
                  </a:lnTo>
                  <a:lnTo>
                    <a:pt x="1328330" y="1430742"/>
                  </a:lnTo>
                  <a:lnTo>
                    <a:pt x="1327669" y="1430742"/>
                  </a:lnTo>
                  <a:lnTo>
                    <a:pt x="1327009" y="1430742"/>
                  </a:lnTo>
                  <a:lnTo>
                    <a:pt x="1326348" y="1430742"/>
                  </a:lnTo>
                  <a:lnTo>
                    <a:pt x="1325687" y="1430742"/>
                  </a:lnTo>
                  <a:lnTo>
                    <a:pt x="1325027" y="1430742"/>
                  </a:lnTo>
                  <a:lnTo>
                    <a:pt x="1324366" y="1430742"/>
                  </a:lnTo>
                  <a:lnTo>
                    <a:pt x="1323706" y="1430742"/>
                  </a:lnTo>
                  <a:lnTo>
                    <a:pt x="1323045" y="1430742"/>
                  </a:lnTo>
                  <a:lnTo>
                    <a:pt x="1322385" y="1430742"/>
                  </a:lnTo>
                  <a:lnTo>
                    <a:pt x="1321724" y="1430742"/>
                  </a:lnTo>
                  <a:lnTo>
                    <a:pt x="1321064" y="1430742"/>
                  </a:lnTo>
                  <a:lnTo>
                    <a:pt x="1320403" y="1430742"/>
                  </a:lnTo>
                  <a:lnTo>
                    <a:pt x="1319743" y="1430742"/>
                  </a:lnTo>
                  <a:lnTo>
                    <a:pt x="1319082" y="1430742"/>
                  </a:lnTo>
                  <a:lnTo>
                    <a:pt x="1318422" y="1430742"/>
                  </a:lnTo>
                  <a:lnTo>
                    <a:pt x="1317761" y="1430742"/>
                  </a:lnTo>
                  <a:lnTo>
                    <a:pt x="1317101" y="1430742"/>
                  </a:lnTo>
                  <a:lnTo>
                    <a:pt x="1316440" y="1430742"/>
                  </a:lnTo>
                  <a:lnTo>
                    <a:pt x="1315779" y="1430742"/>
                  </a:lnTo>
                  <a:lnTo>
                    <a:pt x="1315119" y="1430742"/>
                  </a:lnTo>
                  <a:lnTo>
                    <a:pt x="1314458" y="1430742"/>
                  </a:lnTo>
                  <a:lnTo>
                    <a:pt x="1313798" y="1430742"/>
                  </a:lnTo>
                  <a:lnTo>
                    <a:pt x="1313137" y="1430742"/>
                  </a:lnTo>
                  <a:lnTo>
                    <a:pt x="1312477" y="1430742"/>
                  </a:lnTo>
                  <a:lnTo>
                    <a:pt x="1311816" y="1430742"/>
                  </a:lnTo>
                  <a:lnTo>
                    <a:pt x="1311156" y="1430742"/>
                  </a:lnTo>
                  <a:lnTo>
                    <a:pt x="1310495" y="1430742"/>
                  </a:lnTo>
                  <a:lnTo>
                    <a:pt x="1309835" y="1430742"/>
                  </a:lnTo>
                  <a:lnTo>
                    <a:pt x="1309174" y="1430742"/>
                  </a:lnTo>
                  <a:lnTo>
                    <a:pt x="1308514" y="1430742"/>
                  </a:lnTo>
                  <a:lnTo>
                    <a:pt x="1307853" y="1430742"/>
                  </a:lnTo>
                  <a:lnTo>
                    <a:pt x="1307193" y="1430742"/>
                  </a:lnTo>
                  <a:lnTo>
                    <a:pt x="1306532" y="1430742"/>
                  </a:lnTo>
                  <a:lnTo>
                    <a:pt x="1305871" y="1430742"/>
                  </a:lnTo>
                  <a:lnTo>
                    <a:pt x="1305211" y="1430742"/>
                  </a:lnTo>
                  <a:lnTo>
                    <a:pt x="1304550" y="1430742"/>
                  </a:lnTo>
                  <a:lnTo>
                    <a:pt x="1303890" y="1430742"/>
                  </a:lnTo>
                  <a:lnTo>
                    <a:pt x="1303229" y="1430742"/>
                  </a:lnTo>
                  <a:lnTo>
                    <a:pt x="1302569" y="1430742"/>
                  </a:lnTo>
                  <a:lnTo>
                    <a:pt x="1301908" y="1430742"/>
                  </a:lnTo>
                  <a:lnTo>
                    <a:pt x="1301248" y="1430742"/>
                  </a:lnTo>
                  <a:lnTo>
                    <a:pt x="1300587" y="1430742"/>
                  </a:lnTo>
                  <a:lnTo>
                    <a:pt x="1299927" y="1430742"/>
                  </a:lnTo>
                  <a:lnTo>
                    <a:pt x="1299266" y="1430742"/>
                  </a:lnTo>
                  <a:lnTo>
                    <a:pt x="1298606" y="1430742"/>
                  </a:lnTo>
                  <a:lnTo>
                    <a:pt x="1297945" y="1430742"/>
                  </a:lnTo>
                  <a:lnTo>
                    <a:pt x="1297285" y="1430742"/>
                  </a:lnTo>
                  <a:lnTo>
                    <a:pt x="1296624" y="1430742"/>
                  </a:lnTo>
                  <a:lnTo>
                    <a:pt x="1295963" y="1430742"/>
                  </a:lnTo>
                  <a:lnTo>
                    <a:pt x="1295303" y="1430742"/>
                  </a:lnTo>
                  <a:lnTo>
                    <a:pt x="1294642" y="1430742"/>
                  </a:lnTo>
                  <a:lnTo>
                    <a:pt x="1293982" y="1430742"/>
                  </a:lnTo>
                  <a:lnTo>
                    <a:pt x="1293321" y="1430742"/>
                  </a:lnTo>
                  <a:lnTo>
                    <a:pt x="1292661" y="1430742"/>
                  </a:lnTo>
                  <a:lnTo>
                    <a:pt x="1292000" y="1430742"/>
                  </a:lnTo>
                  <a:lnTo>
                    <a:pt x="1291340" y="1430742"/>
                  </a:lnTo>
                  <a:lnTo>
                    <a:pt x="1290679" y="1430742"/>
                  </a:lnTo>
                  <a:lnTo>
                    <a:pt x="1290019" y="1430742"/>
                  </a:lnTo>
                  <a:lnTo>
                    <a:pt x="1289358" y="1430742"/>
                  </a:lnTo>
                  <a:lnTo>
                    <a:pt x="1288698" y="1430742"/>
                  </a:lnTo>
                  <a:lnTo>
                    <a:pt x="1288037" y="1430742"/>
                  </a:lnTo>
                  <a:lnTo>
                    <a:pt x="1287377" y="1430742"/>
                  </a:lnTo>
                  <a:lnTo>
                    <a:pt x="1286716" y="1430742"/>
                  </a:lnTo>
                  <a:lnTo>
                    <a:pt x="1286056" y="1430742"/>
                  </a:lnTo>
                  <a:lnTo>
                    <a:pt x="1285395" y="1430742"/>
                  </a:lnTo>
                  <a:lnTo>
                    <a:pt x="1284734" y="1430742"/>
                  </a:lnTo>
                  <a:lnTo>
                    <a:pt x="1284074" y="1430742"/>
                  </a:lnTo>
                  <a:lnTo>
                    <a:pt x="1283413" y="1430742"/>
                  </a:lnTo>
                  <a:lnTo>
                    <a:pt x="1282753" y="1430742"/>
                  </a:lnTo>
                  <a:lnTo>
                    <a:pt x="1282092" y="1430742"/>
                  </a:lnTo>
                  <a:lnTo>
                    <a:pt x="1281432" y="1430742"/>
                  </a:lnTo>
                  <a:lnTo>
                    <a:pt x="1280771" y="1430742"/>
                  </a:lnTo>
                  <a:lnTo>
                    <a:pt x="1280111" y="1430742"/>
                  </a:lnTo>
                  <a:lnTo>
                    <a:pt x="1279450" y="1430742"/>
                  </a:lnTo>
                  <a:lnTo>
                    <a:pt x="1278790" y="1430742"/>
                  </a:lnTo>
                  <a:lnTo>
                    <a:pt x="1278129" y="1430742"/>
                  </a:lnTo>
                  <a:lnTo>
                    <a:pt x="1277469" y="1430742"/>
                  </a:lnTo>
                  <a:lnTo>
                    <a:pt x="1276808" y="1430742"/>
                  </a:lnTo>
                  <a:lnTo>
                    <a:pt x="1276148" y="1430742"/>
                  </a:lnTo>
                  <a:lnTo>
                    <a:pt x="1275487" y="1430742"/>
                  </a:lnTo>
                  <a:lnTo>
                    <a:pt x="1274826" y="1430742"/>
                  </a:lnTo>
                  <a:lnTo>
                    <a:pt x="1274166" y="1430742"/>
                  </a:lnTo>
                  <a:lnTo>
                    <a:pt x="1273505" y="1430742"/>
                  </a:lnTo>
                  <a:lnTo>
                    <a:pt x="1272845" y="1430742"/>
                  </a:lnTo>
                  <a:lnTo>
                    <a:pt x="1272184" y="1430742"/>
                  </a:lnTo>
                  <a:lnTo>
                    <a:pt x="1271524" y="1430742"/>
                  </a:lnTo>
                  <a:lnTo>
                    <a:pt x="1270863" y="1430742"/>
                  </a:lnTo>
                  <a:lnTo>
                    <a:pt x="1270203" y="1430742"/>
                  </a:lnTo>
                  <a:lnTo>
                    <a:pt x="1269542" y="1430742"/>
                  </a:lnTo>
                  <a:lnTo>
                    <a:pt x="1268882" y="1430742"/>
                  </a:lnTo>
                  <a:lnTo>
                    <a:pt x="1268221" y="1430742"/>
                  </a:lnTo>
                  <a:lnTo>
                    <a:pt x="1267561" y="1430742"/>
                  </a:lnTo>
                  <a:lnTo>
                    <a:pt x="1266900" y="1430742"/>
                  </a:lnTo>
                  <a:lnTo>
                    <a:pt x="1266240" y="1430742"/>
                  </a:lnTo>
                  <a:lnTo>
                    <a:pt x="1265579" y="1430742"/>
                  </a:lnTo>
                  <a:lnTo>
                    <a:pt x="1264918" y="1430742"/>
                  </a:lnTo>
                  <a:lnTo>
                    <a:pt x="1264258" y="1430742"/>
                  </a:lnTo>
                  <a:lnTo>
                    <a:pt x="1263597" y="1430742"/>
                  </a:lnTo>
                  <a:lnTo>
                    <a:pt x="1262937" y="1430742"/>
                  </a:lnTo>
                  <a:lnTo>
                    <a:pt x="1262276" y="1430742"/>
                  </a:lnTo>
                  <a:lnTo>
                    <a:pt x="1261616" y="1430742"/>
                  </a:lnTo>
                  <a:lnTo>
                    <a:pt x="1260955" y="1430742"/>
                  </a:lnTo>
                  <a:lnTo>
                    <a:pt x="1260295" y="1430742"/>
                  </a:lnTo>
                  <a:lnTo>
                    <a:pt x="1259634" y="1430742"/>
                  </a:lnTo>
                  <a:lnTo>
                    <a:pt x="1258974" y="1430742"/>
                  </a:lnTo>
                  <a:lnTo>
                    <a:pt x="1258313" y="1430742"/>
                  </a:lnTo>
                  <a:lnTo>
                    <a:pt x="1257653" y="1430742"/>
                  </a:lnTo>
                  <a:lnTo>
                    <a:pt x="1256992" y="1430742"/>
                  </a:lnTo>
                  <a:lnTo>
                    <a:pt x="1256332" y="1430742"/>
                  </a:lnTo>
                  <a:lnTo>
                    <a:pt x="1255671" y="1430742"/>
                  </a:lnTo>
                  <a:lnTo>
                    <a:pt x="1255011" y="1430742"/>
                  </a:lnTo>
                  <a:lnTo>
                    <a:pt x="1254350" y="1430742"/>
                  </a:lnTo>
                  <a:lnTo>
                    <a:pt x="1253689" y="1430742"/>
                  </a:lnTo>
                  <a:lnTo>
                    <a:pt x="1253029" y="1430742"/>
                  </a:lnTo>
                  <a:lnTo>
                    <a:pt x="1252368" y="1430742"/>
                  </a:lnTo>
                  <a:lnTo>
                    <a:pt x="1251708" y="1430742"/>
                  </a:lnTo>
                  <a:lnTo>
                    <a:pt x="1251047" y="1430742"/>
                  </a:lnTo>
                  <a:lnTo>
                    <a:pt x="1250387" y="1430742"/>
                  </a:lnTo>
                  <a:lnTo>
                    <a:pt x="1249726" y="1430742"/>
                  </a:lnTo>
                  <a:lnTo>
                    <a:pt x="1249066" y="1430742"/>
                  </a:lnTo>
                  <a:lnTo>
                    <a:pt x="1248405" y="1430742"/>
                  </a:lnTo>
                  <a:lnTo>
                    <a:pt x="1247745" y="1430742"/>
                  </a:lnTo>
                  <a:lnTo>
                    <a:pt x="1247084" y="1430742"/>
                  </a:lnTo>
                  <a:lnTo>
                    <a:pt x="1246424" y="1430742"/>
                  </a:lnTo>
                  <a:lnTo>
                    <a:pt x="1245763" y="1430742"/>
                  </a:lnTo>
                  <a:lnTo>
                    <a:pt x="1245103" y="1430742"/>
                  </a:lnTo>
                  <a:lnTo>
                    <a:pt x="1244442" y="1430742"/>
                  </a:lnTo>
                  <a:lnTo>
                    <a:pt x="1243781" y="1430742"/>
                  </a:lnTo>
                  <a:lnTo>
                    <a:pt x="1243121" y="1430742"/>
                  </a:lnTo>
                  <a:lnTo>
                    <a:pt x="1242460" y="1430742"/>
                  </a:lnTo>
                  <a:lnTo>
                    <a:pt x="1241800" y="1430742"/>
                  </a:lnTo>
                  <a:lnTo>
                    <a:pt x="1241139" y="1430742"/>
                  </a:lnTo>
                  <a:lnTo>
                    <a:pt x="1240479" y="1430742"/>
                  </a:lnTo>
                  <a:lnTo>
                    <a:pt x="1239818" y="1430742"/>
                  </a:lnTo>
                  <a:lnTo>
                    <a:pt x="1239158" y="1430742"/>
                  </a:lnTo>
                  <a:lnTo>
                    <a:pt x="1238497" y="1430742"/>
                  </a:lnTo>
                  <a:lnTo>
                    <a:pt x="1237837" y="1430742"/>
                  </a:lnTo>
                  <a:lnTo>
                    <a:pt x="1237176" y="1430742"/>
                  </a:lnTo>
                  <a:lnTo>
                    <a:pt x="1236516" y="1430742"/>
                  </a:lnTo>
                  <a:lnTo>
                    <a:pt x="1235855" y="1430742"/>
                  </a:lnTo>
                  <a:lnTo>
                    <a:pt x="1235195" y="1430742"/>
                  </a:lnTo>
                  <a:lnTo>
                    <a:pt x="1234534" y="1430742"/>
                  </a:lnTo>
                  <a:lnTo>
                    <a:pt x="1233873" y="1430742"/>
                  </a:lnTo>
                  <a:lnTo>
                    <a:pt x="1233213" y="1430742"/>
                  </a:lnTo>
                  <a:lnTo>
                    <a:pt x="1232552" y="1430742"/>
                  </a:lnTo>
                  <a:lnTo>
                    <a:pt x="1231892" y="1430742"/>
                  </a:lnTo>
                  <a:lnTo>
                    <a:pt x="1231231" y="1430742"/>
                  </a:lnTo>
                  <a:lnTo>
                    <a:pt x="1230571" y="1430742"/>
                  </a:lnTo>
                  <a:lnTo>
                    <a:pt x="1229910" y="1430742"/>
                  </a:lnTo>
                  <a:lnTo>
                    <a:pt x="1229250" y="1430742"/>
                  </a:lnTo>
                  <a:lnTo>
                    <a:pt x="1228589" y="1430742"/>
                  </a:lnTo>
                  <a:lnTo>
                    <a:pt x="1227929" y="1430742"/>
                  </a:lnTo>
                  <a:lnTo>
                    <a:pt x="1227268" y="1430742"/>
                  </a:lnTo>
                  <a:lnTo>
                    <a:pt x="1226608" y="1430742"/>
                  </a:lnTo>
                  <a:lnTo>
                    <a:pt x="1225947" y="1430742"/>
                  </a:lnTo>
                  <a:lnTo>
                    <a:pt x="1225287" y="1430742"/>
                  </a:lnTo>
                  <a:lnTo>
                    <a:pt x="1224626" y="1430742"/>
                  </a:lnTo>
                  <a:lnTo>
                    <a:pt x="1223965" y="1430742"/>
                  </a:lnTo>
                  <a:lnTo>
                    <a:pt x="1223305" y="1430742"/>
                  </a:lnTo>
                  <a:lnTo>
                    <a:pt x="1222644" y="1430742"/>
                  </a:lnTo>
                  <a:lnTo>
                    <a:pt x="1221984" y="1430742"/>
                  </a:lnTo>
                  <a:lnTo>
                    <a:pt x="1221323" y="1430742"/>
                  </a:lnTo>
                  <a:lnTo>
                    <a:pt x="1220663" y="1430742"/>
                  </a:lnTo>
                  <a:lnTo>
                    <a:pt x="1220002" y="1430742"/>
                  </a:lnTo>
                  <a:lnTo>
                    <a:pt x="1219342" y="1430742"/>
                  </a:lnTo>
                  <a:lnTo>
                    <a:pt x="1218681" y="1430742"/>
                  </a:lnTo>
                  <a:lnTo>
                    <a:pt x="1218021" y="1430742"/>
                  </a:lnTo>
                  <a:lnTo>
                    <a:pt x="1217360" y="1430742"/>
                  </a:lnTo>
                  <a:lnTo>
                    <a:pt x="1216700" y="1430742"/>
                  </a:lnTo>
                  <a:lnTo>
                    <a:pt x="1216039" y="1430742"/>
                  </a:lnTo>
                  <a:lnTo>
                    <a:pt x="1215379" y="1430742"/>
                  </a:lnTo>
                  <a:lnTo>
                    <a:pt x="1214718" y="1430742"/>
                  </a:lnTo>
                  <a:lnTo>
                    <a:pt x="1214058" y="1430742"/>
                  </a:lnTo>
                  <a:lnTo>
                    <a:pt x="1213397" y="1430742"/>
                  </a:lnTo>
                  <a:lnTo>
                    <a:pt x="1212736" y="1430742"/>
                  </a:lnTo>
                  <a:lnTo>
                    <a:pt x="1212076" y="1430742"/>
                  </a:lnTo>
                  <a:lnTo>
                    <a:pt x="1211415" y="1430742"/>
                  </a:lnTo>
                  <a:lnTo>
                    <a:pt x="1210755" y="1430742"/>
                  </a:lnTo>
                  <a:lnTo>
                    <a:pt x="1210094" y="1430742"/>
                  </a:lnTo>
                  <a:lnTo>
                    <a:pt x="1209434" y="1430742"/>
                  </a:lnTo>
                  <a:lnTo>
                    <a:pt x="1208773" y="1430742"/>
                  </a:lnTo>
                  <a:lnTo>
                    <a:pt x="1208113" y="1430742"/>
                  </a:lnTo>
                  <a:lnTo>
                    <a:pt x="1207452" y="1430742"/>
                  </a:lnTo>
                  <a:lnTo>
                    <a:pt x="1206792" y="1430742"/>
                  </a:lnTo>
                  <a:lnTo>
                    <a:pt x="1206131" y="1430742"/>
                  </a:lnTo>
                  <a:lnTo>
                    <a:pt x="1205471" y="1430742"/>
                  </a:lnTo>
                  <a:lnTo>
                    <a:pt x="1204810" y="1430742"/>
                  </a:lnTo>
                  <a:lnTo>
                    <a:pt x="1204150" y="1430742"/>
                  </a:lnTo>
                  <a:lnTo>
                    <a:pt x="1203489" y="1430742"/>
                  </a:lnTo>
                  <a:lnTo>
                    <a:pt x="1202828" y="1430742"/>
                  </a:lnTo>
                  <a:lnTo>
                    <a:pt x="1202168" y="1430742"/>
                  </a:lnTo>
                  <a:lnTo>
                    <a:pt x="1201507" y="1430742"/>
                  </a:lnTo>
                  <a:lnTo>
                    <a:pt x="1200847" y="1430742"/>
                  </a:lnTo>
                  <a:lnTo>
                    <a:pt x="1200186" y="1430742"/>
                  </a:lnTo>
                  <a:lnTo>
                    <a:pt x="1199526" y="1430742"/>
                  </a:lnTo>
                  <a:lnTo>
                    <a:pt x="1198865" y="1430742"/>
                  </a:lnTo>
                  <a:lnTo>
                    <a:pt x="1198205" y="1430742"/>
                  </a:lnTo>
                  <a:lnTo>
                    <a:pt x="1197544" y="1430742"/>
                  </a:lnTo>
                  <a:lnTo>
                    <a:pt x="1196884" y="1430742"/>
                  </a:lnTo>
                  <a:lnTo>
                    <a:pt x="1196223" y="1430742"/>
                  </a:lnTo>
                  <a:lnTo>
                    <a:pt x="1195563" y="1430742"/>
                  </a:lnTo>
                  <a:lnTo>
                    <a:pt x="1194902" y="1430742"/>
                  </a:lnTo>
                  <a:lnTo>
                    <a:pt x="1194242" y="1430742"/>
                  </a:lnTo>
                  <a:lnTo>
                    <a:pt x="1193581" y="1430742"/>
                  </a:lnTo>
                  <a:lnTo>
                    <a:pt x="1192920" y="1430742"/>
                  </a:lnTo>
                  <a:lnTo>
                    <a:pt x="1192260" y="1430742"/>
                  </a:lnTo>
                  <a:lnTo>
                    <a:pt x="1191599" y="1430742"/>
                  </a:lnTo>
                  <a:lnTo>
                    <a:pt x="1190939" y="1430742"/>
                  </a:lnTo>
                  <a:lnTo>
                    <a:pt x="1190278" y="1430742"/>
                  </a:lnTo>
                  <a:lnTo>
                    <a:pt x="1189618" y="1430742"/>
                  </a:lnTo>
                  <a:lnTo>
                    <a:pt x="1188957" y="1430742"/>
                  </a:lnTo>
                  <a:lnTo>
                    <a:pt x="1188297" y="1430742"/>
                  </a:lnTo>
                  <a:lnTo>
                    <a:pt x="1187636" y="1430742"/>
                  </a:lnTo>
                  <a:lnTo>
                    <a:pt x="1186976" y="1430742"/>
                  </a:lnTo>
                  <a:lnTo>
                    <a:pt x="1186315" y="1430742"/>
                  </a:lnTo>
                  <a:lnTo>
                    <a:pt x="1185655" y="1430742"/>
                  </a:lnTo>
                  <a:lnTo>
                    <a:pt x="1184994" y="1430742"/>
                  </a:lnTo>
                  <a:lnTo>
                    <a:pt x="1184334" y="1430742"/>
                  </a:lnTo>
                  <a:lnTo>
                    <a:pt x="1183673" y="1430742"/>
                  </a:lnTo>
                  <a:lnTo>
                    <a:pt x="1183013" y="1430742"/>
                  </a:lnTo>
                  <a:lnTo>
                    <a:pt x="1182352" y="1430742"/>
                  </a:lnTo>
                  <a:lnTo>
                    <a:pt x="1181691" y="1430742"/>
                  </a:lnTo>
                  <a:lnTo>
                    <a:pt x="1181031" y="1430742"/>
                  </a:lnTo>
                  <a:lnTo>
                    <a:pt x="1180370" y="1430742"/>
                  </a:lnTo>
                  <a:lnTo>
                    <a:pt x="1179710" y="1430742"/>
                  </a:lnTo>
                  <a:lnTo>
                    <a:pt x="1179049" y="1430742"/>
                  </a:lnTo>
                  <a:lnTo>
                    <a:pt x="1178389" y="1430742"/>
                  </a:lnTo>
                  <a:lnTo>
                    <a:pt x="1177728" y="1430742"/>
                  </a:lnTo>
                  <a:lnTo>
                    <a:pt x="1177068" y="1430742"/>
                  </a:lnTo>
                  <a:lnTo>
                    <a:pt x="1176407" y="1430742"/>
                  </a:lnTo>
                  <a:lnTo>
                    <a:pt x="1175747" y="1430742"/>
                  </a:lnTo>
                  <a:lnTo>
                    <a:pt x="1175086" y="1430742"/>
                  </a:lnTo>
                  <a:lnTo>
                    <a:pt x="1174426" y="1430742"/>
                  </a:lnTo>
                  <a:lnTo>
                    <a:pt x="1173765" y="1430742"/>
                  </a:lnTo>
                  <a:lnTo>
                    <a:pt x="1173105" y="1430742"/>
                  </a:lnTo>
                  <a:lnTo>
                    <a:pt x="1172444" y="1430742"/>
                  </a:lnTo>
                  <a:lnTo>
                    <a:pt x="1171783" y="1430742"/>
                  </a:lnTo>
                  <a:lnTo>
                    <a:pt x="1171123" y="1430742"/>
                  </a:lnTo>
                  <a:lnTo>
                    <a:pt x="1170462" y="1430742"/>
                  </a:lnTo>
                  <a:lnTo>
                    <a:pt x="1169802" y="1430742"/>
                  </a:lnTo>
                  <a:lnTo>
                    <a:pt x="1169141" y="1430742"/>
                  </a:lnTo>
                  <a:lnTo>
                    <a:pt x="1168481" y="1430742"/>
                  </a:lnTo>
                  <a:lnTo>
                    <a:pt x="1167820" y="1430742"/>
                  </a:lnTo>
                  <a:lnTo>
                    <a:pt x="1167160" y="1430742"/>
                  </a:lnTo>
                  <a:lnTo>
                    <a:pt x="1166499" y="1430742"/>
                  </a:lnTo>
                  <a:lnTo>
                    <a:pt x="1165839" y="1430742"/>
                  </a:lnTo>
                  <a:lnTo>
                    <a:pt x="1165178" y="1430742"/>
                  </a:lnTo>
                  <a:lnTo>
                    <a:pt x="1164518" y="1430742"/>
                  </a:lnTo>
                  <a:lnTo>
                    <a:pt x="1163857" y="1430742"/>
                  </a:lnTo>
                  <a:lnTo>
                    <a:pt x="1163197" y="1430742"/>
                  </a:lnTo>
                  <a:lnTo>
                    <a:pt x="1162536" y="1430742"/>
                  </a:lnTo>
                  <a:lnTo>
                    <a:pt x="1161875" y="1430742"/>
                  </a:lnTo>
                  <a:lnTo>
                    <a:pt x="1161215" y="1430742"/>
                  </a:lnTo>
                  <a:lnTo>
                    <a:pt x="1160554" y="1430742"/>
                  </a:lnTo>
                  <a:lnTo>
                    <a:pt x="1159894" y="1430742"/>
                  </a:lnTo>
                  <a:lnTo>
                    <a:pt x="1159233" y="1430742"/>
                  </a:lnTo>
                  <a:lnTo>
                    <a:pt x="1158573" y="1430742"/>
                  </a:lnTo>
                  <a:lnTo>
                    <a:pt x="1157912" y="1430742"/>
                  </a:lnTo>
                  <a:lnTo>
                    <a:pt x="1157252" y="1430742"/>
                  </a:lnTo>
                  <a:lnTo>
                    <a:pt x="1156591" y="1430742"/>
                  </a:lnTo>
                  <a:lnTo>
                    <a:pt x="1155931" y="1430742"/>
                  </a:lnTo>
                  <a:lnTo>
                    <a:pt x="1155270" y="1430742"/>
                  </a:lnTo>
                  <a:lnTo>
                    <a:pt x="1154610" y="1430742"/>
                  </a:lnTo>
                  <a:lnTo>
                    <a:pt x="1153949" y="1430742"/>
                  </a:lnTo>
                  <a:lnTo>
                    <a:pt x="1153289" y="1430742"/>
                  </a:lnTo>
                  <a:lnTo>
                    <a:pt x="1152628" y="1430742"/>
                  </a:lnTo>
                  <a:lnTo>
                    <a:pt x="1151967" y="1430742"/>
                  </a:lnTo>
                  <a:lnTo>
                    <a:pt x="1151307" y="1430742"/>
                  </a:lnTo>
                  <a:lnTo>
                    <a:pt x="1150646" y="1430742"/>
                  </a:lnTo>
                  <a:lnTo>
                    <a:pt x="1149986" y="1430742"/>
                  </a:lnTo>
                  <a:lnTo>
                    <a:pt x="1149325" y="1430742"/>
                  </a:lnTo>
                  <a:lnTo>
                    <a:pt x="1148665" y="1430742"/>
                  </a:lnTo>
                  <a:lnTo>
                    <a:pt x="1148004" y="1430742"/>
                  </a:lnTo>
                  <a:lnTo>
                    <a:pt x="1147344" y="1430742"/>
                  </a:lnTo>
                  <a:lnTo>
                    <a:pt x="1146683" y="1430742"/>
                  </a:lnTo>
                  <a:lnTo>
                    <a:pt x="1146023" y="1430742"/>
                  </a:lnTo>
                  <a:lnTo>
                    <a:pt x="1145362" y="1430742"/>
                  </a:lnTo>
                  <a:lnTo>
                    <a:pt x="1144702" y="1430742"/>
                  </a:lnTo>
                  <a:lnTo>
                    <a:pt x="1144041" y="1430742"/>
                  </a:lnTo>
                  <a:lnTo>
                    <a:pt x="1143381" y="1430742"/>
                  </a:lnTo>
                  <a:lnTo>
                    <a:pt x="1142720" y="1430742"/>
                  </a:lnTo>
                  <a:lnTo>
                    <a:pt x="1142060" y="1430742"/>
                  </a:lnTo>
                  <a:lnTo>
                    <a:pt x="1141399" y="1430742"/>
                  </a:lnTo>
                  <a:lnTo>
                    <a:pt x="1140738" y="1430742"/>
                  </a:lnTo>
                  <a:lnTo>
                    <a:pt x="1140078" y="1430742"/>
                  </a:lnTo>
                  <a:lnTo>
                    <a:pt x="1139417" y="1430742"/>
                  </a:lnTo>
                  <a:lnTo>
                    <a:pt x="1138757" y="1430742"/>
                  </a:lnTo>
                  <a:lnTo>
                    <a:pt x="1138096" y="1430742"/>
                  </a:lnTo>
                  <a:lnTo>
                    <a:pt x="1137436" y="1430742"/>
                  </a:lnTo>
                  <a:lnTo>
                    <a:pt x="1136775" y="1430742"/>
                  </a:lnTo>
                  <a:lnTo>
                    <a:pt x="1136115" y="1430742"/>
                  </a:lnTo>
                  <a:lnTo>
                    <a:pt x="1135454" y="1430742"/>
                  </a:lnTo>
                  <a:lnTo>
                    <a:pt x="1134794" y="1430742"/>
                  </a:lnTo>
                  <a:lnTo>
                    <a:pt x="1134133" y="1430742"/>
                  </a:lnTo>
                  <a:lnTo>
                    <a:pt x="1133473" y="1430742"/>
                  </a:lnTo>
                  <a:lnTo>
                    <a:pt x="1132812" y="1430742"/>
                  </a:lnTo>
                  <a:lnTo>
                    <a:pt x="1132152" y="1430742"/>
                  </a:lnTo>
                  <a:lnTo>
                    <a:pt x="1131491" y="1430742"/>
                  </a:lnTo>
                  <a:lnTo>
                    <a:pt x="1130830" y="1430742"/>
                  </a:lnTo>
                  <a:lnTo>
                    <a:pt x="1130170" y="1430742"/>
                  </a:lnTo>
                  <a:lnTo>
                    <a:pt x="1129509" y="1430742"/>
                  </a:lnTo>
                  <a:lnTo>
                    <a:pt x="1128849" y="1430742"/>
                  </a:lnTo>
                  <a:lnTo>
                    <a:pt x="1128188" y="1430742"/>
                  </a:lnTo>
                  <a:lnTo>
                    <a:pt x="1127528" y="1430742"/>
                  </a:lnTo>
                  <a:lnTo>
                    <a:pt x="1126867" y="1430742"/>
                  </a:lnTo>
                  <a:lnTo>
                    <a:pt x="1126207" y="1430742"/>
                  </a:lnTo>
                  <a:lnTo>
                    <a:pt x="1125546" y="1430742"/>
                  </a:lnTo>
                  <a:lnTo>
                    <a:pt x="1124886" y="1430742"/>
                  </a:lnTo>
                  <a:lnTo>
                    <a:pt x="1124225" y="1430742"/>
                  </a:lnTo>
                  <a:lnTo>
                    <a:pt x="1123565" y="1430742"/>
                  </a:lnTo>
                  <a:lnTo>
                    <a:pt x="1122904" y="1430742"/>
                  </a:lnTo>
                  <a:lnTo>
                    <a:pt x="1122244" y="1430742"/>
                  </a:lnTo>
                  <a:lnTo>
                    <a:pt x="1121583" y="1430742"/>
                  </a:lnTo>
                  <a:lnTo>
                    <a:pt x="1120922" y="1430742"/>
                  </a:lnTo>
                  <a:lnTo>
                    <a:pt x="1120262" y="1430742"/>
                  </a:lnTo>
                  <a:lnTo>
                    <a:pt x="1119601" y="1430742"/>
                  </a:lnTo>
                  <a:lnTo>
                    <a:pt x="1118941" y="1430742"/>
                  </a:lnTo>
                  <a:lnTo>
                    <a:pt x="1118280" y="1430742"/>
                  </a:lnTo>
                  <a:lnTo>
                    <a:pt x="1117620" y="1430742"/>
                  </a:lnTo>
                  <a:lnTo>
                    <a:pt x="1116959" y="1430742"/>
                  </a:lnTo>
                  <a:lnTo>
                    <a:pt x="1116299" y="1430742"/>
                  </a:lnTo>
                  <a:lnTo>
                    <a:pt x="1115638" y="1430742"/>
                  </a:lnTo>
                  <a:lnTo>
                    <a:pt x="1114978" y="1430742"/>
                  </a:lnTo>
                  <a:lnTo>
                    <a:pt x="1114317" y="1430742"/>
                  </a:lnTo>
                  <a:lnTo>
                    <a:pt x="1113657" y="1430742"/>
                  </a:lnTo>
                  <a:lnTo>
                    <a:pt x="1112996" y="1430742"/>
                  </a:lnTo>
                  <a:lnTo>
                    <a:pt x="1112336" y="1430742"/>
                  </a:lnTo>
                  <a:lnTo>
                    <a:pt x="1111675" y="1430742"/>
                  </a:lnTo>
                  <a:lnTo>
                    <a:pt x="1111015" y="1430742"/>
                  </a:lnTo>
                  <a:lnTo>
                    <a:pt x="1110354" y="1430742"/>
                  </a:lnTo>
                  <a:lnTo>
                    <a:pt x="1109693" y="1430742"/>
                  </a:lnTo>
                  <a:lnTo>
                    <a:pt x="1109033" y="1430742"/>
                  </a:lnTo>
                  <a:lnTo>
                    <a:pt x="1108372" y="1430742"/>
                  </a:lnTo>
                  <a:lnTo>
                    <a:pt x="1107712" y="1430742"/>
                  </a:lnTo>
                  <a:lnTo>
                    <a:pt x="1107051" y="1430742"/>
                  </a:lnTo>
                  <a:lnTo>
                    <a:pt x="1106391" y="1430742"/>
                  </a:lnTo>
                  <a:lnTo>
                    <a:pt x="1105730" y="1430742"/>
                  </a:lnTo>
                  <a:lnTo>
                    <a:pt x="1105070" y="1430742"/>
                  </a:lnTo>
                  <a:lnTo>
                    <a:pt x="1104409" y="1430742"/>
                  </a:lnTo>
                  <a:lnTo>
                    <a:pt x="1103749" y="1430742"/>
                  </a:lnTo>
                  <a:lnTo>
                    <a:pt x="1103088" y="1430742"/>
                  </a:lnTo>
                  <a:lnTo>
                    <a:pt x="1102428" y="1430742"/>
                  </a:lnTo>
                  <a:lnTo>
                    <a:pt x="1101767" y="1430742"/>
                  </a:lnTo>
                  <a:lnTo>
                    <a:pt x="1101107" y="1430742"/>
                  </a:lnTo>
                  <a:lnTo>
                    <a:pt x="1100446" y="1430742"/>
                  </a:lnTo>
                  <a:lnTo>
                    <a:pt x="1099785" y="1430742"/>
                  </a:lnTo>
                  <a:lnTo>
                    <a:pt x="1099125" y="1430742"/>
                  </a:lnTo>
                  <a:lnTo>
                    <a:pt x="1098464" y="1430742"/>
                  </a:lnTo>
                  <a:lnTo>
                    <a:pt x="1097804" y="1430742"/>
                  </a:lnTo>
                  <a:lnTo>
                    <a:pt x="1097143" y="1430742"/>
                  </a:lnTo>
                  <a:lnTo>
                    <a:pt x="1096483" y="1430742"/>
                  </a:lnTo>
                  <a:lnTo>
                    <a:pt x="1095822" y="1430742"/>
                  </a:lnTo>
                  <a:lnTo>
                    <a:pt x="1095162" y="1430742"/>
                  </a:lnTo>
                  <a:lnTo>
                    <a:pt x="1094501" y="1430742"/>
                  </a:lnTo>
                  <a:lnTo>
                    <a:pt x="1093841" y="1430742"/>
                  </a:lnTo>
                  <a:lnTo>
                    <a:pt x="1093180" y="1430742"/>
                  </a:lnTo>
                  <a:lnTo>
                    <a:pt x="1092520" y="1430742"/>
                  </a:lnTo>
                  <a:lnTo>
                    <a:pt x="1091859" y="1430742"/>
                  </a:lnTo>
                  <a:lnTo>
                    <a:pt x="1091199" y="1430742"/>
                  </a:lnTo>
                  <a:lnTo>
                    <a:pt x="1090538" y="1430742"/>
                  </a:lnTo>
                  <a:lnTo>
                    <a:pt x="1089877" y="1430742"/>
                  </a:lnTo>
                  <a:lnTo>
                    <a:pt x="1089217" y="1430742"/>
                  </a:lnTo>
                  <a:lnTo>
                    <a:pt x="1088556" y="1430742"/>
                  </a:lnTo>
                  <a:lnTo>
                    <a:pt x="1087896" y="1430742"/>
                  </a:lnTo>
                  <a:lnTo>
                    <a:pt x="1087235" y="1430742"/>
                  </a:lnTo>
                  <a:lnTo>
                    <a:pt x="1086575" y="1430742"/>
                  </a:lnTo>
                  <a:lnTo>
                    <a:pt x="1085914" y="1430742"/>
                  </a:lnTo>
                  <a:lnTo>
                    <a:pt x="1085254" y="1430742"/>
                  </a:lnTo>
                  <a:lnTo>
                    <a:pt x="1084593" y="1430742"/>
                  </a:lnTo>
                  <a:lnTo>
                    <a:pt x="1083933" y="1430742"/>
                  </a:lnTo>
                  <a:lnTo>
                    <a:pt x="1083272" y="1430742"/>
                  </a:lnTo>
                  <a:lnTo>
                    <a:pt x="1082612" y="1430742"/>
                  </a:lnTo>
                  <a:lnTo>
                    <a:pt x="1081951" y="1430742"/>
                  </a:lnTo>
                  <a:lnTo>
                    <a:pt x="1081291" y="1430742"/>
                  </a:lnTo>
                  <a:lnTo>
                    <a:pt x="1080630" y="1430742"/>
                  </a:lnTo>
                  <a:lnTo>
                    <a:pt x="1079969" y="1430742"/>
                  </a:lnTo>
                  <a:lnTo>
                    <a:pt x="1079309" y="1430742"/>
                  </a:lnTo>
                  <a:lnTo>
                    <a:pt x="1078648" y="1430742"/>
                  </a:lnTo>
                  <a:lnTo>
                    <a:pt x="1077988" y="1430742"/>
                  </a:lnTo>
                  <a:lnTo>
                    <a:pt x="1077327" y="1430742"/>
                  </a:lnTo>
                  <a:lnTo>
                    <a:pt x="1076667" y="1430742"/>
                  </a:lnTo>
                  <a:lnTo>
                    <a:pt x="1076006" y="1430742"/>
                  </a:lnTo>
                  <a:lnTo>
                    <a:pt x="1075346" y="1430742"/>
                  </a:lnTo>
                  <a:lnTo>
                    <a:pt x="1074685" y="1430742"/>
                  </a:lnTo>
                  <a:lnTo>
                    <a:pt x="1074025" y="1430742"/>
                  </a:lnTo>
                  <a:lnTo>
                    <a:pt x="1073364" y="1430742"/>
                  </a:lnTo>
                  <a:lnTo>
                    <a:pt x="1072704" y="1430742"/>
                  </a:lnTo>
                  <a:lnTo>
                    <a:pt x="1072043" y="1430742"/>
                  </a:lnTo>
                  <a:lnTo>
                    <a:pt x="1071383" y="1430742"/>
                  </a:lnTo>
                  <a:lnTo>
                    <a:pt x="1070722" y="1430742"/>
                  </a:lnTo>
                  <a:lnTo>
                    <a:pt x="1070062" y="1430742"/>
                  </a:lnTo>
                  <a:lnTo>
                    <a:pt x="1069401" y="1430742"/>
                  </a:lnTo>
                  <a:lnTo>
                    <a:pt x="1068740" y="1430742"/>
                  </a:lnTo>
                  <a:lnTo>
                    <a:pt x="1068080" y="1430742"/>
                  </a:lnTo>
                  <a:lnTo>
                    <a:pt x="1067419" y="1430742"/>
                  </a:lnTo>
                  <a:lnTo>
                    <a:pt x="1066759" y="1430742"/>
                  </a:lnTo>
                  <a:lnTo>
                    <a:pt x="1066098" y="1430742"/>
                  </a:lnTo>
                  <a:lnTo>
                    <a:pt x="1065438" y="1430742"/>
                  </a:lnTo>
                  <a:lnTo>
                    <a:pt x="1064777" y="1430742"/>
                  </a:lnTo>
                  <a:lnTo>
                    <a:pt x="1064117" y="1430742"/>
                  </a:lnTo>
                  <a:lnTo>
                    <a:pt x="1063456" y="1430742"/>
                  </a:lnTo>
                  <a:lnTo>
                    <a:pt x="1062796" y="1430742"/>
                  </a:lnTo>
                  <a:lnTo>
                    <a:pt x="1062135" y="1430742"/>
                  </a:lnTo>
                  <a:lnTo>
                    <a:pt x="1061475" y="1430742"/>
                  </a:lnTo>
                  <a:lnTo>
                    <a:pt x="1060814" y="1430742"/>
                  </a:lnTo>
                  <a:lnTo>
                    <a:pt x="1060154" y="1430742"/>
                  </a:lnTo>
                  <a:lnTo>
                    <a:pt x="1059493" y="1430742"/>
                  </a:lnTo>
                  <a:lnTo>
                    <a:pt x="1058832" y="1430742"/>
                  </a:lnTo>
                  <a:lnTo>
                    <a:pt x="1058172" y="1430742"/>
                  </a:lnTo>
                  <a:lnTo>
                    <a:pt x="1057511" y="1430742"/>
                  </a:lnTo>
                  <a:lnTo>
                    <a:pt x="1056851" y="1430742"/>
                  </a:lnTo>
                  <a:lnTo>
                    <a:pt x="1056190" y="1430742"/>
                  </a:lnTo>
                  <a:lnTo>
                    <a:pt x="1055530" y="1430742"/>
                  </a:lnTo>
                  <a:lnTo>
                    <a:pt x="1054869" y="1430742"/>
                  </a:lnTo>
                  <a:lnTo>
                    <a:pt x="1054209" y="1430742"/>
                  </a:lnTo>
                  <a:lnTo>
                    <a:pt x="1053548" y="1430742"/>
                  </a:lnTo>
                  <a:lnTo>
                    <a:pt x="1052888" y="1430742"/>
                  </a:lnTo>
                  <a:lnTo>
                    <a:pt x="1052227" y="1430742"/>
                  </a:lnTo>
                  <a:lnTo>
                    <a:pt x="1051567" y="1430742"/>
                  </a:lnTo>
                  <a:lnTo>
                    <a:pt x="1050906" y="1430742"/>
                  </a:lnTo>
                  <a:lnTo>
                    <a:pt x="1050246" y="1430742"/>
                  </a:lnTo>
                  <a:lnTo>
                    <a:pt x="1049585" y="1430742"/>
                  </a:lnTo>
                  <a:lnTo>
                    <a:pt x="1048924" y="1430742"/>
                  </a:lnTo>
                  <a:lnTo>
                    <a:pt x="1048264" y="1430742"/>
                  </a:lnTo>
                  <a:lnTo>
                    <a:pt x="1047603" y="1430742"/>
                  </a:lnTo>
                  <a:lnTo>
                    <a:pt x="1046943" y="1430742"/>
                  </a:lnTo>
                  <a:lnTo>
                    <a:pt x="1046282" y="1430742"/>
                  </a:lnTo>
                  <a:lnTo>
                    <a:pt x="1045622" y="1430742"/>
                  </a:lnTo>
                  <a:lnTo>
                    <a:pt x="1044961" y="1430742"/>
                  </a:lnTo>
                  <a:lnTo>
                    <a:pt x="1044301" y="1430742"/>
                  </a:lnTo>
                  <a:lnTo>
                    <a:pt x="1043640" y="1430742"/>
                  </a:lnTo>
                  <a:lnTo>
                    <a:pt x="1042980" y="1430742"/>
                  </a:lnTo>
                  <a:lnTo>
                    <a:pt x="1042319" y="1430742"/>
                  </a:lnTo>
                  <a:lnTo>
                    <a:pt x="1041659" y="1430742"/>
                  </a:lnTo>
                  <a:lnTo>
                    <a:pt x="1040998" y="1430742"/>
                  </a:lnTo>
                  <a:lnTo>
                    <a:pt x="1040338" y="1430742"/>
                  </a:lnTo>
                  <a:lnTo>
                    <a:pt x="1039677" y="1430742"/>
                  </a:lnTo>
                  <a:lnTo>
                    <a:pt x="1039017" y="1430742"/>
                  </a:lnTo>
                  <a:lnTo>
                    <a:pt x="1038356" y="1430742"/>
                  </a:lnTo>
                  <a:lnTo>
                    <a:pt x="1037695" y="1430742"/>
                  </a:lnTo>
                  <a:lnTo>
                    <a:pt x="1037035" y="1430742"/>
                  </a:lnTo>
                  <a:lnTo>
                    <a:pt x="1036374" y="1430742"/>
                  </a:lnTo>
                  <a:lnTo>
                    <a:pt x="1035714" y="1430742"/>
                  </a:lnTo>
                  <a:lnTo>
                    <a:pt x="1035053" y="1430742"/>
                  </a:lnTo>
                  <a:lnTo>
                    <a:pt x="1034393" y="1430742"/>
                  </a:lnTo>
                  <a:lnTo>
                    <a:pt x="1033732" y="1430742"/>
                  </a:lnTo>
                  <a:lnTo>
                    <a:pt x="1033072" y="1430742"/>
                  </a:lnTo>
                  <a:lnTo>
                    <a:pt x="1032411" y="1430742"/>
                  </a:lnTo>
                  <a:lnTo>
                    <a:pt x="1031751" y="1430742"/>
                  </a:lnTo>
                  <a:lnTo>
                    <a:pt x="1031090" y="1430742"/>
                  </a:lnTo>
                  <a:lnTo>
                    <a:pt x="1030430" y="1430742"/>
                  </a:lnTo>
                  <a:lnTo>
                    <a:pt x="1029769" y="1430742"/>
                  </a:lnTo>
                  <a:lnTo>
                    <a:pt x="1029109" y="1430742"/>
                  </a:lnTo>
                  <a:lnTo>
                    <a:pt x="1028448" y="1430742"/>
                  </a:lnTo>
                  <a:lnTo>
                    <a:pt x="1027787" y="1430742"/>
                  </a:lnTo>
                  <a:lnTo>
                    <a:pt x="1027127" y="1430742"/>
                  </a:lnTo>
                  <a:lnTo>
                    <a:pt x="1026466" y="1430742"/>
                  </a:lnTo>
                  <a:lnTo>
                    <a:pt x="1025806" y="1430742"/>
                  </a:lnTo>
                  <a:lnTo>
                    <a:pt x="1025145" y="1430742"/>
                  </a:lnTo>
                  <a:lnTo>
                    <a:pt x="1024485" y="1430742"/>
                  </a:lnTo>
                  <a:lnTo>
                    <a:pt x="1023824" y="1430742"/>
                  </a:lnTo>
                  <a:lnTo>
                    <a:pt x="1023164" y="1430742"/>
                  </a:lnTo>
                  <a:lnTo>
                    <a:pt x="1022503" y="1430742"/>
                  </a:lnTo>
                  <a:lnTo>
                    <a:pt x="1021843" y="1430742"/>
                  </a:lnTo>
                  <a:lnTo>
                    <a:pt x="1021182" y="1430742"/>
                  </a:lnTo>
                  <a:lnTo>
                    <a:pt x="1020522" y="1430742"/>
                  </a:lnTo>
                  <a:lnTo>
                    <a:pt x="1019861" y="1430742"/>
                  </a:lnTo>
                  <a:lnTo>
                    <a:pt x="1019201" y="1430742"/>
                  </a:lnTo>
                  <a:lnTo>
                    <a:pt x="1018540" y="1430742"/>
                  </a:lnTo>
                  <a:lnTo>
                    <a:pt x="1017879" y="1430742"/>
                  </a:lnTo>
                  <a:lnTo>
                    <a:pt x="1017219" y="1430742"/>
                  </a:lnTo>
                  <a:lnTo>
                    <a:pt x="1016558" y="1430742"/>
                  </a:lnTo>
                  <a:lnTo>
                    <a:pt x="1015898" y="1430742"/>
                  </a:lnTo>
                  <a:lnTo>
                    <a:pt x="1015237" y="1430742"/>
                  </a:lnTo>
                  <a:lnTo>
                    <a:pt x="1014577" y="1430742"/>
                  </a:lnTo>
                  <a:lnTo>
                    <a:pt x="1013916" y="1430742"/>
                  </a:lnTo>
                  <a:lnTo>
                    <a:pt x="1013256" y="1430742"/>
                  </a:lnTo>
                  <a:lnTo>
                    <a:pt x="1012595" y="1430742"/>
                  </a:lnTo>
                  <a:lnTo>
                    <a:pt x="1011935" y="1430742"/>
                  </a:lnTo>
                  <a:lnTo>
                    <a:pt x="1011274" y="1430742"/>
                  </a:lnTo>
                  <a:lnTo>
                    <a:pt x="1010614" y="1430742"/>
                  </a:lnTo>
                  <a:lnTo>
                    <a:pt x="1009953" y="1430742"/>
                  </a:lnTo>
                  <a:lnTo>
                    <a:pt x="1009293" y="1430742"/>
                  </a:lnTo>
                  <a:lnTo>
                    <a:pt x="1008632" y="1430742"/>
                  </a:lnTo>
                  <a:lnTo>
                    <a:pt x="1007971" y="1430742"/>
                  </a:lnTo>
                  <a:lnTo>
                    <a:pt x="1007311" y="1430742"/>
                  </a:lnTo>
                  <a:lnTo>
                    <a:pt x="1006650" y="1430742"/>
                  </a:lnTo>
                  <a:lnTo>
                    <a:pt x="1005990" y="1430742"/>
                  </a:lnTo>
                  <a:lnTo>
                    <a:pt x="1005329" y="1430742"/>
                  </a:lnTo>
                  <a:lnTo>
                    <a:pt x="1004669" y="1430742"/>
                  </a:lnTo>
                  <a:lnTo>
                    <a:pt x="1004008" y="1430742"/>
                  </a:lnTo>
                  <a:lnTo>
                    <a:pt x="1003348" y="1430742"/>
                  </a:lnTo>
                  <a:lnTo>
                    <a:pt x="1002687" y="1430742"/>
                  </a:lnTo>
                  <a:lnTo>
                    <a:pt x="1002027" y="1430742"/>
                  </a:lnTo>
                  <a:lnTo>
                    <a:pt x="1001366" y="1430742"/>
                  </a:lnTo>
                  <a:lnTo>
                    <a:pt x="1000706" y="1430742"/>
                  </a:lnTo>
                  <a:lnTo>
                    <a:pt x="1000045" y="1430742"/>
                  </a:lnTo>
                  <a:lnTo>
                    <a:pt x="999385" y="1430742"/>
                  </a:lnTo>
                  <a:lnTo>
                    <a:pt x="998724" y="1430742"/>
                  </a:lnTo>
                  <a:lnTo>
                    <a:pt x="998064" y="1430742"/>
                  </a:lnTo>
                  <a:lnTo>
                    <a:pt x="997403" y="1430742"/>
                  </a:lnTo>
                  <a:lnTo>
                    <a:pt x="996742" y="1430742"/>
                  </a:lnTo>
                  <a:lnTo>
                    <a:pt x="996082" y="1430742"/>
                  </a:lnTo>
                  <a:lnTo>
                    <a:pt x="995421" y="1430742"/>
                  </a:lnTo>
                  <a:lnTo>
                    <a:pt x="994761" y="1430742"/>
                  </a:lnTo>
                  <a:lnTo>
                    <a:pt x="994100" y="1430742"/>
                  </a:lnTo>
                  <a:lnTo>
                    <a:pt x="993440" y="1430742"/>
                  </a:lnTo>
                  <a:lnTo>
                    <a:pt x="992779" y="1430742"/>
                  </a:lnTo>
                  <a:lnTo>
                    <a:pt x="992119" y="1430742"/>
                  </a:lnTo>
                  <a:lnTo>
                    <a:pt x="991458" y="1430742"/>
                  </a:lnTo>
                  <a:lnTo>
                    <a:pt x="990798" y="1430742"/>
                  </a:lnTo>
                  <a:lnTo>
                    <a:pt x="990137" y="1430742"/>
                  </a:lnTo>
                  <a:lnTo>
                    <a:pt x="989477" y="1430742"/>
                  </a:lnTo>
                  <a:lnTo>
                    <a:pt x="988816" y="1430742"/>
                  </a:lnTo>
                  <a:lnTo>
                    <a:pt x="988156" y="1430742"/>
                  </a:lnTo>
                  <a:lnTo>
                    <a:pt x="987495" y="1430742"/>
                  </a:lnTo>
                  <a:lnTo>
                    <a:pt x="986834" y="1430742"/>
                  </a:lnTo>
                  <a:lnTo>
                    <a:pt x="986174" y="1430742"/>
                  </a:lnTo>
                  <a:lnTo>
                    <a:pt x="985513" y="1430742"/>
                  </a:lnTo>
                  <a:lnTo>
                    <a:pt x="984853" y="1430742"/>
                  </a:lnTo>
                  <a:lnTo>
                    <a:pt x="984192" y="1430742"/>
                  </a:lnTo>
                  <a:lnTo>
                    <a:pt x="983532" y="1430742"/>
                  </a:lnTo>
                  <a:lnTo>
                    <a:pt x="982871" y="1430742"/>
                  </a:lnTo>
                  <a:lnTo>
                    <a:pt x="982211" y="1430742"/>
                  </a:lnTo>
                  <a:lnTo>
                    <a:pt x="981550" y="1430742"/>
                  </a:lnTo>
                  <a:lnTo>
                    <a:pt x="980890" y="1430742"/>
                  </a:lnTo>
                  <a:lnTo>
                    <a:pt x="980229" y="1430742"/>
                  </a:lnTo>
                  <a:lnTo>
                    <a:pt x="979569" y="1430742"/>
                  </a:lnTo>
                  <a:lnTo>
                    <a:pt x="978908" y="1430742"/>
                  </a:lnTo>
                  <a:lnTo>
                    <a:pt x="978248" y="1430742"/>
                  </a:lnTo>
                  <a:lnTo>
                    <a:pt x="977587" y="1430742"/>
                  </a:lnTo>
                  <a:lnTo>
                    <a:pt x="976926" y="1430742"/>
                  </a:lnTo>
                  <a:lnTo>
                    <a:pt x="976266" y="1430742"/>
                  </a:lnTo>
                  <a:lnTo>
                    <a:pt x="975605" y="1430742"/>
                  </a:lnTo>
                  <a:lnTo>
                    <a:pt x="974945" y="1430742"/>
                  </a:lnTo>
                  <a:lnTo>
                    <a:pt x="974284" y="1430742"/>
                  </a:lnTo>
                  <a:lnTo>
                    <a:pt x="973624" y="1430742"/>
                  </a:lnTo>
                  <a:lnTo>
                    <a:pt x="972963" y="1430742"/>
                  </a:lnTo>
                  <a:lnTo>
                    <a:pt x="972303" y="1430742"/>
                  </a:lnTo>
                  <a:lnTo>
                    <a:pt x="971642" y="1430742"/>
                  </a:lnTo>
                  <a:lnTo>
                    <a:pt x="970982" y="1430742"/>
                  </a:lnTo>
                  <a:lnTo>
                    <a:pt x="970321" y="1430742"/>
                  </a:lnTo>
                  <a:lnTo>
                    <a:pt x="969661" y="1430742"/>
                  </a:lnTo>
                  <a:lnTo>
                    <a:pt x="969000" y="1430742"/>
                  </a:lnTo>
                  <a:lnTo>
                    <a:pt x="968340" y="1430742"/>
                  </a:lnTo>
                  <a:lnTo>
                    <a:pt x="967679" y="1430742"/>
                  </a:lnTo>
                  <a:lnTo>
                    <a:pt x="967019" y="1430742"/>
                  </a:lnTo>
                  <a:lnTo>
                    <a:pt x="966358" y="1430742"/>
                  </a:lnTo>
                  <a:lnTo>
                    <a:pt x="965697" y="1430742"/>
                  </a:lnTo>
                  <a:lnTo>
                    <a:pt x="965037" y="1430742"/>
                  </a:lnTo>
                  <a:lnTo>
                    <a:pt x="964376" y="1430742"/>
                  </a:lnTo>
                  <a:lnTo>
                    <a:pt x="963716" y="1430742"/>
                  </a:lnTo>
                  <a:lnTo>
                    <a:pt x="963055" y="1430742"/>
                  </a:lnTo>
                  <a:lnTo>
                    <a:pt x="962395" y="1430742"/>
                  </a:lnTo>
                  <a:lnTo>
                    <a:pt x="961734" y="1430742"/>
                  </a:lnTo>
                  <a:lnTo>
                    <a:pt x="961074" y="1430742"/>
                  </a:lnTo>
                  <a:lnTo>
                    <a:pt x="960413" y="1430742"/>
                  </a:lnTo>
                  <a:lnTo>
                    <a:pt x="959753" y="1430742"/>
                  </a:lnTo>
                  <a:lnTo>
                    <a:pt x="959092" y="1430742"/>
                  </a:lnTo>
                  <a:lnTo>
                    <a:pt x="958432" y="1430742"/>
                  </a:lnTo>
                  <a:lnTo>
                    <a:pt x="957771" y="1430742"/>
                  </a:lnTo>
                  <a:lnTo>
                    <a:pt x="957111" y="1430742"/>
                  </a:lnTo>
                  <a:lnTo>
                    <a:pt x="956450" y="1430742"/>
                  </a:lnTo>
                  <a:lnTo>
                    <a:pt x="955789" y="1430742"/>
                  </a:lnTo>
                  <a:lnTo>
                    <a:pt x="955129" y="1430742"/>
                  </a:lnTo>
                  <a:lnTo>
                    <a:pt x="954468" y="1430742"/>
                  </a:lnTo>
                  <a:lnTo>
                    <a:pt x="953808" y="1430742"/>
                  </a:lnTo>
                  <a:lnTo>
                    <a:pt x="953147" y="1430742"/>
                  </a:lnTo>
                  <a:lnTo>
                    <a:pt x="952487" y="1430742"/>
                  </a:lnTo>
                  <a:lnTo>
                    <a:pt x="951826" y="1430742"/>
                  </a:lnTo>
                  <a:lnTo>
                    <a:pt x="951166" y="1430742"/>
                  </a:lnTo>
                  <a:lnTo>
                    <a:pt x="950505" y="1430742"/>
                  </a:lnTo>
                  <a:lnTo>
                    <a:pt x="949845" y="1430742"/>
                  </a:lnTo>
                  <a:lnTo>
                    <a:pt x="949184" y="1430742"/>
                  </a:lnTo>
                  <a:lnTo>
                    <a:pt x="948524" y="1430742"/>
                  </a:lnTo>
                  <a:lnTo>
                    <a:pt x="947863" y="1430742"/>
                  </a:lnTo>
                  <a:lnTo>
                    <a:pt x="947203" y="1430742"/>
                  </a:lnTo>
                  <a:lnTo>
                    <a:pt x="946542" y="1430742"/>
                  </a:lnTo>
                  <a:lnTo>
                    <a:pt x="945881" y="1430742"/>
                  </a:lnTo>
                  <a:lnTo>
                    <a:pt x="945221" y="1430742"/>
                  </a:lnTo>
                  <a:lnTo>
                    <a:pt x="944560" y="1430742"/>
                  </a:lnTo>
                  <a:lnTo>
                    <a:pt x="943900" y="1430742"/>
                  </a:lnTo>
                  <a:lnTo>
                    <a:pt x="943239" y="1430742"/>
                  </a:lnTo>
                  <a:lnTo>
                    <a:pt x="942579" y="1430742"/>
                  </a:lnTo>
                  <a:lnTo>
                    <a:pt x="941918" y="1430742"/>
                  </a:lnTo>
                  <a:lnTo>
                    <a:pt x="941258" y="1430742"/>
                  </a:lnTo>
                  <a:lnTo>
                    <a:pt x="940597" y="1430742"/>
                  </a:lnTo>
                  <a:lnTo>
                    <a:pt x="939937" y="1430742"/>
                  </a:lnTo>
                  <a:lnTo>
                    <a:pt x="939276" y="1430742"/>
                  </a:lnTo>
                  <a:lnTo>
                    <a:pt x="938616" y="1430742"/>
                  </a:lnTo>
                  <a:lnTo>
                    <a:pt x="937955" y="1430742"/>
                  </a:lnTo>
                  <a:lnTo>
                    <a:pt x="937295" y="1430742"/>
                  </a:lnTo>
                  <a:lnTo>
                    <a:pt x="936634" y="1430742"/>
                  </a:lnTo>
                  <a:lnTo>
                    <a:pt x="935973" y="1430742"/>
                  </a:lnTo>
                  <a:lnTo>
                    <a:pt x="935313" y="1430742"/>
                  </a:lnTo>
                  <a:lnTo>
                    <a:pt x="934652" y="1430742"/>
                  </a:lnTo>
                  <a:lnTo>
                    <a:pt x="933992" y="1430742"/>
                  </a:lnTo>
                  <a:lnTo>
                    <a:pt x="933331" y="1430742"/>
                  </a:lnTo>
                  <a:lnTo>
                    <a:pt x="932671" y="1430742"/>
                  </a:lnTo>
                  <a:lnTo>
                    <a:pt x="932010" y="1430742"/>
                  </a:lnTo>
                  <a:lnTo>
                    <a:pt x="931350" y="1430742"/>
                  </a:lnTo>
                  <a:lnTo>
                    <a:pt x="930689" y="1430742"/>
                  </a:lnTo>
                  <a:lnTo>
                    <a:pt x="930029" y="1430742"/>
                  </a:lnTo>
                  <a:lnTo>
                    <a:pt x="929368" y="1430742"/>
                  </a:lnTo>
                  <a:lnTo>
                    <a:pt x="928708" y="1430742"/>
                  </a:lnTo>
                  <a:lnTo>
                    <a:pt x="928047" y="1430742"/>
                  </a:lnTo>
                  <a:lnTo>
                    <a:pt x="927387" y="1430742"/>
                  </a:lnTo>
                  <a:lnTo>
                    <a:pt x="926726" y="1430742"/>
                  </a:lnTo>
                  <a:lnTo>
                    <a:pt x="926066" y="1430742"/>
                  </a:lnTo>
                  <a:lnTo>
                    <a:pt x="925405" y="1430742"/>
                  </a:lnTo>
                  <a:lnTo>
                    <a:pt x="924744" y="1430742"/>
                  </a:lnTo>
                  <a:lnTo>
                    <a:pt x="924084" y="1430742"/>
                  </a:lnTo>
                  <a:lnTo>
                    <a:pt x="923423" y="1430742"/>
                  </a:lnTo>
                  <a:lnTo>
                    <a:pt x="922763" y="1430742"/>
                  </a:lnTo>
                  <a:lnTo>
                    <a:pt x="922102" y="1430742"/>
                  </a:lnTo>
                  <a:lnTo>
                    <a:pt x="921442" y="1430742"/>
                  </a:lnTo>
                  <a:lnTo>
                    <a:pt x="920781" y="1430742"/>
                  </a:lnTo>
                  <a:lnTo>
                    <a:pt x="920121" y="1430742"/>
                  </a:lnTo>
                  <a:lnTo>
                    <a:pt x="919460" y="1430742"/>
                  </a:lnTo>
                  <a:lnTo>
                    <a:pt x="918800" y="1430742"/>
                  </a:lnTo>
                  <a:lnTo>
                    <a:pt x="918139" y="1430742"/>
                  </a:lnTo>
                  <a:lnTo>
                    <a:pt x="917479" y="1430742"/>
                  </a:lnTo>
                  <a:lnTo>
                    <a:pt x="916818" y="1430742"/>
                  </a:lnTo>
                  <a:lnTo>
                    <a:pt x="916158" y="1430742"/>
                  </a:lnTo>
                  <a:lnTo>
                    <a:pt x="915497" y="1430742"/>
                  </a:lnTo>
                  <a:lnTo>
                    <a:pt x="914836" y="1430742"/>
                  </a:lnTo>
                  <a:lnTo>
                    <a:pt x="914176" y="1430742"/>
                  </a:lnTo>
                  <a:lnTo>
                    <a:pt x="913515" y="1430742"/>
                  </a:lnTo>
                  <a:lnTo>
                    <a:pt x="912855" y="1430742"/>
                  </a:lnTo>
                  <a:lnTo>
                    <a:pt x="912194" y="1430742"/>
                  </a:lnTo>
                  <a:lnTo>
                    <a:pt x="911534" y="1430742"/>
                  </a:lnTo>
                  <a:lnTo>
                    <a:pt x="910873" y="1430742"/>
                  </a:lnTo>
                  <a:lnTo>
                    <a:pt x="910213" y="1430742"/>
                  </a:lnTo>
                  <a:lnTo>
                    <a:pt x="909552" y="1430742"/>
                  </a:lnTo>
                  <a:lnTo>
                    <a:pt x="908892" y="1430742"/>
                  </a:lnTo>
                  <a:lnTo>
                    <a:pt x="908231" y="1430742"/>
                  </a:lnTo>
                  <a:lnTo>
                    <a:pt x="907571" y="1430742"/>
                  </a:lnTo>
                  <a:lnTo>
                    <a:pt x="906910" y="1430742"/>
                  </a:lnTo>
                  <a:lnTo>
                    <a:pt x="906250" y="1430742"/>
                  </a:lnTo>
                  <a:lnTo>
                    <a:pt x="905589" y="1430742"/>
                  </a:lnTo>
                  <a:lnTo>
                    <a:pt x="904928" y="1430742"/>
                  </a:lnTo>
                  <a:lnTo>
                    <a:pt x="904268" y="1430742"/>
                  </a:lnTo>
                  <a:lnTo>
                    <a:pt x="903607" y="1430742"/>
                  </a:lnTo>
                  <a:lnTo>
                    <a:pt x="902947" y="1430742"/>
                  </a:lnTo>
                  <a:lnTo>
                    <a:pt x="902286" y="1430742"/>
                  </a:lnTo>
                  <a:lnTo>
                    <a:pt x="901626" y="1430742"/>
                  </a:lnTo>
                  <a:lnTo>
                    <a:pt x="900965" y="1430742"/>
                  </a:lnTo>
                  <a:lnTo>
                    <a:pt x="900305" y="1430742"/>
                  </a:lnTo>
                  <a:lnTo>
                    <a:pt x="899644" y="1430742"/>
                  </a:lnTo>
                  <a:lnTo>
                    <a:pt x="898984" y="1430742"/>
                  </a:lnTo>
                  <a:lnTo>
                    <a:pt x="898323" y="1430742"/>
                  </a:lnTo>
                  <a:lnTo>
                    <a:pt x="897663" y="1430742"/>
                  </a:lnTo>
                  <a:lnTo>
                    <a:pt x="897002" y="1430742"/>
                  </a:lnTo>
                  <a:lnTo>
                    <a:pt x="896342" y="1430742"/>
                  </a:lnTo>
                  <a:lnTo>
                    <a:pt x="895681" y="1430742"/>
                  </a:lnTo>
                  <a:lnTo>
                    <a:pt x="895021" y="1430742"/>
                  </a:lnTo>
                  <a:lnTo>
                    <a:pt x="894360" y="1430742"/>
                  </a:lnTo>
                  <a:lnTo>
                    <a:pt x="893699" y="1430742"/>
                  </a:lnTo>
                  <a:lnTo>
                    <a:pt x="893039" y="1430742"/>
                  </a:lnTo>
                  <a:lnTo>
                    <a:pt x="892378" y="1430742"/>
                  </a:lnTo>
                  <a:lnTo>
                    <a:pt x="891718" y="1430742"/>
                  </a:lnTo>
                  <a:lnTo>
                    <a:pt x="891057" y="1430742"/>
                  </a:lnTo>
                  <a:lnTo>
                    <a:pt x="890397" y="1430742"/>
                  </a:lnTo>
                  <a:lnTo>
                    <a:pt x="889736" y="1430742"/>
                  </a:lnTo>
                  <a:lnTo>
                    <a:pt x="889076" y="1430742"/>
                  </a:lnTo>
                  <a:lnTo>
                    <a:pt x="888415" y="1430742"/>
                  </a:lnTo>
                  <a:lnTo>
                    <a:pt x="887755" y="1430742"/>
                  </a:lnTo>
                  <a:lnTo>
                    <a:pt x="887094" y="1430742"/>
                  </a:lnTo>
                  <a:lnTo>
                    <a:pt x="886434" y="1430742"/>
                  </a:lnTo>
                  <a:lnTo>
                    <a:pt x="885773" y="1430742"/>
                  </a:lnTo>
                  <a:lnTo>
                    <a:pt x="885113" y="1430742"/>
                  </a:lnTo>
                  <a:lnTo>
                    <a:pt x="884452" y="1430742"/>
                  </a:lnTo>
                  <a:lnTo>
                    <a:pt x="883791" y="1430742"/>
                  </a:lnTo>
                  <a:lnTo>
                    <a:pt x="883131" y="1430742"/>
                  </a:lnTo>
                  <a:lnTo>
                    <a:pt x="882470" y="1430742"/>
                  </a:lnTo>
                  <a:lnTo>
                    <a:pt x="881810" y="1430742"/>
                  </a:lnTo>
                  <a:lnTo>
                    <a:pt x="881149" y="1430742"/>
                  </a:lnTo>
                  <a:lnTo>
                    <a:pt x="880489" y="1430742"/>
                  </a:lnTo>
                  <a:lnTo>
                    <a:pt x="879828" y="1430742"/>
                  </a:lnTo>
                  <a:lnTo>
                    <a:pt x="879168" y="1430742"/>
                  </a:lnTo>
                  <a:lnTo>
                    <a:pt x="878507" y="1430742"/>
                  </a:lnTo>
                  <a:lnTo>
                    <a:pt x="877847" y="1430742"/>
                  </a:lnTo>
                  <a:lnTo>
                    <a:pt x="877186" y="1430742"/>
                  </a:lnTo>
                  <a:lnTo>
                    <a:pt x="876526" y="1430742"/>
                  </a:lnTo>
                  <a:lnTo>
                    <a:pt x="875865" y="1430742"/>
                  </a:lnTo>
                  <a:lnTo>
                    <a:pt x="875205" y="1430742"/>
                  </a:lnTo>
                  <a:lnTo>
                    <a:pt x="874544" y="1430742"/>
                  </a:lnTo>
                  <a:lnTo>
                    <a:pt x="873883" y="1430742"/>
                  </a:lnTo>
                  <a:lnTo>
                    <a:pt x="873223" y="1430742"/>
                  </a:lnTo>
                  <a:lnTo>
                    <a:pt x="872562" y="1430742"/>
                  </a:lnTo>
                  <a:lnTo>
                    <a:pt x="871902" y="1430742"/>
                  </a:lnTo>
                  <a:lnTo>
                    <a:pt x="871241" y="1430742"/>
                  </a:lnTo>
                  <a:lnTo>
                    <a:pt x="870581" y="1430742"/>
                  </a:lnTo>
                  <a:lnTo>
                    <a:pt x="869920" y="1430742"/>
                  </a:lnTo>
                  <a:lnTo>
                    <a:pt x="869260" y="1430742"/>
                  </a:lnTo>
                  <a:lnTo>
                    <a:pt x="868599" y="1430742"/>
                  </a:lnTo>
                  <a:lnTo>
                    <a:pt x="867939" y="1430742"/>
                  </a:lnTo>
                  <a:lnTo>
                    <a:pt x="867278" y="1430742"/>
                  </a:lnTo>
                  <a:lnTo>
                    <a:pt x="866618" y="1430742"/>
                  </a:lnTo>
                  <a:lnTo>
                    <a:pt x="865957" y="1430742"/>
                  </a:lnTo>
                  <a:lnTo>
                    <a:pt x="865297" y="1430742"/>
                  </a:lnTo>
                  <a:lnTo>
                    <a:pt x="864636" y="1430742"/>
                  </a:lnTo>
                  <a:lnTo>
                    <a:pt x="863975" y="1430742"/>
                  </a:lnTo>
                  <a:lnTo>
                    <a:pt x="863315" y="1430742"/>
                  </a:lnTo>
                  <a:lnTo>
                    <a:pt x="862654" y="1430742"/>
                  </a:lnTo>
                  <a:lnTo>
                    <a:pt x="861994" y="1430742"/>
                  </a:lnTo>
                  <a:lnTo>
                    <a:pt x="861333" y="1430742"/>
                  </a:lnTo>
                  <a:lnTo>
                    <a:pt x="860673" y="1430742"/>
                  </a:lnTo>
                  <a:lnTo>
                    <a:pt x="860012" y="1430742"/>
                  </a:lnTo>
                  <a:lnTo>
                    <a:pt x="859352" y="1430742"/>
                  </a:lnTo>
                  <a:lnTo>
                    <a:pt x="858691" y="1430742"/>
                  </a:lnTo>
                  <a:lnTo>
                    <a:pt x="858031" y="1430742"/>
                  </a:lnTo>
                  <a:lnTo>
                    <a:pt x="857370" y="1430742"/>
                  </a:lnTo>
                  <a:lnTo>
                    <a:pt x="856710" y="1430742"/>
                  </a:lnTo>
                  <a:lnTo>
                    <a:pt x="856049" y="1430742"/>
                  </a:lnTo>
                  <a:lnTo>
                    <a:pt x="855389" y="1430742"/>
                  </a:lnTo>
                  <a:lnTo>
                    <a:pt x="854728" y="1430742"/>
                  </a:lnTo>
                  <a:lnTo>
                    <a:pt x="854068" y="1430742"/>
                  </a:lnTo>
                  <a:lnTo>
                    <a:pt x="853407" y="1430742"/>
                  </a:lnTo>
                  <a:lnTo>
                    <a:pt x="852746" y="1430742"/>
                  </a:lnTo>
                  <a:lnTo>
                    <a:pt x="852086" y="1430742"/>
                  </a:lnTo>
                  <a:lnTo>
                    <a:pt x="851425" y="1430742"/>
                  </a:lnTo>
                  <a:lnTo>
                    <a:pt x="850765" y="1430742"/>
                  </a:lnTo>
                  <a:lnTo>
                    <a:pt x="850104" y="1430742"/>
                  </a:lnTo>
                  <a:lnTo>
                    <a:pt x="849444" y="1430742"/>
                  </a:lnTo>
                  <a:lnTo>
                    <a:pt x="848783" y="1430742"/>
                  </a:lnTo>
                  <a:lnTo>
                    <a:pt x="848123" y="1430742"/>
                  </a:lnTo>
                  <a:lnTo>
                    <a:pt x="847462" y="1430742"/>
                  </a:lnTo>
                  <a:lnTo>
                    <a:pt x="846802" y="1430742"/>
                  </a:lnTo>
                  <a:lnTo>
                    <a:pt x="846141" y="1430742"/>
                  </a:lnTo>
                  <a:lnTo>
                    <a:pt x="845481" y="1430742"/>
                  </a:lnTo>
                  <a:lnTo>
                    <a:pt x="844820" y="1430742"/>
                  </a:lnTo>
                  <a:lnTo>
                    <a:pt x="844160" y="1430742"/>
                  </a:lnTo>
                  <a:lnTo>
                    <a:pt x="843499" y="1430742"/>
                  </a:lnTo>
                  <a:lnTo>
                    <a:pt x="842838" y="1430742"/>
                  </a:lnTo>
                  <a:lnTo>
                    <a:pt x="842178" y="1430742"/>
                  </a:lnTo>
                  <a:lnTo>
                    <a:pt x="841517" y="1430742"/>
                  </a:lnTo>
                  <a:lnTo>
                    <a:pt x="840857" y="1430742"/>
                  </a:lnTo>
                  <a:lnTo>
                    <a:pt x="840196" y="1430742"/>
                  </a:lnTo>
                  <a:lnTo>
                    <a:pt x="839536" y="1430742"/>
                  </a:lnTo>
                  <a:lnTo>
                    <a:pt x="838875" y="1430742"/>
                  </a:lnTo>
                  <a:lnTo>
                    <a:pt x="838215" y="1430742"/>
                  </a:lnTo>
                  <a:lnTo>
                    <a:pt x="837554" y="1430742"/>
                  </a:lnTo>
                  <a:lnTo>
                    <a:pt x="836894" y="1430742"/>
                  </a:lnTo>
                  <a:lnTo>
                    <a:pt x="836233" y="1430742"/>
                  </a:lnTo>
                  <a:lnTo>
                    <a:pt x="835573" y="1430742"/>
                  </a:lnTo>
                  <a:lnTo>
                    <a:pt x="834912" y="1430742"/>
                  </a:lnTo>
                  <a:lnTo>
                    <a:pt x="834252" y="1430742"/>
                  </a:lnTo>
                  <a:lnTo>
                    <a:pt x="833591" y="1430742"/>
                  </a:lnTo>
                  <a:lnTo>
                    <a:pt x="832930" y="1430742"/>
                  </a:lnTo>
                  <a:lnTo>
                    <a:pt x="832270" y="1430742"/>
                  </a:lnTo>
                  <a:lnTo>
                    <a:pt x="831609" y="1430742"/>
                  </a:lnTo>
                  <a:lnTo>
                    <a:pt x="830949" y="1430742"/>
                  </a:lnTo>
                  <a:lnTo>
                    <a:pt x="830288" y="1430742"/>
                  </a:lnTo>
                  <a:lnTo>
                    <a:pt x="829628" y="1430742"/>
                  </a:lnTo>
                  <a:lnTo>
                    <a:pt x="828967" y="1430742"/>
                  </a:lnTo>
                  <a:lnTo>
                    <a:pt x="828307" y="1430742"/>
                  </a:lnTo>
                  <a:lnTo>
                    <a:pt x="827646" y="1430742"/>
                  </a:lnTo>
                  <a:lnTo>
                    <a:pt x="826986" y="1430742"/>
                  </a:lnTo>
                  <a:lnTo>
                    <a:pt x="826325" y="1430742"/>
                  </a:lnTo>
                  <a:lnTo>
                    <a:pt x="825665" y="1430742"/>
                  </a:lnTo>
                  <a:lnTo>
                    <a:pt x="825004" y="1430742"/>
                  </a:lnTo>
                  <a:lnTo>
                    <a:pt x="824344" y="1430742"/>
                  </a:lnTo>
                  <a:lnTo>
                    <a:pt x="823683" y="1430742"/>
                  </a:lnTo>
                  <a:lnTo>
                    <a:pt x="823023" y="1430742"/>
                  </a:lnTo>
                  <a:lnTo>
                    <a:pt x="822362" y="1430742"/>
                  </a:lnTo>
                  <a:lnTo>
                    <a:pt x="821701" y="1430742"/>
                  </a:lnTo>
                  <a:lnTo>
                    <a:pt x="821041" y="1430742"/>
                  </a:lnTo>
                  <a:lnTo>
                    <a:pt x="820380" y="1430742"/>
                  </a:lnTo>
                  <a:lnTo>
                    <a:pt x="819720" y="1430742"/>
                  </a:lnTo>
                  <a:lnTo>
                    <a:pt x="819059" y="1430742"/>
                  </a:lnTo>
                  <a:lnTo>
                    <a:pt x="818399" y="1430742"/>
                  </a:lnTo>
                  <a:lnTo>
                    <a:pt x="817738" y="1430742"/>
                  </a:lnTo>
                  <a:lnTo>
                    <a:pt x="817078" y="1430742"/>
                  </a:lnTo>
                  <a:lnTo>
                    <a:pt x="816417" y="1430742"/>
                  </a:lnTo>
                  <a:lnTo>
                    <a:pt x="815757" y="1430742"/>
                  </a:lnTo>
                  <a:lnTo>
                    <a:pt x="815096" y="1430742"/>
                  </a:lnTo>
                  <a:lnTo>
                    <a:pt x="814436" y="1430742"/>
                  </a:lnTo>
                  <a:lnTo>
                    <a:pt x="813775" y="1430742"/>
                  </a:lnTo>
                  <a:lnTo>
                    <a:pt x="813115" y="1430742"/>
                  </a:lnTo>
                  <a:lnTo>
                    <a:pt x="812454" y="1430742"/>
                  </a:lnTo>
                  <a:lnTo>
                    <a:pt x="811793" y="1430742"/>
                  </a:lnTo>
                  <a:lnTo>
                    <a:pt x="811133" y="1430742"/>
                  </a:lnTo>
                  <a:lnTo>
                    <a:pt x="810472" y="1430742"/>
                  </a:lnTo>
                  <a:lnTo>
                    <a:pt x="809812" y="1430742"/>
                  </a:lnTo>
                  <a:lnTo>
                    <a:pt x="809151" y="1430742"/>
                  </a:lnTo>
                  <a:lnTo>
                    <a:pt x="808491" y="1430742"/>
                  </a:lnTo>
                  <a:lnTo>
                    <a:pt x="807830" y="1430742"/>
                  </a:lnTo>
                  <a:lnTo>
                    <a:pt x="807170" y="1430742"/>
                  </a:lnTo>
                  <a:lnTo>
                    <a:pt x="806509" y="1430742"/>
                  </a:lnTo>
                  <a:lnTo>
                    <a:pt x="805849" y="1430742"/>
                  </a:lnTo>
                  <a:lnTo>
                    <a:pt x="805188" y="1430742"/>
                  </a:lnTo>
                  <a:lnTo>
                    <a:pt x="804528" y="1430742"/>
                  </a:lnTo>
                  <a:lnTo>
                    <a:pt x="803867" y="1430742"/>
                  </a:lnTo>
                  <a:lnTo>
                    <a:pt x="803207" y="1430742"/>
                  </a:lnTo>
                  <a:lnTo>
                    <a:pt x="802546" y="1430742"/>
                  </a:lnTo>
                  <a:lnTo>
                    <a:pt x="801885" y="1430742"/>
                  </a:lnTo>
                  <a:lnTo>
                    <a:pt x="801225" y="1430742"/>
                  </a:lnTo>
                  <a:lnTo>
                    <a:pt x="800564" y="1430742"/>
                  </a:lnTo>
                  <a:lnTo>
                    <a:pt x="799904" y="1430742"/>
                  </a:lnTo>
                  <a:lnTo>
                    <a:pt x="799243" y="1430742"/>
                  </a:lnTo>
                  <a:lnTo>
                    <a:pt x="798583" y="1430742"/>
                  </a:lnTo>
                  <a:lnTo>
                    <a:pt x="797922" y="1430742"/>
                  </a:lnTo>
                  <a:lnTo>
                    <a:pt x="797262" y="1430742"/>
                  </a:lnTo>
                  <a:lnTo>
                    <a:pt x="796601" y="1430742"/>
                  </a:lnTo>
                  <a:lnTo>
                    <a:pt x="795941" y="1430742"/>
                  </a:lnTo>
                  <a:lnTo>
                    <a:pt x="795280" y="1430742"/>
                  </a:lnTo>
                  <a:lnTo>
                    <a:pt x="794620" y="1430742"/>
                  </a:lnTo>
                  <a:lnTo>
                    <a:pt x="793959" y="1430742"/>
                  </a:lnTo>
                  <a:lnTo>
                    <a:pt x="793299" y="1430742"/>
                  </a:lnTo>
                  <a:lnTo>
                    <a:pt x="792638" y="1430742"/>
                  </a:lnTo>
                  <a:lnTo>
                    <a:pt x="791977" y="1430742"/>
                  </a:lnTo>
                  <a:lnTo>
                    <a:pt x="791317" y="1430742"/>
                  </a:lnTo>
                  <a:lnTo>
                    <a:pt x="790656" y="1430742"/>
                  </a:lnTo>
                  <a:lnTo>
                    <a:pt x="789996" y="1430742"/>
                  </a:lnTo>
                  <a:lnTo>
                    <a:pt x="789335" y="1430742"/>
                  </a:lnTo>
                  <a:lnTo>
                    <a:pt x="788675" y="1430742"/>
                  </a:lnTo>
                  <a:lnTo>
                    <a:pt x="788014" y="1430742"/>
                  </a:lnTo>
                  <a:lnTo>
                    <a:pt x="787354" y="1430742"/>
                  </a:lnTo>
                  <a:lnTo>
                    <a:pt x="786693" y="1430742"/>
                  </a:lnTo>
                  <a:lnTo>
                    <a:pt x="786033" y="1430742"/>
                  </a:lnTo>
                  <a:lnTo>
                    <a:pt x="785372" y="1430742"/>
                  </a:lnTo>
                  <a:lnTo>
                    <a:pt x="784712" y="1430742"/>
                  </a:lnTo>
                  <a:lnTo>
                    <a:pt x="784051" y="1430742"/>
                  </a:lnTo>
                  <a:lnTo>
                    <a:pt x="783391" y="1430742"/>
                  </a:lnTo>
                  <a:lnTo>
                    <a:pt x="782730" y="1430742"/>
                  </a:lnTo>
                  <a:lnTo>
                    <a:pt x="782070" y="1430742"/>
                  </a:lnTo>
                  <a:lnTo>
                    <a:pt x="781409" y="1430742"/>
                  </a:lnTo>
                  <a:lnTo>
                    <a:pt x="780748" y="1430742"/>
                  </a:lnTo>
                  <a:lnTo>
                    <a:pt x="780088" y="1430742"/>
                  </a:lnTo>
                  <a:lnTo>
                    <a:pt x="779427" y="1430742"/>
                  </a:lnTo>
                  <a:lnTo>
                    <a:pt x="778767" y="1430742"/>
                  </a:lnTo>
                  <a:lnTo>
                    <a:pt x="778106" y="1430742"/>
                  </a:lnTo>
                  <a:lnTo>
                    <a:pt x="777446" y="1430742"/>
                  </a:lnTo>
                  <a:lnTo>
                    <a:pt x="776785" y="1430742"/>
                  </a:lnTo>
                  <a:lnTo>
                    <a:pt x="776125" y="1430742"/>
                  </a:lnTo>
                  <a:lnTo>
                    <a:pt x="775464" y="1430742"/>
                  </a:lnTo>
                  <a:lnTo>
                    <a:pt x="774804" y="1430742"/>
                  </a:lnTo>
                  <a:lnTo>
                    <a:pt x="774143" y="1430742"/>
                  </a:lnTo>
                  <a:lnTo>
                    <a:pt x="773483" y="1430742"/>
                  </a:lnTo>
                  <a:lnTo>
                    <a:pt x="772822" y="1430742"/>
                  </a:lnTo>
                  <a:lnTo>
                    <a:pt x="772162" y="1430742"/>
                  </a:lnTo>
                  <a:lnTo>
                    <a:pt x="771501" y="1430742"/>
                  </a:lnTo>
                  <a:lnTo>
                    <a:pt x="770840" y="1430742"/>
                  </a:lnTo>
                  <a:lnTo>
                    <a:pt x="770180" y="1430742"/>
                  </a:lnTo>
                  <a:lnTo>
                    <a:pt x="769519" y="1430742"/>
                  </a:lnTo>
                  <a:lnTo>
                    <a:pt x="768859" y="1430742"/>
                  </a:lnTo>
                  <a:lnTo>
                    <a:pt x="768198" y="1430742"/>
                  </a:lnTo>
                  <a:lnTo>
                    <a:pt x="767538" y="1430742"/>
                  </a:lnTo>
                  <a:lnTo>
                    <a:pt x="766877" y="1430742"/>
                  </a:lnTo>
                  <a:lnTo>
                    <a:pt x="766217" y="1430742"/>
                  </a:lnTo>
                  <a:lnTo>
                    <a:pt x="765556" y="1430742"/>
                  </a:lnTo>
                  <a:lnTo>
                    <a:pt x="764896" y="1430742"/>
                  </a:lnTo>
                  <a:lnTo>
                    <a:pt x="764235" y="1430742"/>
                  </a:lnTo>
                  <a:lnTo>
                    <a:pt x="763575" y="1430742"/>
                  </a:lnTo>
                  <a:lnTo>
                    <a:pt x="762914" y="1430742"/>
                  </a:lnTo>
                  <a:lnTo>
                    <a:pt x="762254" y="1430742"/>
                  </a:lnTo>
                  <a:lnTo>
                    <a:pt x="761593" y="1430742"/>
                  </a:lnTo>
                  <a:lnTo>
                    <a:pt x="760932" y="1430742"/>
                  </a:lnTo>
                  <a:lnTo>
                    <a:pt x="760272" y="1430742"/>
                  </a:lnTo>
                  <a:lnTo>
                    <a:pt x="759611" y="1430742"/>
                  </a:lnTo>
                  <a:lnTo>
                    <a:pt x="758951" y="1430742"/>
                  </a:lnTo>
                  <a:lnTo>
                    <a:pt x="758290" y="1430742"/>
                  </a:lnTo>
                  <a:lnTo>
                    <a:pt x="757630" y="1430742"/>
                  </a:lnTo>
                  <a:lnTo>
                    <a:pt x="756969" y="1430742"/>
                  </a:lnTo>
                  <a:lnTo>
                    <a:pt x="756309" y="1430742"/>
                  </a:lnTo>
                  <a:lnTo>
                    <a:pt x="755648" y="1430742"/>
                  </a:lnTo>
                  <a:lnTo>
                    <a:pt x="754988" y="1430742"/>
                  </a:lnTo>
                  <a:lnTo>
                    <a:pt x="754327" y="1430742"/>
                  </a:lnTo>
                  <a:lnTo>
                    <a:pt x="753667" y="1430742"/>
                  </a:lnTo>
                  <a:lnTo>
                    <a:pt x="753006" y="1430742"/>
                  </a:lnTo>
                  <a:lnTo>
                    <a:pt x="752346" y="1430742"/>
                  </a:lnTo>
                  <a:lnTo>
                    <a:pt x="751685" y="1430742"/>
                  </a:lnTo>
                  <a:lnTo>
                    <a:pt x="751025" y="1430742"/>
                  </a:lnTo>
                  <a:lnTo>
                    <a:pt x="750364" y="1430742"/>
                  </a:lnTo>
                  <a:lnTo>
                    <a:pt x="749703" y="1430742"/>
                  </a:lnTo>
                  <a:lnTo>
                    <a:pt x="749043" y="1430742"/>
                  </a:lnTo>
                  <a:lnTo>
                    <a:pt x="748382" y="1430742"/>
                  </a:lnTo>
                  <a:lnTo>
                    <a:pt x="747722" y="1430742"/>
                  </a:lnTo>
                  <a:lnTo>
                    <a:pt x="747061" y="1430742"/>
                  </a:lnTo>
                  <a:lnTo>
                    <a:pt x="746401" y="1430742"/>
                  </a:lnTo>
                  <a:lnTo>
                    <a:pt x="745740" y="1430742"/>
                  </a:lnTo>
                  <a:lnTo>
                    <a:pt x="745080" y="1430742"/>
                  </a:lnTo>
                  <a:lnTo>
                    <a:pt x="744419" y="1430742"/>
                  </a:lnTo>
                  <a:lnTo>
                    <a:pt x="743759" y="1430742"/>
                  </a:lnTo>
                  <a:lnTo>
                    <a:pt x="743098" y="1430742"/>
                  </a:lnTo>
                  <a:lnTo>
                    <a:pt x="742438" y="1430742"/>
                  </a:lnTo>
                  <a:lnTo>
                    <a:pt x="741777" y="1430742"/>
                  </a:lnTo>
                  <a:lnTo>
                    <a:pt x="741117" y="1430742"/>
                  </a:lnTo>
                  <a:lnTo>
                    <a:pt x="740456" y="1430742"/>
                  </a:lnTo>
                  <a:lnTo>
                    <a:pt x="739795" y="1430742"/>
                  </a:lnTo>
                  <a:lnTo>
                    <a:pt x="739135" y="1430742"/>
                  </a:lnTo>
                  <a:lnTo>
                    <a:pt x="738474" y="1430742"/>
                  </a:lnTo>
                  <a:lnTo>
                    <a:pt x="737814" y="1430742"/>
                  </a:lnTo>
                  <a:lnTo>
                    <a:pt x="737153" y="1430742"/>
                  </a:lnTo>
                  <a:lnTo>
                    <a:pt x="736493" y="1430742"/>
                  </a:lnTo>
                  <a:lnTo>
                    <a:pt x="735832" y="1430742"/>
                  </a:lnTo>
                  <a:lnTo>
                    <a:pt x="735172" y="1430742"/>
                  </a:lnTo>
                  <a:lnTo>
                    <a:pt x="734511" y="1430742"/>
                  </a:lnTo>
                  <a:lnTo>
                    <a:pt x="733851" y="1430742"/>
                  </a:lnTo>
                  <a:lnTo>
                    <a:pt x="733190" y="1430742"/>
                  </a:lnTo>
                  <a:lnTo>
                    <a:pt x="732530" y="1430742"/>
                  </a:lnTo>
                  <a:lnTo>
                    <a:pt x="731869" y="1430742"/>
                  </a:lnTo>
                  <a:lnTo>
                    <a:pt x="731209" y="1430742"/>
                  </a:lnTo>
                  <a:lnTo>
                    <a:pt x="730548" y="1430742"/>
                  </a:lnTo>
                  <a:lnTo>
                    <a:pt x="729887" y="1430742"/>
                  </a:lnTo>
                  <a:lnTo>
                    <a:pt x="729227" y="1430742"/>
                  </a:lnTo>
                  <a:lnTo>
                    <a:pt x="728566" y="1430742"/>
                  </a:lnTo>
                  <a:lnTo>
                    <a:pt x="727906" y="1430742"/>
                  </a:lnTo>
                  <a:lnTo>
                    <a:pt x="727245" y="1430742"/>
                  </a:lnTo>
                  <a:lnTo>
                    <a:pt x="726585" y="1430742"/>
                  </a:lnTo>
                  <a:lnTo>
                    <a:pt x="725924" y="1430742"/>
                  </a:lnTo>
                  <a:lnTo>
                    <a:pt x="725264" y="1430742"/>
                  </a:lnTo>
                  <a:lnTo>
                    <a:pt x="724603" y="1430742"/>
                  </a:lnTo>
                  <a:lnTo>
                    <a:pt x="723943" y="1430742"/>
                  </a:lnTo>
                  <a:lnTo>
                    <a:pt x="723282" y="1430742"/>
                  </a:lnTo>
                  <a:lnTo>
                    <a:pt x="722622" y="1430742"/>
                  </a:lnTo>
                  <a:lnTo>
                    <a:pt x="721961" y="1430742"/>
                  </a:lnTo>
                  <a:lnTo>
                    <a:pt x="721301" y="1430742"/>
                  </a:lnTo>
                  <a:lnTo>
                    <a:pt x="720640" y="1430742"/>
                  </a:lnTo>
                  <a:lnTo>
                    <a:pt x="719979" y="1430742"/>
                  </a:lnTo>
                  <a:lnTo>
                    <a:pt x="719319" y="1430742"/>
                  </a:lnTo>
                  <a:lnTo>
                    <a:pt x="718658" y="1430742"/>
                  </a:lnTo>
                  <a:lnTo>
                    <a:pt x="717998" y="1430742"/>
                  </a:lnTo>
                  <a:lnTo>
                    <a:pt x="717337" y="1430742"/>
                  </a:lnTo>
                  <a:lnTo>
                    <a:pt x="716677" y="1430742"/>
                  </a:lnTo>
                  <a:lnTo>
                    <a:pt x="716016" y="1430742"/>
                  </a:lnTo>
                  <a:lnTo>
                    <a:pt x="715356" y="1430742"/>
                  </a:lnTo>
                  <a:lnTo>
                    <a:pt x="714695" y="1430742"/>
                  </a:lnTo>
                  <a:lnTo>
                    <a:pt x="714035" y="1430742"/>
                  </a:lnTo>
                  <a:lnTo>
                    <a:pt x="713374" y="1430742"/>
                  </a:lnTo>
                  <a:lnTo>
                    <a:pt x="712714" y="1430742"/>
                  </a:lnTo>
                  <a:lnTo>
                    <a:pt x="712053" y="1430742"/>
                  </a:lnTo>
                  <a:lnTo>
                    <a:pt x="711393" y="1430742"/>
                  </a:lnTo>
                  <a:lnTo>
                    <a:pt x="710732" y="1430742"/>
                  </a:lnTo>
                  <a:lnTo>
                    <a:pt x="710072" y="1430742"/>
                  </a:lnTo>
                  <a:lnTo>
                    <a:pt x="709411" y="1430742"/>
                  </a:lnTo>
                  <a:lnTo>
                    <a:pt x="708750" y="1430742"/>
                  </a:lnTo>
                  <a:lnTo>
                    <a:pt x="708090" y="1430742"/>
                  </a:lnTo>
                  <a:lnTo>
                    <a:pt x="707429" y="1430742"/>
                  </a:lnTo>
                  <a:lnTo>
                    <a:pt x="706769" y="1430742"/>
                  </a:lnTo>
                  <a:lnTo>
                    <a:pt x="706108" y="1430742"/>
                  </a:lnTo>
                  <a:lnTo>
                    <a:pt x="705448" y="1430742"/>
                  </a:lnTo>
                  <a:lnTo>
                    <a:pt x="704787" y="1430742"/>
                  </a:lnTo>
                  <a:lnTo>
                    <a:pt x="704127" y="1430742"/>
                  </a:lnTo>
                  <a:lnTo>
                    <a:pt x="703466" y="1430742"/>
                  </a:lnTo>
                  <a:lnTo>
                    <a:pt x="702806" y="1430742"/>
                  </a:lnTo>
                  <a:lnTo>
                    <a:pt x="702145" y="1430742"/>
                  </a:lnTo>
                  <a:lnTo>
                    <a:pt x="701485" y="1430742"/>
                  </a:lnTo>
                  <a:lnTo>
                    <a:pt x="700824" y="1430742"/>
                  </a:lnTo>
                  <a:lnTo>
                    <a:pt x="700164" y="1430742"/>
                  </a:lnTo>
                  <a:lnTo>
                    <a:pt x="699503" y="1430742"/>
                  </a:lnTo>
                  <a:lnTo>
                    <a:pt x="698842" y="1430742"/>
                  </a:lnTo>
                  <a:lnTo>
                    <a:pt x="698182" y="1430742"/>
                  </a:lnTo>
                  <a:lnTo>
                    <a:pt x="697521" y="1430742"/>
                  </a:lnTo>
                  <a:lnTo>
                    <a:pt x="696861" y="1430742"/>
                  </a:lnTo>
                  <a:lnTo>
                    <a:pt x="696200" y="1430742"/>
                  </a:lnTo>
                  <a:lnTo>
                    <a:pt x="695540" y="1430742"/>
                  </a:lnTo>
                  <a:lnTo>
                    <a:pt x="694879" y="1430742"/>
                  </a:lnTo>
                  <a:lnTo>
                    <a:pt x="694219" y="1430742"/>
                  </a:lnTo>
                  <a:lnTo>
                    <a:pt x="693558" y="1430742"/>
                  </a:lnTo>
                  <a:lnTo>
                    <a:pt x="692898" y="1430742"/>
                  </a:lnTo>
                  <a:lnTo>
                    <a:pt x="692237" y="1430742"/>
                  </a:lnTo>
                  <a:lnTo>
                    <a:pt x="691577" y="1430742"/>
                  </a:lnTo>
                  <a:lnTo>
                    <a:pt x="690916" y="1430742"/>
                  </a:lnTo>
                  <a:lnTo>
                    <a:pt x="690256" y="1430742"/>
                  </a:lnTo>
                  <a:lnTo>
                    <a:pt x="689595" y="1430742"/>
                  </a:lnTo>
                  <a:lnTo>
                    <a:pt x="688934" y="1430742"/>
                  </a:lnTo>
                  <a:lnTo>
                    <a:pt x="688274" y="1430742"/>
                  </a:lnTo>
                  <a:lnTo>
                    <a:pt x="687613" y="1430742"/>
                  </a:lnTo>
                  <a:lnTo>
                    <a:pt x="686953" y="1430742"/>
                  </a:lnTo>
                  <a:lnTo>
                    <a:pt x="686292" y="1430742"/>
                  </a:lnTo>
                  <a:lnTo>
                    <a:pt x="685632" y="1430742"/>
                  </a:lnTo>
                  <a:lnTo>
                    <a:pt x="684971" y="1430742"/>
                  </a:lnTo>
                  <a:lnTo>
                    <a:pt x="684311" y="1430742"/>
                  </a:lnTo>
                  <a:lnTo>
                    <a:pt x="683650" y="1430742"/>
                  </a:lnTo>
                  <a:lnTo>
                    <a:pt x="682990" y="1430742"/>
                  </a:lnTo>
                  <a:lnTo>
                    <a:pt x="682329" y="1430742"/>
                  </a:lnTo>
                  <a:lnTo>
                    <a:pt x="681669" y="1430742"/>
                  </a:lnTo>
                  <a:lnTo>
                    <a:pt x="681008" y="1430742"/>
                  </a:lnTo>
                  <a:lnTo>
                    <a:pt x="680348" y="1430742"/>
                  </a:lnTo>
                  <a:lnTo>
                    <a:pt x="679687" y="1430742"/>
                  </a:lnTo>
                  <a:lnTo>
                    <a:pt x="679027" y="1430742"/>
                  </a:lnTo>
                  <a:lnTo>
                    <a:pt x="678366" y="1430742"/>
                  </a:lnTo>
                  <a:lnTo>
                    <a:pt x="677705" y="1430742"/>
                  </a:lnTo>
                  <a:lnTo>
                    <a:pt x="677045" y="1430742"/>
                  </a:lnTo>
                  <a:lnTo>
                    <a:pt x="676384" y="1430742"/>
                  </a:lnTo>
                  <a:lnTo>
                    <a:pt x="675724" y="1430742"/>
                  </a:lnTo>
                  <a:lnTo>
                    <a:pt x="675063" y="1430742"/>
                  </a:lnTo>
                  <a:lnTo>
                    <a:pt x="674403" y="1430742"/>
                  </a:lnTo>
                  <a:lnTo>
                    <a:pt x="673742" y="1430742"/>
                  </a:lnTo>
                  <a:lnTo>
                    <a:pt x="673082" y="1430742"/>
                  </a:lnTo>
                  <a:lnTo>
                    <a:pt x="672421" y="1430742"/>
                  </a:lnTo>
                  <a:lnTo>
                    <a:pt x="671761" y="1430742"/>
                  </a:lnTo>
                  <a:lnTo>
                    <a:pt x="671100" y="1430742"/>
                  </a:lnTo>
                  <a:lnTo>
                    <a:pt x="670440" y="1430742"/>
                  </a:lnTo>
                  <a:lnTo>
                    <a:pt x="669779" y="1430742"/>
                  </a:lnTo>
                  <a:lnTo>
                    <a:pt x="669119" y="1430742"/>
                  </a:lnTo>
                  <a:lnTo>
                    <a:pt x="668458" y="1430742"/>
                  </a:lnTo>
                  <a:lnTo>
                    <a:pt x="667797" y="1430742"/>
                  </a:lnTo>
                  <a:lnTo>
                    <a:pt x="667137" y="1430742"/>
                  </a:lnTo>
                  <a:lnTo>
                    <a:pt x="666476" y="1430742"/>
                  </a:lnTo>
                  <a:lnTo>
                    <a:pt x="665816" y="1430742"/>
                  </a:lnTo>
                  <a:lnTo>
                    <a:pt x="665155" y="1430742"/>
                  </a:lnTo>
                  <a:lnTo>
                    <a:pt x="664495" y="1430742"/>
                  </a:lnTo>
                  <a:lnTo>
                    <a:pt x="663834" y="1430742"/>
                  </a:lnTo>
                  <a:lnTo>
                    <a:pt x="663174" y="1430742"/>
                  </a:lnTo>
                  <a:lnTo>
                    <a:pt x="662513" y="1430742"/>
                  </a:lnTo>
                  <a:lnTo>
                    <a:pt x="661853" y="1430742"/>
                  </a:lnTo>
                  <a:lnTo>
                    <a:pt x="661192" y="1430742"/>
                  </a:lnTo>
                  <a:lnTo>
                    <a:pt x="660532" y="1430742"/>
                  </a:lnTo>
                  <a:lnTo>
                    <a:pt x="659871" y="1430742"/>
                  </a:lnTo>
                  <a:lnTo>
                    <a:pt x="659211" y="1430742"/>
                  </a:lnTo>
                  <a:lnTo>
                    <a:pt x="658550" y="1430742"/>
                  </a:lnTo>
                  <a:lnTo>
                    <a:pt x="657889" y="1430742"/>
                  </a:lnTo>
                  <a:lnTo>
                    <a:pt x="657229" y="1430742"/>
                  </a:lnTo>
                  <a:lnTo>
                    <a:pt x="656568" y="1430742"/>
                  </a:lnTo>
                  <a:lnTo>
                    <a:pt x="655908" y="1430742"/>
                  </a:lnTo>
                  <a:lnTo>
                    <a:pt x="655247" y="1430742"/>
                  </a:lnTo>
                  <a:lnTo>
                    <a:pt x="654587" y="1430742"/>
                  </a:lnTo>
                  <a:lnTo>
                    <a:pt x="653926" y="1430742"/>
                  </a:lnTo>
                  <a:lnTo>
                    <a:pt x="653266" y="1430742"/>
                  </a:lnTo>
                  <a:lnTo>
                    <a:pt x="652605" y="1430742"/>
                  </a:lnTo>
                  <a:lnTo>
                    <a:pt x="651945" y="1430742"/>
                  </a:lnTo>
                  <a:lnTo>
                    <a:pt x="651284" y="1430742"/>
                  </a:lnTo>
                  <a:lnTo>
                    <a:pt x="650624" y="1430742"/>
                  </a:lnTo>
                  <a:lnTo>
                    <a:pt x="649963" y="1430742"/>
                  </a:lnTo>
                  <a:lnTo>
                    <a:pt x="649303" y="1430742"/>
                  </a:lnTo>
                  <a:lnTo>
                    <a:pt x="648642" y="1430742"/>
                  </a:lnTo>
                  <a:lnTo>
                    <a:pt x="647981" y="1430742"/>
                  </a:lnTo>
                  <a:lnTo>
                    <a:pt x="647321" y="1430742"/>
                  </a:lnTo>
                  <a:lnTo>
                    <a:pt x="646660" y="1430742"/>
                  </a:lnTo>
                  <a:lnTo>
                    <a:pt x="646000" y="1430742"/>
                  </a:lnTo>
                  <a:lnTo>
                    <a:pt x="645339" y="1430742"/>
                  </a:lnTo>
                  <a:lnTo>
                    <a:pt x="644679" y="1430742"/>
                  </a:lnTo>
                  <a:lnTo>
                    <a:pt x="644018" y="1430742"/>
                  </a:lnTo>
                  <a:lnTo>
                    <a:pt x="643358" y="1430742"/>
                  </a:lnTo>
                  <a:lnTo>
                    <a:pt x="642697" y="1430742"/>
                  </a:lnTo>
                  <a:lnTo>
                    <a:pt x="642037" y="1430742"/>
                  </a:lnTo>
                  <a:lnTo>
                    <a:pt x="641376" y="1430742"/>
                  </a:lnTo>
                  <a:lnTo>
                    <a:pt x="640716" y="1430742"/>
                  </a:lnTo>
                  <a:lnTo>
                    <a:pt x="640055" y="1430742"/>
                  </a:lnTo>
                  <a:lnTo>
                    <a:pt x="639395" y="1430742"/>
                  </a:lnTo>
                  <a:lnTo>
                    <a:pt x="638734" y="1430742"/>
                  </a:lnTo>
                  <a:lnTo>
                    <a:pt x="638074" y="1430742"/>
                  </a:lnTo>
                  <a:lnTo>
                    <a:pt x="637413" y="1430742"/>
                  </a:lnTo>
                  <a:lnTo>
                    <a:pt x="636752" y="1430742"/>
                  </a:lnTo>
                  <a:lnTo>
                    <a:pt x="636092" y="1430742"/>
                  </a:lnTo>
                  <a:lnTo>
                    <a:pt x="635431" y="1430742"/>
                  </a:lnTo>
                  <a:lnTo>
                    <a:pt x="634771" y="1430742"/>
                  </a:lnTo>
                  <a:lnTo>
                    <a:pt x="634110" y="1430742"/>
                  </a:lnTo>
                  <a:lnTo>
                    <a:pt x="633450" y="1430742"/>
                  </a:lnTo>
                  <a:lnTo>
                    <a:pt x="632789" y="1430742"/>
                  </a:lnTo>
                  <a:lnTo>
                    <a:pt x="632129" y="1430742"/>
                  </a:lnTo>
                  <a:lnTo>
                    <a:pt x="631468" y="1430742"/>
                  </a:lnTo>
                  <a:lnTo>
                    <a:pt x="630808" y="1430742"/>
                  </a:lnTo>
                  <a:lnTo>
                    <a:pt x="630147" y="1430742"/>
                  </a:lnTo>
                  <a:lnTo>
                    <a:pt x="629487" y="1430742"/>
                  </a:lnTo>
                  <a:lnTo>
                    <a:pt x="628826" y="1430742"/>
                  </a:lnTo>
                  <a:lnTo>
                    <a:pt x="628166" y="1430742"/>
                  </a:lnTo>
                  <a:lnTo>
                    <a:pt x="627505" y="1430742"/>
                  </a:lnTo>
                  <a:lnTo>
                    <a:pt x="626844" y="1430742"/>
                  </a:lnTo>
                  <a:lnTo>
                    <a:pt x="626184" y="1430742"/>
                  </a:lnTo>
                  <a:lnTo>
                    <a:pt x="625523" y="1430742"/>
                  </a:lnTo>
                  <a:lnTo>
                    <a:pt x="624863" y="1430742"/>
                  </a:lnTo>
                  <a:lnTo>
                    <a:pt x="624202" y="1430742"/>
                  </a:lnTo>
                  <a:lnTo>
                    <a:pt x="623542" y="1430742"/>
                  </a:lnTo>
                  <a:lnTo>
                    <a:pt x="622881" y="1430742"/>
                  </a:lnTo>
                  <a:lnTo>
                    <a:pt x="622221" y="1430742"/>
                  </a:lnTo>
                  <a:lnTo>
                    <a:pt x="621560" y="1430742"/>
                  </a:lnTo>
                  <a:lnTo>
                    <a:pt x="620900" y="1430742"/>
                  </a:lnTo>
                  <a:lnTo>
                    <a:pt x="620239" y="1430742"/>
                  </a:lnTo>
                  <a:lnTo>
                    <a:pt x="619579" y="1430742"/>
                  </a:lnTo>
                  <a:lnTo>
                    <a:pt x="618918" y="1430742"/>
                  </a:lnTo>
                  <a:lnTo>
                    <a:pt x="618258" y="1430742"/>
                  </a:lnTo>
                  <a:lnTo>
                    <a:pt x="617597" y="1430742"/>
                  </a:lnTo>
                  <a:lnTo>
                    <a:pt x="616936" y="1430742"/>
                  </a:lnTo>
                  <a:lnTo>
                    <a:pt x="616276" y="1430742"/>
                  </a:lnTo>
                  <a:lnTo>
                    <a:pt x="615615" y="1430742"/>
                  </a:lnTo>
                  <a:lnTo>
                    <a:pt x="614955" y="1430742"/>
                  </a:lnTo>
                  <a:lnTo>
                    <a:pt x="614294" y="1430742"/>
                  </a:lnTo>
                  <a:lnTo>
                    <a:pt x="613634" y="1430742"/>
                  </a:lnTo>
                  <a:lnTo>
                    <a:pt x="612973" y="1430742"/>
                  </a:lnTo>
                  <a:lnTo>
                    <a:pt x="612313" y="1430742"/>
                  </a:lnTo>
                  <a:lnTo>
                    <a:pt x="611652" y="1430742"/>
                  </a:lnTo>
                  <a:lnTo>
                    <a:pt x="610992" y="1430742"/>
                  </a:lnTo>
                  <a:lnTo>
                    <a:pt x="610331" y="1430742"/>
                  </a:lnTo>
                  <a:lnTo>
                    <a:pt x="609671" y="1430742"/>
                  </a:lnTo>
                  <a:lnTo>
                    <a:pt x="609010" y="1430742"/>
                  </a:lnTo>
                  <a:lnTo>
                    <a:pt x="608350" y="1430742"/>
                  </a:lnTo>
                  <a:lnTo>
                    <a:pt x="607689" y="1430742"/>
                  </a:lnTo>
                  <a:lnTo>
                    <a:pt x="607029" y="1430742"/>
                  </a:lnTo>
                  <a:lnTo>
                    <a:pt x="606368" y="1430742"/>
                  </a:lnTo>
                  <a:lnTo>
                    <a:pt x="605707" y="1430742"/>
                  </a:lnTo>
                  <a:lnTo>
                    <a:pt x="605047" y="1430742"/>
                  </a:lnTo>
                  <a:lnTo>
                    <a:pt x="604386" y="1430742"/>
                  </a:lnTo>
                  <a:lnTo>
                    <a:pt x="603726" y="1430742"/>
                  </a:lnTo>
                  <a:lnTo>
                    <a:pt x="603065" y="1430742"/>
                  </a:lnTo>
                  <a:lnTo>
                    <a:pt x="602405" y="1430742"/>
                  </a:lnTo>
                  <a:lnTo>
                    <a:pt x="601744" y="1430742"/>
                  </a:lnTo>
                  <a:lnTo>
                    <a:pt x="601084" y="1430742"/>
                  </a:lnTo>
                  <a:lnTo>
                    <a:pt x="600423" y="1430742"/>
                  </a:lnTo>
                  <a:lnTo>
                    <a:pt x="599763" y="1430742"/>
                  </a:lnTo>
                  <a:lnTo>
                    <a:pt x="599102" y="1430742"/>
                  </a:lnTo>
                  <a:lnTo>
                    <a:pt x="598442" y="1430742"/>
                  </a:lnTo>
                  <a:lnTo>
                    <a:pt x="597781" y="1430742"/>
                  </a:lnTo>
                  <a:lnTo>
                    <a:pt x="597121" y="1430742"/>
                  </a:lnTo>
                  <a:lnTo>
                    <a:pt x="596460" y="1430742"/>
                  </a:lnTo>
                  <a:lnTo>
                    <a:pt x="595799" y="1430742"/>
                  </a:lnTo>
                  <a:lnTo>
                    <a:pt x="595139" y="1430742"/>
                  </a:lnTo>
                  <a:lnTo>
                    <a:pt x="594478" y="1430742"/>
                  </a:lnTo>
                  <a:lnTo>
                    <a:pt x="593818" y="1430742"/>
                  </a:lnTo>
                  <a:lnTo>
                    <a:pt x="593157" y="1430742"/>
                  </a:lnTo>
                  <a:lnTo>
                    <a:pt x="592497" y="1430742"/>
                  </a:lnTo>
                  <a:lnTo>
                    <a:pt x="591836" y="1430742"/>
                  </a:lnTo>
                  <a:lnTo>
                    <a:pt x="591176" y="1430742"/>
                  </a:lnTo>
                  <a:lnTo>
                    <a:pt x="590515" y="1430742"/>
                  </a:lnTo>
                  <a:lnTo>
                    <a:pt x="589855" y="1430742"/>
                  </a:lnTo>
                  <a:lnTo>
                    <a:pt x="589194" y="1430742"/>
                  </a:lnTo>
                  <a:lnTo>
                    <a:pt x="588534" y="1430742"/>
                  </a:lnTo>
                  <a:lnTo>
                    <a:pt x="587873" y="1430742"/>
                  </a:lnTo>
                  <a:lnTo>
                    <a:pt x="587213" y="1430742"/>
                  </a:lnTo>
                  <a:lnTo>
                    <a:pt x="586552" y="1430742"/>
                  </a:lnTo>
                  <a:lnTo>
                    <a:pt x="585891" y="1430742"/>
                  </a:lnTo>
                  <a:lnTo>
                    <a:pt x="585231" y="1430742"/>
                  </a:lnTo>
                  <a:lnTo>
                    <a:pt x="584570" y="1430742"/>
                  </a:lnTo>
                  <a:lnTo>
                    <a:pt x="583910" y="1430742"/>
                  </a:lnTo>
                  <a:lnTo>
                    <a:pt x="583249" y="1430742"/>
                  </a:lnTo>
                  <a:lnTo>
                    <a:pt x="582589" y="1430742"/>
                  </a:lnTo>
                  <a:lnTo>
                    <a:pt x="581928" y="1430742"/>
                  </a:lnTo>
                  <a:lnTo>
                    <a:pt x="581268" y="1430742"/>
                  </a:lnTo>
                  <a:lnTo>
                    <a:pt x="580607" y="1430742"/>
                  </a:lnTo>
                  <a:lnTo>
                    <a:pt x="579947" y="1430742"/>
                  </a:lnTo>
                  <a:lnTo>
                    <a:pt x="579286" y="1430742"/>
                  </a:lnTo>
                  <a:lnTo>
                    <a:pt x="578626" y="1430742"/>
                  </a:lnTo>
                  <a:lnTo>
                    <a:pt x="577965" y="1430742"/>
                  </a:lnTo>
                  <a:lnTo>
                    <a:pt x="577305" y="1430742"/>
                  </a:lnTo>
                  <a:lnTo>
                    <a:pt x="576644" y="1430742"/>
                  </a:lnTo>
                  <a:lnTo>
                    <a:pt x="575983" y="1430742"/>
                  </a:lnTo>
                  <a:lnTo>
                    <a:pt x="575323" y="1430742"/>
                  </a:lnTo>
                  <a:lnTo>
                    <a:pt x="574662" y="1430742"/>
                  </a:lnTo>
                  <a:lnTo>
                    <a:pt x="574002" y="1430742"/>
                  </a:lnTo>
                  <a:lnTo>
                    <a:pt x="573341" y="1430742"/>
                  </a:lnTo>
                  <a:lnTo>
                    <a:pt x="572681" y="1430742"/>
                  </a:lnTo>
                  <a:lnTo>
                    <a:pt x="572020" y="1430742"/>
                  </a:lnTo>
                  <a:lnTo>
                    <a:pt x="571360" y="1430742"/>
                  </a:lnTo>
                  <a:lnTo>
                    <a:pt x="570699" y="1430742"/>
                  </a:lnTo>
                  <a:lnTo>
                    <a:pt x="570039" y="1430742"/>
                  </a:lnTo>
                  <a:lnTo>
                    <a:pt x="569378" y="1430742"/>
                  </a:lnTo>
                  <a:lnTo>
                    <a:pt x="568718" y="1430742"/>
                  </a:lnTo>
                  <a:lnTo>
                    <a:pt x="568057" y="1430742"/>
                  </a:lnTo>
                  <a:lnTo>
                    <a:pt x="567397" y="1430742"/>
                  </a:lnTo>
                  <a:lnTo>
                    <a:pt x="566736" y="1430742"/>
                  </a:lnTo>
                  <a:lnTo>
                    <a:pt x="566076" y="1430742"/>
                  </a:lnTo>
                  <a:lnTo>
                    <a:pt x="565415" y="1430742"/>
                  </a:lnTo>
                  <a:lnTo>
                    <a:pt x="564754" y="1430742"/>
                  </a:lnTo>
                  <a:lnTo>
                    <a:pt x="564094" y="1430742"/>
                  </a:lnTo>
                  <a:lnTo>
                    <a:pt x="563433" y="1430742"/>
                  </a:lnTo>
                  <a:lnTo>
                    <a:pt x="562773" y="1430742"/>
                  </a:lnTo>
                  <a:lnTo>
                    <a:pt x="562112" y="1430742"/>
                  </a:lnTo>
                  <a:lnTo>
                    <a:pt x="561452" y="1430742"/>
                  </a:lnTo>
                  <a:lnTo>
                    <a:pt x="560791" y="1430742"/>
                  </a:lnTo>
                  <a:lnTo>
                    <a:pt x="560131" y="1430742"/>
                  </a:lnTo>
                  <a:lnTo>
                    <a:pt x="559470" y="1430742"/>
                  </a:lnTo>
                  <a:lnTo>
                    <a:pt x="558810" y="1430742"/>
                  </a:lnTo>
                  <a:lnTo>
                    <a:pt x="558149" y="1430742"/>
                  </a:lnTo>
                  <a:lnTo>
                    <a:pt x="557489" y="1430742"/>
                  </a:lnTo>
                  <a:lnTo>
                    <a:pt x="556828" y="1430742"/>
                  </a:lnTo>
                  <a:lnTo>
                    <a:pt x="556168" y="1430742"/>
                  </a:lnTo>
                  <a:lnTo>
                    <a:pt x="555507" y="1430742"/>
                  </a:lnTo>
                  <a:lnTo>
                    <a:pt x="554846" y="1430742"/>
                  </a:lnTo>
                  <a:lnTo>
                    <a:pt x="554186" y="1430742"/>
                  </a:lnTo>
                  <a:lnTo>
                    <a:pt x="553525" y="1430742"/>
                  </a:lnTo>
                  <a:lnTo>
                    <a:pt x="552865" y="1430742"/>
                  </a:lnTo>
                  <a:lnTo>
                    <a:pt x="552204" y="1430742"/>
                  </a:lnTo>
                  <a:lnTo>
                    <a:pt x="551544" y="1430742"/>
                  </a:lnTo>
                  <a:lnTo>
                    <a:pt x="550883" y="1430742"/>
                  </a:lnTo>
                  <a:lnTo>
                    <a:pt x="550223" y="1430742"/>
                  </a:lnTo>
                  <a:lnTo>
                    <a:pt x="549562" y="1430742"/>
                  </a:lnTo>
                  <a:lnTo>
                    <a:pt x="548902" y="1430742"/>
                  </a:lnTo>
                  <a:lnTo>
                    <a:pt x="548241" y="1430742"/>
                  </a:lnTo>
                  <a:lnTo>
                    <a:pt x="547581" y="1430742"/>
                  </a:lnTo>
                  <a:lnTo>
                    <a:pt x="546920" y="1430742"/>
                  </a:lnTo>
                  <a:lnTo>
                    <a:pt x="546260" y="1430742"/>
                  </a:lnTo>
                  <a:lnTo>
                    <a:pt x="545599" y="1430742"/>
                  </a:lnTo>
                  <a:lnTo>
                    <a:pt x="544938" y="1430742"/>
                  </a:lnTo>
                  <a:lnTo>
                    <a:pt x="544278" y="1430742"/>
                  </a:lnTo>
                  <a:lnTo>
                    <a:pt x="543617" y="1430742"/>
                  </a:lnTo>
                  <a:lnTo>
                    <a:pt x="542957" y="1430742"/>
                  </a:lnTo>
                  <a:lnTo>
                    <a:pt x="542296" y="1430742"/>
                  </a:lnTo>
                  <a:lnTo>
                    <a:pt x="541636" y="1430742"/>
                  </a:lnTo>
                  <a:lnTo>
                    <a:pt x="540975" y="1430742"/>
                  </a:lnTo>
                  <a:lnTo>
                    <a:pt x="540315" y="1430742"/>
                  </a:lnTo>
                  <a:lnTo>
                    <a:pt x="539654" y="1430742"/>
                  </a:lnTo>
                  <a:lnTo>
                    <a:pt x="538994" y="1430742"/>
                  </a:lnTo>
                  <a:lnTo>
                    <a:pt x="538333" y="1430742"/>
                  </a:lnTo>
                  <a:lnTo>
                    <a:pt x="537673" y="1430742"/>
                  </a:lnTo>
                  <a:lnTo>
                    <a:pt x="537012" y="1430742"/>
                  </a:lnTo>
                  <a:lnTo>
                    <a:pt x="536352" y="1430742"/>
                  </a:lnTo>
                  <a:lnTo>
                    <a:pt x="535691" y="1430742"/>
                  </a:lnTo>
                  <a:lnTo>
                    <a:pt x="535031" y="1430742"/>
                  </a:lnTo>
                  <a:lnTo>
                    <a:pt x="534370" y="1430742"/>
                  </a:lnTo>
                  <a:lnTo>
                    <a:pt x="533709" y="1430742"/>
                  </a:lnTo>
                  <a:lnTo>
                    <a:pt x="533049" y="1430742"/>
                  </a:lnTo>
                  <a:lnTo>
                    <a:pt x="532388" y="1430742"/>
                  </a:lnTo>
                  <a:lnTo>
                    <a:pt x="531728" y="1430742"/>
                  </a:lnTo>
                  <a:lnTo>
                    <a:pt x="531067" y="1430742"/>
                  </a:lnTo>
                  <a:lnTo>
                    <a:pt x="530407" y="1430742"/>
                  </a:lnTo>
                  <a:lnTo>
                    <a:pt x="529746" y="1430742"/>
                  </a:lnTo>
                  <a:lnTo>
                    <a:pt x="529086" y="1430742"/>
                  </a:lnTo>
                  <a:lnTo>
                    <a:pt x="528425" y="1430742"/>
                  </a:lnTo>
                  <a:lnTo>
                    <a:pt x="527765" y="1430742"/>
                  </a:lnTo>
                  <a:lnTo>
                    <a:pt x="527104" y="1430742"/>
                  </a:lnTo>
                  <a:lnTo>
                    <a:pt x="526444" y="1430742"/>
                  </a:lnTo>
                  <a:lnTo>
                    <a:pt x="525783" y="1430742"/>
                  </a:lnTo>
                  <a:lnTo>
                    <a:pt x="525123" y="1430742"/>
                  </a:lnTo>
                  <a:lnTo>
                    <a:pt x="524462" y="1430742"/>
                  </a:lnTo>
                  <a:lnTo>
                    <a:pt x="523801" y="1430742"/>
                  </a:lnTo>
                  <a:lnTo>
                    <a:pt x="523141" y="1430742"/>
                  </a:lnTo>
                  <a:lnTo>
                    <a:pt x="522480" y="1430742"/>
                  </a:lnTo>
                  <a:lnTo>
                    <a:pt x="521820" y="1430742"/>
                  </a:lnTo>
                  <a:lnTo>
                    <a:pt x="521159" y="1430742"/>
                  </a:lnTo>
                  <a:lnTo>
                    <a:pt x="520499" y="1430742"/>
                  </a:lnTo>
                  <a:lnTo>
                    <a:pt x="519838" y="1430742"/>
                  </a:lnTo>
                  <a:lnTo>
                    <a:pt x="519178" y="1430742"/>
                  </a:lnTo>
                  <a:lnTo>
                    <a:pt x="518517" y="1430742"/>
                  </a:lnTo>
                  <a:lnTo>
                    <a:pt x="517857" y="1430742"/>
                  </a:lnTo>
                  <a:lnTo>
                    <a:pt x="517196" y="1430742"/>
                  </a:lnTo>
                  <a:lnTo>
                    <a:pt x="516536" y="1430742"/>
                  </a:lnTo>
                  <a:lnTo>
                    <a:pt x="515875" y="1430742"/>
                  </a:lnTo>
                  <a:lnTo>
                    <a:pt x="515215" y="1430742"/>
                  </a:lnTo>
                  <a:lnTo>
                    <a:pt x="514554" y="1430742"/>
                  </a:lnTo>
                  <a:lnTo>
                    <a:pt x="513893" y="1430742"/>
                  </a:lnTo>
                  <a:lnTo>
                    <a:pt x="513233" y="1430742"/>
                  </a:lnTo>
                  <a:lnTo>
                    <a:pt x="512572" y="1430742"/>
                  </a:lnTo>
                  <a:lnTo>
                    <a:pt x="511912" y="1430742"/>
                  </a:lnTo>
                  <a:lnTo>
                    <a:pt x="511251" y="1430742"/>
                  </a:lnTo>
                  <a:lnTo>
                    <a:pt x="510591" y="1430742"/>
                  </a:lnTo>
                  <a:lnTo>
                    <a:pt x="509930" y="1430742"/>
                  </a:lnTo>
                  <a:lnTo>
                    <a:pt x="509270" y="1430742"/>
                  </a:lnTo>
                  <a:lnTo>
                    <a:pt x="508609" y="1430742"/>
                  </a:lnTo>
                  <a:lnTo>
                    <a:pt x="507949" y="1430742"/>
                  </a:lnTo>
                  <a:lnTo>
                    <a:pt x="507288" y="1430742"/>
                  </a:lnTo>
                  <a:lnTo>
                    <a:pt x="506628" y="1430742"/>
                  </a:lnTo>
                  <a:lnTo>
                    <a:pt x="505967" y="1430742"/>
                  </a:lnTo>
                  <a:lnTo>
                    <a:pt x="505307" y="1430742"/>
                  </a:lnTo>
                  <a:lnTo>
                    <a:pt x="504646" y="1430742"/>
                  </a:lnTo>
                  <a:lnTo>
                    <a:pt x="503985" y="1430742"/>
                  </a:lnTo>
                  <a:lnTo>
                    <a:pt x="503325" y="1430742"/>
                  </a:lnTo>
                  <a:lnTo>
                    <a:pt x="502664" y="1430742"/>
                  </a:lnTo>
                  <a:lnTo>
                    <a:pt x="502004" y="1430742"/>
                  </a:lnTo>
                  <a:lnTo>
                    <a:pt x="501343" y="1430742"/>
                  </a:lnTo>
                  <a:lnTo>
                    <a:pt x="500683" y="1430742"/>
                  </a:lnTo>
                  <a:lnTo>
                    <a:pt x="500022" y="1430742"/>
                  </a:lnTo>
                  <a:lnTo>
                    <a:pt x="499362" y="1430742"/>
                  </a:lnTo>
                  <a:lnTo>
                    <a:pt x="498701" y="1430742"/>
                  </a:lnTo>
                  <a:lnTo>
                    <a:pt x="498041" y="1430742"/>
                  </a:lnTo>
                  <a:lnTo>
                    <a:pt x="497380" y="1430742"/>
                  </a:lnTo>
                  <a:lnTo>
                    <a:pt x="496720" y="1430742"/>
                  </a:lnTo>
                  <a:lnTo>
                    <a:pt x="496059" y="1430742"/>
                  </a:lnTo>
                  <a:lnTo>
                    <a:pt x="495399" y="1430742"/>
                  </a:lnTo>
                  <a:lnTo>
                    <a:pt x="494738" y="1430742"/>
                  </a:lnTo>
                  <a:lnTo>
                    <a:pt x="494078" y="1430742"/>
                  </a:lnTo>
                  <a:lnTo>
                    <a:pt x="493417" y="1430742"/>
                  </a:lnTo>
                  <a:lnTo>
                    <a:pt x="492756" y="1430742"/>
                  </a:lnTo>
                  <a:lnTo>
                    <a:pt x="492096" y="1430742"/>
                  </a:lnTo>
                  <a:lnTo>
                    <a:pt x="491435" y="1430742"/>
                  </a:lnTo>
                  <a:lnTo>
                    <a:pt x="490775" y="1430742"/>
                  </a:lnTo>
                  <a:lnTo>
                    <a:pt x="490114" y="1430742"/>
                  </a:lnTo>
                  <a:lnTo>
                    <a:pt x="489454" y="1430742"/>
                  </a:lnTo>
                  <a:lnTo>
                    <a:pt x="488793" y="1430742"/>
                  </a:lnTo>
                  <a:lnTo>
                    <a:pt x="488133" y="1430742"/>
                  </a:lnTo>
                  <a:lnTo>
                    <a:pt x="487472" y="1430742"/>
                  </a:lnTo>
                  <a:lnTo>
                    <a:pt x="486812" y="1430742"/>
                  </a:lnTo>
                  <a:lnTo>
                    <a:pt x="486151" y="1430742"/>
                  </a:lnTo>
                  <a:lnTo>
                    <a:pt x="485491" y="1430742"/>
                  </a:lnTo>
                  <a:lnTo>
                    <a:pt x="484830" y="1430742"/>
                  </a:lnTo>
                  <a:lnTo>
                    <a:pt x="484170" y="1430742"/>
                  </a:lnTo>
                  <a:lnTo>
                    <a:pt x="483509" y="1430742"/>
                  </a:lnTo>
                  <a:lnTo>
                    <a:pt x="482848" y="1430742"/>
                  </a:lnTo>
                  <a:lnTo>
                    <a:pt x="482188" y="1430742"/>
                  </a:lnTo>
                  <a:lnTo>
                    <a:pt x="481527" y="1430742"/>
                  </a:lnTo>
                  <a:lnTo>
                    <a:pt x="480867" y="1430742"/>
                  </a:lnTo>
                  <a:lnTo>
                    <a:pt x="480206" y="1430742"/>
                  </a:lnTo>
                  <a:lnTo>
                    <a:pt x="479546" y="1430742"/>
                  </a:lnTo>
                  <a:lnTo>
                    <a:pt x="478885" y="1430742"/>
                  </a:lnTo>
                  <a:lnTo>
                    <a:pt x="478225" y="1430742"/>
                  </a:lnTo>
                  <a:lnTo>
                    <a:pt x="477564" y="1430742"/>
                  </a:lnTo>
                  <a:lnTo>
                    <a:pt x="476904" y="1430742"/>
                  </a:lnTo>
                  <a:lnTo>
                    <a:pt x="476243" y="1430742"/>
                  </a:lnTo>
                  <a:lnTo>
                    <a:pt x="475583" y="1430742"/>
                  </a:lnTo>
                  <a:lnTo>
                    <a:pt x="474922" y="1430742"/>
                  </a:lnTo>
                  <a:lnTo>
                    <a:pt x="474262" y="1430742"/>
                  </a:lnTo>
                  <a:lnTo>
                    <a:pt x="473601" y="1430742"/>
                  </a:lnTo>
                  <a:lnTo>
                    <a:pt x="472940" y="1430742"/>
                  </a:lnTo>
                  <a:lnTo>
                    <a:pt x="472280" y="1430742"/>
                  </a:lnTo>
                  <a:lnTo>
                    <a:pt x="471619" y="1430742"/>
                  </a:lnTo>
                  <a:lnTo>
                    <a:pt x="470959" y="1430742"/>
                  </a:lnTo>
                  <a:lnTo>
                    <a:pt x="470298" y="1430742"/>
                  </a:lnTo>
                  <a:lnTo>
                    <a:pt x="469638" y="1430742"/>
                  </a:lnTo>
                  <a:lnTo>
                    <a:pt x="468977" y="1430742"/>
                  </a:lnTo>
                  <a:lnTo>
                    <a:pt x="468317" y="1430742"/>
                  </a:lnTo>
                  <a:lnTo>
                    <a:pt x="467656" y="1430742"/>
                  </a:lnTo>
                  <a:lnTo>
                    <a:pt x="466996" y="1430742"/>
                  </a:lnTo>
                  <a:lnTo>
                    <a:pt x="466335" y="1430742"/>
                  </a:lnTo>
                  <a:lnTo>
                    <a:pt x="465675" y="1430742"/>
                  </a:lnTo>
                  <a:lnTo>
                    <a:pt x="465014" y="1430742"/>
                  </a:lnTo>
                  <a:lnTo>
                    <a:pt x="464354" y="1430742"/>
                  </a:lnTo>
                  <a:lnTo>
                    <a:pt x="463693" y="1430742"/>
                  </a:lnTo>
                  <a:lnTo>
                    <a:pt x="463033" y="1430742"/>
                  </a:lnTo>
                  <a:lnTo>
                    <a:pt x="462372" y="1430742"/>
                  </a:lnTo>
                  <a:lnTo>
                    <a:pt x="461711" y="1430742"/>
                  </a:lnTo>
                  <a:lnTo>
                    <a:pt x="461051" y="1430742"/>
                  </a:lnTo>
                  <a:lnTo>
                    <a:pt x="460390" y="1430742"/>
                  </a:lnTo>
                  <a:lnTo>
                    <a:pt x="459730" y="1430742"/>
                  </a:lnTo>
                  <a:lnTo>
                    <a:pt x="459069" y="1430742"/>
                  </a:lnTo>
                  <a:lnTo>
                    <a:pt x="458409" y="1430742"/>
                  </a:lnTo>
                  <a:lnTo>
                    <a:pt x="457748" y="1430742"/>
                  </a:lnTo>
                  <a:lnTo>
                    <a:pt x="457088" y="1430742"/>
                  </a:lnTo>
                  <a:lnTo>
                    <a:pt x="456427" y="1430742"/>
                  </a:lnTo>
                  <a:lnTo>
                    <a:pt x="455767" y="1430742"/>
                  </a:lnTo>
                  <a:lnTo>
                    <a:pt x="455106" y="1430742"/>
                  </a:lnTo>
                  <a:lnTo>
                    <a:pt x="454446" y="1430742"/>
                  </a:lnTo>
                  <a:lnTo>
                    <a:pt x="453785" y="1430742"/>
                  </a:lnTo>
                  <a:lnTo>
                    <a:pt x="453125" y="1430742"/>
                  </a:lnTo>
                  <a:lnTo>
                    <a:pt x="452464" y="1430742"/>
                  </a:lnTo>
                  <a:lnTo>
                    <a:pt x="451803" y="1430742"/>
                  </a:lnTo>
                  <a:lnTo>
                    <a:pt x="451143" y="1430742"/>
                  </a:lnTo>
                  <a:lnTo>
                    <a:pt x="450482" y="1430742"/>
                  </a:lnTo>
                  <a:lnTo>
                    <a:pt x="449822" y="1430742"/>
                  </a:lnTo>
                  <a:lnTo>
                    <a:pt x="449161" y="1430742"/>
                  </a:lnTo>
                  <a:lnTo>
                    <a:pt x="448501" y="1430742"/>
                  </a:lnTo>
                  <a:lnTo>
                    <a:pt x="447840" y="1430742"/>
                  </a:lnTo>
                  <a:lnTo>
                    <a:pt x="447180" y="1430742"/>
                  </a:lnTo>
                  <a:lnTo>
                    <a:pt x="446519" y="1430742"/>
                  </a:lnTo>
                  <a:lnTo>
                    <a:pt x="445859" y="1430742"/>
                  </a:lnTo>
                  <a:lnTo>
                    <a:pt x="445198" y="1430742"/>
                  </a:lnTo>
                  <a:lnTo>
                    <a:pt x="444538" y="1430742"/>
                  </a:lnTo>
                  <a:lnTo>
                    <a:pt x="443877" y="1430742"/>
                  </a:lnTo>
                  <a:lnTo>
                    <a:pt x="443217" y="1430742"/>
                  </a:lnTo>
                  <a:lnTo>
                    <a:pt x="442556" y="1430742"/>
                  </a:lnTo>
                  <a:lnTo>
                    <a:pt x="441895" y="1430742"/>
                  </a:lnTo>
                  <a:lnTo>
                    <a:pt x="441235" y="1430742"/>
                  </a:lnTo>
                  <a:lnTo>
                    <a:pt x="440574" y="1430742"/>
                  </a:lnTo>
                  <a:lnTo>
                    <a:pt x="439914" y="1430742"/>
                  </a:lnTo>
                  <a:lnTo>
                    <a:pt x="439253" y="1430742"/>
                  </a:lnTo>
                  <a:lnTo>
                    <a:pt x="438593" y="1430742"/>
                  </a:lnTo>
                  <a:lnTo>
                    <a:pt x="437932" y="1430742"/>
                  </a:lnTo>
                  <a:lnTo>
                    <a:pt x="437272" y="1430742"/>
                  </a:lnTo>
                  <a:lnTo>
                    <a:pt x="436611" y="1430742"/>
                  </a:lnTo>
                  <a:lnTo>
                    <a:pt x="435951" y="1430742"/>
                  </a:lnTo>
                  <a:lnTo>
                    <a:pt x="435290" y="1430742"/>
                  </a:lnTo>
                  <a:lnTo>
                    <a:pt x="434630" y="1430742"/>
                  </a:lnTo>
                  <a:lnTo>
                    <a:pt x="433969" y="1430742"/>
                  </a:lnTo>
                  <a:lnTo>
                    <a:pt x="433309" y="1430742"/>
                  </a:lnTo>
                  <a:lnTo>
                    <a:pt x="432648" y="1430742"/>
                  </a:lnTo>
                  <a:lnTo>
                    <a:pt x="431987" y="1430742"/>
                  </a:lnTo>
                  <a:lnTo>
                    <a:pt x="431327" y="1430742"/>
                  </a:lnTo>
                  <a:lnTo>
                    <a:pt x="430666" y="1430742"/>
                  </a:lnTo>
                  <a:lnTo>
                    <a:pt x="430006" y="1430742"/>
                  </a:lnTo>
                  <a:lnTo>
                    <a:pt x="429345" y="1430742"/>
                  </a:lnTo>
                  <a:lnTo>
                    <a:pt x="428685" y="1430742"/>
                  </a:lnTo>
                  <a:lnTo>
                    <a:pt x="428024" y="1430742"/>
                  </a:lnTo>
                  <a:lnTo>
                    <a:pt x="427364" y="1430742"/>
                  </a:lnTo>
                  <a:lnTo>
                    <a:pt x="426703" y="1430742"/>
                  </a:lnTo>
                  <a:lnTo>
                    <a:pt x="426043" y="1430742"/>
                  </a:lnTo>
                  <a:lnTo>
                    <a:pt x="425382" y="1430742"/>
                  </a:lnTo>
                  <a:lnTo>
                    <a:pt x="424722" y="1430742"/>
                  </a:lnTo>
                  <a:lnTo>
                    <a:pt x="424061" y="1430742"/>
                  </a:lnTo>
                  <a:lnTo>
                    <a:pt x="423401" y="1430742"/>
                  </a:lnTo>
                  <a:lnTo>
                    <a:pt x="422740" y="1430742"/>
                  </a:lnTo>
                  <a:lnTo>
                    <a:pt x="422080" y="1430742"/>
                  </a:lnTo>
                  <a:lnTo>
                    <a:pt x="421419" y="1430742"/>
                  </a:lnTo>
                  <a:lnTo>
                    <a:pt x="420758" y="1430742"/>
                  </a:lnTo>
                  <a:lnTo>
                    <a:pt x="420098" y="1430742"/>
                  </a:lnTo>
                  <a:lnTo>
                    <a:pt x="419437" y="1430742"/>
                  </a:lnTo>
                  <a:lnTo>
                    <a:pt x="418777" y="1430742"/>
                  </a:lnTo>
                  <a:lnTo>
                    <a:pt x="418116" y="1430742"/>
                  </a:lnTo>
                  <a:lnTo>
                    <a:pt x="417456" y="1430742"/>
                  </a:lnTo>
                  <a:lnTo>
                    <a:pt x="416795" y="1430742"/>
                  </a:lnTo>
                  <a:lnTo>
                    <a:pt x="416135" y="1430742"/>
                  </a:lnTo>
                  <a:lnTo>
                    <a:pt x="415474" y="1430742"/>
                  </a:lnTo>
                  <a:lnTo>
                    <a:pt x="414814" y="1430742"/>
                  </a:lnTo>
                  <a:lnTo>
                    <a:pt x="414153" y="1430742"/>
                  </a:lnTo>
                  <a:lnTo>
                    <a:pt x="413493" y="1430742"/>
                  </a:lnTo>
                  <a:lnTo>
                    <a:pt x="412832" y="1430742"/>
                  </a:lnTo>
                  <a:lnTo>
                    <a:pt x="412172" y="1430742"/>
                  </a:lnTo>
                  <a:lnTo>
                    <a:pt x="411511" y="1430742"/>
                  </a:lnTo>
                  <a:lnTo>
                    <a:pt x="410850" y="1430742"/>
                  </a:lnTo>
                  <a:lnTo>
                    <a:pt x="410190" y="1430742"/>
                  </a:lnTo>
                  <a:lnTo>
                    <a:pt x="409529" y="1430742"/>
                  </a:lnTo>
                  <a:lnTo>
                    <a:pt x="408869" y="1430742"/>
                  </a:lnTo>
                  <a:lnTo>
                    <a:pt x="408208" y="1430742"/>
                  </a:lnTo>
                  <a:lnTo>
                    <a:pt x="407548" y="1430742"/>
                  </a:lnTo>
                  <a:lnTo>
                    <a:pt x="406887" y="1430742"/>
                  </a:lnTo>
                  <a:lnTo>
                    <a:pt x="406227" y="1430742"/>
                  </a:lnTo>
                  <a:lnTo>
                    <a:pt x="405566" y="1430742"/>
                  </a:lnTo>
                  <a:lnTo>
                    <a:pt x="404906" y="1430742"/>
                  </a:lnTo>
                  <a:lnTo>
                    <a:pt x="404245" y="1430742"/>
                  </a:lnTo>
                  <a:lnTo>
                    <a:pt x="403585" y="1430742"/>
                  </a:lnTo>
                  <a:lnTo>
                    <a:pt x="402924" y="1430742"/>
                  </a:lnTo>
                  <a:lnTo>
                    <a:pt x="402264" y="1430742"/>
                  </a:lnTo>
                  <a:lnTo>
                    <a:pt x="401603" y="1430742"/>
                  </a:lnTo>
                  <a:lnTo>
                    <a:pt x="400942" y="1430742"/>
                  </a:lnTo>
                  <a:lnTo>
                    <a:pt x="400282" y="1430742"/>
                  </a:lnTo>
                  <a:lnTo>
                    <a:pt x="399621" y="1430742"/>
                  </a:lnTo>
                  <a:lnTo>
                    <a:pt x="398961" y="1430742"/>
                  </a:lnTo>
                  <a:lnTo>
                    <a:pt x="398300" y="1430742"/>
                  </a:lnTo>
                  <a:lnTo>
                    <a:pt x="397640" y="1430742"/>
                  </a:lnTo>
                  <a:lnTo>
                    <a:pt x="396979" y="1430742"/>
                  </a:lnTo>
                  <a:lnTo>
                    <a:pt x="396319" y="1430742"/>
                  </a:lnTo>
                  <a:lnTo>
                    <a:pt x="395658" y="1430742"/>
                  </a:lnTo>
                  <a:lnTo>
                    <a:pt x="394998" y="1430742"/>
                  </a:lnTo>
                  <a:lnTo>
                    <a:pt x="394337" y="1430742"/>
                  </a:lnTo>
                  <a:lnTo>
                    <a:pt x="393677" y="1430742"/>
                  </a:lnTo>
                  <a:lnTo>
                    <a:pt x="393016" y="1430742"/>
                  </a:lnTo>
                  <a:lnTo>
                    <a:pt x="392356" y="1430742"/>
                  </a:lnTo>
                  <a:lnTo>
                    <a:pt x="391695" y="1430742"/>
                  </a:lnTo>
                  <a:lnTo>
                    <a:pt x="391035" y="1430742"/>
                  </a:lnTo>
                  <a:lnTo>
                    <a:pt x="390374" y="1430742"/>
                  </a:lnTo>
                  <a:lnTo>
                    <a:pt x="389713" y="1430742"/>
                  </a:lnTo>
                  <a:lnTo>
                    <a:pt x="389053" y="1430742"/>
                  </a:lnTo>
                  <a:lnTo>
                    <a:pt x="388392" y="1430742"/>
                  </a:lnTo>
                  <a:lnTo>
                    <a:pt x="387732" y="1430742"/>
                  </a:lnTo>
                  <a:lnTo>
                    <a:pt x="387071" y="1430742"/>
                  </a:lnTo>
                  <a:lnTo>
                    <a:pt x="386411" y="1430742"/>
                  </a:lnTo>
                  <a:lnTo>
                    <a:pt x="385750" y="1430742"/>
                  </a:lnTo>
                  <a:lnTo>
                    <a:pt x="385090" y="1430742"/>
                  </a:lnTo>
                  <a:lnTo>
                    <a:pt x="384429" y="1430742"/>
                  </a:lnTo>
                  <a:lnTo>
                    <a:pt x="383769" y="1430742"/>
                  </a:lnTo>
                  <a:lnTo>
                    <a:pt x="383108" y="1430742"/>
                  </a:lnTo>
                  <a:lnTo>
                    <a:pt x="382448" y="1430742"/>
                  </a:lnTo>
                  <a:lnTo>
                    <a:pt x="381787" y="1430742"/>
                  </a:lnTo>
                  <a:lnTo>
                    <a:pt x="381127" y="1430742"/>
                  </a:lnTo>
                  <a:lnTo>
                    <a:pt x="380466" y="1430742"/>
                  </a:lnTo>
                  <a:lnTo>
                    <a:pt x="379805" y="1430742"/>
                  </a:lnTo>
                  <a:lnTo>
                    <a:pt x="379145" y="1430742"/>
                  </a:lnTo>
                  <a:lnTo>
                    <a:pt x="378484" y="1430742"/>
                  </a:lnTo>
                  <a:lnTo>
                    <a:pt x="377824" y="1430742"/>
                  </a:lnTo>
                  <a:lnTo>
                    <a:pt x="377163" y="1430742"/>
                  </a:lnTo>
                  <a:lnTo>
                    <a:pt x="376503" y="1430742"/>
                  </a:lnTo>
                  <a:lnTo>
                    <a:pt x="375842" y="1430742"/>
                  </a:lnTo>
                  <a:lnTo>
                    <a:pt x="375182" y="1430742"/>
                  </a:lnTo>
                  <a:lnTo>
                    <a:pt x="374521" y="1430742"/>
                  </a:lnTo>
                  <a:lnTo>
                    <a:pt x="373861" y="1430742"/>
                  </a:lnTo>
                  <a:lnTo>
                    <a:pt x="373200" y="1430742"/>
                  </a:lnTo>
                  <a:lnTo>
                    <a:pt x="372540" y="1430742"/>
                  </a:lnTo>
                  <a:lnTo>
                    <a:pt x="371879" y="1430742"/>
                  </a:lnTo>
                  <a:lnTo>
                    <a:pt x="371219" y="1430742"/>
                  </a:lnTo>
                  <a:lnTo>
                    <a:pt x="370558" y="1430742"/>
                  </a:lnTo>
                  <a:lnTo>
                    <a:pt x="369897" y="1430742"/>
                  </a:lnTo>
                  <a:lnTo>
                    <a:pt x="369237" y="1430742"/>
                  </a:lnTo>
                  <a:lnTo>
                    <a:pt x="368576" y="1430742"/>
                  </a:lnTo>
                  <a:lnTo>
                    <a:pt x="367916" y="1430742"/>
                  </a:lnTo>
                  <a:lnTo>
                    <a:pt x="367255" y="1430742"/>
                  </a:lnTo>
                  <a:lnTo>
                    <a:pt x="366595" y="1430742"/>
                  </a:lnTo>
                  <a:lnTo>
                    <a:pt x="365934" y="1430742"/>
                  </a:lnTo>
                  <a:lnTo>
                    <a:pt x="365274" y="1430742"/>
                  </a:lnTo>
                  <a:lnTo>
                    <a:pt x="364613" y="1430742"/>
                  </a:lnTo>
                  <a:lnTo>
                    <a:pt x="363953" y="1430742"/>
                  </a:lnTo>
                  <a:lnTo>
                    <a:pt x="363292" y="1430742"/>
                  </a:lnTo>
                  <a:lnTo>
                    <a:pt x="362632" y="1430742"/>
                  </a:lnTo>
                  <a:lnTo>
                    <a:pt x="361971" y="1430742"/>
                  </a:lnTo>
                  <a:lnTo>
                    <a:pt x="361311" y="1430742"/>
                  </a:lnTo>
                  <a:lnTo>
                    <a:pt x="360650" y="1430742"/>
                  </a:lnTo>
                  <a:lnTo>
                    <a:pt x="359989" y="1430742"/>
                  </a:lnTo>
                  <a:lnTo>
                    <a:pt x="359329" y="1430742"/>
                  </a:lnTo>
                  <a:lnTo>
                    <a:pt x="358668" y="1430742"/>
                  </a:lnTo>
                  <a:lnTo>
                    <a:pt x="358008" y="1430742"/>
                  </a:lnTo>
                  <a:lnTo>
                    <a:pt x="357347" y="1430742"/>
                  </a:lnTo>
                  <a:lnTo>
                    <a:pt x="356687" y="1430742"/>
                  </a:lnTo>
                  <a:lnTo>
                    <a:pt x="356026" y="1430742"/>
                  </a:lnTo>
                  <a:lnTo>
                    <a:pt x="355366" y="1430742"/>
                  </a:lnTo>
                  <a:lnTo>
                    <a:pt x="354705" y="1430742"/>
                  </a:lnTo>
                  <a:lnTo>
                    <a:pt x="354045" y="1430742"/>
                  </a:lnTo>
                  <a:lnTo>
                    <a:pt x="353384" y="1430742"/>
                  </a:lnTo>
                  <a:lnTo>
                    <a:pt x="352724" y="1430742"/>
                  </a:lnTo>
                  <a:lnTo>
                    <a:pt x="352063" y="1430742"/>
                  </a:lnTo>
                  <a:lnTo>
                    <a:pt x="351403" y="1430742"/>
                  </a:lnTo>
                  <a:lnTo>
                    <a:pt x="350742" y="1430742"/>
                  </a:lnTo>
                  <a:lnTo>
                    <a:pt x="350082" y="1430742"/>
                  </a:lnTo>
                  <a:lnTo>
                    <a:pt x="349421" y="1430742"/>
                  </a:lnTo>
                  <a:lnTo>
                    <a:pt x="348760" y="1430742"/>
                  </a:lnTo>
                  <a:lnTo>
                    <a:pt x="348100" y="1430742"/>
                  </a:lnTo>
                  <a:lnTo>
                    <a:pt x="347439" y="1430742"/>
                  </a:lnTo>
                  <a:lnTo>
                    <a:pt x="346779" y="1430742"/>
                  </a:lnTo>
                  <a:lnTo>
                    <a:pt x="346118" y="1430742"/>
                  </a:lnTo>
                  <a:lnTo>
                    <a:pt x="345458" y="1430742"/>
                  </a:lnTo>
                  <a:lnTo>
                    <a:pt x="344797" y="1430742"/>
                  </a:lnTo>
                  <a:lnTo>
                    <a:pt x="344137" y="1430742"/>
                  </a:lnTo>
                  <a:lnTo>
                    <a:pt x="343476" y="1430742"/>
                  </a:lnTo>
                  <a:lnTo>
                    <a:pt x="342816" y="1430742"/>
                  </a:lnTo>
                  <a:lnTo>
                    <a:pt x="342155" y="1430742"/>
                  </a:lnTo>
                  <a:lnTo>
                    <a:pt x="341495" y="1430742"/>
                  </a:lnTo>
                  <a:lnTo>
                    <a:pt x="340834" y="1430742"/>
                  </a:lnTo>
                  <a:lnTo>
                    <a:pt x="340174" y="1430742"/>
                  </a:lnTo>
                  <a:lnTo>
                    <a:pt x="339513" y="1430742"/>
                  </a:lnTo>
                  <a:lnTo>
                    <a:pt x="338852" y="1430742"/>
                  </a:lnTo>
                  <a:lnTo>
                    <a:pt x="338192" y="1430742"/>
                  </a:lnTo>
                  <a:lnTo>
                    <a:pt x="337531" y="1430742"/>
                  </a:lnTo>
                  <a:lnTo>
                    <a:pt x="336871" y="1430742"/>
                  </a:lnTo>
                  <a:lnTo>
                    <a:pt x="336210" y="1430742"/>
                  </a:lnTo>
                  <a:lnTo>
                    <a:pt x="335550" y="1430742"/>
                  </a:lnTo>
                  <a:lnTo>
                    <a:pt x="334889" y="1430742"/>
                  </a:lnTo>
                  <a:lnTo>
                    <a:pt x="334229" y="1430742"/>
                  </a:lnTo>
                  <a:lnTo>
                    <a:pt x="333568" y="1430742"/>
                  </a:lnTo>
                  <a:lnTo>
                    <a:pt x="332908" y="1430742"/>
                  </a:lnTo>
                  <a:lnTo>
                    <a:pt x="332247" y="1430742"/>
                  </a:lnTo>
                  <a:lnTo>
                    <a:pt x="331587" y="1430742"/>
                  </a:lnTo>
                  <a:lnTo>
                    <a:pt x="330926" y="1430742"/>
                  </a:lnTo>
                  <a:lnTo>
                    <a:pt x="330266" y="1430742"/>
                  </a:lnTo>
                  <a:lnTo>
                    <a:pt x="329605" y="1430742"/>
                  </a:lnTo>
                  <a:lnTo>
                    <a:pt x="328944" y="1430742"/>
                  </a:lnTo>
                  <a:lnTo>
                    <a:pt x="328284" y="1430742"/>
                  </a:lnTo>
                  <a:lnTo>
                    <a:pt x="327623" y="1430742"/>
                  </a:lnTo>
                  <a:lnTo>
                    <a:pt x="326963" y="1430742"/>
                  </a:lnTo>
                  <a:lnTo>
                    <a:pt x="326302" y="1430742"/>
                  </a:lnTo>
                  <a:lnTo>
                    <a:pt x="325642" y="1430742"/>
                  </a:lnTo>
                  <a:lnTo>
                    <a:pt x="324981" y="1430742"/>
                  </a:lnTo>
                  <a:lnTo>
                    <a:pt x="324321" y="1430742"/>
                  </a:lnTo>
                  <a:lnTo>
                    <a:pt x="323660" y="1430742"/>
                  </a:lnTo>
                  <a:lnTo>
                    <a:pt x="323000" y="1430742"/>
                  </a:lnTo>
                  <a:lnTo>
                    <a:pt x="322339" y="1430742"/>
                  </a:lnTo>
                  <a:lnTo>
                    <a:pt x="321679" y="1430742"/>
                  </a:lnTo>
                  <a:lnTo>
                    <a:pt x="321018" y="1430742"/>
                  </a:lnTo>
                  <a:lnTo>
                    <a:pt x="320358" y="1430742"/>
                  </a:lnTo>
                  <a:lnTo>
                    <a:pt x="319697" y="1430742"/>
                  </a:lnTo>
                  <a:lnTo>
                    <a:pt x="319037" y="1430742"/>
                  </a:lnTo>
                  <a:lnTo>
                    <a:pt x="318376" y="1430742"/>
                  </a:lnTo>
                  <a:lnTo>
                    <a:pt x="317715" y="1430742"/>
                  </a:lnTo>
                  <a:lnTo>
                    <a:pt x="317055" y="1430742"/>
                  </a:lnTo>
                  <a:lnTo>
                    <a:pt x="316394" y="1430742"/>
                  </a:lnTo>
                  <a:lnTo>
                    <a:pt x="315734" y="1430742"/>
                  </a:lnTo>
                  <a:lnTo>
                    <a:pt x="315073" y="1430742"/>
                  </a:lnTo>
                  <a:lnTo>
                    <a:pt x="314413" y="1430742"/>
                  </a:lnTo>
                  <a:lnTo>
                    <a:pt x="313752" y="1430742"/>
                  </a:lnTo>
                  <a:lnTo>
                    <a:pt x="313092" y="1430742"/>
                  </a:lnTo>
                  <a:lnTo>
                    <a:pt x="312431" y="1430742"/>
                  </a:lnTo>
                  <a:lnTo>
                    <a:pt x="311771" y="1430742"/>
                  </a:lnTo>
                  <a:lnTo>
                    <a:pt x="311110" y="1430742"/>
                  </a:lnTo>
                  <a:lnTo>
                    <a:pt x="310450" y="1430742"/>
                  </a:lnTo>
                  <a:lnTo>
                    <a:pt x="309789" y="1430742"/>
                  </a:lnTo>
                  <a:lnTo>
                    <a:pt x="309129" y="1430742"/>
                  </a:lnTo>
                  <a:lnTo>
                    <a:pt x="308468" y="1430742"/>
                  </a:lnTo>
                  <a:lnTo>
                    <a:pt x="307807" y="1430742"/>
                  </a:lnTo>
                  <a:lnTo>
                    <a:pt x="307147" y="1430742"/>
                  </a:lnTo>
                  <a:lnTo>
                    <a:pt x="306486" y="1430742"/>
                  </a:lnTo>
                  <a:lnTo>
                    <a:pt x="305826" y="1430742"/>
                  </a:lnTo>
                  <a:lnTo>
                    <a:pt x="305165" y="1430742"/>
                  </a:lnTo>
                  <a:lnTo>
                    <a:pt x="304505" y="1430742"/>
                  </a:lnTo>
                  <a:lnTo>
                    <a:pt x="303844" y="1430742"/>
                  </a:lnTo>
                  <a:lnTo>
                    <a:pt x="303184" y="1430742"/>
                  </a:lnTo>
                  <a:lnTo>
                    <a:pt x="302523" y="1430742"/>
                  </a:lnTo>
                  <a:lnTo>
                    <a:pt x="301863" y="1430742"/>
                  </a:lnTo>
                  <a:lnTo>
                    <a:pt x="301202" y="1430742"/>
                  </a:lnTo>
                  <a:lnTo>
                    <a:pt x="300542" y="1430742"/>
                  </a:lnTo>
                  <a:lnTo>
                    <a:pt x="299881" y="1430742"/>
                  </a:lnTo>
                  <a:lnTo>
                    <a:pt x="299221" y="1430742"/>
                  </a:lnTo>
                  <a:lnTo>
                    <a:pt x="298560" y="1430742"/>
                  </a:lnTo>
                  <a:lnTo>
                    <a:pt x="297899" y="1430742"/>
                  </a:lnTo>
                  <a:lnTo>
                    <a:pt x="297239" y="1430742"/>
                  </a:lnTo>
                  <a:lnTo>
                    <a:pt x="296578" y="1430742"/>
                  </a:lnTo>
                  <a:lnTo>
                    <a:pt x="295918" y="1430742"/>
                  </a:lnTo>
                  <a:lnTo>
                    <a:pt x="295257" y="1430742"/>
                  </a:lnTo>
                  <a:lnTo>
                    <a:pt x="294597" y="1430742"/>
                  </a:lnTo>
                  <a:lnTo>
                    <a:pt x="293936" y="1430742"/>
                  </a:lnTo>
                  <a:lnTo>
                    <a:pt x="293276" y="1430742"/>
                  </a:lnTo>
                  <a:lnTo>
                    <a:pt x="292615" y="1430742"/>
                  </a:lnTo>
                  <a:lnTo>
                    <a:pt x="291955" y="1430742"/>
                  </a:lnTo>
                  <a:lnTo>
                    <a:pt x="291294" y="1430742"/>
                  </a:lnTo>
                  <a:lnTo>
                    <a:pt x="290634" y="1430742"/>
                  </a:lnTo>
                  <a:lnTo>
                    <a:pt x="289973" y="1430742"/>
                  </a:lnTo>
                  <a:lnTo>
                    <a:pt x="289313" y="1430742"/>
                  </a:lnTo>
                  <a:lnTo>
                    <a:pt x="288652" y="1430742"/>
                  </a:lnTo>
                  <a:lnTo>
                    <a:pt x="287991" y="1430742"/>
                  </a:lnTo>
                  <a:lnTo>
                    <a:pt x="287331" y="1430742"/>
                  </a:lnTo>
                  <a:lnTo>
                    <a:pt x="286670" y="1430742"/>
                  </a:lnTo>
                  <a:lnTo>
                    <a:pt x="286010" y="1430742"/>
                  </a:lnTo>
                  <a:lnTo>
                    <a:pt x="285349" y="1430742"/>
                  </a:lnTo>
                  <a:lnTo>
                    <a:pt x="284689" y="1430742"/>
                  </a:lnTo>
                  <a:lnTo>
                    <a:pt x="284028" y="1430742"/>
                  </a:lnTo>
                  <a:lnTo>
                    <a:pt x="283368" y="1430742"/>
                  </a:lnTo>
                  <a:lnTo>
                    <a:pt x="282707" y="1430742"/>
                  </a:lnTo>
                  <a:lnTo>
                    <a:pt x="282047" y="1430742"/>
                  </a:lnTo>
                  <a:lnTo>
                    <a:pt x="281386" y="1430742"/>
                  </a:lnTo>
                  <a:lnTo>
                    <a:pt x="280726" y="1430742"/>
                  </a:lnTo>
                  <a:lnTo>
                    <a:pt x="280065" y="1430742"/>
                  </a:lnTo>
                  <a:lnTo>
                    <a:pt x="279405" y="1430742"/>
                  </a:lnTo>
                  <a:lnTo>
                    <a:pt x="278744" y="1430742"/>
                  </a:lnTo>
                  <a:lnTo>
                    <a:pt x="278084" y="1430742"/>
                  </a:lnTo>
                  <a:lnTo>
                    <a:pt x="277423" y="1430742"/>
                  </a:lnTo>
                  <a:lnTo>
                    <a:pt x="276762" y="1430742"/>
                  </a:lnTo>
                  <a:lnTo>
                    <a:pt x="276102" y="1430742"/>
                  </a:lnTo>
                  <a:lnTo>
                    <a:pt x="275441" y="1430742"/>
                  </a:lnTo>
                  <a:lnTo>
                    <a:pt x="274781" y="1430742"/>
                  </a:lnTo>
                  <a:lnTo>
                    <a:pt x="274120" y="1430742"/>
                  </a:lnTo>
                  <a:lnTo>
                    <a:pt x="273460" y="1430742"/>
                  </a:lnTo>
                  <a:lnTo>
                    <a:pt x="272799" y="1430742"/>
                  </a:lnTo>
                  <a:lnTo>
                    <a:pt x="272139" y="1430742"/>
                  </a:lnTo>
                  <a:lnTo>
                    <a:pt x="271478" y="1430742"/>
                  </a:lnTo>
                  <a:lnTo>
                    <a:pt x="270818" y="1430742"/>
                  </a:lnTo>
                  <a:lnTo>
                    <a:pt x="270157" y="1430742"/>
                  </a:lnTo>
                  <a:lnTo>
                    <a:pt x="269497" y="1430742"/>
                  </a:lnTo>
                  <a:lnTo>
                    <a:pt x="268836" y="1430742"/>
                  </a:lnTo>
                  <a:lnTo>
                    <a:pt x="268176" y="1430742"/>
                  </a:lnTo>
                  <a:lnTo>
                    <a:pt x="267515" y="1430742"/>
                  </a:lnTo>
                  <a:lnTo>
                    <a:pt x="266854" y="1430742"/>
                  </a:lnTo>
                  <a:lnTo>
                    <a:pt x="266194" y="1430742"/>
                  </a:lnTo>
                  <a:lnTo>
                    <a:pt x="265533" y="1430742"/>
                  </a:lnTo>
                  <a:lnTo>
                    <a:pt x="264873" y="1430742"/>
                  </a:lnTo>
                  <a:lnTo>
                    <a:pt x="264212" y="1430742"/>
                  </a:lnTo>
                  <a:lnTo>
                    <a:pt x="263552" y="1430742"/>
                  </a:lnTo>
                  <a:lnTo>
                    <a:pt x="262891" y="1430742"/>
                  </a:lnTo>
                  <a:lnTo>
                    <a:pt x="262231" y="1430742"/>
                  </a:lnTo>
                  <a:lnTo>
                    <a:pt x="261570" y="1430742"/>
                  </a:lnTo>
                  <a:lnTo>
                    <a:pt x="260910" y="1430742"/>
                  </a:lnTo>
                  <a:lnTo>
                    <a:pt x="260249" y="1430742"/>
                  </a:lnTo>
                  <a:lnTo>
                    <a:pt x="259589" y="1430742"/>
                  </a:lnTo>
                  <a:lnTo>
                    <a:pt x="258928" y="1430742"/>
                  </a:lnTo>
                  <a:lnTo>
                    <a:pt x="258268" y="1430742"/>
                  </a:lnTo>
                  <a:lnTo>
                    <a:pt x="257607" y="1430742"/>
                  </a:lnTo>
                  <a:lnTo>
                    <a:pt x="256946" y="1430742"/>
                  </a:lnTo>
                  <a:lnTo>
                    <a:pt x="256286" y="1430742"/>
                  </a:lnTo>
                  <a:lnTo>
                    <a:pt x="255625" y="1430742"/>
                  </a:lnTo>
                  <a:lnTo>
                    <a:pt x="254965" y="1430742"/>
                  </a:lnTo>
                  <a:lnTo>
                    <a:pt x="254304" y="1430742"/>
                  </a:lnTo>
                  <a:lnTo>
                    <a:pt x="253644" y="1430742"/>
                  </a:lnTo>
                  <a:lnTo>
                    <a:pt x="252983" y="1430742"/>
                  </a:lnTo>
                  <a:lnTo>
                    <a:pt x="252323" y="1430742"/>
                  </a:lnTo>
                  <a:lnTo>
                    <a:pt x="251662" y="1430742"/>
                  </a:lnTo>
                  <a:lnTo>
                    <a:pt x="251002" y="1430742"/>
                  </a:lnTo>
                  <a:lnTo>
                    <a:pt x="250341" y="1430742"/>
                  </a:lnTo>
                  <a:lnTo>
                    <a:pt x="249681" y="1430742"/>
                  </a:lnTo>
                  <a:lnTo>
                    <a:pt x="249020" y="1430742"/>
                  </a:lnTo>
                  <a:lnTo>
                    <a:pt x="248360" y="1430742"/>
                  </a:lnTo>
                  <a:lnTo>
                    <a:pt x="247699" y="1430742"/>
                  </a:lnTo>
                  <a:lnTo>
                    <a:pt x="247039" y="1430742"/>
                  </a:lnTo>
                  <a:lnTo>
                    <a:pt x="246378" y="1430742"/>
                  </a:lnTo>
                  <a:lnTo>
                    <a:pt x="245717" y="1430742"/>
                  </a:lnTo>
                  <a:lnTo>
                    <a:pt x="245057" y="1430742"/>
                  </a:lnTo>
                  <a:lnTo>
                    <a:pt x="244396" y="1430742"/>
                  </a:lnTo>
                  <a:lnTo>
                    <a:pt x="243736" y="1430742"/>
                  </a:lnTo>
                  <a:lnTo>
                    <a:pt x="243075" y="1430742"/>
                  </a:lnTo>
                  <a:lnTo>
                    <a:pt x="242415" y="1430742"/>
                  </a:lnTo>
                  <a:lnTo>
                    <a:pt x="241754" y="1430742"/>
                  </a:lnTo>
                  <a:lnTo>
                    <a:pt x="241094" y="1430742"/>
                  </a:lnTo>
                  <a:lnTo>
                    <a:pt x="240433" y="1430742"/>
                  </a:lnTo>
                  <a:lnTo>
                    <a:pt x="239773" y="1430742"/>
                  </a:lnTo>
                  <a:lnTo>
                    <a:pt x="239112" y="1430742"/>
                  </a:lnTo>
                  <a:lnTo>
                    <a:pt x="238452" y="1430742"/>
                  </a:lnTo>
                  <a:lnTo>
                    <a:pt x="237791" y="1430742"/>
                  </a:lnTo>
                  <a:lnTo>
                    <a:pt x="237131" y="1430742"/>
                  </a:lnTo>
                  <a:lnTo>
                    <a:pt x="236470" y="1430742"/>
                  </a:lnTo>
                  <a:lnTo>
                    <a:pt x="235809" y="1430742"/>
                  </a:lnTo>
                  <a:lnTo>
                    <a:pt x="235149" y="1430742"/>
                  </a:lnTo>
                  <a:lnTo>
                    <a:pt x="234488" y="1430742"/>
                  </a:lnTo>
                  <a:lnTo>
                    <a:pt x="233828" y="1430742"/>
                  </a:lnTo>
                  <a:lnTo>
                    <a:pt x="233167" y="1430742"/>
                  </a:lnTo>
                  <a:lnTo>
                    <a:pt x="232507" y="1430742"/>
                  </a:lnTo>
                  <a:lnTo>
                    <a:pt x="231846" y="1430742"/>
                  </a:lnTo>
                  <a:lnTo>
                    <a:pt x="231186" y="1430742"/>
                  </a:lnTo>
                  <a:lnTo>
                    <a:pt x="230525" y="1430742"/>
                  </a:lnTo>
                  <a:lnTo>
                    <a:pt x="229865" y="1430742"/>
                  </a:lnTo>
                  <a:lnTo>
                    <a:pt x="229204" y="1430742"/>
                  </a:lnTo>
                  <a:lnTo>
                    <a:pt x="228544" y="1430742"/>
                  </a:lnTo>
                  <a:lnTo>
                    <a:pt x="227883" y="1430742"/>
                  </a:lnTo>
                  <a:lnTo>
                    <a:pt x="227223" y="1430742"/>
                  </a:lnTo>
                  <a:lnTo>
                    <a:pt x="226562" y="1430742"/>
                  </a:lnTo>
                  <a:lnTo>
                    <a:pt x="225901" y="1430742"/>
                  </a:lnTo>
                  <a:lnTo>
                    <a:pt x="225241" y="1430742"/>
                  </a:lnTo>
                  <a:lnTo>
                    <a:pt x="224580" y="1430742"/>
                  </a:lnTo>
                  <a:lnTo>
                    <a:pt x="223920" y="1430742"/>
                  </a:lnTo>
                  <a:lnTo>
                    <a:pt x="223259" y="1430742"/>
                  </a:lnTo>
                  <a:lnTo>
                    <a:pt x="222599" y="1430742"/>
                  </a:lnTo>
                  <a:lnTo>
                    <a:pt x="221938" y="1430742"/>
                  </a:lnTo>
                  <a:lnTo>
                    <a:pt x="221278" y="1430742"/>
                  </a:lnTo>
                  <a:lnTo>
                    <a:pt x="220617" y="1430742"/>
                  </a:lnTo>
                  <a:lnTo>
                    <a:pt x="219957" y="1430742"/>
                  </a:lnTo>
                  <a:lnTo>
                    <a:pt x="219296" y="1430742"/>
                  </a:lnTo>
                  <a:lnTo>
                    <a:pt x="218636" y="1430742"/>
                  </a:lnTo>
                  <a:lnTo>
                    <a:pt x="217975" y="1430742"/>
                  </a:lnTo>
                  <a:lnTo>
                    <a:pt x="217315" y="1430742"/>
                  </a:lnTo>
                  <a:lnTo>
                    <a:pt x="216654" y="1430742"/>
                  </a:lnTo>
                  <a:lnTo>
                    <a:pt x="215993" y="1430742"/>
                  </a:lnTo>
                  <a:lnTo>
                    <a:pt x="215333" y="1430742"/>
                  </a:lnTo>
                  <a:lnTo>
                    <a:pt x="214672" y="1430742"/>
                  </a:lnTo>
                  <a:lnTo>
                    <a:pt x="214012" y="1430742"/>
                  </a:lnTo>
                  <a:lnTo>
                    <a:pt x="213351" y="1430742"/>
                  </a:lnTo>
                  <a:lnTo>
                    <a:pt x="212691" y="1430742"/>
                  </a:lnTo>
                  <a:lnTo>
                    <a:pt x="212030" y="1430742"/>
                  </a:lnTo>
                  <a:lnTo>
                    <a:pt x="211370" y="1430742"/>
                  </a:lnTo>
                  <a:lnTo>
                    <a:pt x="210709" y="1430742"/>
                  </a:lnTo>
                  <a:lnTo>
                    <a:pt x="210049" y="1430742"/>
                  </a:lnTo>
                  <a:lnTo>
                    <a:pt x="209388" y="1430742"/>
                  </a:lnTo>
                  <a:lnTo>
                    <a:pt x="208728" y="1430742"/>
                  </a:lnTo>
                  <a:lnTo>
                    <a:pt x="208067" y="1430742"/>
                  </a:lnTo>
                  <a:lnTo>
                    <a:pt x="207407" y="1430742"/>
                  </a:lnTo>
                  <a:lnTo>
                    <a:pt x="206746" y="1430742"/>
                  </a:lnTo>
                  <a:lnTo>
                    <a:pt x="206086" y="1430742"/>
                  </a:lnTo>
                  <a:lnTo>
                    <a:pt x="205425" y="1430742"/>
                  </a:lnTo>
                  <a:lnTo>
                    <a:pt x="204764" y="1430742"/>
                  </a:lnTo>
                  <a:lnTo>
                    <a:pt x="204104" y="1430742"/>
                  </a:lnTo>
                  <a:lnTo>
                    <a:pt x="203443" y="1430742"/>
                  </a:lnTo>
                  <a:lnTo>
                    <a:pt x="202783" y="1430742"/>
                  </a:lnTo>
                  <a:lnTo>
                    <a:pt x="202122" y="1430742"/>
                  </a:lnTo>
                  <a:lnTo>
                    <a:pt x="201462" y="1430742"/>
                  </a:lnTo>
                  <a:lnTo>
                    <a:pt x="200801" y="1430742"/>
                  </a:lnTo>
                  <a:lnTo>
                    <a:pt x="200141" y="1430742"/>
                  </a:lnTo>
                  <a:lnTo>
                    <a:pt x="199480" y="1430742"/>
                  </a:lnTo>
                  <a:lnTo>
                    <a:pt x="198820" y="1430742"/>
                  </a:lnTo>
                  <a:lnTo>
                    <a:pt x="198159" y="1430742"/>
                  </a:lnTo>
                  <a:lnTo>
                    <a:pt x="197499" y="1430742"/>
                  </a:lnTo>
                  <a:lnTo>
                    <a:pt x="196838" y="1430742"/>
                  </a:lnTo>
                  <a:lnTo>
                    <a:pt x="196178" y="1430742"/>
                  </a:lnTo>
                  <a:lnTo>
                    <a:pt x="195517" y="1430742"/>
                  </a:lnTo>
                  <a:lnTo>
                    <a:pt x="194856" y="1430742"/>
                  </a:lnTo>
                  <a:lnTo>
                    <a:pt x="194196" y="1430742"/>
                  </a:lnTo>
                  <a:lnTo>
                    <a:pt x="193535" y="1430742"/>
                  </a:lnTo>
                  <a:lnTo>
                    <a:pt x="192875" y="1430742"/>
                  </a:lnTo>
                  <a:lnTo>
                    <a:pt x="192214" y="1430742"/>
                  </a:lnTo>
                  <a:lnTo>
                    <a:pt x="191554" y="1430742"/>
                  </a:lnTo>
                  <a:lnTo>
                    <a:pt x="190893" y="1430742"/>
                  </a:lnTo>
                  <a:lnTo>
                    <a:pt x="190233" y="1430742"/>
                  </a:lnTo>
                  <a:lnTo>
                    <a:pt x="189572" y="1430742"/>
                  </a:lnTo>
                  <a:lnTo>
                    <a:pt x="188912" y="1430742"/>
                  </a:lnTo>
                  <a:lnTo>
                    <a:pt x="188251" y="1430742"/>
                  </a:lnTo>
                  <a:lnTo>
                    <a:pt x="187591" y="1430742"/>
                  </a:lnTo>
                  <a:lnTo>
                    <a:pt x="186930" y="1430742"/>
                  </a:lnTo>
                  <a:lnTo>
                    <a:pt x="186270" y="1430742"/>
                  </a:lnTo>
                  <a:lnTo>
                    <a:pt x="185609" y="1430742"/>
                  </a:lnTo>
                  <a:lnTo>
                    <a:pt x="184948" y="1430742"/>
                  </a:lnTo>
                  <a:lnTo>
                    <a:pt x="184288" y="1430742"/>
                  </a:lnTo>
                  <a:lnTo>
                    <a:pt x="183627" y="1430742"/>
                  </a:lnTo>
                  <a:lnTo>
                    <a:pt x="182967" y="1430742"/>
                  </a:lnTo>
                  <a:lnTo>
                    <a:pt x="182306" y="1430742"/>
                  </a:lnTo>
                  <a:lnTo>
                    <a:pt x="181646" y="1430742"/>
                  </a:lnTo>
                  <a:lnTo>
                    <a:pt x="180985" y="1430742"/>
                  </a:lnTo>
                  <a:lnTo>
                    <a:pt x="180325" y="1430742"/>
                  </a:lnTo>
                  <a:lnTo>
                    <a:pt x="179664" y="1430742"/>
                  </a:lnTo>
                  <a:lnTo>
                    <a:pt x="179004" y="1430742"/>
                  </a:lnTo>
                  <a:lnTo>
                    <a:pt x="178343" y="1430742"/>
                  </a:lnTo>
                  <a:lnTo>
                    <a:pt x="177683" y="1430742"/>
                  </a:lnTo>
                  <a:lnTo>
                    <a:pt x="177022" y="1430742"/>
                  </a:lnTo>
                  <a:lnTo>
                    <a:pt x="176362" y="1430742"/>
                  </a:lnTo>
                  <a:lnTo>
                    <a:pt x="175701" y="1430742"/>
                  </a:lnTo>
                  <a:lnTo>
                    <a:pt x="175041" y="1430742"/>
                  </a:lnTo>
                  <a:lnTo>
                    <a:pt x="174380" y="1430742"/>
                  </a:lnTo>
                  <a:lnTo>
                    <a:pt x="173719" y="1430742"/>
                  </a:lnTo>
                  <a:lnTo>
                    <a:pt x="173059" y="1430742"/>
                  </a:lnTo>
                  <a:lnTo>
                    <a:pt x="172398" y="1430742"/>
                  </a:lnTo>
                  <a:lnTo>
                    <a:pt x="171738" y="1430742"/>
                  </a:lnTo>
                  <a:lnTo>
                    <a:pt x="171077" y="1430742"/>
                  </a:lnTo>
                  <a:lnTo>
                    <a:pt x="170417" y="1430742"/>
                  </a:lnTo>
                  <a:lnTo>
                    <a:pt x="169756" y="1430742"/>
                  </a:lnTo>
                  <a:lnTo>
                    <a:pt x="169096" y="1430742"/>
                  </a:lnTo>
                  <a:lnTo>
                    <a:pt x="168435" y="1430742"/>
                  </a:lnTo>
                  <a:lnTo>
                    <a:pt x="167775" y="1430742"/>
                  </a:lnTo>
                  <a:lnTo>
                    <a:pt x="167114" y="1430742"/>
                  </a:lnTo>
                  <a:lnTo>
                    <a:pt x="166454" y="1430742"/>
                  </a:lnTo>
                  <a:lnTo>
                    <a:pt x="165793" y="1430742"/>
                  </a:lnTo>
                  <a:lnTo>
                    <a:pt x="165133" y="1430742"/>
                  </a:lnTo>
                  <a:lnTo>
                    <a:pt x="164472" y="1430742"/>
                  </a:lnTo>
                  <a:lnTo>
                    <a:pt x="163811" y="1430742"/>
                  </a:lnTo>
                  <a:lnTo>
                    <a:pt x="163151" y="1430742"/>
                  </a:lnTo>
                  <a:lnTo>
                    <a:pt x="162490" y="1430742"/>
                  </a:lnTo>
                  <a:lnTo>
                    <a:pt x="161830" y="1430742"/>
                  </a:lnTo>
                  <a:lnTo>
                    <a:pt x="161169" y="1430742"/>
                  </a:lnTo>
                  <a:lnTo>
                    <a:pt x="160509" y="1430742"/>
                  </a:lnTo>
                  <a:lnTo>
                    <a:pt x="159848" y="1430742"/>
                  </a:lnTo>
                  <a:lnTo>
                    <a:pt x="159188" y="1430742"/>
                  </a:lnTo>
                  <a:lnTo>
                    <a:pt x="158527" y="1430742"/>
                  </a:lnTo>
                  <a:lnTo>
                    <a:pt x="157867" y="1430742"/>
                  </a:lnTo>
                  <a:lnTo>
                    <a:pt x="157206" y="1430742"/>
                  </a:lnTo>
                  <a:lnTo>
                    <a:pt x="156546" y="1430742"/>
                  </a:lnTo>
                  <a:lnTo>
                    <a:pt x="155885" y="1430742"/>
                  </a:lnTo>
                  <a:lnTo>
                    <a:pt x="155225" y="1430742"/>
                  </a:lnTo>
                  <a:lnTo>
                    <a:pt x="154564" y="1430742"/>
                  </a:lnTo>
                  <a:lnTo>
                    <a:pt x="153903" y="1430742"/>
                  </a:lnTo>
                  <a:lnTo>
                    <a:pt x="153243" y="1430742"/>
                  </a:lnTo>
                  <a:lnTo>
                    <a:pt x="152582" y="1430742"/>
                  </a:lnTo>
                  <a:lnTo>
                    <a:pt x="151922" y="1430742"/>
                  </a:lnTo>
                  <a:lnTo>
                    <a:pt x="151261" y="1430742"/>
                  </a:lnTo>
                  <a:lnTo>
                    <a:pt x="150601" y="1430742"/>
                  </a:lnTo>
                  <a:lnTo>
                    <a:pt x="149940" y="1430742"/>
                  </a:lnTo>
                  <a:lnTo>
                    <a:pt x="149280" y="1430742"/>
                  </a:lnTo>
                  <a:lnTo>
                    <a:pt x="148619" y="1430742"/>
                  </a:lnTo>
                  <a:lnTo>
                    <a:pt x="147959" y="1430742"/>
                  </a:lnTo>
                  <a:lnTo>
                    <a:pt x="147298" y="1430742"/>
                  </a:lnTo>
                  <a:lnTo>
                    <a:pt x="146638" y="1430742"/>
                  </a:lnTo>
                  <a:lnTo>
                    <a:pt x="145977" y="1430742"/>
                  </a:lnTo>
                  <a:lnTo>
                    <a:pt x="145317" y="1430742"/>
                  </a:lnTo>
                  <a:lnTo>
                    <a:pt x="144656" y="1430742"/>
                  </a:lnTo>
                  <a:lnTo>
                    <a:pt x="143995" y="1430742"/>
                  </a:lnTo>
                  <a:lnTo>
                    <a:pt x="143335" y="1430742"/>
                  </a:lnTo>
                  <a:lnTo>
                    <a:pt x="142674" y="1430742"/>
                  </a:lnTo>
                  <a:lnTo>
                    <a:pt x="142014" y="1430742"/>
                  </a:lnTo>
                  <a:lnTo>
                    <a:pt x="141353" y="1430742"/>
                  </a:lnTo>
                  <a:lnTo>
                    <a:pt x="140693" y="1430742"/>
                  </a:lnTo>
                  <a:lnTo>
                    <a:pt x="140032" y="1430742"/>
                  </a:lnTo>
                  <a:lnTo>
                    <a:pt x="139372" y="1430742"/>
                  </a:lnTo>
                  <a:lnTo>
                    <a:pt x="138711" y="1430742"/>
                  </a:lnTo>
                  <a:lnTo>
                    <a:pt x="138051" y="1430742"/>
                  </a:lnTo>
                  <a:lnTo>
                    <a:pt x="137390" y="1430742"/>
                  </a:lnTo>
                  <a:lnTo>
                    <a:pt x="136730" y="1430742"/>
                  </a:lnTo>
                  <a:lnTo>
                    <a:pt x="136069" y="1430742"/>
                  </a:lnTo>
                  <a:lnTo>
                    <a:pt x="135409" y="1430742"/>
                  </a:lnTo>
                  <a:lnTo>
                    <a:pt x="134748" y="1430742"/>
                  </a:lnTo>
                  <a:lnTo>
                    <a:pt x="134088" y="1430742"/>
                  </a:lnTo>
                  <a:lnTo>
                    <a:pt x="133427" y="1430742"/>
                  </a:lnTo>
                  <a:lnTo>
                    <a:pt x="132766" y="1430742"/>
                  </a:lnTo>
                  <a:lnTo>
                    <a:pt x="132106" y="1430742"/>
                  </a:lnTo>
                  <a:lnTo>
                    <a:pt x="131445" y="1430742"/>
                  </a:lnTo>
                  <a:lnTo>
                    <a:pt x="130785" y="1430742"/>
                  </a:lnTo>
                  <a:lnTo>
                    <a:pt x="130124" y="1430742"/>
                  </a:lnTo>
                  <a:lnTo>
                    <a:pt x="129464" y="1430742"/>
                  </a:lnTo>
                  <a:lnTo>
                    <a:pt x="128803" y="1430742"/>
                  </a:lnTo>
                  <a:lnTo>
                    <a:pt x="128143" y="1430742"/>
                  </a:lnTo>
                  <a:lnTo>
                    <a:pt x="127482" y="1430742"/>
                  </a:lnTo>
                  <a:lnTo>
                    <a:pt x="126822" y="1430742"/>
                  </a:lnTo>
                  <a:lnTo>
                    <a:pt x="126161" y="1430742"/>
                  </a:lnTo>
                  <a:lnTo>
                    <a:pt x="125501" y="1430742"/>
                  </a:lnTo>
                  <a:lnTo>
                    <a:pt x="124840" y="1430742"/>
                  </a:lnTo>
                  <a:lnTo>
                    <a:pt x="124180" y="1430742"/>
                  </a:lnTo>
                  <a:lnTo>
                    <a:pt x="123519" y="1430742"/>
                  </a:lnTo>
                  <a:lnTo>
                    <a:pt x="122858" y="1430742"/>
                  </a:lnTo>
                  <a:lnTo>
                    <a:pt x="122198" y="1430742"/>
                  </a:lnTo>
                  <a:lnTo>
                    <a:pt x="121537" y="1430742"/>
                  </a:lnTo>
                  <a:lnTo>
                    <a:pt x="120877" y="1430742"/>
                  </a:lnTo>
                  <a:lnTo>
                    <a:pt x="120216" y="1430742"/>
                  </a:lnTo>
                  <a:lnTo>
                    <a:pt x="119556" y="1430742"/>
                  </a:lnTo>
                  <a:lnTo>
                    <a:pt x="118895" y="1430742"/>
                  </a:lnTo>
                  <a:lnTo>
                    <a:pt x="118235" y="1430742"/>
                  </a:lnTo>
                  <a:lnTo>
                    <a:pt x="117574" y="1430742"/>
                  </a:lnTo>
                  <a:lnTo>
                    <a:pt x="116914" y="1430742"/>
                  </a:lnTo>
                  <a:lnTo>
                    <a:pt x="116253" y="1430742"/>
                  </a:lnTo>
                  <a:lnTo>
                    <a:pt x="115593" y="1430742"/>
                  </a:lnTo>
                  <a:lnTo>
                    <a:pt x="114932" y="1430742"/>
                  </a:lnTo>
                  <a:lnTo>
                    <a:pt x="114272" y="1430742"/>
                  </a:lnTo>
                  <a:lnTo>
                    <a:pt x="113611" y="1430742"/>
                  </a:lnTo>
                  <a:lnTo>
                    <a:pt x="112950" y="1430742"/>
                  </a:lnTo>
                  <a:lnTo>
                    <a:pt x="112290" y="1430742"/>
                  </a:lnTo>
                  <a:lnTo>
                    <a:pt x="111629" y="1430742"/>
                  </a:lnTo>
                  <a:lnTo>
                    <a:pt x="110969" y="1430742"/>
                  </a:lnTo>
                  <a:lnTo>
                    <a:pt x="110308" y="1430742"/>
                  </a:lnTo>
                  <a:lnTo>
                    <a:pt x="109648" y="1430742"/>
                  </a:lnTo>
                  <a:lnTo>
                    <a:pt x="108987" y="1430742"/>
                  </a:lnTo>
                  <a:lnTo>
                    <a:pt x="108327" y="1430742"/>
                  </a:lnTo>
                  <a:lnTo>
                    <a:pt x="107666" y="1430742"/>
                  </a:lnTo>
                  <a:lnTo>
                    <a:pt x="107006" y="1430742"/>
                  </a:lnTo>
                  <a:lnTo>
                    <a:pt x="106345" y="1430742"/>
                  </a:lnTo>
                  <a:lnTo>
                    <a:pt x="105685" y="1430742"/>
                  </a:lnTo>
                  <a:lnTo>
                    <a:pt x="105024" y="1430742"/>
                  </a:lnTo>
                  <a:lnTo>
                    <a:pt x="104364" y="1430742"/>
                  </a:lnTo>
                  <a:lnTo>
                    <a:pt x="103703" y="1430742"/>
                  </a:lnTo>
                  <a:lnTo>
                    <a:pt x="103043" y="1430742"/>
                  </a:lnTo>
                  <a:lnTo>
                    <a:pt x="102382" y="1430742"/>
                  </a:lnTo>
                  <a:lnTo>
                    <a:pt x="101721" y="1430742"/>
                  </a:lnTo>
                  <a:lnTo>
                    <a:pt x="101061" y="1430742"/>
                  </a:lnTo>
                  <a:lnTo>
                    <a:pt x="100400" y="1430742"/>
                  </a:lnTo>
                  <a:lnTo>
                    <a:pt x="99740" y="1430742"/>
                  </a:lnTo>
                  <a:lnTo>
                    <a:pt x="99079" y="1430742"/>
                  </a:lnTo>
                  <a:lnTo>
                    <a:pt x="98419" y="1430742"/>
                  </a:lnTo>
                  <a:lnTo>
                    <a:pt x="97758" y="1430742"/>
                  </a:lnTo>
                  <a:lnTo>
                    <a:pt x="97098" y="1430742"/>
                  </a:lnTo>
                  <a:lnTo>
                    <a:pt x="96437" y="1430742"/>
                  </a:lnTo>
                  <a:lnTo>
                    <a:pt x="95777" y="1430742"/>
                  </a:lnTo>
                  <a:lnTo>
                    <a:pt x="95116" y="1430742"/>
                  </a:lnTo>
                  <a:lnTo>
                    <a:pt x="94456" y="1430742"/>
                  </a:lnTo>
                  <a:lnTo>
                    <a:pt x="93795" y="1430742"/>
                  </a:lnTo>
                  <a:lnTo>
                    <a:pt x="93135" y="1430742"/>
                  </a:lnTo>
                  <a:lnTo>
                    <a:pt x="92474" y="1430742"/>
                  </a:lnTo>
                  <a:lnTo>
                    <a:pt x="91813" y="1430742"/>
                  </a:lnTo>
                  <a:lnTo>
                    <a:pt x="91153" y="1430742"/>
                  </a:lnTo>
                  <a:lnTo>
                    <a:pt x="90492" y="1430742"/>
                  </a:lnTo>
                  <a:lnTo>
                    <a:pt x="89832" y="1430742"/>
                  </a:lnTo>
                  <a:lnTo>
                    <a:pt x="89171" y="1430742"/>
                  </a:lnTo>
                  <a:lnTo>
                    <a:pt x="88511" y="1430742"/>
                  </a:lnTo>
                  <a:lnTo>
                    <a:pt x="87850" y="1430742"/>
                  </a:lnTo>
                  <a:lnTo>
                    <a:pt x="87190" y="1430742"/>
                  </a:lnTo>
                  <a:lnTo>
                    <a:pt x="86529" y="1430742"/>
                  </a:lnTo>
                  <a:lnTo>
                    <a:pt x="85869" y="1430742"/>
                  </a:lnTo>
                  <a:lnTo>
                    <a:pt x="85208" y="1430742"/>
                  </a:lnTo>
                  <a:lnTo>
                    <a:pt x="84548" y="1430742"/>
                  </a:lnTo>
                  <a:lnTo>
                    <a:pt x="83887" y="1430742"/>
                  </a:lnTo>
                  <a:lnTo>
                    <a:pt x="83227" y="1430742"/>
                  </a:lnTo>
                  <a:lnTo>
                    <a:pt x="82566" y="1430742"/>
                  </a:lnTo>
                  <a:lnTo>
                    <a:pt x="81905" y="1430742"/>
                  </a:lnTo>
                  <a:lnTo>
                    <a:pt x="81245" y="1430742"/>
                  </a:lnTo>
                  <a:lnTo>
                    <a:pt x="80584" y="1430742"/>
                  </a:lnTo>
                  <a:lnTo>
                    <a:pt x="79924" y="1430742"/>
                  </a:lnTo>
                  <a:lnTo>
                    <a:pt x="79263" y="1430742"/>
                  </a:lnTo>
                  <a:lnTo>
                    <a:pt x="78603" y="1430742"/>
                  </a:lnTo>
                  <a:lnTo>
                    <a:pt x="77942" y="1430742"/>
                  </a:lnTo>
                  <a:lnTo>
                    <a:pt x="77282" y="1430742"/>
                  </a:lnTo>
                  <a:lnTo>
                    <a:pt x="76621" y="1430742"/>
                  </a:lnTo>
                  <a:lnTo>
                    <a:pt x="75961" y="1430742"/>
                  </a:lnTo>
                  <a:lnTo>
                    <a:pt x="75300" y="1430742"/>
                  </a:lnTo>
                  <a:lnTo>
                    <a:pt x="74640" y="1430742"/>
                  </a:lnTo>
                  <a:lnTo>
                    <a:pt x="73979" y="1430742"/>
                  </a:lnTo>
                  <a:lnTo>
                    <a:pt x="73319" y="1430742"/>
                  </a:lnTo>
                  <a:lnTo>
                    <a:pt x="72658" y="1430742"/>
                  </a:lnTo>
                  <a:lnTo>
                    <a:pt x="71997" y="1430742"/>
                  </a:lnTo>
                  <a:lnTo>
                    <a:pt x="71337" y="1430742"/>
                  </a:lnTo>
                  <a:lnTo>
                    <a:pt x="70676" y="1430742"/>
                  </a:lnTo>
                  <a:lnTo>
                    <a:pt x="70016" y="1430742"/>
                  </a:lnTo>
                  <a:lnTo>
                    <a:pt x="69355" y="1430742"/>
                  </a:lnTo>
                  <a:lnTo>
                    <a:pt x="68695" y="1430742"/>
                  </a:lnTo>
                  <a:lnTo>
                    <a:pt x="68034" y="1430742"/>
                  </a:lnTo>
                  <a:lnTo>
                    <a:pt x="67374" y="1430742"/>
                  </a:lnTo>
                  <a:lnTo>
                    <a:pt x="66713" y="1430742"/>
                  </a:lnTo>
                  <a:lnTo>
                    <a:pt x="66053" y="1430742"/>
                  </a:lnTo>
                  <a:lnTo>
                    <a:pt x="65392" y="1430742"/>
                  </a:lnTo>
                  <a:lnTo>
                    <a:pt x="64732" y="1430742"/>
                  </a:lnTo>
                  <a:lnTo>
                    <a:pt x="64071" y="1430742"/>
                  </a:lnTo>
                  <a:lnTo>
                    <a:pt x="63411" y="1430742"/>
                  </a:lnTo>
                  <a:lnTo>
                    <a:pt x="62750" y="1430742"/>
                  </a:lnTo>
                  <a:lnTo>
                    <a:pt x="62090" y="1430742"/>
                  </a:lnTo>
                  <a:lnTo>
                    <a:pt x="61429" y="1430742"/>
                  </a:lnTo>
                  <a:lnTo>
                    <a:pt x="60768" y="1430742"/>
                  </a:lnTo>
                  <a:lnTo>
                    <a:pt x="60108" y="1430742"/>
                  </a:lnTo>
                  <a:lnTo>
                    <a:pt x="59447" y="1430742"/>
                  </a:lnTo>
                  <a:lnTo>
                    <a:pt x="58787" y="1430742"/>
                  </a:lnTo>
                  <a:lnTo>
                    <a:pt x="58126" y="1430742"/>
                  </a:lnTo>
                  <a:lnTo>
                    <a:pt x="57466" y="1430742"/>
                  </a:lnTo>
                  <a:lnTo>
                    <a:pt x="56805" y="1430742"/>
                  </a:lnTo>
                  <a:lnTo>
                    <a:pt x="56145" y="1430742"/>
                  </a:lnTo>
                  <a:lnTo>
                    <a:pt x="55484" y="1430742"/>
                  </a:lnTo>
                  <a:lnTo>
                    <a:pt x="54824" y="1430742"/>
                  </a:lnTo>
                  <a:lnTo>
                    <a:pt x="54163" y="1430742"/>
                  </a:lnTo>
                  <a:lnTo>
                    <a:pt x="53503" y="1430742"/>
                  </a:lnTo>
                  <a:lnTo>
                    <a:pt x="52842" y="1430742"/>
                  </a:lnTo>
                  <a:lnTo>
                    <a:pt x="52182" y="1430742"/>
                  </a:lnTo>
                  <a:lnTo>
                    <a:pt x="51521" y="1430742"/>
                  </a:lnTo>
                  <a:lnTo>
                    <a:pt x="50860" y="1430742"/>
                  </a:lnTo>
                  <a:lnTo>
                    <a:pt x="50200" y="1430742"/>
                  </a:lnTo>
                  <a:lnTo>
                    <a:pt x="49539" y="1430742"/>
                  </a:lnTo>
                  <a:lnTo>
                    <a:pt x="48879" y="1430742"/>
                  </a:lnTo>
                  <a:lnTo>
                    <a:pt x="48218" y="1430742"/>
                  </a:lnTo>
                  <a:lnTo>
                    <a:pt x="47558" y="1430742"/>
                  </a:lnTo>
                  <a:lnTo>
                    <a:pt x="46897" y="1430742"/>
                  </a:lnTo>
                  <a:lnTo>
                    <a:pt x="46237" y="1430742"/>
                  </a:lnTo>
                  <a:lnTo>
                    <a:pt x="45576" y="1430742"/>
                  </a:lnTo>
                  <a:lnTo>
                    <a:pt x="44916" y="1430742"/>
                  </a:lnTo>
                  <a:lnTo>
                    <a:pt x="44255" y="1430742"/>
                  </a:lnTo>
                  <a:lnTo>
                    <a:pt x="43595" y="1430742"/>
                  </a:lnTo>
                  <a:lnTo>
                    <a:pt x="42934" y="1430742"/>
                  </a:lnTo>
                  <a:lnTo>
                    <a:pt x="42274" y="1430742"/>
                  </a:lnTo>
                  <a:lnTo>
                    <a:pt x="41613" y="1430742"/>
                  </a:lnTo>
                  <a:lnTo>
                    <a:pt x="40952" y="1430742"/>
                  </a:lnTo>
                  <a:lnTo>
                    <a:pt x="40292" y="1430742"/>
                  </a:lnTo>
                  <a:lnTo>
                    <a:pt x="39631" y="1430742"/>
                  </a:lnTo>
                  <a:lnTo>
                    <a:pt x="38971" y="1430742"/>
                  </a:lnTo>
                  <a:lnTo>
                    <a:pt x="38310" y="1430742"/>
                  </a:lnTo>
                  <a:lnTo>
                    <a:pt x="37650" y="1430742"/>
                  </a:lnTo>
                  <a:lnTo>
                    <a:pt x="36989" y="1430742"/>
                  </a:lnTo>
                  <a:lnTo>
                    <a:pt x="36329" y="1430742"/>
                  </a:lnTo>
                  <a:lnTo>
                    <a:pt x="35668" y="1430742"/>
                  </a:lnTo>
                  <a:lnTo>
                    <a:pt x="35008" y="1430742"/>
                  </a:lnTo>
                  <a:lnTo>
                    <a:pt x="34347" y="1430742"/>
                  </a:lnTo>
                  <a:lnTo>
                    <a:pt x="33687" y="1430742"/>
                  </a:lnTo>
                  <a:lnTo>
                    <a:pt x="33026" y="1430742"/>
                  </a:lnTo>
                  <a:lnTo>
                    <a:pt x="32366" y="1430742"/>
                  </a:lnTo>
                  <a:lnTo>
                    <a:pt x="31705" y="1430742"/>
                  </a:lnTo>
                  <a:lnTo>
                    <a:pt x="31045" y="1430742"/>
                  </a:lnTo>
                  <a:lnTo>
                    <a:pt x="30384" y="1430742"/>
                  </a:lnTo>
                  <a:lnTo>
                    <a:pt x="29723" y="1430742"/>
                  </a:lnTo>
                  <a:lnTo>
                    <a:pt x="29063" y="1430742"/>
                  </a:lnTo>
                  <a:lnTo>
                    <a:pt x="28402" y="1430742"/>
                  </a:lnTo>
                  <a:lnTo>
                    <a:pt x="27742" y="1430742"/>
                  </a:lnTo>
                  <a:lnTo>
                    <a:pt x="27081" y="1430742"/>
                  </a:lnTo>
                  <a:lnTo>
                    <a:pt x="26421" y="1430742"/>
                  </a:lnTo>
                  <a:lnTo>
                    <a:pt x="25760" y="1430742"/>
                  </a:lnTo>
                  <a:lnTo>
                    <a:pt x="25100" y="1430742"/>
                  </a:lnTo>
                  <a:lnTo>
                    <a:pt x="24439" y="1430742"/>
                  </a:lnTo>
                  <a:lnTo>
                    <a:pt x="23779" y="1430742"/>
                  </a:lnTo>
                  <a:lnTo>
                    <a:pt x="23118" y="1430742"/>
                  </a:lnTo>
                  <a:lnTo>
                    <a:pt x="22458" y="1430742"/>
                  </a:lnTo>
                  <a:lnTo>
                    <a:pt x="21797" y="1430742"/>
                  </a:lnTo>
                  <a:lnTo>
                    <a:pt x="21137" y="1430742"/>
                  </a:lnTo>
                  <a:lnTo>
                    <a:pt x="20476" y="1430742"/>
                  </a:lnTo>
                  <a:lnTo>
                    <a:pt x="19815" y="1430742"/>
                  </a:lnTo>
                  <a:lnTo>
                    <a:pt x="19155" y="1430742"/>
                  </a:lnTo>
                  <a:lnTo>
                    <a:pt x="18494" y="1430742"/>
                  </a:lnTo>
                  <a:lnTo>
                    <a:pt x="17834" y="1430742"/>
                  </a:lnTo>
                  <a:lnTo>
                    <a:pt x="17173" y="1430742"/>
                  </a:lnTo>
                  <a:lnTo>
                    <a:pt x="16513" y="1430742"/>
                  </a:lnTo>
                  <a:lnTo>
                    <a:pt x="15852" y="1430742"/>
                  </a:lnTo>
                  <a:lnTo>
                    <a:pt x="15192" y="1430742"/>
                  </a:lnTo>
                  <a:lnTo>
                    <a:pt x="14531" y="1430742"/>
                  </a:lnTo>
                  <a:lnTo>
                    <a:pt x="13871" y="1430742"/>
                  </a:lnTo>
                  <a:lnTo>
                    <a:pt x="13210" y="1430742"/>
                  </a:lnTo>
                  <a:lnTo>
                    <a:pt x="12550" y="1430742"/>
                  </a:lnTo>
                  <a:lnTo>
                    <a:pt x="11889" y="1430742"/>
                  </a:lnTo>
                  <a:lnTo>
                    <a:pt x="11229" y="1430742"/>
                  </a:lnTo>
                  <a:lnTo>
                    <a:pt x="10568" y="1430742"/>
                  </a:lnTo>
                  <a:lnTo>
                    <a:pt x="9907" y="1430742"/>
                  </a:lnTo>
                  <a:lnTo>
                    <a:pt x="9247" y="1430742"/>
                  </a:lnTo>
                  <a:lnTo>
                    <a:pt x="8586" y="1430742"/>
                  </a:lnTo>
                  <a:lnTo>
                    <a:pt x="7926" y="1430742"/>
                  </a:lnTo>
                  <a:lnTo>
                    <a:pt x="7265" y="1430742"/>
                  </a:lnTo>
                  <a:lnTo>
                    <a:pt x="6605" y="1430742"/>
                  </a:lnTo>
                  <a:lnTo>
                    <a:pt x="5944" y="1430742"/>
                  </a:lnTo>
                  <a:lnTo>
                    <a:pt x="5284" y="1430742"/>
                  </a:lnTo>
                  <a:lnTo>
                    <a:pt x="4623" y="1430742"/>
                  </a:lnTo>
                  <a:lnTo>
                    <a:pt x="3963" y="1430742"/>
                  </a:lnTo>
                  <a:lnTo>
                    <a:pt x="3302" y="1430742"/>
                  </a:lnTo>
                  <a:lnTo>
                    <a:pt x="2642" y="1430742"/>
                  </a:lnTo>
                  <a:lnTo>
                    <a:pt x="1981" y="1430742"/>
                  </a:lnTo>
                  <a:lnTo>
                    <a:pt x="1321" y="1430742"/>
                  </a:lnTo>
                  <a:lnTo>
                    <a:pt x="660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72360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000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4092023"/>
              <a:ext cx="6604000" cy="1059806"/>
            </a:xfrm>
            <a:custGeom>
              <a:avLst/>
              <a:pathLst>
                <a:path w="6604000" h="1059806">
                  <a:moveTo>
                    <a:pt x="0" y="653193"/>
                  </a:moveTo>
                  <a:lnTo>
                    <a:pt x="660" y="655011"/>
                  </a:lnTo>
                  <a:lnTo>
                    <a:pt x="1321" y="650746"/>
                  </a:lnTo>
                  <a:lnTo>
                    <a:pt x="1981" y="645290"/>
                  </a:lnTo>
                  <a:lnTo>
                    <a:pt x="2642" y="664079"/>
                  </a:lnTo>
                  <a:lnTo>
                    <a:pt x="3302" y="676875"/>
                  </a:lnTo>
                  <a:lnTo>
                    <a:pt x="3963" y="713119"/>
                  </a:lnTo>
                  <a:lnTo>
                    <a:pt x="4623" y="756438"/>
                  </a:lnTo>
                  <a:lnTo>
                    <a:pt x="5284" y="807617"/>
                  </a:lnTo>
                  <a:lnTo>
                    <a:pt x="5944" y="866349"/>
                  </a:lnTo>
                  <a:lnTo>
                    <a:pt x="6605" y="922684"/>
                  </a:lnTo>
                  <a:lnTo>
                    <a:pt x="7265" y="922679"/>
                  </a:lnTo>
                  <a:lnTo>
                    <a:pt x="7926" y="908669"/>
                  </a:lnTo>
                  <a:lnTo>
                    <a:pt x="8586" y="913628"/>
                  </a:lnTo>
                  <a:lnTo>
                    <a:pt x="9247" y="891202"/>
                  </a:lnTo>
                  <a:lnTo>
                    <a:pt x="9907" y="885330"/>
                  </a:lnTo>
                  <a:lnTo>
                    <a:pt x="10568" y="883299"/>
                  </a:lnTo>
                  <a:lnTo>
                    <a:pt x="11229" y="887414"/>
                  </a:lnTo>
                  <a:lnTo>
                    <a:pt x="11889" y="948729"/>
                  </a:lnTo>
                  <a:lnTo>
                    <a:pt x="12550" y="950194"/>
                  </a:lnTo>
                  <a:lnTo>
                    <a:pt x="13210" y="937690"/>
                  </a:lnTo>
                  <a:lnTo>
                    <a:pt x="13871" y="908703"/>
                  </a:lnTo>
                  <a:lnTo>
                    <a:pt x="14531" y="880578"/>
                  </a:lnTo>
                  <a:lnTo>
                    <a:pt x="15192" y="861817"/>
                  </a:lnTo>
                  <a:lnTo>
                    <a:pt x="15852" y="868321"/>
                  </a:lnTo>
                  <a:lnTo>
                    <a:pt x="16513" y="904253"/>
                  </a:lnTo>
                  <a:lnTo>
                    <a:pt x="17173" y="914382"/>
                  </a:lnTo>
                  <a:lnTo>
                    <a:pt x="17834" y="967301"/>
                  </a:lnTo>
                  <a:lnTo>
                    <a:pt x="18494" y="983282"/>
                  </a:lnTo>
                  <a:lnTo>
                    <a:pt x="19155" y="968973"/>
                  </a:lnTo>
                  <a:lnTo>
                    <a:pt x="19815" y="964319"/>
                  </a:lnTo>
                  <a:lnTo>
                    <a:pt x="20476" y="966080"/>
                  </a:lnTo>
                  <a:lnTo>
                    <a:pt x="21137" y="896693"/>
                  </a:lnTo>
                  <a:lnTo>
                    <a:pt x="21797" y="890960"/>
                  </a:lnTo>
                  <a:lnTo>
                    <a:pt x="22458" y="863687"/>
                  </a:lnTo>
                  <a:lnTo>
                    <a:pt x="23118" y="859050"/>
                  </a:lnTo>
                  <a:lnTo>
                    <a:pt x="23779" y="789822"/>
                  </a:lnTo>
                  <a:lnTo>
                    <a:pt x="24439" y="771434"/>
                  </a:lnTo>
                  <a:lnTo>
                    <a:pt x="25100" y="771608"/>
                  </a:lnTo>
                  <a:lnTo>
                    <a:pt x="25760" y="787408"/>
                  </a:lnTo>
                  <a:lnTo>
                    <a:pt x="26421" y="846562"/>
                  </a:lnTo>
                  <a:lnTo>
                    <a:pt x="27081" y="901582"/>
                  </a:lnTo>
                  <a:lnTo>
                    <a:pt x="27742" y="862316"/>
                  </a:lnTo>
                  <a:lnTo>
                    <a:pt x="28402" y="821652"/>
                  </a:lnTo>
                  <a:lnTo>
                    <a:pt x="29063" y="821652"/>
                  </a:lnTo>
                  <a:lnTo>
                    <a:pt x="29723" y="821652"/>
                  </a:lnTo>
                  <a:lnTo>
                    <a:pt x="30384" y="821866"/>
                  </a:lnTo>
                  <a:lnTo>
                    <a:pt x="31045" y="875396"/>
                  </a:lnTo>
                  <a:lnTo>
                    <a:pt x="31705" y="862531"/>
                  </a:lnTo>
                  <a:lnTo>
                    <a:pt x="32366" y="874995"/>
                  </a:lnTo>
                  <a:lnTo>
                    <a:pt x="33026" y="866264"/>
                  </a:lnTo>
                  <a:lnTo>
                    <a:pt x="33687" y="843711"/>
                  </a:lnTo>
                  <a:lnTo>
                    <a:pt x="34347" y="845164"/>
                  </a:lnTo>
                  <a:lnTo>
                    <a:pt x="35008" y="871932"/>
                  </a:lnTo>
                  <a:lnTo>
                    <a:pt x="35668" y="887265"/>
                  </a:lnTo>
                  <a:lnTo>
                    <a:pt x="36329" y="874571"/>
                  </a:lnTo>
                  <a:lnTo>
                    <a:pt x="36989" y="844989"/>
                  </a:lnTo>
                  <a:lnTo>
                    <a:pt x="37650" y="844989"/>
                  </a:lnTo>
                  <a:lnTo>
                    <a:pt x="38310" y="844801"/>
                  </a:lnTo>
                  <a:lnTo>
                    <a:pt x="38971" y="854661"/>
                  </a:lnTo>
                  <a:lnTo>
                    <a:pt x="39631" y="888806"/>
                  </a:lnTo>
                  <a:lnTo>
                    <a:pt x="40292" y="899634"/>
                  </a:lnTo>
                  <a:lnTo>
                    <a:pt x="40952" y="888806"/>
                  </a:lnTo>
                  <a:lnTo>
                    <a:pt x="41613" y="888806"/>
                  </a:lnTo>
                  <a:lnTo>
                    <a:pt x="42274" y="901896"/>
                  </a:lnTo>
                  <a:lnTo>
                    <a:pt x="42934" y="920754"/>
                  </a:lnTo>
                  <a:lnTo>
                    <a:pt x="43595" y="938994"/>
                  </a:lnTo>
                  <a:lnTo>
                    <a:pt x="44255" y="938994"/>
                  </a:lnTo>
                  <a:lnTo>
                    <a:pt x="44916" y="932735"/>
                  </a:lnTo>
                  <a:lnTo>
                    <a:pt x="45576" y="938828"/>
                  </a:lnTo>
                  <a:lnTo>
                    <a:pt x="46237" y="922821"/>
                  </a:lnTo>
                  <a:lnTo>
                    <a:pt x="46897" y="906113"/>
                  </a:lnTo>
                  <a:lnTo>
                    <a:pt x="47558" y="920824"/>
                  </a:lnTo>
                  <a:lnTo>
                    <a:pt x="48218" y="931652"/>
                  </a:lnTo>
                  <a:lnTo>
                    <a:pt x="48879" y="931652"/>
                  </a:lnTo>
                  <a:lnTo>
                    <a:pt x="49539" y="926164"/>
                  </a:lnTo>
                  <a:lnTo>
                    <a:pt x="50200" y="931652"/>
                  </a:lnTo>
                  <a:lnTo>
                    <a:pt x="50860" y="936485"/>
                  </a:lnTo>
                  <a:lnTo>
                    <a:pt x="51521" y="945230"/>
                  </a:lnTo>
                  <a:lnTo>
                    <a:pt x="52182" y="952501"/>
                  </a:lnTo>
                  <a:lnTo>
                    <a:pt x="52842" y="943226"/>
                  </a:lnTo>
                  <a:lnTo>
                    <a:pt x="53503" y="953100"/>
                  </a:lnTo>
                  <a:lnTo>
                    <a:pt x="54163" y="953573"/>
                  </a:lnTo>
                  <a:lnTo>
                    <a:pt x="54824" y="957536"/>
                  </a:lnTo>
                  <a:lnTo>
                    <a:pt x="55484" y="953083"/>
                  </a:lnTo>
                  <a:lnTo>
                    <a:pt x="56145" y="923835"/>
                  </a:lnTo>
                  <a:lnTo>
                    <a:pt x="56805" y="917145"/>
                  </a:lnTo>
                  <a:lnTo>
                    <a:pt x="57466" y="917145"/>
                  </a:lnTo>
                  <a:lnTo>
                    <a:pt x="58126" y="919746"/>
                  </a:lnTo>
                  <a:lnTo>
                    <a:pt x="58787" y="924198"/>
                  </a:lnTo>
                  <a:lnTo>
                    <a:pt x="59447" y="933446"/>
                  </a:lnTo>
                  <a:lnTo>
                    <a:pt x="60108" y="948415"/>
                  </a:lnTo>
                  <a:lnTo>
                    <a:pt x="60768" y="970251"/>
                  </a:lnTo>
                  <a:lnTo>
                    <a:pt x="61429" y="963071"/>
                  </a:lnTo>
                  <a:lnTo>
                    <a:pt x="62090" y="911336"/>
                  </a:lnTo>
                  <a:lnTo>
                    <a:pt x="62750" y="884844"/>
                  </a:lnTo>
                  <a:lnTo>
                    <a:pt x="63411" y="832074"/>
                  </a:lnTo>
                  <a:lnTo>
                    <a:pt x="64071" y="835258"/>
                  </a:lnTo>
                  <a:lnTo>
                    <a:pt x="64732" y="834758"/>
                  </a:lnTo>
                  <a:lnTo>
                    <a:pt x="65392" y="834758"/>
                  </a:lnTo>
                  <a:lnTo>
                    <a:pt x="66053" y="829665"/>
                  </a:lnTo>
                  <a:lnTo>
                    <a:pt x="66713" y="800298"/>
                  </a:lnTo>
                  <a:lnTo>
                    <a:pt x="67374" y="773858"/>
                  </a:lnTo>
                  <a:lnTo>
                    <a:pt x="68034" y="760559"/>
                  </a:lnTo>
                  <a:lnTo>
                    <a:pt x="68695" y="758975"/>
                  </a:lnTo>
                  <a:lnTo>
                    <a:pt x="69355" y="835235"/>
                  </a:lnTo>
                  <a:lnTo>
                    <a:pt x="70016" y="948160"/>
                  </a:lnTo>
                  <a:lnTo>
                    <a:pt x="70676" y="898302"/>
                  </a:lnTo>
                  <a:lnTo>
                    <a:pt x="71337" y="901382"/>
                  </a:lnTo>
                  <a:lnTo>
                    <a:pt x="71997" y="906384"/>
                  </a:lnTo>
                  <a:lnTo>
                    <a:pt x="72658" y="932421"/>
                  </a:lnTo>
                  <a:lnTo>
                    <a:pt x="73319" y="941337"/>
                  </a:lnTo>
                  <a:lnTo>
                    <a:pt x="73979" y="1001213"/>
                  </a:lnTo>
                  <a:lnTo>
                    <a:pt x="74640" y="1033082"/>
                  </a:lnTo>
                  <a:lnTo>
                    <a:pt x="75300" y="1022381"/>
                  </a:lnTo>
                  <a:lnTo>
                    <a:pt x="75961" y="978815"/>
                  </a:lnTo>
                  <a:lnTo>
                    <a:pt x="76621" y="964603"/>
                  </a:lnTo>
                  <a:lnTo>
                    <a:pt x="77282" y="1001930"/>
                  </a:lnTo>
                  <a:lnTo>
                    <a:pt x="77942" y="1014454"/>
                  </a:lnTo>
                  <a:lnTo>
                    <a:pt x="78603" y="1023571"/>
                  </a:lnTo>
                  <a:lnTo>
                    <a:pt x="79263" y="1027056"/>
                  </a:lnTo>
                  <a:lnTo>
                    <a:pt x="79924" y="1011031"/>
                  </a:lnTo>
                  <a:lnTo>
                    <a:pt x="80584" y="993076"/>
                  </a:lnTo>
                  <a:lnTo>
                    <a:pt x="81245" y="988052"/>
                  </a:lnTo>
                  <a:lnTo>
                    <a:pt x="81905" y="998882"/>
                  </a:lnTo>
                  <a:lnTo>
                    <a:pt x="82566" y="963143"/>
                  </a:lnTo>
                  <a:lnTo>
                    <a:pt x="83227" y="941099"/>
                  </a:lnTo>
                  <a:lnTo>
                    <a:pt x="83887" y="954844"/>
                  </a:lnTo>
                  <a:lnTo>
                    <a:pt x="84548" y="952098"/>
                  </a:lnTo>
                  <a:lnTo>
                    <a:pt x="85208" y="907593"/>
                  </a:lnTo>
                  <a:lnTo>
                    <a:pt x="85869" y="860499"/>
                  </a:lnTo>
                  <a:lnTo>
                    <a:pt x="86529" y="811623"/>
                  </a:lnTo>
                  <a:lnTo>
                    <a:pt x="87190" y="804959"/>
                  </a:lnTo>
                  <a:lnTo>
                    <a:pt x="87850" y="813728"/>
                  </a:lnTo>
                  <a:lnTo>
                    <a:pt x="88511" y="875405"/>
                  </a:lnTo>
                  <a:lnTo>
                    <a:pt x="89171" y="884387"/>
                  </a:lnTo>
                  <a:lnTo>
                    <a:pt x="89832" y="913825"/>
                  </a:lnTo>
                  <a:lnTo>
                    <a:pt x="90492" y="853082"/>
                  </a:lnTo>
                  <a:lnTo>
                    <a:pt x="91153" y="849620"/>
                  </a:lnTo>
                  <a:lnTo>
                    <a:pt x="91813" y="849620"/>
                  </a:lnTo>
                  <a:lnTo>
                    <a:pt x="92474" y="830258"/>
                  </a:lnTo>
                  <a:lnTo>
                    <a:pt x="93135" y="840963"/>
                  </a:lnTo>
                  <a:lnTo>
                    <a:pt x="93795" y="844768"/>
                  </a:lnTo>
                  <a:lnTo>
                    <a:pt x="94456" y="882618"/>
                  </a:lnTo>
                  <a:lnTo>
                    <a:pt x="95116" y="919866"/>
                  </a:lnTo>
                  <a:lnTo>
                    <a:pt x="95777" y="935035"/>
                  </a:lnTo>
                  <a:lnTo>
                    <a:pt x="96437" y="946855"/>
                  </a:lnTo>
                  <a:lnTo>
                    <a:pt x="97098" y="960082"/>
                  </a:lnTo>
                  <a:lnTo>
                    <a:pt x="97758" y="956345"/>
                  </a:lnTo>
                  <a:lnTo>
                    <a:pt x="98419" y="930530"/>
                  </a:lnTo>
                  <a:lnTo>
                    <a:pt x="99079" y="937129"/>
                  </a:lnTo>
                  <a:lnTo>
                    <a:pt x="99740" y="960892"/>
                  </a:lnTo>
                  <a:lnTo>
                    <a:pt x="100400" y="968804"/>
                  </a:lnTo>
                  <a:lnTo>
                    <a:pt x="101061" y="942035"/>
                  </a:lnTo>
                  <a:lnTo>
                    <a:pt x="101721" y="954952"/>
                  </a:lnTo>
                  <a:lnTo>
                    <a:pt x="102382" y="981827"/>
                  </a:lnTo>
                  <a:lnTo>
                    <a:pt x="103043" y="1001801"/>
                  </a:lnTo>
                  <a:lnTo>
                    <a:pt x="103703" y="1000957"/>
                  </a:lnTo>
                  <a:lnTo>
                    <a:pt x="104364" y="986993"/>
                  </a:lnTo>
                  <a:lnTo>
                    <a:pt x="105024" y="992137"/>
                  </a:lnTo>
                  <a:lnTo>
                    <a:pt x="105685" y="982471"/>
                  </a:lnTo>
                  <a:lnTo>
                    <a:pt x="106345" y="967683"/>
                  </a:lnTo>
                  <a:lnTo>
                    <a:pt x="107006" y="982282"/>
                  </a:lnTo>
                  <a:lnTo>
                    <a:pt x="107666" y="990948"/>
                  </a:lnTo>
                  <a:lnTo>
                    <a:pt x="108327" y="992293"/>
                  </a:lnTo>
                  <a:lnTo>
                    <a:pt x="108987" y="999549"/>
                  </a:lnTo>
                  <a:lnTo>
                    <a:pt x="109648" y="997834"/>
                  </a:lnTo>
                  <a:lnTo>
                    <a:pt x="110308" y="947625"/>
                  </a:lnTo>
                  <a:lnTo>
                    <a:pt x="110969" y="898934"/>
                  </a:lnTo>
                  <a:lnTo>
                    <a:pt x="111629" y="904761"/>
                  </a:lnTo>
                  <a:lnTo>
                    <a:pt x="112290" y="898202"/>
                  </a:lnTo>
                  <a:lnTo>
                    <a:pt x="112950" y="898367"/>
                  </a:lnTo>
                  <a:lnTo>
                    <a:pt x="113611" y="898367"/>
                  </a:lnTo>
                  <a:lnTo>
                    <a:pt x="114272" y="889986"/>
                  </a:lnTo>
                  <a:lnTo>
                    <a:pt x="114932" y="920815"/>
                  </a:lnTo>
                  <a:lnTo>
                    <a:pt x="115593" y="958712"/>
                  </a:lnTo>
                  <a:lnTo>
                    <a:pt x="116253" y="949578"/>
                  </a:lnTo>
                  <a:lnTo>
                    <a:pt x="116914" y="959864"/>
                  </a:lnTo>
                  <a:lnTo>
                    <a:pt x="117574" y="961463"/>
                  </a:lnTo>
                  <a:lnTo>
                    <a:pt x="118235" y="934668"/>
                  </a:lnTo>
                  <a:lnTo>
                    <a:pt x="118895" y="934204"/>
                  </a:lnTo>
                  <a:lnTo>
                    <a:pt x="119556" y="943179"/>
                  </a:lnTo>
                  <a:lnTo>
                    <a:pt x="120216" y="939782"/>
                  </a:lnTo>
                  <a:lnTo>
                    <a:pt x="120877" y="965851"/>
                  </a:lnTo>
                  <a:lnTo>
                    <a:pt x="121537" y="947238"/>
                  </a:lnTo>
                  <a:lnTo>
                    <a:pt x="122198" y="939703"/>
                  </a:lnTo>
                  <a:lnTo>
                    <a:pt x="122858" y="921515"/>
                  </a:lnTo>
                  <a:lnTo>
                    <a:pt x="123519" y="921716"/>
                  </a:lnTo>
                  <a:lnTo>
                    <a:pt x="124180" y="928319"/>
                  </a:lnTo>
                  <a:lnTo>
                    <a:pt x="124840" y="906404"/>
                  </a:lnTo>
                  <a:lnTo>
                    <a:pt x="125501" y="890668"/>
                  </a:lnTo>
                  <a:lnTo>
                    <a:pt x="126161" y="874898"/>
                  </a:lnTo>
                  <a:lnTo>
                    <a:pt x="126822" y="879817"/>
                  </a:lnTo>
                  <a:lnTo>
                    <a:pt x="127482" y="865761"/>
                  </a:lnTo>
                  <a:lnTo>
                    <a:pt x="128143" y="824870"/>
                  </a:lnTo>
                  <a:lnTo>
                    <a:pt x="128803" y="815273"/>
                  </a:lnTo>
                  <a:lnTo>
                    <a:pt x="129464" y="770170"/>
                  </a:lnTo>
                  <a:lnTo>
                    <a:pt x="130124" y="761937"/>
                  </a:lnTo>
                  <a:lnTo>
                    <a:pt x="130785" y="751358"/>
                  </a:lnTo>
                  <a:lnTo>
                    <a:pt x="131445" y="749234"/>
                  </a:lnTo>
                  <a:lnTo>
                    <a:pt x="132106" y="778692"/>
                  </a:lnTo>
                  <a:lnTo>
                    <a:pt x="132766" y="780898"/>
                  </a:lnTo>
                  <a:lnTo>
                    <a:pt x="133427" y="814033"/>
                  </a:lnTo>
                  <a:lnTo>
                    <a:pt x="134088" y="815916"/>
                  </a:lnTo>
                  <a:lnTo>
                    <a:pt x="134748" y="848292"/>
                  </a:lnTo>
                  <a:lnTo>
                    <a:pt x="135409" y="840234"/>
                  </a:lnTo>
                  <a:lnTo>
                    <a:pt x="136069" y="847133"/>
                  </a:lnTo>
                  <a:lnTo>
                    <a:pt x="136730" y="863115"/>
                  </a:lnTo>
                  <a:lnTo>
                    <a:pt x="137390" y="860489"/>
                  </a:lnTo>
                  <a:lnTo>
                    <a:pt x="138051" y="871430"/>
                  </a:lnTo>
                  <a:lnTo>
                    <a:pt x="138711" y="889395"/>
                  </a:lnTo>
                  <a:lnTo>
                    <a:pt x="139372" y="922919"/>
                  </a:lnTo>
                  <a:lnTo>
                    <a:pt x="140032" y="922534"/>
                  </a:lnTo>
                  <a:lnTo>
                    <a:pt x="140693" y="917385"/>
                  </a:lnTo>
                  <a:lnTo>
                    <a:pt x="141353" y="916061"/>
                  </a:lnTo>
                  <a:lnTo>
                    <a:pt x="142014" y="907965"/>
                  </a:lnTo>
                  <a:lnTo>
                    <a:pt x="142674" y="917415"/>
                  </a:lnTo>
                  <a:lnTo>
                    <a:pt x="143335" y="919180"/>
                  </a:lnTo>
                  <a:lnTo>
                    <a:pt x="143995" y="929920"/>
                  </a:lnTo>
                  <a:lnTo>
                    <a:pt x="144656" y="960489"/>
                  </a:lnTo>
                  <a:lnTo>
                    <a:pt x="145317" y="972349"/>
                  </a:lnTo>
                  <a:lnTo>
                    <a:pt x="145977" y="927840"/>
                  </a:lnTo>
                  <a:lnTo>
                    <a:pt x="146638" y="875638"/>
                  </a:lnTo>
                  <a:lnTo>
                    <a:pt x="147298" y="875638"/>
                  </a:lnTo>
                  <a:lnTo>
                    <a:pt x="147959" y="872095"/>
                  </a:lnTo>
                  <a:lnTo>
                    <a:pt x="148619" y="885330"/>
                  </a:lnTo>
                  <a:lnTo>
                    <a:pt x="149280" y="906702"/>
                  </a:lnTo>
                  <a:lnTo>
                    <a:pt x="149940" y="913639"/>
                  </a:lnTo>
                  <a:lnTo>
                    <a:pt x="150601" y="908767"/>
                  </a:lnTo>
                  <a:lnTo>
                    <a:pt x="151261" y="894126"/>
                  </a:lnTo>
                  <a:lnTo>
                    <a:pt x="151922" y="846011"/>
                  </a:lnTo>
                  <a:lnTo>
                    <a:pt x="152582" y="846011"/>
                  </a:lnTo>
                  <a:lnTo>
                    <a:pt x="153243" y="846011"/>
                  </a:lnTo>
                  <a:lnTo>
                    <a:pt x="153903" y="795472"/>
                  </a:lnTo>
                  <a:lnTo>
                    <a:pt x="154564" y="795472"/>
                  </a:lnTo>
                  <a:lnTo>
                    <a:pt x="155225" y="798566"/>
                  </a:lnTo>
                  <a:lnTo>
                    <a:pt x="155885" y="800518"/>
                  </a:lnTo>
                  <a:lnTo>
                    <a:pt x="156546" y="801318"/>
                  </a:lnTo>
                  <a:lnTo>
                    <a:pt x="157206" y="892265"/>
                  </a:lnTo>
                  <a:lnTo>
                    <a:pt x="157867" y="906324"/>
                  </a:lnTo>
                  <a:lnTo>
                    <a:pt x="158527" y="925836"/>
                  </a:lnTo>
                  <a:lnTo>
                    <a:pt x="159188" y="931008"/>
                  </a:lnTo>
                  <a:lnTo>
                    <a:pt x="159848" y="940097"/>
                  </a:lnTo>
                  <a:lnTo>
                    <a:pt x="160509" y="903117"/>
                  </a:lnTo>
                  <a:lnTo>
                    <a:pt x="161169" y="896113"/>
                  </a:lnTo>
                  <a:lnTo>
                    <a:pt x="161830" y="889119"/>
                  </a:lnTo>
                  <a:lnTo>
                    <a:pt x="162490" y="890691"/>
                  </a:lnTo>
                  <a:lnTo>
                    <a:pt x="163151" y="894521"/>
                  </a:lnTo>
                  <a:lnTo>
                    <a:pt x="163811" y="889911"/>
                  </a:lnTo>
                  <a:lnTo>
                    <a:pt x="164472" y="948394"/>
                  </a:lnTo>
                  <a:lnTo>
                    <a:pt x="165133" y="989759"/>
                  </a:lnTo>
                  <a:lnTo>
                    <a:pt x="165793" y="996707"/>
                  </a:lnTo>
                  <a:lnTo>
                    <a:pt x="166454" y="1010791"/>
                  </a:lnTo>
                  <a:lnTo>
                    <a:pt x="167114" y="995652"/>
                  </a:lnTo>
                  <a:lnTo>
                    <a:pt x="167775" y="932283"/>
                  </a:lnTo>
                  <a:lnTo>
                    <a:pt x="168435" y="932283"/>
                  </a:lnTo>
                  <a:lnTo>
                    <a:pt x="169096" y="946279"/>
                  </a:lnTo>
                  <a:lnTo>
                    <a:pt x="169756" y="966710"/>
                  </a:lnTo>
                  <a:lnTo>
                    <a:pt x="170417" y="945440"/>
                  </a:lnTo>
                  <a:lnTo>
                    <a:pt x="171077" y="918377"/>
                  </a:lnTo>
                  <a:lnTo>
                    <a:pt x="171738" y="932665"/>
                  </a:lnTo>
                  <a:lnTo>
                    <a:pt x="172398" y="936316"/>
                  </a:lnTo>
                  <a:lnTo>
                    <a:pt x="173059" y="954803"/>
                  </a:lnTo>
                  <a:lnTo>
                    <a:pt x="173719" y="985726"/>
                  </a:lnTo>
                  <a:lnTo>
                    <a:pt x="174380" y="986320"/>
                  </a:lnTo>
                  <a:lnTo>
                    <a:pt x="175041" y="934500"/>
                  </a:lnTo>
                  <a:lnTo>
                    <a:pt x="175701" y="934500"/>
                  </a:lnTo>
                  <a:lnTo>
                    <a:pt x="176362" y="947894"/>
                  </a:lnTo>
                  <a:lnTo>
                    <a:pt x="177022" y="942674"/>
                  </a:lnTo>
                  <a:lnTo>
                    <a:pt x="177683" y="929605"/>
                  </a:lnTo>
                  <a:lnTo>
                    <a:pt x="178343" y="925536"/>
                  </a:lnTo>
                  <a:lnTo>
                    <a:pt x="179004" y="943638"/>
                  </a:lnTo>
                  <a:lnTo>
                    <a:pt x="179664" y="933986"/>
                  </a:lnTo>
                  <a:lnTo>
                    <a:pt x="180325" y="932713"/>
                  </a:lnTo>
                  <a:lnTo>
                    <a:pt x="180985" y="947799"/>
                  </a:lnTo>
                  <a:lnTo>
                    <a:pt x="181646" y="954121"/>
                  </a:lnTo>
                  <a:lnTo>
                    <a:pt x="182306" y="982478"/>
                  </a:lnTo>
                  <a:lnTo>
                    <a:pt x="182967" y="986750"/>
                  </a:lnTo>
                  <a:lnTo>
                    <a:pt x="183627" y="954430"/>
                  </a:lnTo>
                  <a:lnTo>
                    <a:pt x="184288" y="944908"/>
                  </a:lnTo>
                  <a:lnTo>
                    <a:pt x="184948" y="953127"/>
                  </a:lnTo>
                  <a:lnTo>
                    <a:pt x="185609" y="954451"/>
                  </a:lnTo>
                  <a:lnTo>
                    <a:pt x="186270" y="967732"/>
                  </a:lnTo>
                  <a:lnTo>
                    <a:pt x="186930" y="960276"/>
                  </a:lnTo>
                  <a:lnTo>
                    <a:pt x="187591" y="958641"/>
                  </a:lnTo>
                  <a:lnTo>
                    <a:pt x="188251" y="972582"/>
                  </a:lnTo>
                  <a:lnTo>
                    <a:pt x="188912" y="986972"/>
                  </a:lnTo>
                  <a:lnTo>
                    <a:pt x="189572" y="1019746"/>
                  </a:lnTo>
                  <a:lnTo>
                    <a:pt x="190233" y="1003035"/>
                  </a:lnTo>
                  <a:lnTo>
                    <a:pt x="190893" y="967612"/>
                  </a:lnTo>
                  <a:lnTo>
                    <a:pt x="191554" y="976278"/>
                  </a:lnTo>
                  <a:lnTo>
                    <a:pt x="192214" y="985820"/>
                  </a:lnTo>
                  <a:lnTo>
                    <a:pt x="192875" y="963170"/>
                  </a:lnTo>
                  <a:lnTo>
                    <a:pt x="193535" y="946308"/>
                  </a:lnTo>
                  <a:lnTo>
                    <a:pt x="194196" y="975691"/>
                  </a:lnTo>
                  <a:lnTo>
                    <a:pt x="194856" y="1016787"/>
                  </a:lnTo>
                  <a:lnTo>
                    <a:pt x="195517" y="980007"/>
                  </a:lnTo>
                  <a:lnTo>
                    <a:pt x="196178" y="979336"/>
                  </a:lnTo>
                  <a:lnTo>
                    <a:pt x="196838" y="1021797"/>
                  </a:lnTo>
                  <a:lnTo>
                    <a:pt x="197499" y="1030046"/>
                  </a:lnTo>
                  <a:lnTo>
                    <a:pt x="198159" y="1005996"/>
                  </a:lnTo>
                  <a:lnTo>
                    <a:pt x="198820" y="983169"/>
                  </a:lnTo>
                  <a:lnTo>
                    <a:pt x="199480" y="981701"/>
                  </a:lnTo>
                  <a:lnTo>
                    <a:pt x="200141" y="969423"/>
                  </a:lnTo>
                  <a:lnTo>
                    <a:pt x="200801" y="965751"/>
                  </a:lnTo>
                  <a:lnTo>
                    <a:pt x="201462" y="965121"/>
                  </a:lnTo>
                  <a:lnTo>
                    <a:pt x="202122" y="977069"/>
                  </a:lnTo>
                  <a:lnTo>
                    <a:pt x="202783" y="959336"/>
                  </a:lnTo>
                  <a:lnTo>
                    <a:pt x="203443" y="931045"/>
                  </a:lnTo>
                  <a:lnTo>
                    <a:pt x="204104" y="920936"/>
                  </a:lnTo>
                  <a:lnTo>
                    <a:pt x="204764" y="916106"/>
                  </a:lnTo>
                  <a:lnTo>
                    <a:pt x="205425" y="915166"/>
                  </a:lnTo>
                  <a:lnTo>
                    <a:pt x="206086" y="899782"/>
                  </a:lnTo>
                  <a:lnTo>
                    <a:pt x="206746" y="898115"/>
                  </a:lnTo>
                  <a:lnTo>
                    <a:pt x="207407" y="910308"/>
                  </a:lnTo>
                  <a:lnTo>
                    <a:pt x="208067" y="917860"/>
                  </a:lnTo>
                  <a:lnTo>
                    <a:pt x="208728" y="880674"/>
                  </a:lnTo>
                  <a:lnTo>
                    <a:pt x="209388" y="857424"/>
                  </a:lnTo>
                  <a:lnTo>
                    <a:pt x="210049" y="861468"/>
                  </a:lnTo>
                  <a:lnTo>
                    <a:pt x="210709" y="850225"/>
                  </a:lnTo>
                  <a:lnTo>
                    <a:pt x="211370" y="868756"/>
                  </a:lnTo>
                  <a:lnTo>
                    <a:pt x="212030" y="850749"/>
                  </a:lnTo>
                  <a:lnTo>
                    <a:pt x="212691" y="866055"/>
                  </a:lnTo>
                  <a:lnTo>
                    <a:pt x="213351" y="814260"/>
                  </a:lnTo>
                  <a:lnTo>
                    <a:pt x="214012" y="788786"/>
                  </a:lnTo>
                  <a:lnTo>
                    <a:pt x="214672" y="811978"/>
                  </a:lnTo>
                  <a:lnTo>
                    <a:pt x="215333" y="808877"/>
                  </a:lnTo>
                  <a:lnTo>
                    <a:pt x="215993" y="809684"/>
                  </a:lnTo>
                  <a:lnTo>
                    <a:pt x="216654" y="814737"/>
                  </a:lnTo>
                  <a:lnTo>
                    <a:pt x="217315" y="820003"/>
                  </a:lnTo>
                  <a:lnTo>
                    <a:pt x="217975" y="833766"/>
                  </a:lnTo>
                  <a:lnTo>
                    <a:pt x="218636" y="821505"/>
                  </a:lnTo>
                  <a:lnTo>
                    <a:pt x="219296" y="822386"/>
                  </a:lnTo>
                  <a:lnTo>
                    <a:pt x="219957" y="785618"/>
                  </a:lnTo>
                  <a:lnTo>
                    <a:pt x="220617" y="771501"/>
                  </a:lnTo>
                  <a:lnTo>
                    <a:pt x="221278" y="771501"/>
                  </a:lnTo>
                  <a:lnTo>
                    <a:pt x="221938" y="775630"/>
                  </a:lnTo>
                  <a:lnTo>
                    <a:pt x="222599" y="790794"/>
                  </a:lnTo>
                  <a:lnTo>
                    <a:pt x="223259" y="831761"/>
                  </a:lnTo>
                  <a:lnTo>
                    <a:pt x="223920" y="831038"/>
                  </a:lnTo>
                  <a:lnTo>
                    <a:pt x="224580" y="824554"/>
                  </a:lnTo>
                  <a:lnTo>
                    <a:pt x="225241" y="785370"/>
                  </a:lnTo>
                  <a:lnTo>
                    <a:pt x="225901" y="823605"/>
                  </a:lnTo>
                  <a:lnTo>
                    <a:pt x="226562" y="875674"/>
                  </a:lnTo>
                  <a:lnTo>
                    <a:pt x="227223" y="891220"/>
                  </a:lnTo>
                  <a:lnTo>
                    <a:pt x="227883" y="873399"/>
                  </a:lnTo>
                  <a:lnTo>
                    <a:pt x="228544" y="859579"/>
                  </a:lnTo>
                  <a:lnTo>
                    <a:pt x="229204" y="874509"/>
                  </a:lnTo>
                  <a:lnTo>
                    <a:pt x="229865" y="919746"/>
                  </a:lnTo>
                  <a:lnTo>
                    <a:pt x="230525" y="933521"/>
                  </a:lnTo>
                  <a:lnTo>
                    <a:pt x="231186" y="937991"/>
                  </a:lnTo>
                  <a:lnTo>
                    <a:pt x="231846" y="928091"/>
                  </a:lnTo>
                  <a:lnTo>
                    <a:pt x="232507" y="889899"/>
                  </a:lnTo>
                  <a:lnTo>
                    <a:pt x="233167" y="839675"/>
                  </a:lnTo>
                  <a:lnTo>
                    <a:pt x="233828" y="802080"/>
                  </a:lnTo>
                  <a:lnTo>
                    <a:pt x="234488" y="802739"/>
                  </a:lnTo>
                  <a:lnTo>
                    <a:pt x="235149" y="800520"/>
                  </a:lnTo>
                  <a:lnTo>
                    <a:pt x="235809" y="799860"/>
                  </a:lnTo>
                  <a:lnTo>
                    <a:pt x="236470" y="881457"/>
                  </a:lnTo>
                  <a:lnTo>
                    <a:pt x="237131" y="926433"/>
                  </a:lnTo>
                  <a:lnTo>
                    <a:pt x="237791" y="931849"/>
                  </a:lnTo>
                  <a:lnTo>
                    <a:pt x="238452" y="930161"/>
                  </a:lnTo>
                  <a:lnTo>
                    <a:pt x="239112" y="895362"/>
                  </a:lnTo>
                  <a:lnTo>
                    <a:pt x="239773" y="877614"/>
                  </a:lnTo>
                  <a:lnTo>
                    <a:pt x="240433" y="870800"/>
                  </a:lnTo>
                  <a:lnTo>
                    <a:pt x="241094" y="876589"/>
                  </a:lnTo>
                  <a:lnTo>
                    <a:pt x="241754" y="893481"/>
                  </a:lnTo>
                  <a:lnTo>
                    <a:pt x="242415" y="889595"/>
                  </a:lnTo>
                  <a:lnTo>
                    <a:pt x="243075" y="881326"/>
                  </a:lnTo>
                  <a:lnTo>
                    <a:pt x="243736" y="879727"/>
                  </a:lnTo>
                  <a:lnTo>
                    <a:pt x="244396" y="895187"/>
                  </a:lnTo>
                  <a:lnTo>
                    <a:pt x="245057" y="893148"/>
                  </a:lnTo>
                  <a:lnTo>
                    <a:pt x="245717" y="887062"/>
                  </a:lnTo>
                  <a:lnTo>
                    <a:pt x="246378" y="860383"/>
                  </a:lnTo>
                  <a:lnTo>
                    <a:pt x="247039" y="882663"/>
                  </a:lnTo>
                  <a:lnTo>
                    <a:pt x="247699" y="962234"/>
                  </a:lnTo>
                  <a:lnTo>
                    <a:pt x="248360" y="964807"/>
                  </a:lnTo>
                  <a:lnTo>
                    <a:pt x="249020" y="988605"/>
                  </a:lnTo>
                  <a:lnTo>
                    <a:pt x="249681" y="995489"/>
                  </a:lnTo>
                  <a:lnTo>
                    <a:pt x="250341" y="979456"/>
                  </a:lnTo>
                  <a:lnTo>
                    <a:pt x="251002" y="1017255"/>
                  </a:lnTo>
                  <a:lnTo>
                    <a:pt x="251662" y="1022763"/>
                  </a:lnTo>
                  <a:lnTo>
                    <a:pt x="252323" y="1004180"/>
                  </a:lnTo>
                  <a:lnTo>
                    <a:pt x="252983" y="989813"/>
                  </a:lnTo>
                  <a:lnTo>
                    <a:pt x="253644" y="957976"/>
                  </a:lnTo>
                  <a:lnTo>
                    <a:pt x="254304" y="961603"/>
                  </a:lnTo>
                  <a:lnTo>
                    <a:pt x="254965" y="979238"/>
                  </a:lnTo>
                  <a:lnTo>
                    <a:pt x="255625" y="960049"/>
                  </a:lnTo>
                  <a:lnTo>
                    <a:pt x="256286" y="943805"/>
                  </a:lnTo>
                  <a:lnTo>
                    <a:pt x="256946" y="967540"/>
                  </a:lnTo>
                  <a:lnTo>
                    <a:pt x="257607" y="973015"/>
                  </a:lnTo>
                  <a:lnTo>
                    <a:pt x="258268" y="981722"/>
                  </a:lnTo>
                  <a:lnTo>
                    <a:pt x="258928" y="978845"/>
                  </a:lnTo>
                  <a:lnTo>
                    <a:pt x="259589" y="972323"/>
                  </a:lnTo>
                  <a:lnTo>
                    <a:pt x="260249" y="970120"/>
                  </a:lnTo>
                  <a:lnTo>
                    <a:pt x="260910" y="977064"/>
                  </a:lnTo>
                  <a:lnTo>
                    <a:pt x="261570" y="963054"/>
                  </a:lnTo>
                  <a:lnTo>
                    <a:pt x="262231" y="885221"/>
                  </a:lnTo>
                  <a:lnTo>
                    <a:pt x="262891" y="875361"/>
                  </a:lnTo>
                  <a:lnTo>
                    <a:pt x="263552" y="885178"/>
                  </a:lnTo>
                  <a:lnTo>
                    <a:pt x="264212" y="896977"/>
                  </a:lnTo>
                  <a:lnTo>
                    <a:pt x="264873" y="907413"/>
                  </a:lnTo>
                  <a:lnTo>
                    <a:pt x="265533" y="905960"/>
                  </a:lnTo>
                  <a:lnTo>
                    <a:pt x="266194" y="864044"/>
                  </a:lnTo>
                  <a:lnTo>
                    <a:pt x="266854" y="889104"/>
                  </a:lnTo>
                  <a:lnTo>
                    <a:pt x="267515" y="903027"/>
                  </a:lnTo>
                  <a:lnTo>
                    <a:pt x="268176" y="885657"/>
                  </a:lnTo>
                  <a:lnTo>
                    <a:pt x="268836" y="847696"/>
                  </a:lnTo>
                  <a:lnTo>
                    <a:pt x="269497" y="866424"/>
                  </a:lnTo>
                  <a:lnTo>
                    <a:pt x="270157" y="861281"/>
                  </a:lnTo>
                  <a:lnTo>
                    <a:pt x="270818" y="861281"/>
                  </a:lnTo>
                  <a:lnTo>
                    <a:pt x="271478" y="864599"/>
                  </a:lnTo>
                  <a:lnTo>
                    <a:pt x="272139" y="861188"/>
                  </a:lnTo>
                  <a:lnTo>
                    <a:pt x="272799" y="863228"/>
                  </a:lnTo>
                  <a:lnTo>
                    <a:pt x="273460" y="850597"/>
                  </a:lnTo>
                  <a:lnTo>
                    <a:pt x="274120" y="902533"/>
                  </a:lnTo>
                  <a:lnTo>
                    <a:pt x="274781" y="926195"/>
                  </a:lnTo>
                  <a:lnTo>
                    <a:pt x="275441" y="932502"/>
                  </a:lnTo>
                  <a:lnTo>
                    <a:pt x="276102" y="950580"/>
                  </a:lnTo>
                  <a:lnTo>
                    <a:pt x="276762" y="931643"/>
                  </a:lnTo>
                  <a:lnTo>
                    <a:pt x="277423" y="914175"/>
                  </a:lnTo>
                  <a:lnTo>
                    <a:pt x="278084" y="931661"/>
                  </a:lnTo>
                  <a:lnTo>
                    <a:pt x="278744" y="942715"/>
                  </a:lnTo>
                  <a:lnTo>
                    <a:pt x="279405" y="963451"/>
                  </a:lnTo>
                  <a:lnTo>
                    <a:pt x="280065" y="980349"/>
                  </a:lnTo>
                  <a:lnTo>
                    <a:pt x="280726" y="961918"/>
                  </a:lnTo>
                  <a:lnTo>
                    <a:pt x="281386" y="949209"/>
                  </a:lnTo>
                  <a:lnTo>
                    <a:pt x="282047" y="924959"/>
                  </a:lnTo>
                  <a:lnTo>
                    <a:pt x="282707" y="911240"/>
                  </a:lnTo>
                  <a:lnTo>
                    <a:pt x="283368" y="914099"/>
                  </a:lnTo>
                  <a:lnTo>
                    <a:pt x="284028" y="922222"/>
                  </a:lnTo>
                  <a:lnTo>
                    <a:pt x="284689" y="946503"/>
                  </a:lnTo>
                  <a:lnTo>
                    <a:pt x="285349" y="944166"/>
                  </a:lnTo>
                  <a:lnTo>
                    <a:pt x="286010" y="936345"/>
                  </a:lnTo>
                  <a:lnTo>
                    <a:pt x="286670" y="958922"/>
                  </a:lnTo>
                  <a:lnTo>
                    <a:pt x="287331" y="962518"/>
                  </a:lnTo>
                  <a:lnTo>
                    <a:pt x="287991" y="953067"/>
                  </a:lnTo>
                  <a:lnTo>
                    <a:pt x="288652" y="947405"/>
                  </a:lnTo>
                  <a:lnTo>
                    <a:pt x="289313" y="943888"/>
                  </a:lnTo>
                  <a:lnTo>
                    <a:pt x="289973" y="938036"/>
                  </a:lnTo>
                  <a:lnTo>
                    <a:pt x="290634" y="924236"/>
                  </a:lnTo>
                  <a:lnTo>
                    <a:pt x="291294" y="912569"/>
                  </a:lnTo>
                  <a:lnTo>
                    <a:pt x="291955" y="910540"/>
                  </a:lnTo>
                  <a:lnTo>
                    <a:pt x="292615" y="910540"/>
                  </a:lnTo>
                  <a:lnTo>
                    <a:pt x="293276" y="905431"/>
                  </a:lnTo>
                  <a:lnTo>
                    <a:pt x="293936" y="901826"/>
                  </a:lnTo>
                  <a:lnTo>
                    <a:pt x="294597" y="903856"/>
                  </a:lnTo>
                  <a:lnTo>
                    <a:pt x="295257" y="898645"/>
                  </a:lnTo>
                  <a:lnTo>
                    <a:pt x="295918" y="908125"/>
                  </a:lnTo>
                  <a:lnTo>
                    <a:pt x="296578" y="912150"/>
                  </a:lnTo>
                  <a:lnTo>
                    <a:pt x="297239" y="912150"/>
                  </a:lnTo>
                  <a:lnTo>
                    <a:pt x="297899" y="946324"/>
                  </a:lnTo>
                  <a:lnTo>
                    <a:pt x="298560" y="938861"/>
                  </a:lnTo>
                  <a:lnTo>
                    <a:pt x="299221" y="921034"/>
                  </a:lnTo>
                  <a:lnTo>
                    <a:pt x="299881" y="926075"/>
                  </a:lnTo>
                  <a:lnTo>
                    <a:pt x="300542" y="913508"/>
                  </a:lnTo>
                  <a:lnTo>
                    <a:pt x="301202" y="889507"/>
                  </a:lnTo>
                  <a:lnTo>
                    <a:pt x="301863" y="899451"/>
                  </a:lnTo>
                  <a:lnTo>
                    <a:pt x="302523" y="916927"/>
                  </a:lnTo>
                  <a:lnTo>
                    <a:pt x="303184" y="912231"/>
                  </a:lnTo>
                  <a:lnTo>
                    <a:pt x="303844" y="914490"/>
                  </a:lnTo>
                  <a:lnTo>
                    <a:pt x="304505" y="914132"/>
                  </a:lnTo>
                  <a:lnTo>
                    <a:pt x="305165" y="915494"/>
                  </a:lnTo>
                  <a:lnTo>
                    <a:pt x="305826" y="912698"/>
                  </a:lnTo>
                  <a:lnTo>
                    <a:pt x="306486" y="905754"/>
                  </a:lnTo>
                  <a:lnTo>
                    <a:pt x="307147" y="870539"/>
                  </a:lnTo>
                  <a:lnTo>
                    <a:pt x="307807" y="859275"/>
                  </a:lnTo>
                  <a:lnTo>
                    <a:pt x="308468" y="856066"/>
                  </a:lnTo>
                  <a:lnTo>
                    <a:pt x="309129" y="822798"/>
                  </a:lnTo>
                  <a:lnTo>
                    <a:pt x="309789" y="782849"/>
                  </a:lnTo>
                  <a:lnTo>
                    <a:pt x="310450" y="773671"/>
                  </a:lnTo>
                  <a:lnTo>
                    <a:pt x="311110" y="873912"/>
                  </a:lnTo>
                  <a:lnTo>
                    <a:pt x="311771" y="818700"/>
                  </a:lnTo>
                  <a:lnTo>
                    <a:pt x="312431" y="791547"/>
                  </a:lnTo>
                  <a:lnTo>
                    <a:pt x="313092" y="785609"/>
                  </a:lnTo>
                  <a:lnTo>
                    <a:pt x="313752" y="785609"/>
                  </a:lnTo>
                  <a:lnTo>
                    <a:pt x="314413" y="787156"/>
                  </a:lnTo>
                  <a:lnTo>
                    <a:pt x="315073" y="830608"/>
                  </a:lnTo>
                  <a:lnTo>
                    <a:pt x="315734" y="830970"/>
                  </a:lnTo>
                  <a:lnTo>
                    <a:pt x="316394" y="842451"/>
                  </a:lnTo>
                  <a:lnTo>
                    <a:pt x="317055" y="907404"/>
                  </a:lnTo>
                  <a:lnTo>
                    <a:pt x="317715" y="913444"/>
                  </a:lnTo>
                  <a:lnTo>
                    <a:pt x="318376" y="918715"/>
                  </a:lnTo>
                  <a:lnTo>
                    <a:pt x="319037" y="927087"/>
                  </a:lnTo>
                  <a:lnTo>
                    <a:pt x="319697" y="948690"/>
                  </a:lnTo>
                  <a:lnTo>
                    <a:pt x="320358" y="932266"/>
                  </a:lnTo>
                  <a:lnTo>
                    <a:pt x="321018" y="939388"/>
                  </a:lnTo>
                  <a:lnTo>
                    <a:pt x="321679" y="929096"/>
                  </a:lnTo>
                  <a:lnTo>
                    <a:pt x="322339" y="950517"/>
                  </a:lnTo>
                  <a:lnTo>
                    <a:pt x="323000" y="934668"/>
                  </a:lnTo>
                  <a:lnTo>
                    <a:pt x="323660" y="941656"/>
                  </a:lnTo>
                  <a:lnTo>
                    <a:pt x="324321" y="934801"/>
                  </a:lnTo>
                  <a:lnTo>
                    <a:pt x="324981" y="948686"/>
                  </a:lnTo>
                  <a:lnTo>
                    <a:pt x="325642" y="946026"/>
                  </a:lnTo>
                  <a:lnTo>
                    <a:pt x="326302" y="941214"/>
                  </a:lnTo>
                  <a:lnTo>
                    <a:pt x="326963" y="952279"/>
                  </a:lnTo>
                  <a:lnTo>
                    <a:pt x="327623" y="954357"/>
                  </a:lnTo>
                  <a:lnTo>
                    <a:pt x="328284" y="975416"/>
                  </a:lnTo>
                  <a:lnTo>
                    <a:pt x="328944" y="969106"/>
                  </a:lnTo>
                  <a:lnTo>
                    <a:pt x="329605" y="947161"/>
                  </a:lnTo>
                  <a:lnTo>
                    <a:pt x="330266" y="943214"/>
                  </a:lnTo>
                  <a:lnTo>
                    <a:pt x="330926" y="975869"/>
                  </a:lnTo>
                  <a:lnTo>
                    <a:pt x="331587" y="974275"/>
                  </a:lnTo>
                  <a:lnTo>
                    <a:pt x="332247" y="947657"/>
                  </a:lnTo>
                  <a:lnTo>
                    <a:pt x="332908" y="948511"/>
                  </a:lnTo>
                  <a:lnTo>
                    <a:pt x="333568" y="945227"/>
                  </a:lnTo>
                  <a:lnTo>
                    <a:pt x="334229" y="915335"/>
                  </a:lnTo>
                  <a:lnTo>
                    <a:pt x="334889" y="919111"/>
                  </a:lnTo>
                  <a:lnTo>
                    <a:pt x="335550" y="904046"/>
                  </a:lnTo>
                  <a:lnTo>
                    <a:pt x="336210" y="878969"/>
                  </a:lnTo>
                  <a:lnTo>
                    <a:pt x="336871" y="885173"/>
                  </a:lnTo>
                  <a:lnTo>
                    <a:pt x="337531" y="859876"/>
                  </a:lnTo>
                  <a:lnTo>
                    <a:pt x="338192" y="796312"/>
                  </a:lnTo>
                  <a:lnTo>
                    <a:pt x="338852" y="787902"/>
                  </a:lnTo>
                  <a:lnTo>
                    <a:pt x="339513" y="743719"/>
                  </a:lnTo>
                  <a:lnTo>
                    <a:pt x="340174" y="735221"/>
                  </a:lnTo>
                  <a:lnTo>
                    <a:pt x="340834" y="708045"/>
                  </a:lnTo>
                  <a:lnTo>
                    <a:pt x="341495" y="669128"/>
                  </a:lnTo>
                  <a:lnTo>
                    <a:pt x="342155" y="652723"/>
                  </a:lnTo>
                  <a:lnTo>
                    <a:pt x="342816" y="644520"/>
                  </a:lnTo>
                  <a:lnTo>
                    <a:pt x="343476" y="634799"/>
                  </a:lnTo>
                  <a:lnTo>
                    <a:pt x="344137" y="623034"/>
                  </a:lnTo>
                  <a:lnTo>
                    <a:pt x="344797" y="616103"/>
                  </a:lnTo>
                  <a:lnTo>
                    <a:pt x="345458" y="614535"/>
                  </a:lnTo>
                  <a:lnTo>
                    <a:pt x="346118" y="622788"/>
                  </a:lnTo>
                  <a:lnTo>
                    <a:pt x="346779" y="622788"/>
                  </a:lnTo>
                  <a:lnTo>
                    <a:pt x="347439" y="622788"/>
                  </a:lnTo>
                  <a:lnTo>
                    <a:pt x="348100" y="639384"/>
                  </a:lnTo>
                  <a:lnTo>
                    <a:pt x="348760" y="627759"/>
                  </a:lnTo>
                  <a:lnTo>
                    <a:pt x="349421" y="627759"/>
                  </a:lnTo>
                  <a:lnTo>
                    <a:pt x="350082" y="631415"/>
                  </a:lnTo>
                  <a:lnTo>
                    <a:pt x="350742" y="630940"/>
                  </a:lnTo>
                  <a:lnTo>
                    <a:pt x="351403" y="637258"/>
                  </a:lnTo>
                  <a:lnTo>
                    <a:pt x="352063" y="637258"/>
                  </a:lnTo>
                  <a:lnTo>
                    <a:pt x="352724" y="634543"/>
                  </a:lnTo>
                  <a:lnTo>
                    <a:pt x="353384" y="640193"/>
                  </a:lnTo>
                  <a:lnTo>
                    <a:pt x="354045" y="660282"/>
                  </a:lnTo>
                  <a:lnTo>
                    <a:pt x="354705" y="636809"/>
                  </a:lnTo>
                  <a:lnTo>
                    <a:pt x="355366" y="620498"/>
                  </a:lnTo>
                  <a:lnTo>
                    <a:pt x="356026" y="617607"/>
                  </a:lnTo>
                  <a:lnTo>
                    <a:pt x="356687" y="627292"/>
                  </a:lnTo>
                  <a:lnTo>
                    <a:pt x="357347" y="627292"/>
                  </a:lnTo>
                  <a:lnTo>
                    <a:pt x="358008" y="625475"/>
                  </a:lnTo>
                  <a:lnTo>
                    <a:pt x="358668" y="625475"/>
                  </a:lnTo>
                  <a:lnTo>
                    <a:pt x="359329" y="625475"/>
                  </a:lnTo>
                  <a:lnTo>
                    <a:pt x="359989" y="627292"/>
                  </a:lnTo>
                  <a:lnTo>
                    <a:pt x="360650" y="630837"/>
                  </a:lnTo>
                  <a:lnTo>
                    <a:pt x="361311" y="634341"/>
                  </a:lnTo>
                  <a:lnTo>
                    <a:pt x="361971" y="634341"/>
                  </a:lnTo>
                  <a:lnTo>
                    <a:pt x="362632" y="646304"/>
                  </a:lnTo>
                  <a:lnTo>
                    <a:pt x="363292" y="573838"/>
                  </a:lnTo>
                  <a:lnTo>
                    <a:pt x="363953" y="577371"/>
                  </a:lnTo>
                  <a:lnTo>
                    <a:pt x="364613" y="645582"/>
                  </a:lnTo>
                  <a:lnTo>
                    <a:pt x="365274" y="707487"/>
                  </a:lnTo>
                  <a:lnTo>
                    <a:pt x="365934" y="741500"/>
                  </a:lnTo>
                  <a:lnTo>
                    <a:pt x="366595" y="772502"/>
                  </a:lnTo>
                  <a:lnTo>
                    <a:pt x="367255" y="829393"/>
                  </a:lnTo>
                  <a:lnTo>
                    <a:pt x="367916" y="832910"/>
                  </a:lnTo>
                  <a:lnTo>
                    <a:pt x="368576" y="843600"/>
                  </a:lnTo>
                  <a:lnTo>
                    <a:pt x="369237" y="869026"/>
                  </a:lnTo>
                  <a:lnTo>
                    <a:pt x="369897" y="838667"/>
                  </a:lnTo>
                  <a:lnTo>
                    <a:pt x="370558" y="837281"/>
                  </a:lnTo>
                  <a:lnTo>
                    <a:pt x="371219" y="842842"/>
                  </a:lnTo>
                  <a:lnTo>
                    <a:pt x="371879" y="865798"/>
                  </a:lnTo>
                  <a:lnTo>
                    <a:pt x="372540" y="876394"/>
                  </a:lnTo>
                  <a:lnTo>
                    <a:pt x="373200" y="880408"/>
                  </a:lnTo>
                  <a:lnTo>
                    <a:pt x="373861" y="890128"/>
                  </a:lnTo>
                  <a:lnTo>
                    <a:pt x="374521" y="898020"/>
                  </a:lnTo>
                  <a:lnTo>
                    <a:pt x="375182" y="902084"/>
                  </a:lnTo>
                  <a:lnTo>
                    <a:pt x="375842" y="886243"/>
                  </a:lnTo>
                  <a:lnTo>
                    <a:pt x="376503" y="886243"/>
                  </a:lnTo>
                  <a:lnTo>
                    <a:pt x="377163" y="886243"/>
                  </a:lnTo>
                  <a:lnTo>
                    <a:pt x="377824" y="912927"/>
                  </a:lnTo>
                  <a:lnTo>
                    <a:pt x="378484" y="931934"/>
                  </a:lnTo>
                  <a:lnTo>
                    <a:pt x="379145" y="954411"/>
                  </a:lnTo>
                  <a:lnTo>
                    <a:pt x="379805" y="967557"/>
                  </a:lnTo>
                  <a:lnTo>
                    <a:pt x="380466" y="945344"/>
                  </a:lnTo>
                  <a:lnTo>
                    <a:pt x="381127" y="908194"/>
                  </a:lnTo>
                  <a:lnTo>
                    <a:pt x="381787" y="875769"/>
                  </a:lnTo>
                  <a:lnTo>
                    <a:pt x="382448" y="879878"/>
                  </a:lnTo>
                  <a:lnTo>
                    <a:pt x="383108" y="887842"/>
                  </a:lnTo>
                  <a:lnTo>
                    <a:pt x="383769" y="888602"/>
                  </a:lnTo>
                  <a:lnTo>
                    <a:pt x="384429" y="904517"/>
                  </a:lnTo>
                  <a:lnTo>
                    <a:pt x="385090" y="898794"/>
                  </a:lnTo>
                  <a:lnTo>
                    <a:pt x="385750" y="903686"/>
                  </a:lnTo>
                  <a:lnTo>
                    <a:pt x="386411" y="881518"/>
                  </a:lnTo>
                  <a:lnTo>
                    <a:pt x="387071" y="897097"/>
                  </a:lnTo>
                  <a:lnTo>
                    <a:pt x="387732" y="923855"/>
                  </a:lnTo>
                  <a:lnTo>
                    <a:pt x="388392" y="923855"/>
                  </a:lnTo>
                  <a:lnTo>
                    <a:pt x="389053" y="936040"/>
                  </a:lnTo>
                  <a:lnTo>
                    <a:pt x="389713" y="949499"/>
                  </a:lnTo>
                  <a:lnTo>
                    <a:pt x="390374" y="936624"/>
                  </a:lnTo>
                  <a:lnTo>
                    <a:pt x="391035" y="944873"/>
                  </a:lnTo>
                  <a:lnTo>
                    <a:pt x="391695" y="929846"/>
                  </a:lnTo>
                  <a:lnTo>
                    <a:pt x="392356" y="892330"/>
                  </a:lnTo>
                  <a:lnTo>
                    <a:pt x="393016" y="887176"/>
                  </a:lnTo>
                  <a:lnTo>
                    <a:pt x="393677" y="902085"/>
                  </a:lnTo>
                  <a:lnTo>
                    <a:pt x="394337" y="900856"/>
                  </a:lnTo>
                  <a:lnTo>
                    <a:pt x="394998" y="902781"/>
                  </a:lnTo>
                  <a:lnTo>
                    <a:pt x="395658" y="903719"/>
                  </a:lnTo>
                  <a:lnTo>
                    <a:pt x="396319" y="940124"/>
                  </a:lnTo>
                  <a:lnTo>
                    <a:pt x="396979" y="955317"/>
                  </a:lnTo>
                  <a:lnTo>
                    <a:pt x="397640" y="938302"/>
                  </a:lnTo>
                  <a:lnTo>
                    <a:pt x="398300" y="938302"/>
                  </a:lnTo>
                  <a:lnTo>
                    <a:pt x="398961" y="949571"/>
                  </a:lnTo>
                  <a:lnTo>
                    <a:pt x="399621" y="948905"/>
                  </a:lnTo>
                  <a:lnTo>
                    <a:pt x="400282" y="924346"/>
                  </a:lnTo>
                  <a:lnTo>
                    <a:pt x="400942" y="918825"/>
                  </a:lnTo>
                  <a:lnTo>
                    <a:pt x="401603" y="925569"/>
                  </a:lnTo>
                  <a:lnTo>
                    <a:pt x="402264" y="887197"/>
                  </a:lnTo>
                  <a:lnTo>
                    <a:pt x="402924" y="870348"/>
                  </a:lnTo>
                  <a:lnTo>
                    <a:pt x="403585" y="840287"/>
                  </a:lnTo>
                  <a:lnTo>
                    <a:pt x="404245" y="816417"/>
                  </a:lnTo>
                  <a:lnTo>
                    <a:pt x="404906" y="840287"/>
                  </a:lnTo>
                  <a:lnTo>
                    <a:pt x="405566" y="894056"/>
                  </a:lnTo>
                  <a:lnTo>
                    <a:pt x="406227" y="908219"/>
                  </a:lnTo>
                  <a:lnTo>
                    <a:pt x="406887" y="915220"/>
                  </a:lnTo>
                  <a:lnTo>
                    <a:pt x="407548" y="911152"/>
                  </a:lnTo>
                  <a:lnTo>
                    <a:pt x="408208" y="912605"/>
                  </a:lnTo>
                  <a:lnTo>
                    <a:pt x="408869" y="914508"/>
                  </a:lnTo>
                  <a:lnTo>
                    <a:pt x="409529" y="918778"/>
                  </a:lnTo>
                  <a:lnTo>
                    <a:pt x="410190" y="909040"/>
                  </a:lnTo>
                  <a:lnTo>
                    <a:pt x="410850" y="923087"/>
                  </a:lnTo>
                  <a:lnTo>
                    <a:pt x="411511" y="945831"/>
                  </a:lnTo>
                  <a:lnTo>
                    <a:pt x="412172" y="976618"/>
                  </a:lnTo>
                  <a:lnTo>
                    <a:pt x="412832" y="976618"/>
                  </a:lnTo>
                  <a:lnTo>
                    <a:pt x="413493" y="976695"/>
                  </a:lnTo>
                  <a:lnTo>
                    <a:pt x="414153" y="975651"/>
                  </a:lnTo>
                  <a:lnTo>
                    <a:pt x="414814" y="975651"/>
                  </a:lnTo>
                  <a:lnTo>
                    <a:pt x="415474" y="969551"/>
                  </a:lnTo>
                  <a:lnTo>
                    <a:pt x="416135" y="961659"/>
                  </a:lnTo>
                  <a:lnTo>
                    <a:pt x="416795" y="933988"/>
                  </a:lnTo>
                  <a:lnTo>
                    <a:pt x="417456" y="930653"/>
                  </a:lnTo>
                  <a:lnTo>
                    <a:pt x="418116" y="929069"/>
                  </a:lnTo>
                  <a:lnTo>
                    <a:pt x="418777" y="932156"/>
                  </a:lnTo>
                  <a:lnTo>
                    <a:pt x="419437" y="935491"/>
                  </a:lnTo>
                  <a:lnTo>
                    <a:pt x="420098" y="941683"/>
                  </a:lnTo>
                  <a:lnTo>
                    <a:pt x="420758" y="941423"/>
                  </a:lnTo>
                  <a:lnTo>
                    <a:pt x="421419" y="965041"/>
                  </a:lnTo>
                  <a:lnTo>
                    <a:pt x="422080" y="970297"/>
                  </a:lnTo>
                  <a:lnTo>
                    <a:pt x="422740" y="955090"/>
                  </a:lnTo>
                  <a:lnTo>
                    <a:pt x="423401" y="966435"/>
                  </a:lnTo>
                  <a:lnTo>
                    <a:pt x="424061" y="970297"/>
                  </a:lnTo>
                  <a:lnTo>
                    <a:pt x="424722" y="977837"/>
                  </a:lnTo>
                  <a:lnTo>
                    <a:pt x="425382" y="977710"/>
                  </a:lnTo>
                  <a:lnTo>
                    <a:pt x="426043" y="961883"/>
                  </a:lnTo>
                  <a:lnTo>
                    <a:pt x="426703" y="941631"/>
                  </a:lnTo>
                  <a:lnTo>
                    <a:pt x="427364" y="941466"/>
                  </a:lnTo>
                  <a:lnTo>
                    <a:pt x="428024" y="913467"/>
                  </a:lnTo>
                  <a:lnTo>
                    <a:pt x="428685" y="931525"/>
                  </a:lnTo>
                  <a:lnTo>
                    <a:pt x="429345" y="951537"/>
                  </a:lnTo>
                  <a:lnTo>
                    <a:pt x="430006" y="966158"/>
                  </a:lnTo>
                  <a:lnTo>
                    <a:pt x="430666" y="963087"/>
                  </a:lnTo>
                  <a:lnTo>
                    <a:pt x="431327" y="939949"/>
                  </a:lnTo>
                  <a:lnTo>
                    <a:pt x="431987" y="905142"/>
                  </a:lnTo>
                  <a:lnTo>
                    <a:pt x="432648" y="869654"/>
                  </a:lnTo>
                  <a:lnTo>
                    <a:pt x="433309" y="866319"/>
                  </a:lnTo>
                  <a:lnTo>
                    <a:pt x="433969" y="842532"/>
                  </a:lnTo>
                  <a:lnTo>
                    <a:pt x="434630" y="828609"/>
                  </a:lnTo>
                  <a:lnTo>
                    <a:pt x="435290" y="788722"/>
                  </a:lnTo>
                  <a:lnTo>
                    <a:pt x="435951" y="788722"/>
                  </a:lnTo>
                  <a:lnTo>
                    <a:pt x="436611" y="801698"/>
                  </a:lnTo>
                  <a:lnTo>
                    <a:pt x="437272" y="834855"/>
                  </a:lnTo>
                  <a:lnTo>
                    <a:pt x="437932" y="842032"/>
                  </a:lnTo>
                  <a:lnTo>
                    <a:pt x="438593" y="820932"/>
                  </a:lnTo>
                  <a:lnTo>
                    <a:pt x="439253" y="820744"/>
                  </a:lnTo>
                  <a:lnTo>
                    <a:pt x="439914" y="820744"/>
                  </a:lnTo>
                  <a:lnTo>
                    <a:pt x="440574" y="847625"/>
                  </a:lnTo>
                  <a:lnTo>
                    <a:pt x="441235" y="876231"/>
                  </a:lnTo>
                  <a:lnTo>
                    <a:pt x="441895" y="888762"/>
                  </a:lnTo>
                  <a:lnTo>
                    <a:pt x="442556" y="886948"/>
                  </a:lnTo>
                  <a:lnTo>
                    <a:pt x="443217" y="926974"/>
                  </a:lnTo>
                  <a:lnTo>
                    <a:pt x="443877" y="962945"/>
                  </a:lnTo>
                  <a:lnTo>
                    <a:pt x="444538" y="972884"/>
                  </a:lnTo>
                  <a:lnTo>
                    <a:pt x="445198" y="983942"/>
                  </a:lnTo>
                  <a:lnTo>
                    <a:pt x="445859" y="988649"/>
                  </a:lnTo>
                  <a:lnTo>
                    <a:pt x="446519" y="950185"/>
                  </a:lnTo>
                  <a:lnTo>
                    <a:pt x="447180" y="926613"/>
                  </a:lnTo>
                  <a:lnTo>
                    <a:pt x="447840" y="952334"/>
                  </a:lnTo>
                  <a:lnTo>
                    <a:pt x="448501" y="943302"/>
                  </a:lnTo>
                  <a:lnTo>
                    <a:pt x="449161" y="947380"/>
                  </a:lnTo>
                  <a:lnTo>
                    <a:pt x="449822" y="947380"/>
                  </a:lnTo>
                  <a:lnTo>
                    <a:pt x="450482" y="956350"/>
                  </a:lnTo>
                  <a:lnTo>
                    <a:pt x="451143" y="951358"/>
                  </a:lnTo>
                  <a:lnTo>
                    <a:pt x="451803" y="938301"/>
                  </a:lnTo>
                  <a:lnTo>
                    <a:pt x="452464" y="941663"/>
                  </a:lnTo>
                  <a:lnTo>
                    <a:pt x="453125" y="927739"/>
                  </a:lnTo>
                  <a:lnTo>
                    <a:pt x="453785" y="941663"/>
                  </a:lnTo>
                  <a:lnTo>
                    <a:pt x="454446" y="941663"/>
                  </a:lnTo>
                  <a:lnTo>
                    <a:pt x="455106" y="943571"/>
                  </a:lnTo>
                  <a:lnTo>
                    <a:pt x="455767" y="941233"/>
                  </a:lnTo>
                  <a:lnTo>
                    <a:pt x="456427" y="960137"/>
                  </a:lnTo>
                  <a:lnTo>
                    <a:pt x="457088" y="966345"/>
                  </a:lnTo>
                  <a:lnTo>
                    <a:pt x="457748" y="965684"/>
                  </a:lnTo>
                  <a:lnTo>
                    <a:pt x="458409" y="971679"/>
                  </a:lnTo>
                  <a:lnTo>
                    <a:pt x="459069" y="976077"/>
                  </a:lnTo>
                  <a:lnTo>
                    <a:pt x="459730" y="985025"/>
                  </a:lnTo>
                  <a:lnTo>
                    <a:pt x="460390" y="988091"/>
                  </a:lnTo>
                  <a:lnTo>
                    <a:pt x="461051" y="1013370"/>
                  </a:lnTo>
                  <a:lnTo>
                    <a:pt x="461711" y="989440"/>
                  </a:lnTo>
                  <a:lnTo>
                    <a:pt x="462372" y="963707"/>
                  </a:lnTo>
                  <a:lnTo>
                    <a:pt x="463033" y="936513"/>
                  </a:lnTo>
                  <a:lnTo>
                    <a:pt x="463693" y="936513"/>
                  </a:lnTo>
                  <a:lnTo>
                    <a:pt x="464354" y="939830"/>
                  </a:lnTo>
                  <a:lnTo>
                    <a:pt x="465014" y="960824"/>
                  </a:lnTo>
                  <a:lnTo>
                    <a:pt x="465675" y="987972"/>
                  </a:lnTo>
                  <a:lnTo>
                    <a:pt x="466335" y="989440"/>
                  </a:lnTo>
                  <a:lnTo>
                    <a:pt x="466996" y="988091"/>
                  </a:lnTo>
                  <a:lnTo>
                    <a:pt x="467656" y="981628"/>
                  </a:lnTo>
                  <a:lnTo>
                    <a:pt x="468317" y="978848"/>
                  </a:lnTo>
                  <a:lnTo>
                    <a:pt x="468977" y="975290"/>
                  </a:lnTo>
                  <a:lnTo>
                    <a:pt x="469638" y="986410"/>
                  </a:lnTo>
                  <a:lnTo>
                    <a:pt x="470298" y="988593"/>
                  </a:lnTo>
                  <a:lnTo>
                    <a:pt x="470959" y="991419"/>
                  </a:lnTo>
                  <a:lnTo>
                    <a:pt x="471619" y="986350"/>
                  </a:lnTo>
                  <a:lnTo>
                    <a:pt x="472280" y="995337"/>
                  </a:lnTo>
                  <a:lnTo>
                    <a:pt x="472940" y="990574"/>
                  </a:lnTo>
                  <a:lnTo>
                    <a:pt x="473601" y="965114"/>
                  </a:lnTo>
                  <a:lnTo>
                    <a:pt x="474262" y="960333"/>
                  </a:lnTo>
                  <a:lnTo>
                    <a:pt x="474922" y="940072"/>
                  </a:lnTo>
                  <a:lnTo>
                    <a:pt x="475583" y="957504"/>
                  </a:lnTo>
                  <a:lnTo>
                    <a:pt x="476243" y="979180"/>
                  </a:lnTo>
                  <a:lnTo>
                    <a:pt x="476904" y="987509"/>
                  </a:lnTo>
                  <a:lnTo>
                    <a:pt x="477564" y="987102"/>
                  </a:lnTo>
                  <a:lnTo>
                    <a:pt x="478225" y="982608"/>
                  </a:lnTo>
                  <a:lnTo>
                    <a:pt x="478885" y="991300"/>
                  </a:lnTo>
                  <a:lnTo>
                    <a:pt x="479546" y="988353"/>
                  </a:lnTo>
                  <a:lnTo>
                    <a:pt x="480206" y="960333"/>
                  </a:lnTo>
                  <a:lnTo>
                    <a:pt x="480867" y="954848"/>
                  </a:lnTo>
                  <a:lnTo>
                    <a:pt x="481527" y="964722"/>
                  </a:lnTo>
                  <a:lnTo>
                    <a:pt x="482188" y="959681"/>
                  </a:lnTo>
                  <a:lnTo>
                    <a:pt x="482848" y="954848"/>
                  </a:lnTo>
                  <a:lnTo>
                    <a:pt x="483509" y="951753"/>
                  </a:lnTo>
                  <a:lnTo>
                    <a:pt x="484170" y="954848"/>
                  </a:lnTo>
                  <a:lnTo>
                    <a:pt x="484830" y="955840"/>
                  </a:lnTo>
                  <a:lnTo>
                    <a:pt x="485491" y="944654"/>
                  </a:lnTo>
                  <a:lnTo>
                    <a:pt x="486151" y="944654"/>
                  </a:lnTo>
                  <a:lnTo>
                    <a:pt x="486812" y="944654"/>
                  </a:lnTo>
                  <a:lnTo>
                    <a:pt x="487472" y="952019"/>
                  </a:lnTo>
                  <a:lnTo>
                    <a:pt x="488133" y="944654"/>
                  </a:lnTo>
                  <a:lnTo>
                    <a:pt x="488793" y="955852"/>
                  </a:lnTo>
                  <a:lnTo>
                    <a:pt x="489454" y="958527"/>
                  </a:lnTo>
                  <a:lnTo>
                    <a:pt x="490114" y="958786"/>
                  </a:lnTo>
                  <a:lnTo>
                    <a:pt x="490775" y="960370"/>
                  </a:lnTo>
                  <a:lnTo>
                    <a:pt x="491435" y="961615"/>
                  </a:lnTo>
                  <a:lnTo>
                    <a:pt x="492096" y="955066"/>
                  </a:lnTo>
                  <a:lnTo>
                    <a:pt x="492756" y="955325"/>
                  </a:lnTo>
                  <a:lnTo>
                    <a:pt x="493417" y="950232"/>
                  </a:lnTo>
                  <a:lnTo>
                    <a:pt x="494078" y="942867"/>
                  </a:lnTo>
                  <a:lnTo>
                    <a:pt x="494738" y="950232"/>
                  </a:lnTo>
                  <a:lnTo>
                    <a:pt x="495399" y="940323"/>
                  </a:lnTo>
                  <a:lnTo>
                    <a:pt x="496059" y="940773"/>
                  </a:lnTo>
                  <a:lnTo>
                    <a:pt x="496720" y="943868"/>
                  </a:lnTo>
                  <a:lnTo>
                    <a:pt x="497380" y="947473"/>
                  </a:lnTo>
                  <a:lnTo>
                    <a:pt x="498041" y="954924"/>
                  </a:lnTo>
                  <a:lnTo>
                    <a:pt x="498701" y="942154"/>
                  </a:lnTo>
                  <a:lnTo>
                    <a:pt x="499362" y="931069"/>
                  </a:lnTo>
                  <a:lnTo>
                    <a:pt x="500022" y="970652"/>
                  </a:lnTo>
                  <a:lnTo>
                    <a:pt x="500683" y="968625"/>
                  </a:lnTo>
                  <a:lnTo>
                    <a:pt x="501343" y="950936"/>
                  </a:lnTo>
                  <a:lnTo>
                    <a:pt x="502004" y="964574"/>
                  </a:lnTo>
                  <a:lnTo>
                    <a:pt x="502664" y="948512"/>
                  </a:lnTo>
                  <a:lnTo>
                    <a:pt x="503325" y="925698"/>
                  </a:lnTo>
                  <a:lnTo>
                    <a:pt x="503985" y="952616"/>
                  </a:lnTo>
                  <a:lnTo>
                    <a:pt x="504646" y="999105"/>
                  </a:lnTo>
                  <a:lnTo>
                    <a:pt x="505307" y="1012700"/>
                  </a:lnTo>
                  <a:lnTo>
                    <a:pt x="505967" y="979139"/>
                  </a:lnTo>
                  <a:lnTo>
                    <a:pt x="506628" y="975190"/>
                  </a:lnTo>
                  <a:lnTo>
                    <a:pt x="507288" y="963645"/>
                  </a:lnTo>
                  <a:lnTo>
                    <a:pt x="507949" y="885690"/>
                  </a:lnTo>
                  <a:lnTo>
                    <a:pt x="508609" y="867187"/>
                  </a:lnTo>
                  <a:lnTo>
                    <a:pt x="509270" y="900275"/>
                  </a:lnTo>
                  <a:lnTo>
                    <a:pt x="509930" y="921889"/>
                  </a:lnTo>
                  <a:lnTo>
                    <a:pt x="510591" y="942992"/>
                  </a:lnTo>
                  <a:lnTo>
                    <a:pt x="511251" y="938324"/>
                  </a:lnTo>
                  <a:lnTo>
                    <a:pt x="511912" y="947593"/>
                  </a:lnTo>
                  <a:lnTo>
                    <a:pt x="512572" y="954096"/>
                  </a:lnTo>
                  <a:lnTo>
                    <a:pt x="513233" y="955066"/>
                  </a:lnTo>
                  <a:lnTo>
                    <a:pt x="513893" y="950232"/>
                  </a:lnTo>
                  <a:lnTo>
                    <a:pt x="514554" y="942867"/>
                  </a:lnTo>
                  <a:lnTo>
                    <a:pt x="515215" y="953927"/>
                  </a:lnTo>
                  <a:lnTo>
                    <a:pt x="515875" y="959846"/>
                  </a:lnTo>
                  <a:lnTo>
                    <a:pt x="516536" y="956446"/>
                  </a:lnTo>
                  <a:lnTo>
                    <a:pt x="517196" y="946877"/>
                  </a:lnTo>
                  <a:lnTo>
                    <a:pt x="517857" y="939512"/>
                  </a:lnTo>
                  <a:lnTo>
                    <a:pt x="518517" y="907151"/>
                  </a:lnTo>
                  <a:lnTo>
                    <a:pt x="519178" y="903228"/>
                  </a:lnTo>
                  <a:lnTo>
                    <a:pt x="519838" y="955748"/>
                  </a:lnTo>
                  <a:lnTo>
                    <a:pt x="520499" y="957256"/>
                  </a:lnTo>
                  <a:lnTo>
                    <a:pt x="521159" y="931027"/>
                  </a:lnTo>
                  <a:lnTo>
                    <a:pt x="521820" y="904304"/>
                  </a:lnTo>
                  <a:lnTo>
                    <a:pt x="522480" y="881021"/>
                  </a:lnTo>
                  <a:lnTo>
                    <a:pt x="523141" y="880833"/>
                  </a:lnTo>
                  <a:lnTo>
                    <a:pt x="523801" y="896633"/>
                  </a:lnTo>
                  <a:lnTo>
                    <a:pt x="524462" y="916355"/>
                  </a:lnTo>
                  <a:lnTo>
                    <a:pt x="525123" y="937644"/>
                  </a:lnTo>
                  <a:lnTo>
                    <a:pt x="525783" y="936864"/>
                  </a:lnTo>
                  <a:lnTo>
                    <a:pt x="526444" y="933813"/>
                  </a:lnTo>
                  <a:lnTo>
                    <a:pt x="527104" y="939317"/>
                  </a:lnTo>
                  <a:lnTo>
                    <a:pt x="527765" y="941563"/>
                  </a:lnTo>
                  <a:lnTo>
                    <a:pt x="528425" y="941563"/>
                  </a:lnTo>
                  <a:lnTo>
                    <a:pt x="529086" y="958291"/>
                  </a:lnTo>
                  <a:lnTo>
                    <a:pt x="529746" y="979539"/>
                  </a:lnTo>
                  <a:lnTo>
                    <a:pt x="530407" y="959612"/>
                  </a:lnTo>
                  <a:lnTo>
                    <a:pt x="531067" y="955680"/>
                  </a:lnTo>
                  <a:lnTo>
                    <a:pt x="531728" y="954375"/>
                  </a:lnTo>
                  <a:lnTo>
                    <a:pt x="532388" y="957108"/>
                  </a:lnTo>
                  <a:lnTo>
                    <a:pt x="533049" y="968072"/>
                  </a:lnTo>
                  <a:lnTo>
                    <a:pt x="533709" y="947623"/>
                  </a:lnTo>
                  <a:lnTo>
                    <a:pt x="534370" y="961978"/>
                  </a:lnTo>
                  <a:lnTo>
                    <a:pt x="535031" y="984148"/>
                  </a:lnTo>
                  <a:lnTo>
                    <a:pt x="535691" y="969857"/>
                  </a:lnTo>
                  <a:lnTo>
                    <a:pt x="536352" y="961945"/>
                  </a:lnTo>
                  <a:lnTo>
                    <a:pt x="537012" y="956497"/>
                  </a:lnTo>
                  <a:lnTo>
                    <a:pt x="537673" y="962323"/>
                  </a:lnTo>
                  <a:lnTo>
                    <a:pt x="538333" y="953668"/>
                  </a:lnTo>
                  <a:lnTo>
                    <a:pt x="538994" y="929871"/>
                  </a:lnTo>
                  <a:lnTo>
                    <a:pt x="539654" y="922505"/>
                  </a:lnTo>
                  <a:lnTo>
                    <a:pt x="540315" y="922505"/>
                  </a:lnTo>
                  <a:lnTo>
                    <a:pt x="540975" y="943794"/>
                  </a:lnTo>
                  <a:lnTo>
                    <a:pt x="541636" y="954917"/>
                  </a:lnTo>
                  <a:lnTo>
                    <a:pt x="542296" y="958706"/>
                  </a:lnTo>
                  <a:lnTo>
                    <a:pt x="542957" y="958706"/>
                  </a:lnTo>
                  <a:lnTo>
                    <a:pt x="543617" y="954073"/>
                  </a:lnTo>
                  <a:lnTo>
                    <a:pt x="544278" y="944580"/>
                  </a:lnTo>
                  <a:lnTo>
                    <a:pt x="544938" y="949673"/>
                  </a:lnTo>
                  <a:lnTo>
                    <a:pt x="545599" y="961525"/>
                  </a:lnTo>
                  <a:lnTo>
                    <a:pt x="546260" y="964713"/>
                  </a:lnTo>
                  <a:lnTo>
                    <a:pt x="546920" y="959436"/>
                  </a:lnTo>
                  <a:lnTo>
                    <a:pt x="547581" y="966326"/>
                  </a:lnTo>
                  <a:lnTo>
                    <a:pt x="548241" y="959603"/>
                  </a:lnTo>
                  <a:lnTo>
                    <a:pt x="548902" y="966714"/>
                  </a:lnTo>
                  <a:lnTo>
                    <a:pt x="549562" y="985246"/>
                  </a:lnTo>
                  <a:lnTo>
                    <a:pt x="550223" y="971427"/>
                  </a:lnTo>
                  <a:lnTo>
                    <a:pt x="550883" y="960626"/>
                  </a:lnTo>
                  <a:lnTo>
                    <a:pt x="551544" y="948411"/>
                  </a:lnTo>
                  <a:lnTo>
                    <a:pt x="552204" y="943292"/>
                  </a:lnTo>
                  <a:lnTo>
                    <a:pt x="552865" y="943292"/>
                  </a:lnTo>
                  <a:lnTo>
                    <a:pt x="553525" y="940771"/>
                  </a:lnTo>
                  <a:lnTo>
                    <a:pt x="554186" y="946395"/>
                  </a:lnTo>
                  <a:lnTo>
                    <a:pt x="554846" y="926651"/>
                  </a:lnTo>
                  <a:lnTo>
                    <a:pt x="555507" y="929243"/>
                  </a:lnTo>
                  <a:lnTo>
                    <a:pt x="556168" y="912576"/>
                  </a:lnTo>
                  <a:lnTo>
                    <a:pt x="556828" y="919941"/>
                  </a:lnTo>
                  <a:lnTo>
                    <a:pt x="557489" y="934136"/>
                  </a:lnTo>
                  <a:lnTo>
                    <a:pt x="558149" y="929043"/>
                  </a:lnTo>
                  <a:lnTo>
                    <a:pt x="558810" y="927372"/>
                  </a:lnTo>
                  <a:lnTo>
                    <a:pt x="559470" y="951888"/>
                  </a:lnTo>
                  <a:lnTo>
                    <a:pt x="560131" y="958957"/>
                  </a:lnTo>
                  <a:lnTo>
                    <a:pt x="560791" y="918635"/>
                  </a:lnTo>
                  <a:lnTo>
                    <a:pt x="561452" y="903455"/>
                  </a:lnTo>
                  <a:lnTo>
                    <a:pt x="562112" y="934378"/>
                  </a:lnTo>
                  <a:lnTo>
                    <a:pt x="562773" y="940666"/>
                  </a:lnTo>
                  <a:lnTo>
                    <a:pt x="563433" y="949376"/>
                  </a:lnTo>
                  <a:lnTo>
                    <a:pt x="564094" y="932901"/>
                  </a:lnTo>
                  <a:lnTo>
                    <a:pt x="564754" y="923388"/>
                  </a:lnTo>
                  <a:lnTo>
                    <a:pt x="565415" y="891510"/>
                  </a:lnTo>
                  <a:lnTo>
                    <a:pt x="566076" y="868252"/>
                  </a:lnTo>
                  <a:lnTo>
                    <a:pt x="566736" y="873178"/>
                  </a:lnTo>
                  <a:lnTo>
                    <a:pt x="567397" y="877309"/>
                  </a:lnTo>
                  <a:lnTo>
                    <a:pt x="568057" y="868422"/>
                  </a:lnTo>
                  <a:lnTo>
                    <a:pt x="568718" y="863609"/>
                  </a:lnTo>
                  <a:lnTo>
                    <a:pt x="569378" y="863609"/>
                  </a:lnTo>
                  <a:lnTo>
                    <a:pt x="570039" y="884319"/>
                  </a:lnTo>
                  <a:lnTo>
                    <a:pt x="570699" y="878022"/>
                  </a:lnTo>
                  <a:lnTo>
                    <a:pt x="571360" y="849840"/>
                  </a:lnTo>
                  <a:lnTo>
                    <a:pt x="572020" y="832713"/>
                  </a:lnTo>
                  <a:lnTo>
                    <a:pt x="572681" y="834297"/>
                  </a:lnTo>
                  <a:lnTo>
                    <a:pt x="573341" y="831837"/>
                  </a:lnTo>
                  <a:lnTo>
                    <a:pt x="574002" y="832497"/>
                  </a:lnTo>
                  <a:lnTo>
                    <a:pt x="574662" y="828879"/>
                  </a:lnTo>
                  <a:lnTo>
                    <a:pt x="575323" y="874531"/>
                  </a:lnTo>
                  <a:lnTo>
                    <a:pt x="575983" y="930856"/>
                  </a:lnTo>
                  <a:lnTo>
                    <a:pt x="576644" y="973897"/>
                  </a:lnTo>
                  <a:lnTo>
                    <a:pt x="577305" y="921090"/>
                  </a:lnTo>
                  <a:lnTo>
                    <a:pt x="577965" y="910399"/>
                  </a:lnTo>
                  <a:lnTo>
                    <a:pt x="578626" y="938042"/>
                  </a:lnTo>
                  <a:lnTo>
                    <a:pt x="579286" y="960812"/>
                  </a:lnTo>
                  <a:lnTo>
                    <a:pt x="579947" y="978330"/>
                  </a:lnTo>
                  <a:lnTo>
                    <a:pt x="580607" y="991910"/>
                  </a:lnTo>
                  <a:lnTo>
                    <a:pt x="581268" y="996115"/>
                  </a:lnTo>
                  <a:lnTo>
                    <a:pt x="581928" y="980455"/>
                  </a:lnTo>
                  <a:lnTo>
                    <a:pt x="582589" y="982270"/>
                  </a:lnTo>
                  <a:lnTo>
                    <a:pt x="583249" y="975370"/>
                  </a:lnTo>
                  <a:lnTo>
                    <a:pt x="583910" y="993498"/>
                  </a:lnTo>
                  <a:lnTo>
                    <a:pt x="584570" y="998162"/>
                  </a:lnTo>
                  <a:lnTo>
                    <a:pt x="585231" y="981125"/>
                  </a:lnTo>
                  <a:lnTo>
                    <a:pt x="585891" y="964807"/>
                  </a:lnTo>
                  <a:lnTo>
                    <a:pt x="586552" y="971010"/>
                  </a:lnTo>
                  <a:lnTo>
                    <a:pt x="587213" y="991432"/>
                  </a:lnTo>
                  <a:lnTo>
                    <a:pt x="587873" y="1012743"/>
                  </a:lnTo>
                  <a:lnTo>
                    <a:pt x="588534" y="1021207"/>
                  </a:lnTo>
                  <a:lnTo>
                    <a:pt x="589194" y="991302"/>
                  </a:lnTo>
                  <a:lnTo>
                    <a:pt x="589855" y="964780"/>
                  </a:lnTo>
                  <a:lnTo>
                    <a:pt x="590515" y="957247"/>
                  </a:lnTo>
                  <a:lnTo>
                    <a:pt x="591176" y="986181"/>
                  </a:lnTo>
                  <a:lnTo>
                    <a:pt x="591836" y="975631"/>
                  </a:lnTo>
                  <a:lnTo>
                    <a:pt x="592497" y="973932"/>
                  </a:lnTo>
                  <a:lnTo>
                    <a:pt x="593157" y="1011238"/>
                  </a:lnTo>
                  <a:lnTo>
                    <a:pt x="593818" y="1022015"/>
                  </a:lnTo>
                  <a:lnTo>
                    <a:pt x="594478" y="971912"/>
                  </a:lnTo>
                  <a:lnTo>
                    <a:pt x="595139" y="936605"/>
                  </a:lnTo>
                  <a:lnTo>
                    <a:pt x="595799" y="945624"/>
                  </a:lnTo>
                  <a:lnTo>
                    <a:pt x="596460" y="988632"/>
                  </a:lnTo>
                  <a:lnTo>
                    <a:pt x="597121" y="990599"/>
                  </a:lnTo>
                  <a:lnTo>
                    <a:pt x="597781" y="973046"/>
                  </a:lnTo>
                  <a:lnTo>
                    <a:pt x="598442" y="978005"/>
                  </a:lnTo>
                  <a:lnTo>
                    <a:pt x="599102" y="957852"/>
                  </a:lnTo>
                  <a:lnTo>
                    <a:pt x="599763" y="956426"/>
                  </a:lnTo>
                  <a:lnTo>
                    <a:pt x="600423" y="957852"/>
                  </a:lnTo>
                  <a:lnTo>
                    <a:pt x="601084" y="962379"/>
                  </a:lnTo>
                  <a:lnTo>
                    <a:pt x="601744" y="976417"/>
                  </a:lnTo>
                  <a:lnTo>
                    <a:pt x="602405" y="992909"/>
                  </a:lnTo>
                  <a:lnTo>
                    <a:pt x="603065" y="990599"/>
                  </a:lnTo>
                  <a:lnTo>
                    <a:pt x="603726" y="990599"/>
                  </a:lnTo>
                  <a:lnTo>
                    <a:pt x="604386" y="986753"/>
                  </a:lnTo>
                  <a:lnTo>
                    <a:pt x="605047" y="954079"/>
                  </a:lnTo>
                  <a:lnTo>
                    <a:pt x="605707" y="940577"/>
                  </a:lnTo>
                  <a:lnTo>
                    <a:pt x="606368" y="940577"/>
                  </a:lnTo>
                  <a:lnTo>
                    <a:pt x="607029" y="957914"/>
                  </a:lnTo>
                  <a:lnTo>
                    <a:pt x="607689" y="977364"/>
                  </a:lnTo>
                  <a:lnTo>
                    <a:pt x="608350" y="973367"/>
                  </a:lnTo>
                  <a:lnTo>
                    <a:pt x="609010" y="973367"/>
                  </a:lnTo>
                  <a:lnTo>
                    <a:pt x="609671" y="981561"/>
                  </a:lnTo>
                  <a:lnTo>
                    <a:pt x="610331" y="1000727"/>
                  </a:lnTo>
                  <a:lnTo>
                    <a:pt x="610992" y="1004631"/>
                  </a:lnTo>
                  <a:lnTo>
                    <a:pt x="611652" y="1008280"/>
                  </a:lnTo>
                  <a:lnTo>
                    <a:pt x="612313" y="982658"/>
                  </a:lnTo>
                  <a:lnTo>
                    <a:pt x="612973" y="991547"/>
                  </a:lnTo>
                  <a:lnTo>
                    <a:pt x="613634" y="994701"/>
                  </a:lnTo>
                  <a:lnTo>
                    <a:pt x="614294" y="986753"/>
                  </a:lnTo>
                  <a:lnTo>
                    <a:pt x="614955" y="975048"/>
                  </a:lnTo>
                  <a:lnTo>
                    <a:pt x="615615" y="981858"/>
                  </a:lnTo>
                  <a:lnTo>
                    <a:pt x="616276" y="984923"/>
                  </a:lnTo>
                  <a:lnTo>
                    <a:pt x="616936" y="982323"/>
                  </a:lnTo>
                  <a:lnTo>
                    <a:pt x="617597" y="984923"/>
                  </a:lnTo>
                  <a:lnTo>
                    <a:pt x="618258" y="986753"/>
                  </a:lnTo>
                  <a:lnTo>
                    <a:pt x="618918" y="995673"/>
                  </a:lnTo>
                  <a:lnTo>
                    <a:pt x="619579" y="989748"/>
                  </a:lnTo>
                  <a:lnTo>
                    <a:pt x="620239" y="993857"/>
                  </a:lnTo>
                  <a:lnTo>
                    <a:pt x="620900" y="991547"/>
                  </a:lnTo>
                  <a:lnTo>
                    <a:pt x="621560" y="989748"/>
                  </a:lnTo>
                  <a:lnTo>
                    <a:pt x="622221" y="988623"/>
                  </a:lnTo>
                  <a:lnTo>
                    <a:pt x="622881" y="989579"/>
                  </a:lnTo>
                  <a:lnTo>
                    <a:pt x="623542" y="984709"/>
                  </a:lnTo>
                  <a:lnTo>
                    <a:pt x="624202" y="977195"/>
                  </a:lnTo>
                  <a:lnTo>
                    <a:pt x="624863" y="971103"/>
                  </a:lnTo>
                  <a:lnTo>
                    <a:pt x="625523" y="971103"/>
                  </a:lnTo>
                  <a:lnTo>
                    <a:pt x="626184" y="977364"/>
                  </a:lnTo>
                  <a:lnTo>
                    <a:pt x="626844" y="977364"/>
                  </a:lnTo>
                  <a:lnTo>
                    <a:pt x="627505" y="982323"/>
                  </a:lnTo>
                  <a:lnTo>
                    <a:pt x="628166" y="981858"/>
                  </a:lnTo>
                  <a:lnTo>
                    <a:pt x="628826" y="984923"/>
                  </a:lnTo>
                  <a:lnTo>
                    <a:pt x="629487" y="1010663"/>
                  </a:lnTo>
                  <a:lnTo>
                    <a:pt x="630147" y="1013611"/>
                  </a:lnTo>
                  <a:lnTo>
                    <a:pt x="630808" y="1015203"/>
                  </a:lnTo>
                  <a:lnTo>
                    <a:pt x="631468" y="1004800"/>
                  </a:lnTo>
                  <a:lnTo>
                    <a:pt x="632129" y="984923"/>
                  </a:lnTo>
                  <a:lnTo>
                    <a:pt x="632789" y="1020329"/>
                  </a:lnTo>
                  <a:lnTo>
                    <a:pt x="633450" y="1011876"/>
                  </a:lnTo>
                  <a:lnTo>
                    <a:pt x="634110" y="1008280"/>
                  </a:lnTo>
                  <a:lnTo>
                    <a:pt x="634771" y="1003134"/>
                  </a:lnTo>
                  <a:lnTo>
                    <a:pt x="635431" y="989748"/>
                  </a:lnTo>
                  <a:lnTo>
                    <a:pt x="636092" y="994125"/>
                  </a:lnTo>
                  <a:lnTo>
                    <a:pt x="636752" y="972521"/>
                  </a:lnTo>
                  <a:lnTo>
                    <a:pt x="637413" y="966950"/>
                  </a:lnTo>
                  <a:lnTo>
                    <a:pt x="638074" y="988623"/>
                  </a:lnTo>
                  <a:lnTo>
                    <a:pt x="638734" y="1004800"/>
                  </a:lnTo>
                  <a:lnTo>
                    <a:pt x="639395" y="987827"/>
                  </a:lnTo>
                  <a:lnTo>
                    <a:pt x="640055" y="983396"/>
                  </a:lnTo>
                  <a:lnTo>
                    <a:pt x="640716" y="972516"/>
                  </a:lnTo>
                  <a:lnTo>
                    <a:pt x="641376" y="915682"/>
                  </a:lnTo>
                  <a:lnTo>
                    <a:pt x="642037" y="896079"/>
                  </a:lnTo>
                  <a:lnTo>
                    <a:pt x="642697" y="928971"/>
                  </a:lnTo>
                  <a:lnTo>
                    <a:pt x="643358" y="931756"/>
                  </a:lnTo>
                  <a:lnTo>
                    <a:pt x="644018" y="944039"/>
                  </a:lnTo>
                  <a:lnTo>
                    <a:pt x="644679" y="954195"/>
                  </a:lnTo>
                  <a:lnTo>
                    <a:pt x="645339" y="959931"/>
                  </a:lnTo>
                  <a:lnTo>
                    <a:pt x="646000" y="972181"/>
                  </a:lnTo>
                  <a:lnTo>
                    <a:pt x="646660" y="974816"/>
                  </a:lnTo>
                  <a:lnTo>
                    <a:pt x="647321" y="971605"/>
                  </a:lnTo>
                  <a:lnTo>
                    <a:pt x="647981" y="991975"/>
                  </a:lnTo>
                  <a:lnTo>
                    <a:pt x="648642" y="1004687"/>
                  </a:lnTo>
                  <a:lnTo>
                    <a:pt x="649303" y="952586"/>
                  </a:lnTo>
                  <a:lnTo>
                    <a:pt x="649963" y="943734"/>
                  </a:lnTo>
                  <a:lnTo>
                    <a:pt x="650624" y="953639"/>
                  </a:lnTo>
                  <a:lnTo>
                    <a:pt x="651284" y="959626"/>
                  </a:lnTo>
                  <a:lnTo>
                    <a:pt x="651945" y="971876"/>
                  </a:lnTo>
                  <a:lnTo>
                    <a:pt x="652605" y="974511"/>
                  </a:lnTo>
                  <a:lnTo>
                    <a:pt x="653266" y="971300"/>
                  </a:lnTo>
                  <a:lnTo>
                    <a:pt x="653926" y="989162"/>
                  </a:lnTo>
                  <a:lnTo>
                    <a:pt x="654587" y="1007862"/>
                  </a:lnTo>
                  <a:lnTo>
                    <a:pt x="655247" y="981135"/>
                  </a:lnTo>
                  <a:lnTo>
                    <a:pt x="655908" y="991838"/>
                  </a:lnTo>
                  <a:lnTo>
                    <a:pt x="656568" y="978144"/>
                  </a:lnTo>
                  <a:lnTo>
                    <a:pt x="657229" y="988903"/>
                  </a:lnTo>
                  <a:lnTo>
                    <a:pt x="657889" y="993856"/>
                  </a:lnTo>
                  <a:lnTo>
                    <a:pt x="658550" y="959958"/>
                  </a:lnTo>
                  <a:lnTo>
                    <a:pt x="659211" y="973305"/>
                  </a:lnTo>
                  <a:lnTo>
                    <a:pt x="659871" y="980764"/>
                  </a:lnTo>
                  <a:lnTo>
                    <a:pt x="660532" y="976274"/>
                  </a:lnTo>
                  <a:lnTo>
                    <a:pt x="661192" y="974924"/>
                  </a:lnTo>
                  <a:lnTo>
                    <a:pt x="661853" y="985059"/>
                  </a:lnTo>
                  <a:lnTo>
                    <a:pt x="662513" y="987815"/>
                  </a:lnTo>
                  <a:lnTo>
                    <a:pt x="663174" y="1000090"/>
                  </a:lnTo>
                  <a:lnTo>
                    <a:pt x="663834" y="1005820"/>
                  </a:lnTo>
                  <a:lnTo>
                    <a:pt x="664495" y="978417"/>
                  </a:lnTo>
                  <a:lnTo>
                    <a:pt x="665155" y="1005938"/>
                  </a:lnTo>
                  <a:lnTo>
                    <a:pt x="665816" y="999685"/>
                  </a:lnTo>
                  <a:lnTo>
                    <a:pt x="666476" y="966367"/>
                  </a:lnTo>
                  <a:lnTo>
                    <a:pt x="667137" y="960063"/>
                  </a:lnTo>
                  <a:lnTo>
                    <a:pt x="667797" y="955632"/>
                  </a:lnTo>
                  <a:lnTo>
                    <a:pt x="668458" y="960000"/>
                  </a:lnTo>
                  <a:lnTo>
                    <a:pt x="669119" y="969773"/>
                  </a:lnTo>
                  <a:lnTo>
                    <a:pt x="669779" y="955791"/>
                  </a:lnTo>
                  <a:lnTo>
                    <a:pt x="670440" y="961943"/>
                  </a:lnTo>
                  <a:lnTo>
                    <a:pt x="671100" y="953215"/>
                  </a:lnTo>
                  <a:lnTo>
                    <a:pt x="671761" y="949876"/>
                  </a:lnTo>
                  <a:lnTo>
                    <a:pt x="672421" y="930940"/>
                  </a:lnTo>
                  <a:lnTo>
                    <a:pt x="673082" y="905225"/>
                  </a:lnTo>
                  <a:lnTo>
                    <a:pt x="673742" y="920988"/>
                  </a:lnTo>
                  <a:lnTo>
                    <a:pt x="674403" y="905295"/>
                  </a:lnTo>
                  <a:lnTo>
                    <a:pt x="675063" y="919035"/>
                  </a:lnTo>
                  <a:lnTo>
                    <a:pt x="675724" y="900033"/>
                  </a:lnTo>
                  <a:lnTo>
                    <a:pt x="676384" y="869477"/>
                  </a:lnTo>
                  <a:lnTo>
                    <a:pt x="677045" y="848063"/>
                  </a:lnTo>
                  <a:lnTo>
                    <a:pt x="677705" y="764386"/>
                  </a:lnTo>
                  <a:lnTo>
                    <a:pt x="678366" y="760215"/>
                  </a:lnTo>
                  <a:lnTo>
                    <a:pt x="679027" y="765221"/>
                  </a:lnTo>
                  <a:lnTo>
                    <a:pt x="679687" y="765221"/>
                  </a:lnTo>
                  <a:lnTo>
                    <a:pt x="680348" y="765221"/>
                  </a:lnTo>
                  <a:lnTo>
                    <a:pt x="681008" y="763403"/>
                  </a:lnTo>
                  <a:lnTo>
                    <a:pt x="681669" y="788360"/>
                  </a:lnTo>
                  <a:lnTo>
                    <a:pt x="682329" y="796944"/>
                  </a:lnTo>
                  <a:lnTo>
                    <a:pt x="682990" y="829322"/>
                  </a:lnTo>
                  <a:lnTo>
                    <a:pt x="683650" y="844655"/>
                  </a:lnTo>
                  <a:lnTo>
                    <a:pt x="684311" y="852318"/>
                  </a:lnTo>
                  <a:lnTo>
                    <a:pt x="684971" y="850051"/>
                  </a:lnTo>
                  <a:lnTo>
                    <a:pt x="685632" y="833429"/>
                  </a:lnTo>
                  <a:lnTo>
                    <a:pt x="686292" y="838241"/>
                  </a:lnTo>
                  <a:lnTo>
                    <a:pt x="686953" y="873813"/>
                  </a:lnTo>
                  <a:lnTo>
                    <a:pt x="687613" y="883164"/>
                  </a:lnTo>
                  <a:lnTo>
                    <a:pt x="688274" y="905863"/>
                  </a:lnTo>
                  <a:lnTo>
                    <a:pt x="688934" y="897277"/>
                  </a:lnTo>
                  <a:lnTo>
                    <a:pt x="689595" y="873785"/>
                  </a:lnTo>
                  <a:lnTo>
                    <a:pt x="690256" y="886118"/>
                  </a:lnTo>
                  <a:lnTo>
                    <a:pt x="690916" y="912301"/>
                  </a:lnTo>
                  <a:lnTo>
                    <a:pt x="691577" y="883886"/>
                  </a:lnTo>
                  <a:lnTo>
                    <a:pt x="692237" y="897680"/>
                  </a:lnTo>
                  <a:lnTo>
                    <a:pt x="692898" y="920436"/>
                  </a:lnTo>
                  <a:lnTo>
                    <a:pt x="693558" y="928112"/>
                  </a:lnTo>
                  <a:lnTo>
                    <a:pt x="694219" y="935527"/>
                  </a:lnTo>
                  <a:lnTo>
                    <a:pt x="694879" y="948317"/>
                  </a:lnTo>
                  <a:lnTo>
                    <a:pt x="695540" y="949527"/>
                  </a:lnTo>
                  <a:lnTo>
                    <a:pt x="696200" y="955347"/>
                  </a:lnTo>
                  <a:lnTo>
                    <a:pt x="696861" y="939763"/>
                  </a:lnTo>
                  <a:lnTo>
                    <a:pt x="697521" y="919042"/>
                  </a:lnTo>
                  <a:lnTo>
                    <a:pt x="698182" y="929895"/>
                  </a:lnTo>
                  <a:lnTo>
                    <a:pt x="698842" y="927454"/>
                  </a:lnTo>
                  <a:lnTo>
                    <a:pt x="699503" y="922833"/>
                  </a:lnTo>
                  <a:lnTo>
                    <a:pt x="700164" y="937119"/>
                  </a:lnTo>
                  <a:lnTo>
                    <a:pt x="700824" y="947463"/>
                  </a:lnTo>
                  <a:lnTo>
                    <a:pt x="701485" y="953828"/>
                  </a:lnTo>
                  <a:lnTo>
                    <a:pt x="702145" y="966142"/>
                  </a:lnTo>
                  <a:lnTo>
                    <a:pt x="702806" y="956900"/>
                  </a:lnTo>
                  <a:lnTo>
                    <a:pt x="703466" y="952495"/>
                  </a:lnTo>
                  <a:lnTo>
                    <a:pt x="704127" y="951262"/>
                  </a:lnTo>
                  <a:lnTo>
                    <a:pt x="704787" y="946809"/>
                  </a:lnTo>
                  <a:lnTo>
                    <a:pt x="705448" y="942185"/>
                  </a:lnTo>
                  <a:lnTo>
                    <a:pt x="706108" y="944424"/>
                  </a:lnTo>
                  <a:lnTo>
                    <a:pt x="706769" y="944424"/>
                  </a:lnTo>
                  <a:lnTo>
                    <a:pt x="707429" y="941242"/>
                  </a:lnTo>
                  <a:lnTo>
                    <a:pt x="708090" y="920997"/>
                  </a:lnTo>
                  <a:lnTo>
                    <a:pt x="708750" y="914368"/>
                  </a:lnTo>
                  <a:lnTo>
                    <a:pt x="709411" y="906255"/>
                  </a:lnTo>
                  <a:lnTo>
                    <a:pt x="710072" y="924553"/>
                  </a:lnTo>
                  <a:lnTo>
                    <a:pt x="710732" y="925642"/>
                  </a:lnTo>
                  <a:lnTo>
                    <a:pt x="711393" y="938614"/>
                  </a:lnTo>
                  <a:lnTo>
                    <a:pt x="712053" y="940366"/>
                  </a:lnTo>
                  <a:lnTo>
                    <a:pt x="712714" y="970792"/>
                  </a:lnTo>
                  <a:lnTo>
                    <a:pt x="713374" y="934882"/>
                  </a:lnTo>
                  <a:lnTo>
                    <a:pt x="714035" y="936829"/>
                  </a:lnTo>
                  <a:lnTo>
                    <a:pt x="714695" y="927065"/>
                  </a:lnTo>
                  <a:lnTo>
                    <a:pt x="715356" y="908693"/>
                  </a:lnTo>
                  <a:lnTo>
                    <a:pt x="716016" y="896017"/>
                  </a:lnTo>
                  <a:lnTo>
                    <a:pt x="716677" y="897696"/>
                  </a:lnTo>
                  <a:lnTo>
                    <a:pt x="717337" y="901939"/>
                  </a:lnTo>
                  <a:lnTo>
                    <a:pt x="717998" y="890816"/>
                  </a:lnTo>
                  <a:lnTo>
                    <a:pt x="718658" y="905124"/>
                  </a:lnTo>
                  <a:lnTo>
                    <a:pt x="719319" y="903484"/>
                  </a:lnTo>
                  <a:lnTo>
                    <a:pt x="719979" y="892588"/>
                  </a:lnTo>
                  <a:lnTo>
                    <a:pt x="720640" y="892588"/>
                  </a:lnTo>
                  <a:lnTo>
                    <a:pt x="721301" y="887561"/>
                  </a:lnTo>
                  <a:lnTo>
                    <a:pt x="721961" y="887962"/>
                  </a:lnTo>
                  <a:lnTo>
                    <a:pt x="722622" y="890704"/>
                  </a:lnTo>
                  <a:lnTo>
                    <a:pt x="723282" y="894352"/>
                  </a:lnTo>
                  <a:lnTo>
                    <a:pt x="723943" y="912383"/>
                  </a:lnTo>
                  <a:lnTo>
                    <a:pt x="724603" y="908813"/>
                  </a:lnTo>
                  <a:lnTo>
                    <a:pt x="725264" y="902450"/>
                  </a:lnTo>
                  <a:lnTo>
                    <a:pt x="725924" y="886562"/>
                  </a:lnTo>
                  <a:lnTo>
                    <a:pt x="726585" y="886562"/>
                  </a:lnTo>
                  <a:lnTo>
                    <a:pt x="727245" y="861065"/>
                  </a:lnTo>
                  <a:lnTo>
                    <a:pt x="727906" y="855877"/>
                  </a:lnTo>
                  <a:lnTo>
                    <a:pt x="728566" y="881499"/>
                  </a:lnTo>
                  <a:lnTo>
                    <a:pt x="729227" y="896252"/>
                  </a:lnTo>
                  <a:lnTo>
                    <a:pt x="729887" y="875474"/>
                  </a:lnTo>
                  <a:lnTo>
                    <a:pt x="730548" y="867607"/>
                  </a:lnTo>
                  <a:lnTo>
                    <a:pt x="731209" y="866688"/>
                  </a:lnTo>
                  <a:lnTo>
                    <a:pt x="731869" y="857557"/>
                  </a:lnTo>
                  <a:lnTo>
                    <a:pt x="732530" y="851511"/>
                  </a:lnTo>
                  <a:lnTo>
                    <a:pt x="733190" y="854834"/>
                  </a:lnTo>
                  <a:lnTo>
                    <a:pt x="733851" y="817560"/>
                  </a:lnTo>
                  <a:lnTo>
                    <a:pt x="734511" y="820883"/>
                  </a:lnTo>
                  <a:lnTo>
                    <a:pt x="735172" y="804500"/>
                  </a:lnTo>
                  <a:lnTo>
                    <a:pt x="735832" y="812798"/>
                  </a:lnTo>
                  <a:lnTo>
                    <a:pt x="736493" y="806262"/>
                  </a:lnTo>
                  <a:lnTo>
                    <a:pt x="737153" y="803649"/>
                  </a:lnTo>
                  <a:lnTo>
                    <a:pt x="737814" y="806973"/>
                  </a:lnTo>
                  <a:lnTo>
                    <a:pt x="738474" y="798177"/>
                  </a:lnTo>
                  <a:lnTo>
                    <a:pt x="739135" y="806726"/>
                  </a:lnTo>
                  <a:lnTo>
                    <a:pt x="739795" y="805879"/>
                  </a:lnTo>
                  <a:lnTo>
                    <a:pt x="740456" y="810684"/>
                  </a:lnTo>
                  <a:lnTo>
                    <a:pt x="741117" y="759211"/>
                  </a:lnTo>
                  <a:lnTo>
                    <a:pt x="741777" y="761825"/>
                  </a:lnTo>
                  <a:lnTo>
                    <a:pt x="742438" y="755601"/>
                  </a:lnTo>
                  <a:lnTo>
                    <a:pt x="743098" y="772881"/>
                  </a:lnTo>
                  <a:lnTo>
                    <a:pt x="743759" y="786519"/>
                  </a:lnTo>
                  <a:lnTo>
                    <a:pt x="744419" y="779149"/>
                  </a:lnTo>
                  <a:lnTo>
                    <a:pt x="745080" y="779114"/>
                  </a:lnTo>
                  <a:lnTo>
                    <a:pt x="745740" y="767889"/>
                  </a:lnTo>
                  <a:lnTo>
                    <a:pt x="746401" y="771406"/>
                  </a:lnTo>
                  <a:lnTo>
                    <a:pt x="747061" y="787441"/>
                  </a:lnTo>
                  <a:lnTo>
                    <a:pt x="747722" y="805907"/>
                  </a:lnTo>
                  <a:lnTo>
                    <a:pt x="748382" y="833054"/>
                  </a:lnTo>
                  <a:lnTo>
                    <a:pt x="749043" y="830607"/>
                  </a:lnTo>
                  <a:lnTo>
                    <a:pt x="749703" y="796538"/>
                  </a:lnTo>
                  <a:lnTo>
                    <a:pt x="750364" y="796083"/>
                  </a:lnTo>
                  <a:lnTo>
                    <a:pt x="751025" y="785599"/>
                  </a:lnTo>
                  <a:lnTo>
                    <a:pt x="751685" y="788302"/>
                  </a:lnTo>
                  <a:lnTo>
                    <a:pt x="752346" y="816940"/>
                  </a:lnTo>
                  <a:lnTo>
                    <a:pt x="753006" y="791629"/>
                  </a:lnTo>
                  <a:lnTo>
                    <a:pt x="753667" y="781488"/>
                  </a:lnTo>
                  <a:lnTo>
                    <a:pt x="754327" y="781201"/>
                  </a:lnTo>
                  <a:lnTo>
                    <a:pt x="754988" y="781201"/>
                  </a:lnTo>
                  <a:lnTo>
                    <a:pt x="755648" y="779384"/>
                  </a:lnTo>
                  <a:lnTo>
                    <a:pt x="756309" y="781201"/>
                  </a:lnTo>
                  <a:lnTo>
                    <a:pt x="756969" y="780603"/>
                  </a:lnTo>
                  <a:lnTo>
                    <a:pt x="757630" y="780603"/>
                  </a:lnTo>
                  <a:lnTo>
                    <a:pt x="758290" y="780603"/>
                  </a:lnTo>
                  <a:lnTo>
                    <a:pt x="758951" y="780456"/>
                  </a:lnTo>
                  <a:lnTo>
                    <a:pt x="759611" y="790256"/>
                  </a:lnTo>
                  <a:lnTo>
                    <a:pt x="760272" y="811704"/>
                  </a:lnTo>
                  <a:lnTo>
                    <a:pt x="760932" y="860759"/>
                  </a:lnTo>
                  <a:lnTo>
                    <a:pt x="761593" y="854134"/>
                  </a:lnTo>
                  <a:lnTo>
                    <a:pt x="762254" y="828880"/>
                  </a:lnTo>
                  <a:lnTo>
                    <a:pt x="762914" y="815449"/>
                  </a:lnTo>
                  <a:lnTo>
                    <a:pt x="763575" y="798186"/>
                  </a:lnTo>
                  <a:lnTo>
                    <a:pt x="764235" y="794880"/>
                  </a:lnTo>
                  <a:lnTo>
                    <a:pt x="764896" y="792498"/>
                  </a:lnTo>
                  <a:lnTo>
                    <a:pt x="765556" y="782492"/>
                  </a:lnTo>
                  <a:lnTo>
                    <a:pt x="766217" y="770170"/>
                  </a:lnTo>
                  <a:lnTo>
                    <a:pt x="766877" y="774252"/>
                  </a:lnTo>
                  <a:lnTo>
                    <a:pt x="767538" y="760936"/>
                  </a:lnTo>
                  <a:lnTo>
                    <a:pt x="768198" y="760154"/>
                  </a:lnTo>
                  <a:lnTo>
                    <a:pt x="768859" y="757777"/>
                  </a:lnTo>
                  <a:lnTo>
                    <a:pt x="769519" y="810095"/>
                  </a:lnTo>
                  <a:lnTo>
                    <a:pt x="770180" y="801723"/>
                  </a:lnTo>
                  <a:lnTo>
                    <a:pt x="770840" y="792139"/>
                  </a:lnTo>
                  <a:lnTo>
                    <a:pt x="771501" y="795327"/>
                  </a:lnTo>
                  <a:lnTo>
                    <a:pt x="772162" y="804122"/>
                  </a:lnTo>
                  <a:lnTo>
                    <a:pt x="772822" y="800799"/>
                  </a:lnTo>
                  <a:lnTo>
                    <a:pt x="773483" y="806516"/>
                  </a:lnTo>
                  <a:lnTo>
                    <a:pt x="774143" y="803494"/>
                  </a:lnTo>
                  <a:lnTo>
                    <a:pt x="774804" y="785563"/>
                  </a:lnTo>
                  <a:lnTo>
                    <a:pt x="775464" y="769471"/>
                  </a:lnTo>
                  <a:lnTo>
                    <a:pt x="776125" y="760985"/>
                  </a:lnTo>
                  <a:lnTo>
                    <a:pt x="776785" y="822966"/>
                  </a:lnTo>
                  <a:lnTo>
                    <a:pt x="777446" y="815198"/>
                  </a:lnTo>
                  <a:lnTo>
                    <a:pt x="778106" y="827879"/>
                  </a:lnTo>
                  <a:lnTo>
                    <a:pt x="778767" y="780679"/>
                  </a:lnTo>
                  <a:lnTo>
                    <a:pt x="779427" y="789755"/>
                  </a:lnTo>
                  <a:lnTo>
                    <a:pt x="780088" y="785803"/>
                  </a:lnTo>
                  <a:lnTo>
                    <a:pt x="780748" y="780792"/>
                  </a:lnTo>
                  <a:lnTo>
                    <a:pt x="781409" y="761992"/>
                  </a:lnTo>
                  <a:lnTo>
                    <a:pt x="782070" y="770477"/>
                  </a:lnTo>
                  <a:lnTo>
                    <a:pt x="782730" y="770477"/>
                  </a:lnTo>
                  <a:lnTo>
                    <a:pt x="783391" y="776787"/>
                  </a:lnTo>
                  <a:lnTo>
                    <a:pt x="784051" y="776787"/>
                  </a:lnTo>
                  <a:lnTo>
                    <a:pt x="784712" y="770679"/>
                  </a:lnTo>
                  <a:lnTo>
                    <a:pt x="785372" y="770242"/>
                  </a:lnTo>
                  <a:lnTo>
                    <a:pt x="786033" y="782057"/>
                  </a:lnTo>
                  <a:lnTo>
                    <a:pt x="786693" y="816967"/>
                  </a:lnTo>
                  <a:lnTo>
                    <a:pt x="787354" y="835699"/>
                  </a:lnTo>
                  <a:lnTo>
                    <a:pt x="788014" y="855745"/>
                  </a:lnTo>
                  <a:lnTo>
                    <a:pt x="788675" y="852024"/>
                  </a:lnTo>
                  <a:lnTo>
                    <a:pt x="789335" y="876834"/>
                  </a:lnTo>
                  <a:lnTo>
                    <a:pt x="789996" y="862145"/>
                  </a:lnTo>
                  <a:lnTo>
                    <a:pt x="790656" y="837281"/>
                  </a:lnTo>
                  <a:lnTo>
                    <a:pt x="791317" y="797098"/>
                  </a:lnTo>
                  <a:lnTo>
                    <a:pt x="791977" y="769627"/>
                  </a:lnTo>
                  <a:lnTo>
                    <a:pt x="792638" y="762326"/>
                  </a:lnTo>
                  <a:lnTo>
                    <a:pt x="793299" y="757791"/>
                  </a:lnTo>
                  <a:lnTo>
                    <a:pt x="793959" y="813426"/>
                  </a:lnTo>
                  <a:lnTo>
                    <a:pt x="794620" y="831362"/>
                  </a:lnTo>
                  <a:lnTo>
                    <a:pt x="795280" y="845682"/>
                  </a:lnTo>
                  <a:lnTo>
                    <a:pt x="795941" y="855227"/>
                  </a:lnTo>
                  <a:lnTo>
                    <a:pt x="796601" y="847077"/>
                  </a:lnTo>
                  <a:lnTo>
                    <a:pt x="797262" y="782671"/>
                  </a:lnTo>
                  <a:lnTo>
                    <a:pt x="797922" y="784514"/>
                  </a:lnTo>
                  <a:lnTo>
                    <a:pt x="798583" y="785370"/>
                  </a:lnTo>
                  <a:lnTo>
                    <a:pt x="799243" y="795179"/>
                  </a:lnTo>
                  <a:lnTo>
                    <a:pt x="799904" y="816785"/>
                  </a:lnTo>
                  <a:lnTo>
                    <a:pt x="800564" y="867515"/>
                  </a:lnTo>
                  <a:lnTo>
                    <a:pt x="801225" y="869111"/>
                  </a:lnTo>
                  <a:lnTo>
                    <a:pt x="801885" y="875553"/>
                  </a:lnTo>
                  <a:lnTo>
                    <a:pt x="802546" y="884284"/>
                  </a:lnTo>
                  <a:lnTo>
                    <a:pt x="803207" y="909844"/>
                  </a:lnTo>
                  <a:lnTo>
                    <a:pt x="803867" y="919861"/>
                  </a:lnTo>
                  <a:lnTo>
                    <a:pt x="804528" y="909231"/>
                  </a:lnTo>
                  <a:lnTo>
                    <a:pt x="805188" y="901354"/>
                  </a:lnTo>
                  <a:lnTo>
                    <a:pt x="805849" y="895567"/>
                  </a:lnTo>
                  <a:lnTo>
                    <a:pt x="806509" y="896873"/>
                  </a:lnTo>
                  <a:lnTo>
                    <a:pt x="807170" y="890298"/>
                  </a:lnTo>
                  <a:lnTo>
                    <a:pt x="807830" y="898477"/>
                  </a:lnTo>
                  <a:lnTo>
                    <a:pt x="808491" y="897642"/>
                  </a:lnTo>
                  <a:lnTo>
                    <a:pt x="809151" y="902447"/>
                  </a:lnTo>
                  <a:lnTo>
                    <a:pt x="809812" y="891757"/>
                  </a:lnTo>
                  <a:lnTo>
                    <a:pt x="810472" y="894418"/>
                  </a:lnTo>
                  <a:lnTo>
                    <a:pt x="811133" y="896835"/>
                  </a:lnTo>
                  <a:lnTo>
                    <a:pt x="811793" y="889945"/>
                  </a:lnTo>
                  <a:lnTo>
                    <a:pt x="812454" y="892621"/>
                  </a:lnTo>
                  <a:lnTo>
                    <a:pt x="813115" y="913968"/>
                  </a:lnTo>
                  <a:lnTo>
                    <a:pt x="813775" y="860075"/>
                  </a:lnTo>
                  <a:lnTo>
                    <a:pt x="814436" y="877474"/>
                  </a:lnTo>
                  <a:lnTo>
                    <a:pt x="815096" y="875392"/>
                  </a:lnTo>
                  <a:lnTo>
                    <a:pt x="815757" y="841432"/>
                  </a:lnTo>
                  <a:lnTo>
                    <a:pt x="816417" y="815597"/>
                  </a:lnTo>
                  <a:lnTo>
                    <a:pt x="817078" y="817942"/>
                  </a:lnTo>
                  <a:lnTo>
                    <a:pt x="817738" y="823213"/>
                  </a:lnTo>
                  <a:lnTo>
                    <a:pt x="818399" y="804584"/>
                  </a:lnTo>
                  <a:lnTo>
                    <a:pt x="819059" y="790989"/>
                  </a:lnTo>
                  <a:lnTo>
                    <a:pt x="819720" y="778696"/>
                  </a:lnTo>
                  <a:lnTo>
                    <a:pt x="820380" y="770793"/>
                  </a:lnTo>
                  <a:lnTo>
                    <a:pt x="821041" y="761982"/>
                  </a:lnTo>
                  <a:lnTo>
                    <a:pt x="821701" y="753341"/>
                  </a:lnTo>
                  <a:lnTo>
                    <a:pt x="822362" y="757069"/>
                  </a:lnTo>
                  <a:lnTo>
                    <a:pt x="823023" y="757069"/>
                  </a:lnTo>
                  <a:lnTo>
                    <a:pt x="823683" y="757069"/>
                  </a:lnTo>
                  <a:lnTo>
                    <a:pt x="824344" y="760614"/>
                  </a:lnTo>
                  <a:lnTo>
                    <a:pt x="825004" y="757069"/>
                  </a:lnTo>
                  <a:lnTo>
                    <a:pt x="825665" y="757069"/>
                  </a:lnTo>
                  <a:lnTo>
                    <a:pt x="826325" y="757069"/>
                  </a:lnTo>
                  <a:lnTo>
                    <a:pt x="826986" y="750372"/>
                  </a:lnTo>
                  <a:lnTo>
                    <a:pt x="827646" y="748554"/>
                  </a:lnTo>
                  <a:lnTo>
                    <a:pt x="828307" y="746883"/>
                  </a:lnTo>
                  <a:lnTo>
                    <a:pt x="828967" y="760478"/>
                  </a:lnTo>
                  <a:lnTo>
                    <a:pt x="829628" y="760478"/>
                  </a:lnTo>
                  <a:lnTo>
                    <a:pt x="830288" y="760478"/>
                  </a:lnTo>
                  <a:lnTo>
                    <a:pt x="830949" y="756999"/>
                  </a:lnTo>
                  <a:lnTo>
                    <a:pt x="831609" y="766401"/>
                  </a:lnTo>
                  <a:lnTo>
                    <a:pt x="832270" y="771020"/>
                  </a:lnTo>
                  <a:lnTo>
                    <a:pt x="832930" y="790114"/>
                  </a:lnTo>
                  <a:lnTo>
                    <a:pt x="833591" y="771016"/>
                  </a:lnTo>
                  <a:lnTo>
                    <a:pt x="834252" y="765653"/>
                  </a:lnTo>
                  <a:lnTo>
                    <a:pt x="834912" y="771016"/>
                  </a:lnTo>
                  <a:lnTo>
                    <a:pt x="835573" y="774904"/>
                  </a:lnTo>
                  <a:lnTo>
                    <a:pt x="836233" y="779741"/>
                  </a:lnTo>
                  <a:lnTo>
                    <a:pt x="836894" y="777502"/>
                  </a:lnTo>
                  <a:lnTo>
                    <a:pt x="837554" y="770625"/>
                  </a:lnTo>
                  <a:lnTo>
                    <a:pt x="838215" y="744159"/>
                  </a:lnTo>
                  <a:lnTo>
                    <a:pt x="838875" y="742310"/>
                  </a:lnTo>
                  <a:lnTo>
                    <a:pt x="839536" y="784492"/>
                  </a:lnTo>
                  <a:lnTo>
                    <a:pt x="840196" y="836195"/>
                  </a:lnTo>
                  <a:lnTo>
                    <a:pt x="840857" y="815397"/>
                  </a:lnTo>
                  <a:lnTo>
                    <a:pt x="841517" y="815214"/>
                  </a:lnTo>
                  <a:lnTo>
                    <a:pt x="842178" y="819352"/>
                  </a:lnTo>
                  <a:lnTo>
                    <a:pt x="842838" y="804729"/>
                  </a:lnTo>
                  <a:lnTo>
                    <a:pt x="843499" y="835455"/>
                  </a:lnTo>
                  <a:lnTo>
                    <a:pt x="844160" y="855865"/>
                  </a:lnTo>
                  <a:lnTo>
                    <a:pt x="844820" y="865871"/>
                  </a:lnTo>
                  <a:lnTo>
                    <a:pt x="845481" y="821855"/>
                  </a:lnTo>
                  <a:lnTo>
                    <a:pt x="846141" y="828671"/>
                  </a:lnTo>
                  <a:lnTo>
                    <a:pt x="846802" y="828671"/>
                  </a:lnTo>
                  <a:lnTo>
                    <a:pt x="847462" y="803373"/>
                  </a:lnTo>
                  <a:lnTo>
                    <a:pt x="848123" y="812088"/>
                  </a:lnTo>
                  <a:lnTo>
                    <a:pt x="848783" y="845069"/>
                  </a:lnTo>
                  <a:lnTo>
                    <a:pt x="849444" y="834155"/>
                  </a:lnTo>
                  <a:lnTo>
                    <a:pt x="850104" y="816288"/>
                  </a:lnTo>
                  <a:lnTo>
                    <a:pt x="850765" y="800580"/>
                  </a:lnTo>
                  <a:lnTo>
                    <a:pt x="851425" y="789682"/>
                  </a:lnTo>
                  <a:lnTo>
                    <a:pt x="852086" y="798603"/>
                  </a:lnTo>
                  <a:lnTo>
                    <a:pt x="852746" y="792384"/>
                  </a:lnTo>
                  <a:lnTo>
                    <a:pt x="853407" y="813501"/>
                  </a:lnTo>
                  <a:lnTo>
                    <a:pt x="854068" y="764145"/>
                  </a:lnTo>
                  <a:lnTo>
                    <a:pt x="854728" y="825855"/>
                  </a:lnTo>
                  <a:lnTo>
                    <a:pt x="855389" y="720336"/>
                  </a:lnTo>
                  <a:lnTo>
                    <a:pt x="856049" y="723426"/>
                  </a:lnTo>
                  <a:lnTo>
                    <a:pt x="856710" y="715022"/>
                  </a:lnTo>
                  <a:lnTo>
                    <a:pt x="857370" y="781646"/>
                  </a:lnTo>
                  <a:lnTo>
                    <a:pt x="858031" y="772100"/>
                  </a:lnTo>
                  <a:lnTo>
                    <a:pt x="858691" y="692380"/>
                  </a:lnTo>
                  <a:lnTo>
                    <a:pt x="859352" y="692380"/>
                  </a:lnTo>
                  <a:lnTo>
                    <a:pt x="860012" y="684945"/>
                  </a:lnTo>
                  <a:lnTo>
                    <a:pt x="860673" y="667133"/>
                  </a:lnTo>
                  <a:lnTo>
                    <a:pt x="861333" y="658492"/>
                  </a:lnTo>
                  <a:lnTo>
                    <a:pt x="861994" y="662286"/>
                  </a:lnTo>
                  <a:lnTo>
                    <a:pt x="862654" y="684746"/>
                  </a:lnTo>
                  <a:lnTo>
                    <a:pt x="863315" y="684746"/>
                  </a:lnTo>
                  <a:lnTo>
                    <a:pt x="863975" y="709680"/>
                  </a:lnTo>
                  <a:lnTo>
                    <a:pt x="864636" y="713862"/>
                  </a:lnTo>
                  <a:lnTo>
                    <a:pt x="865297" y="716813"/>
                  </a:lnTo>
                  <a:lnTo>
                    <a:pt x="865957" y="720967"/>
                  </a:lnTo>
                  <a:lnTo>
                    <a:pt x="866618" y="749095"/>
                  </a:lnTo>
                  <a:lnTo>
                    <a:pt x="867278" y="791061"/>
                  </a:lnTo>
                  <a:lnTo>
                    <a:pt x="867939" y="825732"/>
                  </a:lnTo>
                  <a:lnTo>
                    <a:pt x="868599" y="828080"/>
                  </a:lnTo>
                  <a:lnTo>
                    <a:pt x="869260" y="850607"/>
                  </a:lnTo>
                  <a:lnTo>
                    <a:pt x="869920" y="886924"/>
                  </a:lnTo>
                  <a:lnTo>
                    <a:pt x="870581" y="856410"/>
                  </a:lnTo>
                  <a:lnTo>
                    <a:pt x="871241" y="863933"/>
                  </a:lnTo>
                  <a:lnTo>
                    <a:pt x="871902" y="871057"/>
                  </a:lnTo>
                  <a:lnTo>
                    <a:pt x="872562" y="850898"/>
                  </a:lnTo>
                  <a:lnTo>
                    <a:pt x="873223" y="850051"/>
                  </a:lnTo>
                  <a:lnTo>
                    <a:pt x="873883" y="845553"/>
                  </a:lnTo>
                  <a:lnTo>
                    <a:pt x="874544" y="839308"/>
                  </a:lnTo>
                  <a:lnTo>
                    <a:pt x="875205" y="837629"/>
                  </a:lnTo>
                  <a:lnTo>
                    <a:pt x="875865" y="824852"/>
                  </a:lnTo>
                  <a:lnTo>
                    <a:pt x="876526" y="803487"/>
                  </a:lnTo>
                  <a:lnTo>
                    <a:pt x="877186" y="796096"/>
                  </a:lnTo>
                  <a:lnTo>
                    <a:pt x="877847" y="789689"/>
                  </a:lnTo>
                  <a:lnTo>
                    <a:pt x="878507" y="762737"/>
                  </a:lnTo>
                  <a:lnTo>
                    <a:pt x="879168" y="726665"/>
                  </a:lnTo>
                  <a:lnTo>
                    <a:pt x="879828" y="694154"/>
                  </a:lnTo>
                  <a:lnTo>
                    <a:pt x="880489" y="689011"/>
                  </a:lnTo>
                  <a:lnTo>
                    <a:pt x="881149" y="668090"/>
                  </a:lnTo>
                  <a:lnTo>
                    <a:pt x="881810" y="662063"/>
                  </a:lnTo>
                  <a:lnTo>
                    <a:pt x="882470" y="653440"/>
                  </a:lnTo>
                  <a:lnTo>
                    <a:pt x="883131" y="646512"/>
                  </a:lnTo>
                  <a:lnTo>
                    <a:pt x="883791" y="644379"/>
                  </a:lnTo>
                  <a:lnTo>
                    <a:pt x="884452" y="657994"/>
                  </a:lnTo>
                  <a:lnTo>
                    <a:pt x="885113" y="700115"/>
                  </a:lnTo>
                  <a:lnTo>
                    <a:pt x="885773" y="700115"/>
                  </a:lnTo>
                  <a:lnTo>
                    <a:pt x="886434" y="739711"/>
                  </a:lnTo>
                  <a:lnTo>
                    <a:pt x="887094" y="736671"/>
                  </a:lnTo>
                  <a:lnTo>
                    <a:pt x="887755" y="710952"/>
                  </a:lnTo>
                  <a:lnTo>
                    <a:pt x="888415" y="706419"/>
                  </a:lnTo>
                  <a:lnTo>
                    <a:pt x="889076" y="702625"/>
                  </a:lnTo>
                  <a:lnTo>
                    <a:pt x="889736" y="711266"/>
                  </a:lnTo>
                  <a:lnTo>
                    <a:pt x="890397" y="747804"/>
                  </a:lnTo>
                  <a:lnTo>
                    <a:pt x="891057" y="771501"/>
                  </a:lnTo>
                  <a:lnTo>
                    <a:pt x="891718" y="779734"/>
                  </a:lnTo>
                  <a:lnTo>
                    <a:pt x="892378" y="836974"/>
                  </a:lnTo>
                  <a:lnTo>
                    <a:pt x="893039" y="844983"/>
                  </a:lnTo>
                  <a:lnTo>
                    <a:pt x="893699" y="835565"/>
                  </a:lnTo>
                  <a:lnTo>
                    <a:pt x="894360" y="757342"/>
                  </a:lnTo>
                  <a:lnTo>
                    <a:pt x="895021" y="771600"/>
                  </a:lnTo>
                  <a:lnTo>
                    <a:pt x="895681" y="761213"/>
                  </a:lnTo>
                  <a:lnTo>
                    <a:pt x="896342" y="803053"/>
                  </a:lnTo>
                  <a:lnTo>
                    <a:pt x="897002" y="805373"/>
                  </a:lnTo>
                  <a:lnTo>
                    <a:pt x="897663" y="824762"/>
                  </a:lnTo>
                  <a:lnTo>
                    <a:pt x="898323" y="824762"/>
                  </a:lnTo>
                  <a:lnTo>
                    <a:pt x="898984" y="849571"/>
                  </a:lnTo>
                  <a:lnTo>
                    <a:pt x="899644" y="886824"/>
                  </a:lnTo>
                  <a:lnTo>
                    <a:pt x="900305" y="850797"/>
                  </a:lnTo>
                  <a:lnTo>
                    <a:pt x="900965" y="855556"/>
                  </a:lnTo>
                  <a:lnTo>
                    <a:pt x="901626" y="843085"/>
                  </a:lnTo>
                  <a:lnTo>
                    <a:pt x="902286" y="857633"/>
                  </a:lnTo>
                  <a:lnTo>
                    <a:pt x="902947" y="871083"/>
                  </a:lnTo>
                  <a:lnTo>
                    <a:pt x="903607" y="899273"/>
                  </a:lnTo>
                  <a:lnTo>
                    <a:pt x="904268" y="856444"/>
                  </a:lnTo>
                  <a:lnTo>
                    <a:pt x="904928" y="821461"/>
                  </a:lnTo>
                  <a:lnTo>
                    <a:pt x="905589" y="801542"/>
                  </a:lnTo>
                  <a:lnTo>
                    <a:pt x="906250" y="784785"/>
                  </a:lnTo>
                  <a:lnTo>
                    <a:pt x="906910" y="780523"/>
                  </a:lnTo>
                  <a:lnTo>
                    <a:pt x="907571" y="780622"/>
                  </a:lnTo>
                  <a:lnTo>
                    <a:pt x="908231" y="780622"/>
                  </a:lnTo>
                  <a:lnTo>
                    <a:pt x="908892" y="788845"/>
                  </a:lnTo>
                  <a:lnTo>
                    <a:pt x="909552" y="795348"/>
                  </a:lnTo>
                  <a:lnTo>
                    <a:pt x="910213" y="794700"/>
                  </a:lnTo>
                  <a:lnTo>
                    <a:pt x="910873" y="807803"/>
                  </a:lnTo>
                  <a:lnTo>
                    <a:pt x="911534" y="836915"/>
                  </a:lnTo>
                  <a:lnTo>
                    <a:pt x="912194" y="871578"/>
                  </a:lnTo>
                  <a:lnTo>
                    <a:pt x="912855" y="891121"/>
                  </a:lnTo>
                  <a:lnTo>
                    <a:pt x="913515" y="878457"/>
                  </a:lnTo>
                  <a:lnTo>
                    <a:pt x="914176" y="896484"/>
                  </a:lnTo>
                  <a:lnTo>
                    <a:pt x="914836" y="891011"/>
                  </a:lnTo>
                  <a:lnTo>
                    <a:pt x="915497" y="927020"/>
                  </a:lnTo>
                  <a:lnTo>
                    <a:pt x="916158" y="925254"/>
                  </a:lnTo>
                  <a:lnTo>
                    <a:pt x="916818" y="926259"/>
                  </a:lnTo>
                  <a:lnTo>
                    <a:pt x="917479" y="919723"/>
                  </a:lnTo>
                  <a:lnTo>
                    <a:pt x="918139" y="883061"/>
                  </a:lnTo>
                  <a:lnTo>
                    <a:pt x="918800" y="885553"/>
                  </a:lnTo>
                  <a:lnTo>
                    <a:pt x="919460" y="874317"/>
                  </a:lnTo>
                  <a:lnTo>
                    <a:pt x="920121" y="874928"/>
                  </a:lnTo>
                  <a:lnTo>
                    <a:pt x="920781" y="864475"/>
                  </a:lnTo>
                  <a:lnTo>
                    <a:pt x="921442" y="869631"/>
                  </a:lnTo>
                  <a:lnTo>
                    <a:pt x="922102" y="870129"/>
                  </a:lnTo>
                  <a:lnTo>
                    <a:pt x="922763" y="849684"/>
                  </a:lnTo>
                  <a:lnTo>
                    <a:pt x="923423" y="849671"/>
                  </a:lnTo>
                  <a:lnTo>
                    <a:pt x="924084" y="849469"/>
                  </a:lnTo>
                  <a:lnTo>
                    <a:pt x="924744" y="840033"/>
                  </a:lnTo>
                  <a:lnTo>
                    <a:pt x="925405" y="850591"/>
                  </a:lnTo>
                  <a:lnTo>
                    <a:pt x="926066" y="841392"/>
                  </a:lnTo>
                  <a:lnTo>
                    <a:pt x="926726" y="850204"/>
                  </a:lnTo>
                  <a:lnTo>
                    <a:pt x="927387" y="876500"/>
                  </a:lnTo>
                  <a:lnTo>
                    <a:pt x="928047" y="877496"/>
                  </a:lnTo>
                  <a:lnTo>
                    <a:pt x="928708" y="875607"/>
                  </a:lnTo>
                  <a:lnTo>
                    <a:pt x="929368" y="873370"/>
                  </a:lnTo>
                  <a:lnTo>
                    <a:pt x="930029" y="879922"/>
                  </a:lnTo>
                  <a:lnTo>
                    <a:pt x="930689" y="892336"/>
                  </a:lnTo>
                  <a:lnTo>
                    <a:pt x="931350" y="877843"/>
                  </a:lnTo>
                  <a:lnTo>
                    <a:pt x="932010" y="880163"/>
                  </a:lnTo>
                  <a:lnTo>
                    <a:pt x="932671" y="870933"/>
                  </a:lnTo>
                  <a:lnTo>
                    <a:pt x="933331" y="862001"/>
                  </a:lnTo>
                  <a:lnTo>
                    <a:pt x="933992" y="858206"/>
                  </a:lnTo>
                  <a:lnTo>
                    <a:pt x="934652" y="845760"/>
                  </a:lnTo>
                  <a:lnTo>
                    <a:pt x="935313" y="845542"/>
                  </a:lnTo>
                  <a:lnTo>
                    <a:pt x="935973" y="825808"/>
                  </a:lnTo>
                  <a:lnTo>
                    <a:pt x="936634" y="830969"/>
                  </a:lnTo>
                  <a:lnTo>
                    <a:pt x="937295" y="832435"/>
                  </a:lnTo>
                  <a:lnTo>
                    <a:pt x="937955" y="821056"/>
                  </a:lnTo>
                  <a:lnTo>
                    <a:pt x="938616" y="827566"/>
                  </a:lnTo>
                  <a:lnTo>
                    <a:pt x="939276" y="798967"/>
                  </a:lnTo>
                  <a:lnTo>
                    <a:pt x="939937" y="807268"/>
                  </a:lnTo>
                  <a:lnTo>
                    <a:pt x="940597" y="786087"/>
                  </a:lnTo>
                  <a:lnTo>
                    <a:pt x="941258" y="736465"/>
                  </a:lnTo>
                  <a:lnTo>
                    <a:pt x="941918" y="710509"/>
                  </a:lnTo>
                  <a:lnTo>
                    <a:pt x="942579" y="686770"/>
                  </a:lnTo>
                  <a:lnTo>
                    <a:pt x="943239" y="675754"/>
                  </a:lnTo>
                  <a:lnTo>
                    <a:pt x="943900" y="675754"/>
                  </a:lnTo>
                  <a:lnTo>
                    <a:pt x="944560" y="681314"/>
                  </a:lnTo>
                  <a:lnTo>
                    <a:pt x="945221" y="706964"/>
                  </a:lnTo>
                  <a:lnTo>
                    <a:pt x="945881" y="718226"/>
                  </a:lnTo>
                  <a:lnTo>
                    <a:pt x="946542" y="726802"/>
                  </a:lnTo>
                  <a:lnTo>
                    <a:pt x="947203" y="708448"/>
                  </a:lnTo>
                  <a:lnTo>
                    <a:pt x="947863" y="721014"/>
                  </a:lnTo>
                  <a:lnTo>
                    <a:pt x="948524" y="747665"/>
                  </a:lnTo>
                  <a:lnTo>
                    <a:pt x="949184" y="743510"/>
                  </a:lnTo>
                  <a:lnTo>
                    <a:pt x="949845" y="784902"/>
                  </a:lnTo>
                  <a:lnTo>
                    <a:pt x="950505" y="794867"/>
                  </a:lnTo>
                  <a:lnTo>
                    <a:pt x="951166" y="800902"/>
                  </a:lnTo>
                  <a:lnTo>
                    <a:pt x="951826" y="834482"/>
                  </a:lnTo>
                  <a:lnTo>
                    <a:pt x="952487" y="833243"/>
                  </a:lnTo>
                  <a:lnTo>
                    <a:pt x="953147" y="845812"/>
                  </a:lnTo>
                  <a:lnTo>
                    <a:pt x="953808" y="858754"/>
                  </a:lnTo>
                  <a:lnTo>
                    <a:pt x="954468" y="861431"/>
                  </a:lnTo>
                  <a:lnTo>
                    <a:pt x="955129" y="868063"/>
                  </a:lnTo>
                  <a:lnTo>
                    <a:pt x="955789" y="868063"/>
                  </a:lnTo>
                  <a:lnTo>
                    <a:pt x="956450" y="873818"/>
                  </a:lnTo>
                  <a:lnTo>
                    <a:pt x="957111" y="879551"/>
                  </a:lnTo>
                  <a:lnTo>
                    <a:pt x="957771" y="883337"/>
                  </a:lnTo>
                  <a:lnTo>
                    <a:pt x="958432" y="898331"/>
                  </a:lnTo>
                  <a:lnTo>
                    <a:pt x="959092" y="893710"/>
                  </a:lnTo>
                  <a:lnTo>
                    <a:pt x="959753" y="893710"/>
                  </a:lnTo>
                  <a:lnTo>
                    <a:pt x="960413" y="885748"/>
                  </a:lnTo>
                  <a:lnTo>
                    <a:pt x="961074" y="887597"/>
                  </a:lnTo>
                  <a:lnTo>
                    <a:pt x="961734" y="884086"/>
                  </a:lnTo>
                  <a:lnTo>
                    <a:pt x="962395" y="881671"/>
                  </a:lnTo>
                  <a:lnTo>
                    <a:pt x="963055" y="893920"/>
                  </a:lnTo>
                  <a:lnTo>
                    <a:pt x="963716" y="882594"/>
                  </a:lnTo>
                  <a:lnTo>
                    <a:pt x="964376" y="884759"/>
                  </a:lnTo>
                  <a:lnTo>
                    <a:pt x="965037" y="877122"/>
                  </a:lnTo>
                  <a:lnTo>
                    <a:pt x="965697" y="879102"/>
                  </a:lnTo>
                  <a:lnTo>
                    <a:pt x="966358" y="878966"/>
                  </a:lnTo>
                  <a:lnTo>
                    <a:pt x="967019" y="877873"/>
                  </a:lnTo>
                  <a:lnTo>
                    <a:pt x="967679" y="874614"/>
                  </a:lnTo>
                  <a:lnTo>
                    <a:pt x="968340" y="873920"/>
                  </a:lnTo>
                  <a:lnTo>
                    <a:pt x="969000" y="880529"/>
                  </a:lnTo>
                  <a:lnTo>
                    <a:pt x="969661" y="872745"/>
                  </a:lnTo>
                  <a:lnTo>
                    <a:pt x="970321" y="883564"/>
                  </a:lnTo>
                  <a:lnTo>
                    <a:pt x="970982" y="882671"/>
                  </a:lnTo>
                  <a:lnTo>
                    <a:pt x="971642" y="826362"/>
                  </a:lnTo>
                  <a:lnTo>
                    <a:pt x="972303" y="826362"/>
                  </a:lnTo>
                  <a:lnTo>
                    <a:pt x="972963" y="839783"/>
                  </a:lnTo>
                  <a:lnTo>
                    <a:pt x="973624" y="844781"/>
                  </a:lnTo>
                  <a:lnTo>
                    <a:pt x="974284" y="840172"/>
                  </a:lnTo>
                  <a:lnTo>
                    <a:pt x="974945" y="824454"/>
                  </a:lnTo>
                  <a:lnTo>
                    <a:pt x="975605" y="854448"/>
                  </a:lnTo>
                  <a:lnTo>
                    <a:pt x="976266" y="849306"/>
                  </a:lnTo>
                  <a:lnTo>
                    <a:pt x="976926" y="872546"/>
                  </a:lnTo>
                  <a:lnTo>
                    <a:pt x="977587" y="901332"/>
                  </a:lnTo>
                  <a:lnTo>
                    <a:pt x="978248" y="915212"/>
                  </a:lnTo>
                  <a:lnTo>
                    <a:pt x="978908" y="899561"/>
                  </a:lnTo>
                  <a:lnTo>
                    <a:pt x="979569" y="884503"/>
                  </a:lnTo>
                  <a:lnTo>
                    <a:pt x="980229" y="894076"/>
                  </a:lnTo>
                  <a:lnTo>
                    <a:pt x="980890" y="921497"/>
                  </a:lnTo>
                  <a:lnTo>
                    <a:pt x="981550" y="889462"/>
                  </a:lnTo>
                  <a:lnTo>
                    <a:pt x="982211" y="882174"/>
                  </a:lnTo>
                  <a:lnTo>
                    <a:pt x="982871" y="898737"/>
                  </a:lnTo>
                  <a:lnTo>
                    <a:pt x="983532" y="937134"/>
                  </a:lnTo>
                  <a:lnTo>
                    <a:pt x="984192" y="887460"/>
                  </a:lnTo>
                  <a:lnTo>
                    <a:pt x="984853" y="849108"/>
                  </a:lnTo>
                  <a:lnTo>
                    <a:pt x="985513" y="845690"/>
                  </a:lnTo>
                  <a:lnTo>
                    <a:pt x="986174" y="851517"/>
                  </a:lnTo>
                  <a:lnTo>
                    <a:pt x="986834" y="851788"/>
                  </a:lnTo>
                  <a:lnTo>
                    <a:pt x="987495" y="849604"/>
                  </a:lnTo>
                  <a:lnTo>
                    <a:pt x="988156" y="849604"/>
                  </a:lnTo>
                  <a:lnTo>
                    <a:pt x="988816" y="805320"/>
                  </a:lnTo>
                  <a:lnTo>
                    <a:pt x="989477" y="752053"/>
                  </a:lnTo>
                  <a:lnTo>
                    <a:pt x="990137" y="752053"/>
                  </a:lnTo>
                  <a:lnTo>
                    <a:pt x="990798" y="779881"/>
                  </a:lnTo>
                  <a:lnTo>
                    <a:pt x="991458" y="764656"/>
                  </a:lnTo>
                  <a:lnTo>
                    <a:pt x="992119" y="773034"/>
                  </a:lnTo>
                  <a:lnTo>
                    <a:pt x="992779" y="811091"/>
                  </a:lnTo>
                  <a:lnTo>
                    <a:pt x="993440" y="783729"/>
                  </a:lnTo>
                  <a:lnTo>
                    <a:pt x="994100" y="771324"/>
                  </a:lnTo>
                  <a:lnTo>
                    <a:pt x="994761" y="801612"/>
                  </a:lnTo>
                  <a:lnTo>
                    <a:pt x="995421" y="842416"/>
                  </a:lnTo>
                  <a:lnTo>
                    <a:pt x="996082" y="862213"/>
                  </a:lnTo>
                  <a:lnTo>
                    <a:pt x="996742" y="846217"/>
                  </a:lnTo>
                  <a:lnTo>
                    <a:pt x="997403" y="873215"/>
                  </a:lnTo>
                  <a:lnTo>
                    <a:pt x="998064" y="876894"/>
                  </a:lnTo>
                  <a:lnTo>
                    <a:pt x="998724" y="843830"/>
                  </a:lnTo>
                  <a:lnTo>
                    <a:pt x="999385" y="885332"/>
                  </a:lnTo>
                  <a:lnTo>
                    <a:pt x="1000045" y="927855"/>
                  </a:lnTo>
                  <a:lnTo>
                    <a:pt x="1000706" y="939944"/>
                  </a:lnTo>
                  <a:lnTo>
                    <a:pt x="1001366" y="989635"/>
                  </a:lnTo>
                  <a:lnTo>
                    <a:pt x="1002027" y="991750"/>
                  </a:lnTo>
                  <a:lnTo>
                    <a:pt x="1002687" y="1007283"/>
                  </a:lnTo>
                  <a:lnTo>
                    <a:pt x="1003348" y="982310"/>
                  </a:lnTo>
                  <a:lnTo>
                    <a:pt x="1004008" y="954487"/>
                  </a:lnTo>
                  <a:lnTo>
                    <a:pt x="1004669" y="951198"/>
                  </a:lnTo>
                  <a:lnTo>
                    <a:pt x="1005329" y="936852"/>
                  </a:lnTo>
                  <a:lnTo>
                    <a:pt x="1005990" y="920905"/>
                  </a:lnTo>
                  <a:lnTo>
                    <a:pt x="1006650" y="932859"/>
                  </a:lnTo>
                  <a:lnTo>
                    <a:pt x="1007311" y="948117"/>
                  </a:lnTo>
                  <a:lnTo>
                    <a:pt x="1007971" y="950717"/>
                  </a:lnTo>
                  <a:lnTo>
                    <a:pt x="1008632" y="977748"/>
                  </a:lnTo>
                  <a:lnTo>
                    <a:pt x="1009293" y="950848"/>
                  </a:lnTo>
                  <a:lnTo>
                    <a:pt x="1009953" y="946232"/>
                  </a:lnTo>
                  <a:lnTo>
                    <a:pt x="1010614" y="946778"/>
                  </a:lnTo>
                  <a:lnTo>
                    <a:pt x="1011274" y="942205"/>
                  </a:lnTo>
                  <a:lnTo>
                    <a:pt x="1011935" y="945602"/>
                  </a:lnTo>
                  <a:lnTo>
                    <a:pt x="1012595" y="953227"/>
                  </a:lnTo>
                  <a:lnTo>
                    <a:pt x="1013256" y="950058"/>
                  </a:lnTo>
                  <a:lnTo>
                    <a:pt x="1013916" y="930133"/>
                  </a:lnTo>
                  <a:lnTo>
                    <a:pt x="1014577" y="902917"/>
                  </a:lnTo>
                  <a:lnTo>
                    <a:pt x="1015237" y="933005"/>
                  </a:lnTo>
                  <a:lnTo>
                    <a:pt x="1015898" y="945639"/>
                  </a:lnTo>
                  <a:lnTo>
                    <a:pt x="1016558" y="910718"/>
                  </a:lnTo>
                  <a:lnTo>
                    <a:pt x="1017219" y="896911"/>
                  </a:lnTo>
                  <a:lnTo>
                    <a:pt x="1017879" y="885570"/>
                  </a:lnTo>
                  <a:lnTo>
                    <a:pt x="1018540" y="892886"/>
                  </a:lnTo>
                  <a:lnTo>
                    <a:pt x="1019201" y="903987"/>
                  </a:lnTo>
                  <a:lnTo>
                    <a:pt x="1019861" y="914071"/>
                  </a:lnTo>
                  <a:lnTo>
                    <a:pt x="1020522" y="882299"/>
                  </a:lnTo>
                  <a:lnTo>
                    <a:pt x="1021182" y="833939"/>
                  </a:lnTo>
                  <a:lnTo>
                    <a:pt x="1021843" y="720633"/>
                  </a:lnTo>
                  <a:lnTo>
                    <a:pt x="1022503" y="738067"/>
                  </a:lnTo>
                  <a:lnTo>
                    <a:pt x="1023164" y="696585"/>
                  </a:lnTo>
                  <a:lnTo>
                    <a:pt x="1023824" y="694553"/>
                  </a:lnTo>
                  <a:lnTo>
                    <a:pt x="1024485" y="685487"/>
                  </a:lnTo>
                  <a:lnTo>
                    <a:pt x="1025145" y="679685"/>
                  </a:lnTo>
                  <a:lnTo>
                    <a:pt x="1025806" y="679685"/>
                  </a:lnTo>
                  <a:lnTo>
                    <a:pt x="1026466" y="679087"/>
                  </a:lnTo>
                  <a:lnTo>
                    <a:pt x="1027127" y="682210"/>
                  </a:lnTo>
                  <a:lnTo>
                    <a:pt x="1027787" y="683478"/>
                  </a:lnTo>
                  <a:lnTo>
                    <a:pt x="1028448" y="709179"/>
                  </a:lnTo>
                  <a:lnTo>
                    <a:pt x="1029109" y="704346"/>
                  </a:lnTo>
                  <a:lnTo>
                    <a:pt x="1029769" y="752137"/>
                  </a:lnTo>
                  <a:lnTo>
                    <a:pt x="1030430" y="772661"/>
                  </a:lnTo>
                  <a:lnTo>
                    <a:pt x="1031090" y="736399"/>
                  </a:lnTo>
                  <a:lnTo>
                    <a:pt x="1031751" y="739121"/>
                  </a:lnTo>
                  <a:lnTo>
                    <a:pt x="1032411" y="736704"/>
                  </a:lnTo>
                  <a:lnTo>
                    <a:pt x="1033072" y="740727"/>
                  </a:lnTo>
                  <a:lnTo>
                    <a:pt x="1033732" y="756694"/>
                  </a:lnTo>
                  <a:lnTo>
                    <a:pt x="1034393" y="773031"/>
                  </a:lnTo>
                  <a:lnTo>
                    <a:pt x="1035053" y="787835"/>
                  </a:lnTo>
                  <a:lnTo>
                    <a:pt x="1035714" y="787769"/>
                  </a:lnTo>
                  <a:lnTo>
                    <a:pt x="1036374" y="786208"/>
                  </a:lnTo>
                  <a:lnTo>
                    <a:pt x="1037035" y="806610"/>
                  </a:lnTo>
                  <a:lnTo>
                    <a:pt x="1037695" y="851776"/>
                  </a:lnTo>
                  <a:lnTo>
                    <a:pt x="1038356" y="890978"/>
                  </a:lnTo>
                  <a:lnTo>
                    <a:pt x="1039017" y="896937"/>
                  </a:lnTo>
                  <a:lnTo>
                    <a:pt x="1039677" y="890230"/>
                  </a:lnTo>
                  <a:lnTo>
                    <a:pt x="1040338" y="884891"/>
                  </a:lnTo>
                  <a:lnTo>
                    <a:pt x="1040998" y="844655"/>
                  </a:lnTo>
                  <a:lnTo>
                    <a:pt x="1041659" y="793569"/>
                  </a:lnTo>
                  <a:lnTo>
                    <a:pt x="1042319" y="792207"/>
                  </a:lnTo>
                  <a:lnTo>
                    <a:pt x="1042980" y="793569"/>
                  </a:lnTo>
                  <a:lnTo>
                    <a:pt x="1043640" y="844655"/>
                  </a:lnTo>
                  <a:lnTo>
                    <a:pt x="1044301" y="844655"/>
                  </a:lnTo>
                  <a:lnTo>
                    <a:pt x="1044961" y="841053"/>
                  </a:lnTo>
                  <a:lnTo>
                    <a:pt x="1045622" y="841150"/>
                  </a:lnTo>
                  <a:lnTo>
                    <a:pt x="1046282" y="873734"/>
                  </a:lnTo>
                  <a:lnTo>
                    <a:pt x="1046943" y="887622"/>
                  </a:lnTo>
                  <a:lnTo>
                    <a:pt x="1047603" y="896911"/>
                  </a:lnTo>
                  <a:lnTo>
                    <a:pt x="1048264" y="920195"/>
                  </a:lnTo>
                  <a:lnTo>
                    <a:pt x="1048924" y="926534"/>
                  </a:lnTo>
                  <a:lnTo>
                    <a:pt x="1049585" y="919556"/>
                  </a:lnTo>
                  <a:lnTo>
                    <a:pt x="1050246" y="924764"/>
                  </a:lnTo>
                  <a:lnTo>
                    <a:pt x="1050906" y="917567"/>
                  </a:lnTo>
                  <a:lnTo>
                    <a:pt x="1051567" y="870846"/>
                  </a:lnTo>
                  <a:lnTo>
                    <a:pt x="1052227" y="851830"/>
                  </a:lnTo>
                  <a:lnTo>
                    <a:pt x="1052888" y="866033"/>
                  </a:lnTo>
                  <a:lnTo>
                    <a:pt x="1053548" y="869959"/>
                  </a:lnTo>
                  <a:lnTo>
                    <a:pt x="1054209" y="934614"/>
                  </a:lnTo>
                  <a:lnTo>
                    <a:pt x="1054869" y="926134"/>
                  </a:lnTo>
                  <a:lnTo>
                    <a:pt x="1055530" y="916794"/>
                  </a:lnTo>
                  <a:lnTo>
                    <a:pt x="1056190" y="925955"/>
                  </a:lnTo>
                  <a:lnTo>
                    <a:pt x="1056851" y="950578"/>
                  </a:lnTo>
                  <a:lnTo>
                    <a:pt x="1057511" y="953906"/>
                  </a:lnTo>
                  <a:lnTo>
                    <a:pt x="1058172" y="966846"/>
                  </a:lnTo>
                  <a:lnTo>
                    <a:pt x="1058832" y="950163"/>
                  </a:lnTo>
                  <a:lnTo>
                    <a:pt x="1059493" y="948819"/>
                  </a:lnTo>
                  <a:lnTo>
                    <a:pt x="1060154" y="940031"/>
                  </a:lnTo>
                  <a:lnTo>
                    <a:pt x="1060814" y="920150"/>
                  </a:lnTo>
                  <a:lnTo>
                    <a:pt x="1061475" y="918586"/>
                  </a:lnTo>
                  <a:lnTo>
                    <a:pt x="1062135" y="902507"/>
                  </a:lnTo>
                  <a:lnTo>
                    <a:pt x="1062796" y="897992"/>
                  </a:lnTo>
                  <a:lnTo>
                    <a:pt x="1063456" y="893138"/>
                  </a:lnTo>
                  <a:lnTo>
                    <a:pt x="1064117" y="898869"/>
                  </a:lnTo>
                  <a:lnTo>
                    <a:pt x="1064777" y="930838"/>
                  </a:lnTo>
                  <a:lnTo>
                    <a:pt x="1065438" y="945675"/>
                  </a:lnTo>
                  <a:lnTo>
                    <a:pt x="1066098" y="902600"/>
                  </a:lnTo>
                  <a:lnTo>
                    <a:pt x="1066759" y="899029"/>
                  </a:lnTo>
                  <a:lnTo>
                    <a:pt x="1067419" y="904721"/>
                  </a:lnTo>
                  <a:lnTo>
                    <a:pt x="1068080" y="927898"/>
                  </a:lnTo>
                  <a:lnTo>
                    <a:pt x="1068740" y="920690"/>
                  </a:lnTo>
                  <a:lnTo>
                    <a:pt x="1069401" y="954283"/>
                  </a:lnTo>
                  <a:lnTo>
                    <a:pt x="1070062" y="961075"/>
                  </a:lnTo>
                  <a:lnTo>
                    <a:pt x="1070722" y="922294"/>
                  </a:lnTo>
                  <a:lnTo>
                    <a:pt x="1071383" y="919305"/>
                  </a:lnTo>
                  <a:lnTo>
                    <a:pt x="1072043" y="902571"/>
                  </a:lnTo>
                  <a:lnTo>
                    <a:pt x="1072704" y="845466"/>
                  </a:lnTo>
                  <a:lnTo>
                    <a:pt x="1073364" y="850686"/>
                  </a:lnTo>
                  <a:lnTo>
                    <a:pt x="1074025" y="873621"/>
                  </a:lnTo>
                  <a:lnTo>
                    <a:pt x="1074685" y="906519"/>
                  </a:lnTo>
                  <a:lnTo>
                    <a:pt x="1075346" y="914132"/>
                  </a:lnTo>
                  <a:lnTo>
                    <a:pt x="1076006" y="902725"/>
                  </a:lnTo>
                  <a:lnTo>
                    <a:pt x="1076667" y="949365"/>
                  </a:lnTo>
                  <a:lnTo>
                    <a:pt x="1077327" y="957991"/>
                  </a:lnTo>
                  <a:lnTo>
                    <a:pt x="1077988" y="960591"/>
                  </a:lnTo>
                  <a:lnTo>
                    <a:pt x="1078648" y="948582"/>
                  </a:lnTo>
                  <a:lnTo>
                    <a:pt x="1079309" y="946625"/>
                  </a:lnTo>
                  <a:lnTo>
                    <a:pt x="1079969" y="927665"/>
                  </a:lnTo>
                  <a:lnTo>
                    <a:pt x="1080630" y="945550"/>
                  </a:lnTo>
                  <a:lnTo>
                    <a:pt x="1081291" y="988708"/>
                  </a:lnTo>
                  <a:lnTo>
                    <a:pt x="1081951" y="974716"/>
                  </a:lnTo>
                  <a:lnTo>
                    <a:pt x="1082612" y="957197"/>
                  </a:lnTo>
                  <a:lnTo>
                    <a:pt x="1083272" y="940022"/>
                  </a:lnTo>
                  <a:lnTo>
                    <a:pt x="1083933" y="947623"/>
                  </a:lnTo>
                  <a:lnTo>
                    <a:pt x="1084593" y="957071"/>
                  </a:lnTo>
                  <a:lnTo>
                    <a:pt x="1085254" y="968443"/>
                  </a:lnTo>
                  <a:lnTo>
                    <a:pt x="1085914" y="999607"/>
                  </a:lnTo>
                  <a:lnTo>
                    <a:pt x="1086575" y="989325"/>
                  </a:lnTo>
                  <a:lnTo>
                    <a:pt x="1087235" y="997996"/>
                  </a:lnTo>
                  <a:lnTo>
                    <a:pt x="1087896" y="1010500"/>
                  </a:lnTo>
                  <a:lnTo>
                    <a:pt x="1088556" y="978791"/>
                  </a:lnTo>
                  <a:lnTo>
                    <a:pt x="1089217" y="962274"/>
                  </a:lnTo>
                  <a:lnTo>
                    <a:pt x="1089877" y="961809"/>
                  </a:lnTo>
                  <a:lnTo>
                    <a:pt x="1090538" y="972166"/>
                  </a:lnTo>
                  <a:lnTo>
                    <a:pt x="1091199" y="948279"/>
                  </a:lnTo>
                  <a:lnTo>
                    <a:pt x="1091859" y="959345"/>
                  </a:lnTo>
                  <a:lnTo>
                    <a:pt x="1092520" y="972304"/>
                  </a:lnTo>
                  <a:lnTo>
                    <a:pt x="1093180" y="972304"/>
                  </a:lnTo>
                  <a:lnTo>
                    <a:pt x="1093841" y="956401"/>
                  </a:lnTo>
                  <a:lnTo>
                    <a:pt x="1094501" y="936214"/>
                  </a:lnTo>
                  <a:lnTo>
                    <a:pt x="1095162" y="940498"/>
                  </a:lnTo>
                  <a:lnTo>
                    <a:pt x="1095822" y="953419"/>
                  </a:lnTo>
                  <a:lnTo>
                    <a:pt x="1096483" y="985859"/>
                  </a:lnTo>
                  <a:lnTo>
                    <a:pt x="1097143" y="1002845"/>
                  </a:lnTo>
                  <a:lnTo>
                    <a:pt x="1097804" y="1012237"/>
                  </a:lnTo>
                  <a:lnTo>
                    <a:pt x="1098464" y="999390"/>
                  </a:lnTo>
                  <a:lnTo>
                    <a:pt x="1099125" y="999390"/>
                  </a:lnTo>
                  <a:lnTo>
                    <a:pt x="1099785" y="978480"/>
                  </a:lnTo>
                  <a:lnTo>
                    <a:pt x="1100446" y="972359"/>
                  </a:lnTo>
                  <a:lnTo>
                    <a:pt x="1101107" y="972359"/>
                  </a:lnTo>
                  <a:lnTo>
                    <a:pt x="1101767" y="940319"/>
                  </a:lnTo>
                  <a:lnTo>
                    <a:pt x="1102428" y="921272"/>
                  </a:lnTo>
                  <a:lnTo>
                    <a:pt x="1103088" y="946125"/>
                  </a:lnTo>
                  <a:lnTo>
                    <a:pt x="1103749" y="954111"/>
                  </a:lnTo>
                  <a:lnTo>
                    <a:pt x="1104409" y="954989"/>
                  </a:lnTo>
                  <a:lnTo>
                    <a:pt x="1105070" y="969521"/>
                  </a:lnTo>
                  <a:lnTo>
                    <a:pt x="1105730" y="982126"/>
                  </a:lnTo>
                  <a:lnTo>
                    <a:pt x="1106391" y="975983"/>
                  </a:lnTo>
                  <a:lnTo>
                    <a:pt x="1107051" y="973996"/>
                  </a:lnTo>
                  <a:lnTo>
                    <a:pt x="1107712" y="975228"/>
                  </a:lnTo>
                  <a:lnTo>
                    <a:pt x="1108372" y="957109"/>
                  </a:lnTo>
                  <a:lnTo>
                    <a:pt x="1109033" y="950117"/>
                  </a:lnTo>
                  <a:lnTo>
                    <a:pt x="1109693" y="956860"/>
                  </a:lnTo>
                  <a:lnTo>
                    <a:pt x="1110354" y="956860"/>
                  </a:lnTo>
                  <a:lnTo>
                    <a:pt x="1111015" y="981851"/>
                  </a:lnTo>
                  <a:lnTo>
                    <a:pt x="1111675" y="998832"/>
                  </a:lnTo>
                  <a:lnTo>
                    <a:pt x="1112336" y="1002338"/>
                  </a:lnTo>
                  <a:lnTo>
                    <a:pt x="1112996" y="994655"/>
                  </a:lnTo>
                  <a:lnTo>
                    <a:pt x="1113657" y="1014405"/>
                  </a:lnTo>
                  <a:lnTo>
                    <a:pt x="1114317" y="989902"/>
                  </a:lnTo>
                  <a:lnTo>
                    <a:pt x="1114978" y="977766"/>
                  </a:lnTo>
                  <a:lnTo>
                    <a:pt x="1115638" y="994702"/>
                  </a:lnTo>
                  <a:lnTo>
                    <a:pt x="1116299" y="994104"/>
                  </a:lnTo>
                  <a:lnTo>
                    <a:pt x="1116959" y="990272"/>
                  </a:lnTo>
                  <a:lnTo>
                    <a:pt x="1117620" y="987699"/>
                  </a:lnTo>
                  <a:lnTo>
                    <a:pt x="1118280" y="990272"/>
                  </a:lnTo>
                  <a:lnTo>
                    <a:pt x="1118941" y="983304"/>
                  </a:lnTo>
                  <a:lnTo>
                    <a:pt x="1119601" y="972656"/>
                  </a:lnTo>
                  <a:lnTo>
                    <a:pt x="1120262" y="981657"/>
                  </a:lnTo>
                  <a:lnTo>
                    <a:pt x="1120922" y="993858"/>
                  </a:lnTo>
                  <a:lnTo>
                    <a:pt x="1121583" y="995727"/>
                  </a:lnTo>
                  <a:lnTo>
                    <a:pt x="1122244" y="976809"/>
                  </a:lnTo>
                  <a:lnTo>
                    <a:pt x="1122904" y="966668"/>
                  </a:lnTo>
                  <a:lnTo>
                    <a:pt x="1123565" y="978135"/>
                  </a:lnTo>
                  <a:lnTo>
                    <a:pt x="1124225" y="982909"/>
                  </a:lnTo>
                  <a:lnTo>
                    <a:pt x="1124886" y="966668"/>
                  </a:lnTo>
                  <a:lnTo>
                    <a:pt x="1125546" y="962359"/>
                  </a:lnTo>
                  <a:lnTo>
                    <a:pt x="1126207" y="953377"/>
                  </a:lnTo>
                  <a:lnTo>
                    <a:pt x="1126867" y="970948"/>
                  </a:lnTo>
                  <a:lnTo>
                    <a:pt x="1127528" y="996325"/>
                  </a:lnTo>
                  <a:lnTo>
                    <a:pt x="1128188" y="1010647"/>
                  </a:lnTo>
                  <a:lnTo>
                    <a:pt x="1128849" y="1015002"/>
                  </a:lnTo>
                  <a:lnTo>
                    <a:pt x="1129509" y="1022922"/>
                  </a:lnTo>
                  <a:lnTo>
                    <a:pt x="1130170" y="999662"/>
                  </a:lnTo>
                  <a:lnTo>
                    <a:pt x="1130830" y="1000787"/>
                  </a:lnTo>
                  <a:lnTo>
                    <a:pt x="1131491" y="1015846"/>
                  </a:lnTo>
                  <a:lnTo>
                    <a:pt x="1132152" y="1018482"/>
                  </a:lnTo>
                  <a:lnTo>
                    <a:pt x="1132812" y="1009177"/>
                  </a:lnTo>
                  <a:lnTo>
                    <a:pt x="1133473" y="1000883"/>
                  </a:lnTo>
                  <a:lnTo>
                    <a:pt x="1134133" y="992312"/>
                  </a:lnTo>
                  <a:lnTo>
                    <a:pt x="1134794" y="993779"/>
                  </a:lnTo>
                  <a:lnTo>
                    <a:pt x="1135454" y="1007223"/>
                  </a:lnTo>
                  <a:lnTo>
                    <a:pt x="1136115" y="1006385"/>
                  </a:lnTo>
                  <a:lnTo>
                    <a:pt x="1136775" y="988172"/>
                  </a:lnTo>
                  <a:lnTo>
                    <a:pt x="1137436" y="989639"/>
                  </a:lnTo>
                  <a:lnTo>
                    <a:pt x="1138096" y="993440"/>
                  </a:lnTo>
                  <a:lnTo>
                    <a:pt x="1138757" y="1016676"/>
                  </a:lnTo>
                  <a:lnTo>
                    <a:pt x="1139417" y="1012474"/>
                  </a:lnTo>
                  <a:lnTo>
                    <a:pt x="1140078" y="992634"/>
                  </a:lnTo>
                  <a:lnTo>
                    <a:pt x="1140738" y="991790"/>
                  </a:lnTo>
                  <a:lnTo>
                    <a:pt x="1141399" y="994008"/>
                  </a:lnTo>
                  <a:lnTo>
                    <a:pt x="1142060" y="992634"/>
                  </a:lnTo>
                  <a:lnTo>
                    <a:pt x="1142720" y="984744"/>
                  </a:lnTo>
                  <a:lnTo>
                    <a:pt x="1143381" y="980250"/>
                  </a:lnTo>
                  <a:lnTo>
                    <a:pt x="1144041" y="996743"/>
                  </a:lnTo>
                  <a:lnTo>
                    <a:pt x="1144702" y="1009922"/>
                  </a:lnTo>
                  <a:lnTo>
                    <a:pt x="1145362" y="985209"/>
                  </a:lnTo>
                  <a:lnTo>
                    <a:pt x="1146023" y="981839"/>
                  </a:lnTo>
                  <a:lnTo>
                    <a:pt x="1146683" y="991509"/>
                  </a:lnTo>
                  <a:lnTo>
                    <a:pt x="1147344" y="981839"/>
                  </a:lnTo>
                  <a:lnTo>
                    <a:pt x="1148004" y="994433"/>
                  </a:lnTo>
                  <a:lnTo>
                    <a:pt x="1148665" y="1000185"/>
                  </a:lnTo>
                  <a:lnTo>
                    <a:pt x="1149325" y="991576"/>
                  </a:lnTo>
                  <a:lnTo>
                    <a:pt x="1149986" y="985547"/>
                  </a:lnTo>
                  <a:lnTo>
                    <a:pt x="1150646" y="977254"/>
                  </a:lnTo>
                  <a:lnTo>
                    <a:pt x="1151307" y="980272"/>
                  </a:lnTo>
                  <a:lnTo>
                    <a:pt x="1151967" y="971786"/>
                  </a:lnTo>
                  <a:lnTo>
                    <a:pt x="1152628" y="986443"/>
                  </a:lnTo>
                  <a:lnTo>
                    <a:pt x="1153289" y="988242"/>
                  </a:lnTo>
                  <a:lnTo>
                    <a:pt x="1153949" y="991912"/>
                  </a:lnTo>
                  <a:lnTo>
                    <a:pt x="1154610" y="993350"/>
                  </a:lnTo>
                  <a:lnTo>
                    <a:pt x="1155270" y="1010944"/>
                  </a:lnTo>
                  <a:lnTo>
                    <a:pt x="1155931" y="985492"/>
                  </a:lnTo>
                  <a:lnTo>
                    <a:pt x="1156591" y="988135"/>
                  </a:lnTo>
                  <a:lnTo>
                    <a:pt x="1157252" y="978010"/>
                  </a:lnTo>
                  <a:lnTo>
                    <a:pt x="1157912" y="976576"/>
                  </a:lnTo>
                  <a:lnTo>
                    <a:pt x="1158573" y="998278"/>
                  </a:lnTo>
                  <a:lnTo>
                    <a:pt x="1159233" y="1018962"/>
                  </a:lnTo>
                  <a:lnTo>
                    <a:pt x="1159894" y="1006766"/>
                  </a:lnTo>
                  <a:lnTo>
                    <a:pt x="1160554" y="1013782"/>
                  </a:lnTo>
                  <a:lnTo>
                    <a:pt x="1161215" y="1012203"/>
                  </a:lnTo>
                  <a:lnTo>
                    <a:pt x="1161875" y="996158"/>
                  </a:lnTo>
                  <a:lnTo>
                    <a:pt x="1162536" y="976874"/>
                  </a:lnTo>
                  <a:lnTo>
                    <a:pt x="1163197" y="979630"/>
                  </a:lnTo>
                  <a:lnTo>
                    <a:pt x="1163857" y="954544"/>
                  </a:lnTo>
                  <a:lnTo>
                    <a:pt x="1164518" y="966176"/>
                  </a:lnTo>
                  <a:lnTo>
                    <a:pt x="1165178" y="962879"/>
                  </a:lnTo>
                  <a:lnTo>
                    <a:pt x="1165839" y="944122"/>
                  </a:lnTo>
                  <a:lnTo>
                    <a:pt x="1166499" y="957882"/>
                  </a:lnTo>
                  <a:lnTo>
                    <a:pt x="1167160" y="946969"/>
                  </a:lnTo>
                  <a:lnTo>
                    <a:pt x="1167820" y="918642"/>
                  </a:lnTo>
                  <a:lnTo>
                    <a:pt x="1168481" y="916042"/>
                  </a:lnTo>
                  <a:lnTo>
                    <a:pt x="1169141" y="901690"/>
                  </a:lnTo>
                  <a:lnTo>
                    <a:pt x="1169802" y="829103"/>
                  </a:lnTo>
                  <a:lnTo>
                    <a:pt x="1170462" y="814980"/>
                  </a:lnTo>
                  <a:lnTo>
                    <a:pt x="1171123" y="820771"/>
                  </a:lnTo>
                  <a:lnTo>
                    <a:pt x="1171783" y="814850"/>
                  </a:lnTo>
                  <a:lnTo>
                    <a:pt x="1172444" y="818038"/>
                  </a:lnTo>
                  <a:lnTo>
                    <a:pt x="1173105" y="855601"/>
                  </a:lnTo>
                  <a:lnTo>
                    <a:pt x="1173765" y="873997"/>
                  </a:lnTo>
                  <a:lnTo>
                    <a:pt x="1174426" y="916534"/>
                  </a:lnTo>
                  <a:lnTo>
                    <a:pt x="1175086" y="955419"/>
                  </a:lnTo>
                  <a:lnTo>
                    <a:pt x="1175747" y="958280"/>
                  </a:lnTo>
                  <a:lnTo>
                    <a:pt x="1176407" y="983468"/>
                  </a:lnTo>
                  <a:lnTo>
                    <a:pt x="1177068" y="984489"/>
                  </a:lnTo>
                  <a:lnTo>
                    <a:pt x="1177728" y="986276"/>
                  </a:lnTo>
                  <a:lnTo>
                    <a:pt x="1178389" y="1009622"/>
                  </a:lnTo>
                  <a:lnTo>
                    <a:pt x="1179049" y="1010405"/>
                  </a:lnTo>
                  <a:lnTo>
                    <a:pt x="1179710" y="1013350"/>
                  </a:lnTo>
                  <a:lnTo>
                    <a:pt x="1180370" y="958596"/>
                  </a:lnTo>
                  <a:lnTo>
                    <a:pt x="1181031" y="951965"/>
                  </a:lnTo>
                  <a:lnTo>
                    <a:pt x="1181691" y="1009991"/>
                  </a:lnTo>
                  <a:lnTo>
                    <a:pt x="1182352" y="1022289"/>
                  </a:lnTo>
                  <a:lnTo>
                    <a:pt x="1183013" y="1017151"/>
                  </a:lnTo>
                  <a:lnTo>
                    <a:pt x="1183673" y="981581"/>
                  </a:lnTo>
                  <a:lnTo>
                    <a:pt x="1184334" y="954718"/>
                  </a:lnTo>
                  <a:lnTo>
                    <a:pt x="1184994" y="958830"/>
                  </a:lnTo>
                  <a:lnTo>
                    <a:pt x="1185655" y="985215"/>
                  </a:lnTo>
                  <a:lnTo>
                    <a:pt x="1186315" y="962405"/>
                  </a:lnTo>
                  <a:lnTo>
                    <a:pt x="1186976" y="977322"/>
                  </a:lnTo>
                  <a:lnTo>
                    <a:pt x="1187636" y="973611"/>
                  </a:lnTo>
                  <a:lnTo>
                    <a:pt x="1188297" y="919153"/>
                  </a:lnTo>
                  <a:lnTo>
                    <a:pt x="1188957" y="906324"/>
                  </a:lnTo>
                  <a:lnTo>
                    <a:pt x="1189618" y="882698"/>
                  </a:lnTo>
                  <a:lnTo>
                    <a:pt x="1190278" y="863202"/>
                  </a:lnTo>
                  <a:lnTo>
                    <a:pt x="1190939" y="832784"/>
                  </a:lnTo>
                  <a:lnTo>
                    <a:pt x="1191599" y="851994"/>
                  </a:lnTo>
                  <a:lnTo>
                    <a:pt x="1192260" y="852613"/>
                  </a:lnTo>
                  <a:lnTo>
                    <a:pt x="1192920" y="889288"/>
                  </a:lnTo>
                  <a:lnTo>
                    <a:pt x="1193581" y="806326"/>
                  </a:lnTo>
                  <a:lnTo>
                    <a:pt x="1194242" y="815980"/>
                  </a:lnTo>
                  <a:lnTo>
                    <a:pt x="1194902" y="825680"/>
                  </a:lnTo>
                  <a:lnTo>
                    <a:pt x="1195563" y="823786"/>
                  </a:lnTo>
                  <a:lnTo>
                    <a:pt x="1196223" y="837681"/>
                  </a:lnTo>
                  <a:lnTo>
                    <a:pt x="1196884" y="837475"/>
                  </a:lnTo>
                  <a:lnTo>
                    <a:pt x="1197544" y="838280"/>
                  </a:lnTo>
                  <a:lnTo>
                    <a:pt x="1198205" y="842478"/>
                  </a:lnTo>
                  <a:lnTo>
                    <a:pt x="1198865" y="837345"/>
                  </a:lnTo>
                  <a:lnTo>
                    <a:pt x="1199526" y="828194"/>
                  </a:lnTo>
                  <a:lnTo>
                    <a:pt x="1200186" y="862712"/>
                  </a:lnTo>
                  <a:lnTo>
                    <a:pt x="1200847" y="935330"/>
                  </a:lnTo>
                  <a:lnTo>
                    <a:pt x="1201507" y="929715"/>
                  </a:lnTo>
                  <a:lnTo>
                    <a:pt x="1202168" y="912631"/>
                  </a:lnTo>
                  <a:lnTo>
                    <a:pt x="1202828" y="975464"/>
                  </a:lnTo>
                  <a:lnTo>
                    <a:pt x="1203489" y="986266"/>
                  </a:lnTo>
                  <a:lnTo>
                    <a:pt x="1204150" y="942343"/>
                  </a:lnTo>
                  <a:lnTo>
                    <a:pt x="1204810" y="958774"/>
                  </a:lnTo>
                  <a:lnTo>
                    <a:pt x="1205471" y="963185"/>
                  </a:lnTo>
                  <a:lnTo>
                    <a:pt x="1206131" y="939495"/>
                  </a:lnTo>
                  <a:lnTo>
                    <a:pt x="1206792" y="929109"/>
                  </a:lnTo>
                  <a:lnTo>
                    <a:pt x="1207452" y="936416"/>
                  </a:lnTo>
                  <a:lnTo>
                    <a:pt x="1208113" y="965879"/>
                  </a:lnTo>
                  <a:lnTo>
                    <a:pt x="1208773" y="976294"/>
                  </a:lnTo>
                  <a:lnTo>
                    <a:pt x="1209434" y="951973"/>
                  </a:lnTo>
                  <a:lnTo>
                    <a:pt x="1210094" y="954781"/>
                  </a:lnTo>
                  <a:lnTo>
                    <a:pt x="1210755" y="956476"/>
                  </a:lnTo>
                  <a:lnTo>
                    <a:pt x="1211415" y="994065"/>
                  </a:lnTo>
                  <a:lnTo>
                    <a:pt x="1212076" y="994065"/>
                  </a:lnTo>
                  <a:lnTo>
                    <a:pt x="1212736" y="946337"/>
                  </a:lnTo>
                  <a:lnTo>
                    <a:pt x="1213397" y="959411"/>
                  </a:lnTo>
                  <a:lnTo>
                    <a:pt x="1214058" y="998715"/>
                  </a:lnTo>
                  <a:lnTo>
                    <a:pt x="1214718" y="976191"/>
                  </a:lnTo>
                  <a:lnTo>
                    <a:pt x="1215379" y="966381"/>
                  </a:lnTo>
                  <a:lnTo>
                    <a:pt x="1216039" y="950118"/>
                  </a:lnTo>
                  <a:lnTo>
                    <a:pt x="1216700" y="950537"/>
                  </a:lnTo>
                  <a:lnTo>
                    <a:pt x="1217360" y="944257"/>
                  </a:lnTo>
                  <a:lnTo>
                    <a:pt x="1218021" y="934734"/>
                  </a:lnTo>
                  <a:lnTo>
                    <a:pt x="1218681" y="941081"/>
                  </a:lnTo>
                  <a:lnTo>
                    <a:pt x="1219342" y="946751"/>
                  </a:lnTo>
                  <a:lnTo>
                    <a:pt x="1220002" y="961808"/>
                  </a:lnTo>
                  <a:lnTo>
                    <a:pt x="1220663" y="911152"/>
                  </a:lnTo>
                  <a:lnTo>
                    <a:pt x="1221323" y="916787"/>
                  </a:lnTo>
                  <a:lnTo>
                    <a:pt x="1221984" y="907921"/>
                  </a:lnTo>
                  <a:lnTo>
                    <a:pt x="1222644" y="903590"/>
                  </a:lnTo>
                  <a:lnTo>
                    <a:pt x="1223305" y="887612"/>
                  </a:lnTo>
                  <a:lnTo>
                    <a:pt x="1223965" y="902130"/>
                  </a:lnTo>
                  <a:lnTo>
                    <a:pt x="1224626" y="890325"/>
                  </a:lnTo>
                  <a:lnTo>
                    <a:pt x="1225287" y="931255"/>
                  </a:lnTo>
                  <a:lnTo>
                    <a:pt x="1225947" y="998830"/>
                  </a:lnTo>
                  <a:lnTo>
                    <a:pt x="1226608" y="1022190"/>
                  </a:lnTo>
                  <a:lnTo>
                    <a:pt x="1227268" y="986927"/>
                  </a:lnTo>
                  <a:lnTo>
                    <a:pt x="1227929" y="963510"/>
                  </a:lnTo>
                  <a:lnTo>
                    <a:pt x="1228589" y="962465"/>
                  </a:lnTo>
                  <a:lnTo>
                    <a:pt x="1229250" y="986968"/>
                  </a:lnTo>
                  <a:lnTo>
                    <a:pt x="1229910" y="977930"/>
                  </a:lnTo>
                  <a:lnTo>
                    <a:pt x="1230571" y="983335"/>
                  </a:lnTo>
                  <a:lnTo>
                    <a:pt x="1231231" y="943536"/>
                  </a:lnTo>
                  <a:lnTo>
                    <a:pt x="1231892" y="939640"/>
                  </a:lnTo>
                  <a:lnTo>
                    <a:pt x="1232552" y="950150"/>
                  </a:lnTo>
                  <a:lnTo>
                    <a:pt x="1233213" y="942977"/>
                  </a:lnTo>
                  <a:lnTo>
                    <a:pt x="1233873" y="944387"/>
                  </a:lnTo>
                  <a:lnTo>
                    <a:pt x="1234534" y="968150"/>
                  </a:lnTo>
                  <a:lnTo>
                    <a:pt x="1235195" y="969395"/>
                  </a:lnTo>
                  <a:lnTo>
                    <a:pt x="1235855" y="964457"/>
                  </a:lnTo>
                  <a:lnTo>
                    <a:pt x="1236516" y="1001063"/>
                  </a:lnTo>
                  <a:lnTo>
                    <a:pt x="1237176" y="1000681"/>
                  </a:lnTo>
                  <a:lnTo>
                    <a:pt x="1237837" y="989474"/>
                  </a:lnTo>
                  <a:lnTo>
                    <a:pt x="1238497" y="1036903"/>
                  </a:lnTo>
                  <a:lnTo>
                    <a:pt x="1239158" y="1036615"/>
                  </a:lnTo>
                  <a:lnTo>
                    <a:pt x="1239818" y="1036615"/>
                  </a:lnTo>
                  <a:lnTo>
                    <a:pt x="1240479" y="1019236"/>
                  </a:lnTo>
                  <a:lnTo>
                    <a:pt x="1241139" y="1000672"/>
                  </a:lnTo>
                  <a:lnTo>
                    <a:pt x="1241800" y="1021718"/>
                  </a:lnTo>
                  <a:lnTo>
                    <a:pt x="1242460" y="989146"/>
                  </a:lnTo>
                  <a:lnTo>
                    <a:pt x="1243121" y="980326"/>
                  </a:lnTo>
                  <a:lnTo>
                    <a:pt x="1243781" y="989036"/>
                  </a:lnTo>
                  <a:lnTo>
                    <a:pt x="1244442" y="933218"/>
                  </a:lnTo>
                  <a:lnTo>
                    <a:pt x="1245103" y="913860"/>
                  </a:lnTo>
                  <a:lnTo>
                    <a:pt x="1245763" y="916882"/>
                  </a:lnTo>
                  <a:lnTo>
                    <a:pt x="1246424" y="939009"/>
                  </a:lnTo>
                  <a:lnTo>
                    <a:pt x="1247084" y="923278"/>
                  </a:lnTo>
                  <a:lnTo>
                    <a:pt x="1247745" y="913278"/>
                  </a:lnTo>
                  <a:lnTo>
                    <a:pt x="1248405" y="956536"/>
                  </a:lnTo>
                  <a:lnTo>
                    <a:pt x="1249066" y="957657"/>
                  </a:lnTo>
                  <a:lnTo>
                    <a:pt x="1249726" y="958875"/>
                  </a:lnTo>
                  <a:lnTo>
                    <a:pt x="1250387" y="957908"/>
                  </a:lnTo>
                  <a:lnTo>
                    <a:pt x="1251047" y="950757"/>
                  </a:lnTo>
                  <a:lnTo>
                    <a:pt x="1251708" y="946371"/>
                  </a:lnTo>
                  <a:lnTo>
                    <a:pt x="1252368" y="949212"/>
                  </a:lnTo>
                  <a:lnTo>
                    <a:pt x="1253029" y="948627"/>
                  </a:lnTo>
                  <a:lnTo>
                    <a:pt x="1253689" y="953878"/>
                  </a:lnTo>
                  <a:lnTo>
                    <a:pt x="1254350" y="955432"/>
                  </a:lnTo>
                  <a:lnTo>
                    <a:pt x="1255011" y="958212"/>
                  </a:lnTo>
                  <a:lnTo>
                    <a:pt x="1255671" y="936978"/>
                  </a:lnTo>
                  <a:lnTo>
                    <a:pt x="1256332" y="937033"/>
                  </a:lnTo>
                  <a:lnTo>
                    <a:pt x="1256992" y="936061"/>
                  </a:lnTo>
                  <a:lnTo>
                    <a:pt x="1257653" y="959708"/>
                  </a:lnTo>
                  <a:lnTo>
                    <a:pt x="1258313" y="944613"/>
                  </a:lnTo>
                  <a:lnTo>
                    <a:pt x="1258974" y="925533"/>
                  </a:lnTo>
                  <a:lnTo>
                    <a:pt x="1259634" y="940526"/>
                  </a:lnTo>
                  <a:lnTo>
                    <a:pt x="1260295" y="956370"/>
                  </a:lnTo>
                  <a:lnTo>
                    <a:pt x="1260955" y="954309"/>
                  </a:lnTo>
                  <a:lnTo>
                    <a:pt x="1261616" y="958964"/>
                  </a:lnTo>
                  <a:lnTo>
                    <a:pt x="1262276" y="920570"/>
                  </a:lnTo>
                  <a:lnTo>
                    <a:pt x="1262937" y="890575"/>
                  </a:lnTo>
                  <a:lnTo>
                    <a:pt x="1263597" y="869282"/>
                  </a:lnTo>
                  <a:lnTo>
                    <a:pt x="1264258" y="860418"/>
                  </a:lnTo>
                  <a:lnTo>
                    <a:pt x="1264918" y="849776"/>
                  </a:lnTo>
                  <a:lnTo>
                    <a:pt x="1265579" y="817704"/>
                  </a:lnTo>
                  <a:lnTo>
                    <a:pt x="1266240" y="764563"/>
                  </a:lnTo>
                  <a:lnTo>
                    <a:pt x="1266900" y="756989"/>
                  </a:lnTo>
                  <a:lnTo>
                    <a:pt x="1267561" y="750641"/>
                  </a:lnTo>
                  <a:lnTo>
                    <a:pt x="1268221" y="801721"/>
                  </a:lnTo>
                  <a:lnTo>
                    <a:pt x="1268882" y="841092"/>
                  </a:lnTo>
                  <a:lnTo>
                    <a:pt x="1269542" y="850140"/>
                  </a:lnTo>
                  <a:lnTo>
                    <a:pt x="1270203" y="874754"/>
                  </a:lnTo>
                  <a:lnTo>
                    <a:pt x="1270863" y="889168"/>
                  </a:lnTo>
                  <a:lnTo>
                    <a:pt x="1271524" y="894902"/>
                  </a:lnTo>
                  <a:lnTo>
                    <a:pt x="1272184" y="915003"/>
                  </a:lnTo>
                  <a:lnTo>
                    <a:pt x="1272845" y="909835"/>
                  </a:lnTo>
                  <a:lnTo>
                    <a:pt x="1273505" y="883955"/>
                  </a:lnTo>
                  <a:lnTo>
                    <a:pt x="1274166" y="879842"/>
                  </a:lnTo>
                  <a:lnTo>
                    <a:pt x="1274826" y="890713"/>
                  </a:lnTo>
                  <a:lnTo>
                    <a:pt x="1275487" y="911812"/>
                  </a:lnTo>
                  <a:lnTo>
                    <a:pt x="1276148" y="910586"/>
                  </a:lnTo>
                  <a:lnTo>
                    <a:pt x="1276808" y="913756"/>
                  </a:lnTo>
                  <a:lnTo>
                    <a:pt x="1277469" y="901102"/>
                  </a:lnTo>
                  <a:lnTo>
                    <a:pt x="1278129" y="920068"/>
                  </a:lnTo>
                  <a:lnTo>
                    <a:pt x="1278790" y="907213"/>
                  </a:lnTo>
                  <a:lnTo>
                    <a:pt x="1279450" y="902064"/>
                  </a:lnTo>
                  <a:lnTo>
                    <a:pt x="1280111" y="900996"/>
                  </a:lnTo>
                  <a:lnTo>
                    <a:pt x="1280771" y="907223"/>
                  </a:lnTo>
                  <a:lnTo>
                    <a:pt x="1281432" y="896418"/>
                  </a:lnTo>
                  <a:lnTo>
                    <a:pt x="1282092" y="899819"/>
                  </a:lnTo>
                  <a:lnTo>
                    <a:pt x="1282753" y="874652"/>
                  </a:lnTo>
                  <a:lnTo>
                    <a:pt x="1283413" y="870377"/>
                  </a:lnTo>
                  <a:lnTo>
                    <a:pt x="1284074" y="883117"/>
                  </a:lnTo>
                  <a:lnTo>
                    <a:pt x="1284734" y="900968"/>
                  </a:lnTo>
                  <a:lnTo>
                    <a:pt x="1285395" y="888929"/>
                  </a:lnTo>
                  <a:lnTo>
                    <a:pt x="1286056" y="890050"/>
                  </a:lnTo>
                  <a:lnTo>
                    <a:pt x="1286716" y="923403"/>
                  </a:lnTo>
                  <a:lnTo>
                    <a:pt x="1287377" y="912646"/>
                  </a:lnTo>
                  <a:lnTo>
                    <a:pt x="1288037" y="892808"/>
                  </a:lnTo>
                  <a:lnTo>
                    <a:pt x="1288698" y="892672"/>
                  </a:lnTo>
                  <a:lnTo>
                    <a:pt x="1289358" y="870498"/>
                  </a:lnTo>
                  <a:lnTo>
                    <a:pt x="1290019" y="833568"/>
                  </a:lnTo>
                  <a:lnTo>
                    <a:pt x="1290679" y="847590"/>
                  </a:lnTo>
                  <a:lnTo>
                    <a:pt x="1291340" y="893808"/>
                  </a:lnTo>
                  <a:lnTo>
                    <a:pt x="1292000" y="920345"/>
                  </a:lnTo>
                  <a:lnTo>
                    <a:pt x="1292661" y="933769"/>
                  </a:lnTo>
                  <a:lnTo>
                    <a:pt x="1293321" y="953338"/>
                  </a:lnTo>
                  <a:lnTo>
                    <a:pt x="1293982" y="917819"/>
                  </a:lnTo>
                  <a:lnTo>
                    <a:pt x="1294642" y="866569"/>
                  </a:lnTo>
                  <a:lnTo>
                    <a:pt x="1295303" y="837491"/>
                  </a:lnTo>
                  <a:lnTo>
                    <a:pt x="1295963" y="850389"/>
                  </a:lnTo>
                  <a:lnTo>
                    <a:pt x="1296624" y="840409"/>
                  </a:lnTo>
                  <a:lnTo>
                    <a:pt x="1297285" y="826717"/>
                  </a:lnTo>
                  <a:lnTo>
                    <a:pt x="1297945" y="806412"/>
                  </a:lnTo>
                  <a:lnTo>
                    <a:pt x="1298606" y="785546"/>
                  </a:lnTo>
                  <a:lnTo>
                    <a:pt x="1299266" y="759409"/>
                  </a:lnTo>
                  <a:lnTo>
                    <a:pt x="1299927" y="770285"/>
                  </a:lnTo>
                  <a:lnTo>
                    <a:pt x="1300587" y="765485"/>
                  </a:lnTo>
                  <a:lnTo>
                    <a:pt x="1301248" y="764673"/>
                  </a:lnTo>
                  <a:lnTo>
                    <a:pt x="1301908" y="797537"/>
                  </a:lnTo>
                  <a:lnTo>
                    <a:pt x="1302569" y="770038"/>
                  </a:lnTo>
                  <a:lnTo>
                    <a:pt x="1303229" y="769622"/>
                  </a:lnTo>
                  <a:lnTo>
                    <a:pt x="1303890" y="750156"/>
                  </a:lnTo>
                  <a:lnTo>
                    <a:pt x="1304550" y="744242"/>
                  </a:lnTo>
                  <a:lnTo>
                    <a:pt x="1305211" y="754497"/>
                  </a:lnTo>
                  <a:lnTo>
                    <a:pt x="1305871" y="761358"/>
                  </a:lnTo>
                  <a:lnTo>
                    <a:pt x="1306532" y="767840"/>
                  </a:lnTo>
                  <a:lnTo>
                    <a:pt x="1307193" y="759552"/>
                  </a:lnTo>
                  <a:lnTo>
                    <a:pt x="1307853" y="781410"/>
                  </a:lnTo>
                  <a:lnTo>
                    <a:pt x="1308514" y="803430"/>
                  </a:lnTo>
                  <a:lnTo>
                    <a:pt x="1309174" y="812217"/>
                  </a:lnTo>
                  <a:lnTo>
                    <a:pt x="1309835" y="811747"/>
                  </a:lnTo>
                  <a:lnTo>
                    <a:pt x="1310495" y="789477"/>
                  </a:lnTo>
                  <a:lnTo>
                    <a:pt x="1311156" y="797899"/>
                  </a:lnTo>
                  <a:lnTo>
                    <a:pt x="1311816" y="818377"/>
                  </a:lnTo>
                  <a:lnTo>
                    <a:pt x="1312477" y="836549"/>
                  </a:lnTo>
                  <a:lnTo>
                    <a:pt x="1313137" y="833360"/>
                  </a:lnTo>
                  <a:lnTo>
                    <a:pt x="1313798" y="865357"/>
                  </a:lnTo>
                  <a:lnTo>
                    <a:pt x="1314458" y="864809"/>
                  </a:lnTo>
                  <a:lnTo>
                    <a:pt x="1315119" y="861549"/>
                  </a:lnTo>
                  <a:lnTo>
                    <a:pt x="1315779" y="886251"/>
                  </a:lnTo>
                  <a:lnTo>
                    <a:pt x="1316440" y="864701"/>
                  </a:lnTo>
                  <a:lnTo>
                    <a:pt x="1317101" y="852390"/>
                  </a:lnTo>
                  <a:lnTo>
                    <a:pt x="1317761" y="811541"/>
                  </a:lnTo>
                  <a:lnTo>
                    <a:pt x="1318422" y="785382"/>
                  </a:lnTo>
                  <a:lnTo>
                    <a:pt x="1319082" y="758888"/>
                  </a:lnTo>
                  <a:lnTo>
                    <a:pt x="1319743" y="746614"/>
                  </a:lnTo>
                  <a:lnTo>
                    <a:pt x="1320403" y="748662"/>
                  </a:lnTo>
                  <a:lnTo>
                    <a:pt x="1321064" y="730388"/>
                  </a:lnTo>
                  <a:lnTo>
                    <a:pt x="1321724" y="749798"/>
                  </a:lnTo>
                  <a:lnTo>
                    <a:pt x="1322385" y="733463"/>
                  </a:lnTo>
                  <a:lnTo>
                    <a:pt x="1323045" y="727702"/>
                  </a:lnTo>
                  <a:lnTo>
                    <a:pt x="1323706" y="705086"/>
                  </a:lnTo>
                  <a:lnTo>
                    <a:pt x="1324366" y="717709"/>
                  </a:lnTo>
                  <a:lnTo>
                    <a:pt x="1325027" y="717709"/>
                  </a:lnTo>
                  <a:lnTo>
                    <a:pt x="1325687" y="711057"/>
                  </a:lnTo>
                  <a:lnTo>
                    <a:pt x="1326348" y="755038"/>
                  </a:lnTo>
                  <a:lnTo>
                    <a:pt x="1327009" y="769179"/>
                  </a:lnTo>
                  <a:lnTo>
                    <a:pt x="1327669" y="728561"/>
                  </a:lnTo>
                  <a:lnTo>
                    <a:pt x="1328330" y="726506"/>
                  </a:lnTo>
                  <a:lnTo>
                    <a:pt x="1328990" y="767045"/>
                  </a:lnTo>
                  <a:lnTo>
                    <a:pt x="1329651" y="774735"/>
                  </a:lnTo>
                  <a:lnTo>
                    <a:pt x="1330311" y="829614"/>
                  </a:lnTo>
                  <a:lnTo>
                    <a:pt x="1330972" y="876771"/>
                  </a:lnTo>
                  <a:lnTo>
                    <a:pt x="1331632" y="874678"/>
                  </a:lnTo>
                  <a:lnTo>
                    <a:pt x="1332293" y="875639"/>
                  </a:lnTo>
                  <a:lnTo>
                    <a:pt x="1332953" y="878978"/>
                  </a:lnTo>
                  <a:lnTo>
                    <a:pt x="1333614" y="898975"/>
                  </a:lnTo>
                  <a:lnTo>
                    <a:pt x="1334274" y="921702"/>
                  </a:lnTo>
                  <a:lnTo>
                    <a:pt x="1334935" y="969810"/>
                  </a:lnTo>
                  <a:lnTo>
                    <a:pt x="1335595" y="936014"/>
                  </a:lnTo>
                  <a:lnTo>
                    <a:pt x="1336256" y="898489"/>
                  </a:lnTo>
                  <a:lnTo>
                    <a:pt x="1336916" y="897241"/>
                  </a:lnTo>
                  <a:lnTo>
                    <a:pt x="1337577" y="898870"/>
                  </a:lnTo>
                  <a:lnTo>
                    <a:pt x="1338238" y="869617"/>
                  </a:lnTo>
                  <a:lnTo>
                    <a:pt x="1338898" y="862442"/>
                  </a:lnTo>
                  <a:lnTo>
                    <a:pt x="1339559" y="853461"/>
                  </a:lnTo>
                  <a:lnTo>
                    <a:pt x="1340219" y="830710"/>
                  </a:lnTo>
                  <a:lnTo>
                    <a:pt x="1340880" y="799354"/>
                  </a:lnTo>
                  <a:lnTo>
                    <a:pt x="1341540" y="803044"/>
                  </a:lnTo>
                  <a:lnTo>
                    <a:pt x="1342201" y="768262"/>
                  </a:lnTo>
                  <a:lnTo>
                    <a:pt x="1342861" y="755451"/>
                  </a:lnTo>
                  <a:lnTo>
                    <a:pt x="1343522" y="734333"/>
                  </a:lnTo>
                  <a:lnTo>
                    <a:pt x="1344182" y="713504"/>
                  </a:lnTo>
                  <a:lnTo>
                    <a:pt x="1344843" y="715322"/>
                  </a:lnTo>
                  <a:lnTo>
                    <a:pt x="1345503" y="743692"/>
                  </a:lnTo>
                  <a:lnTo>
                    <a:pt x="1346164" y="718977"/>
                  </a:lnTo>
                  <a:lnTo>
                    <a:pt x="1346824" y="706765"/>
                  </a:lnTo>
                  <a:lnTo>
                    <a:pt x="1347485" y="705910"/>
                  </a:lnTo>
                  <a:lnTo>
                    <a:pt x="1348146" y="703423"/>
                  </a:lnTo>
                  <a:lnTo>
                    <a:pt x="1348806" y="704137"/>
                  </a:lnTo>
                  <a:lnTo>
                    <a:pt x="1349467" y="734697"/>
                  </a:lnTo>
                  <a:lnTo>
                    <a:pt x="1350127" y="755427"/>
                  </a:lnTo>
                  <a:lnTo>
                    <a:pt x="1350788" y="743171"/>
                  </a:lnTo>
                  <a:lnTo>
                    <a:pt x="1351448" y="773543"/>
                  </a:lnTo>
                  <a:lnTo>
                    <a:pt x="1352109" y="797733"/>
                  </a:lnTo>
                  <a:lnTo>
                    <a:pt x="1352769" y="817287"/>
                  </a:lnTo>
                  <a:lnTo>
                    <a:pt x="1353430" y="856690"/>
                  </a:lnTo>
                  <a:lnTo>
                    <a:pt x="1354090" y="881091"/>
                  </a:lnTo>
                  <a:lnTo>
                    <a:pt x="1354751" y="881099"/>
                  </a:lnTo>
                  <a:lnTo>
                    <a:pt x="1355411" y="918279"/>
                  </a:lnTo>
                  <a:lnTo>
                    <a:pt x="1356072" y="929670"/>
                  </a:lnTo>
                  <a:lnTo>
                    <a:pt x="1356732" y="898271"/>
                  </a:lnTo>
                  <a:lnTo>
                    <a:pt x="1357393" y="913875"/>
                  </a:lnTo>
                  <a:lnTo>
                    <a:pt x="1358054" y="909990"/>
                  </a:lnTo>
                  <a:lnTo>
                    <a:pt x="1358714" y="910772"/>
                  </a:lnTo>
                  <a:lnTo>
                    <a:pt x="1359375" y="921701"/>
                  </a:lnTo>
                  <a:lnTo>
                    <a:pt x="1360035" y="924966"/>
                  </a:lnTo>
                  <a:lnTo>
                    <a:pt x="1360696" y="912837"/>
                  </a:lnTo>
                  <a:lnTo>
                    <a:pt x="1361356" y="901343"/>
                  </a:lnTo>
                  <a:lnTo>
                    <a:pt x="1362017" y="908283"/>
                  </a:lnTo>
                  <a:lnTo>
                    <a:pt x="1362677" y="912362"/>
                  </a:lnTo>
                  <a:lnTo>
                    <a:pt x="1363338" y="917280"/>
                  </a:lnTo>
                  <a:lnTo>
                    <a:pt x="1363998" y="924204"/>
                  </a:lnTo>
                  <a:lnTo>
                    <a:pt x="1364659" y="939583"/>
                  </a:lnTo>
                  <a:lnTo>
                    <a:pt x="1365319" y="953781"/>
                  </a:lnTo>
                  <a:lnTo>
                    <a:pt x="1365980" y="959245"/>
                  </a:lnTo>
                  <a:lnTo>
                    <a:pt x="1366640" y="945536"/>
                  </a:lnTo>
                  <a:lnTo>
                    <a:pt x="1367301" y="957135"/>
                  </a:lnTo>
                  <a:lnTo>
                    <a:pt x="1367961" y="973776"/>
                  </a:lnTo>
                  <a:lnTo>
                    <a:pt x="1368622" y="1012314"/>
                  </a:lnTo>
                  <a:lnTo>
                    <a:pt x="1369283" y="1008951"/>
                  </a:lnTo>
                  <a:lnTo>
                    <a:pt x="1369943" y="965394"/>
                  </a:lnTo>
                  <a:lnTo>
                    <a:pt x="1370604" y="991587"/>
                  </a:lnTo>
                  <a:lnTo>
                    <a:pt x="1371264" y="956242"/>
                  </a:lnTo>
                  <a:lnTo>
                    <a:pt x="1371925" y="952752"/>
                  </a:lnTo>
                  <a:lnTo>
                    <a:pt x="1372585" y="961858"/>
                  </a:lnTo>
                  <a:lnTo>
                    <a:pt x="1373246" y="951144"/>
                  </a:lnTo>
                  <a:lnTo>
                    <a:pt x="1373906" y="947867"/>
                  </a:lnTo>
                  <a:lnTo>
                    <a:pt x="1374567" y="946457"/>
                  </a:lnTo>
                  <a:lnTo>
                    <a:pt x="1375227" y="931955"/>
                  </a:lnTo>
                  <a:lnTo>
                    <a:pt x="1375888" y="942252"/>
                  </a:lnTo>
                  <a:lnTo>
                    <a:pt x="1376548" y="954139"/>
                  </a:lnTo>
                  <a:lnTo>
                    <a:pt x="1377209" y="952300"/>
                  </a:lnTo>
                  <a:lnTo>
                    <a:pt x="1377869" y="957419"/>
                  </a:lnTo>
                  <a:lnTo>
                    <a:pt x="1378530" y="961661"/>
                  </a:lnTo>
                  <a:lnTo>
                    <a:pt x="1379191" y="952300"/>
                  </a:lnTo>
                  <a:lnTo>
                    <a:pt x="1379851" y="952300"/>
                  </a:lnTo>
                  <a:lnTo>
                    <a:pt x="1380512" y="957300"/>
                  </a:lnTo>
                  <a:lnTo>
                    <a:pt x="1381172" y="949441"/>
                  </a:lnTo>
                  <a:lnTo>
                    <a:pt x="1381833" y="948320"/>
                  </a:lnTo>
                  <a:lnTo>
                    <a:pt x="1382493" y="951495"/>
                  </a:lnTo>
                  <a:lnTo>
                    <a:pt x="1383154" y="933001"/>
                  </a:lnTo>
                  <a:lnTo>
                    <a:pt x="1383814" y="927303"/>
                  </a:lnTo>
                  <a:lnTo>
                    <a:pt x="1384475" y="948685"/>
                  </a:lnTo>
                  <a:lnTo>
                    <a:pt x="1385135" y="968932"/>
                  </a:lnTo>
                  <a:lnTo>
                    <a:pt x="1385796" y="894315"/>
                  </a:lnTo>
                  <a:lnTo>
                    <a:pt x="1386456" y="884112"/>
                  </a:lnTo>
                  <a:lnTo>
                    <a:pt x="1387117" y="885036"/>
                  </a:lnTo>
                  <a:lnTo>
                    <a:pt x="1387777" y="920030"/>
                  </a:lnTo>
                  <a:lnTo>
                    <a:pt x="1388438" y="926572"/>
                  </a:lnTo>
                  <a:lnTo>
                    <a:pt x="1389099" y="942794"/>
                  </a:lnTo>
                  <a:lnTo>
                    <a:pt x="1389759" y="947138"/>
                  </a:lnTo>
                  <a:lnTo>
                    <a:pt x="1390420" y="939248"/>
                  </a:lnTo>
                  <a:lnTo>
                    <a:pt x="1391080" y="919735"/>
                  </a:lnTo>
                  <a:lnTo>
                    <a:pt x="1391741" y="910926"/>
                  </a:lnTo>
                  <a:lnTo>
                    <a:pt x="1392401" y="897003"/>
                  </a:lnTo>
                  <a:lnTo>
                    <a:pt x="1393062" y="897003"/>
                  </a:lnTo>
                  <a:lnTo>
                    <a:pt x="1393722" y="925629"/>
                  </a:lnTo>
                  <a:lnTo>
                    <a:pt x="1394383" y="956046"/>
                  </a:lnTo>
                  <a:lnTo>
                    <a:pt x="1395043" y="980613"/>
                  </a:lnTo>
                  <a:lnTo>
                    <a:pt x="1395704" y="964719"/>
                  </a:lnTo>
                  <a:lnTo>
                    <a:pt x="1396364" y="932216"/>
                  </a:lnTo>
                  <a:lnTo>
                    <a:pt x="1397025" y="984711"/>
                  </a:lnTo>
                  <a:lnTo>
                    <a:pt x="1397685" y="968386"/>
                  </a:lnTo>
                  <a:lnTo>
                    <a:pt x="1398346" y="861452"/>
                  </a:lnTo>
                  <a:lnTo>
                    <a:pt x="1399007" y="836995"/>
                  </a:lnTo>
                  <a:lnTo>
                    <a:pt x="1399667" y="828972"/>
                  </a:lnTo>
                  <a:lnTo>
                    <a:pt x="1400328" y="836981"/>
                  </a:lnTo>
                  <a:lnTo>
                    <a:pt x="1400988" y="926144"/>
                  </a:lnTo>
                  <a:lnTo>
                    <a:pt x="1401649" y="909902"/>
                  </a:lnTo>
                  <a:lnTo>
                    <a:pt x="1402309" y="924802"/>
                  </a:lnTo>
                  <a:lnTo>
                    <a:pt x="1402970" y="966879"/>
                  </a:lnTo>
                  <a:lnTo>
                    <a:pt x="1403630" y="952755"/>
                  </a:lnTo>
                  <a:lnTo>
                    <a:pt x="1404291" y="933726"/>
                  </a:lnTo>
                  <a:lnTo>
                    <a:pt x="1404951" y="932300"/>
                  </a:lnTo>
                  <a:lnTo>
                    <a:pt x="1405612" y="967907"/>
                  </a:lnTo>
                  <a:lnTo>
                    <a:pt x="1406272" y="942310"/>
                  </a:lnTo>
                  <a:lnTo>
                    <a:pt x="1406933" y="939175"/>
                  </a:lnTo>
                  <a:lnTo>
                    <a:pt x="1407593" y="950140"/>
                  </a:lnTo>
                  <a:lnTo>
                    <a:pt x="1408254" y="954603"/>
                  </a:lnTo>
                  <a:lnTo>
                    <a:pt x="1408914" y="974532"/>
                  </a:lnTo>
                  <a:lnTo>
                    <a:pt x="1409575" y="988409"/>
                  </a:lnTo>
                  <a:lnTo>
                    <a:pt x="1410236" y="944284"/>
                  </a:lnTo>
                  <a:lnTo>
                    <a:pt x="1410896" y="951245"/>
                  </a:lnTo>
                  <a:lnTo>
                    <a:pt x="1411557" y="965552"/>
                  </a:lnTo>
                  <a:lnTo>
                    <a:pt x="1412217" y="968827"/>
                  </a:lnTo>
                  <a:lnTo>
                    <a:pt x="1412878" y="989176"/>
                  </a:lnTo>
                  <a:lnTo>
                    <a:pt x="1413538" y="952337"/>
                  </a:lnTo>
                  <a:lnTo>
                    <a:pt x="1414199" y="930352"/>
                  </a:lnTo>
                  <a:lnTo>
                    <a:pt x="1414859" y="944756"/>
                  </a:lnTo>
                  <a:lnTo>
                    <a:pt x="1415520" y="883880"/>
                  </a:lnTo>
                  <a:lnTo>
                    <a:pt x="1416180" y="857426"/>
                  </a:lnTo>
                  <a:lnTo>
                    <a:pt x="1416841" y="893332"/>
                  </a:lnTo>
                  <a:lnTo>
                    <a:pt x="1417501" y="917160"/>
                  </a:lnTo>
                  <a:lnTo>
                    <a:pt x="1418162" y="925314"/>
                  </a:lnTo>
                  <a:lnTo>
                    <a:pt x="1418822" y="932414"/>
                  </a:lnTo>
                  <a:lnTo>
                    <a:pt x="1419483" y="927165"/>
                  </a:lnTo>
                  <a:lnTo>
                    <a:pt x="1420144" y="913851"/>
                  </a:lnTo>
                  <a:lnTo>
                    <a:pt x="1420804" y="923757"/>
                  </a:lnTo>
                  <a:lnTo>
                    <a:pt x="1421465" y="959331"/>
                  </a:lnTo>
                  <a:lnTo>
                    <a:pt x="1422125" y="963761"/>
                  </a:lnTo>
                  <a:lnTo>
                    <a:pt x="1422786" y="989393"/>
                  </a:lnTo>
                  <a:lnTo>
                    <a:pt x="1423446" y="966230"/>
                  </a:lnTo>
                  <a:lnTo>
                    <a:pt x="1424107" y="973064"/>
                  </a:lnTo>
                  <a:lnTo>
                    <a:pt x="1424767" y="962320"/>
                  </a:lnTo>
                  <a:lnTo>
                    <a:pt x="1425428" y="944160"/>
                  </a:lnTo>
                  <a:lnTo>
                    <a:pt x="1426088" y="949355"/>
                  </a:lnTo>
                  <a:lnTo>
                    <a:pt x="1426749" y="928141"/>
                  </a:lnTo>
                  <a:lnTo>
                    <a:pt x="1427409" y="925948"/>
                  </a:lnTo>
                  <a:lnTo>
                    <a:pt x="1428070" y="917634"/>
                  </a:lnTo>
                  <a:lnTo>
                    <a:pt x="1428730" y="916849"/>
                  </a:lnTo>
                  <a:lnTo>
                    <a:pt x="1429391" y="917108"/>
                  </a:lnTo>
                  <a:lnTo>
                    <a:pt x="1430052" y="914631"/>
                  </a:lnTo>
                  <a:lnTo>
                    <a:pt x="1430712" y="910224"/>
                  </a:lnTo>
                  <a:lnTo>
                    <a:pt x="1431373" y="910224"/>
                  </a:lnTo>
                  <a:lnTo>
                    <a:pt x="1432033" y="910224"/>
                  </a:lnTo>
                  <a:lnTo>
                    <a:pt x="1432694" y="907125"/>
                  </a:lnTo>
                  <a:lnTo>
                    <a:pt x="1433354" y="909707"/>
                  </a:lnTo>
                  <a:lnTo>
                    <a:pt x="1434015" y="906207"/>
                  </a:lnTo>
                  <a:lnTo>
                    <a:pt x="1434675" y="861586"/>
                  </a:lnTo>
                  <a:lnTo>
                    <a:pt x="1435336" y="875256"/>
                  </a:lnTo>
                  <a:lnTo>
                    <a:pt x="1435996" y="981834"/>
                  </a:lnTo>
                  <a:lnTo>
                    <a:pt x="1436657" y="1001986"/>
                  </a:lnTo>
                  <a:lnTo>
                    <a:pt x="1437317" y="946232"/>
                  </a:lnTo>
                  <a:lnTo>
                    <a:pt x="1437978" y="928075"/>
                  </a:lnTo>
                  <a:lnTo>
                    <a:pt x="1438638" y="911675"/>
                  </a:lnTo>
                  <a:lnTo>
                    <a:pt x="1439299" y="916713"/>
                  </a:lnTo>
                  <a:lnTo>
                    <a:pt x="1439959" y="928884"/>
                  </a:lnTo>
                  <a:lnTo>
                    <a:pt x="1440620" y="906282"/>
                  </a:lnTo>
                  <a:lnTo>
                    <a:pt x="1441281" y="904525"/>
                  </a:lnTo>
                  <a:lnTo>
                    <a:pt x="1441941" y="942494"/>
                  </a:lnTo>
                  <a:lnTo>
                    <a:pt x="1442602" y="943117"/>
                  </a:lnTo>
                  <a:lnTo>
                    <a:pt x="1443262" y="937163"/>
                  </a:lnTo>
                  <a:lnTo>
                    <a:pt x="1443923" y="954639"/>
                  </a:lnTo>
                  <a:lnTo>
                    <a:pt x="1444583" y="975252"/>
                  </a:lnTo>
                  <a:lnTo>
                    <a:pt x="1445244" y="983262"/>
                  </a:lnTo>
                  <a:lnTo>
                    <a:pt x="1445904" y="900926"/>
                  </a:lnTo>
                  <a:lnTo>
                    <a:pt x="1446565" y="845877"/>
                  </a:lnTo>
                  <a:lnTo>
                    <a:pt x="1447225" y="839883"/>
                  </a:lnTo>
                  <a:lnTo>
                    <a:pt x="1447886" y="826202"/>
                  </a:lnTo>
                  <a:lnTo>
                    <a:pt x="1448546" y="841598"/>
                  </a:lnTo>
                  <a:lnTo>
                    <a:pt x="1449207" y="860560"/>
                  </a:lnTo>
                  <a:lnTo>
                    <a:pt x="1449867" y="916443"/>
                  </a:lnTo>
                  <a:lnTo>
                    <a:pt x="1450528" y="894337"/>
                  </a:lnTo>
                  <a:lnTo>
                    <a:pt x="1451189" y="858766"/>
                  </a:lnTo>
                  <a:lnTo>
                    <a:pt x="1451849" y="799148"/>
                  </a:lnTo>
                  <a:lnTo>
                    <a:pt x="1452510" y="809372"/>
                  </a:lnTo>
                  <a:lnTo>
                    <a:pt x="1453170" y="830961"/>
                  </a:lnTo>
                  <a:lnTo>
                    <a:pt x="1453831" y="836901"/>
                  </a:lnTo>
                  <a:lnTo>
                    <a:pt x="1454491" y="817503"/>
                  </a:lnTo>
                  <a:lnTo>
                    <a:pt x="1455152" y="830337"/>
                  </a:lnTo>
                  <a:lnTo>
                    <a:pt x="1455812" y="841295"/>
                  </a:lnTo>
                  <a:lnTo>
                    <a:pt x="1456473" y="856687"/>
                  </a:lnTo>
                  <a:lnTo>
                    <a:pt x="1457133" y="891388"/>
                  </a:lnTo>
                  <a:lnTo>
                    <a:pt x="1457794" y="904670"/>
                  </a:lnTo>
                  <a:lnTo>
                    <a:pt x="1458454" y="922118"/>
                  </a:lnTo>
                  <a:lnTo>
                    <a:pt x="1459115" y="892022"/>
                  </a:lnTo>
                  <a:lnTo>
                    <a:pt x="1459775" y="891690"/>
                  </a:lnTo>
                  <a:lnTo>
                    <a:pt x="1460436" y="938990"/>
                  </a:lnTo>
                  <a:lnTo>
                    <a:pt x="1461097" y="933359"/>
                  </a:lnTo>
                  <a:lnTo>
                    <a:pt x="1461757" y="852907"/>
                  </a:lnTo>
                  <a:lnTo>
                    <a:pt x="1462418" y="868145"/>
                  </a:lnTo>
                  <a:lnTo>
                    <a:pt x="1463078" y="834281"/>
                  </a:lnTo>
                  <a:lnTo>
                    <a:pt x="1463739" y="788403"/>
                  </a:lnTo>
                  <a:lnTo>
                    <a:pt x="1464399" y="762815"/>
                  </a:lnTo>
                  <a:lnTo>
                    <a:pt x="1465060" y="694221"/>
                  </a:lnTo>
                  <a:lnTo>
                    <a:pt x="1465720" y="676622"/>
                  </a:lnTo>
                  <a:lnTo>
                    <a:pt x="1466381" y="684726"/>
                  </a:lnTo>
                  <a:lnTo>
                    <a:pt x="1467041" y="693099"/>
                  </a:lnTo>
                  <a:lnTo>
                    <a:pt x="1467702" y="691006"/>
                  </a:lnTo>
                  <a:lnTo>
                    <a:pt x="1468362" y="655954"/>
                  </a:lnTo>
                  <a:lnTo>
                    <a:pt x="1469023" y="634322"/>
                  </a:lnTo>
                  <a:lnTo>
                    <a:pt x="1469683" y="628959"/>
                  </a:lnTo>
                  <a:lnTo>
                    <a:pt x="1470344" y="619940"/>
                  </a:lnTo>
                  <a:lnTo>
                    <a:pt x="1471005" y="626864"/>
                  </a:lnTo>
                  <a:lnTo>
                    <a:pt x="1471665" y="607399"/>
                  </a:lnTo>
                  <a:lnTo>
                    <a:pt x="1472326" y="609466"/>
                  </a:lnTo>
                  <a:lnTo>
                    <a:pt x="1472986" y="607290"/>
                  </a:lnTo>
                  <a:lnTo>
                    <a:pt x="1473647" y="579265"/>
                  </a:lnTo>
                  <a:lnTo>
                    <a:pt x="1474307" y="584808"/>
                  </a:lnTo>
                  <a:lnTo>
                    <a:pt x="1474968" y="598085"/>
                  </a:lnTo>
                  <a:lnTo>
                    <a:pt x="1475628" y="592722"/>
                  </a:lnTo>
                  <a:lnTo>
                    <a:pt x="1476289" y="616796"/>
                  </a:lnTo>
                  <a:lnTo>
                    <a:pt x="1476949" y="631647"/>
                  </a:lnTo>
                  <a:lnTo>
                    <a:pt x="1477610" y="631647"/>
                  </a:lnTo>
                  <a:lnTo>
                    <a:pt x="1478270" y="637979"/>
                  </a:lnTo>
                  <a:lnTo>
                    <a:pt x="1478931" y="659375"/>
                  </a:lnTo>
                  <a:lnTo>
                    <a:pt x="1479591" y="698627"/>
                  </a:lnTo>
                  <a:lnTo>
                    <a:pt x="1480252" y="728608"/>
                  </a:lnTo>
                  <a:lnTo>
                    <a:pt x="1480912" y="817644"/>
                  </a:lnTo>
                  <a:lnTo>
                    <a:pt x="1481573" y="801140"/>
                  </a:lnTo>
                  <a:lnTo>
                    <a:pt x="1482234" y="770367"/>
                  </a:lnTo>
                  <a:lnTo>
                    <a:pt x="1482894" y="743726"/>
                  </a:lnTo>
                  <a:lnTo>
                    <a:pt x="1483555" y="734734"/>
                  </a:lnTo>
                  <a:lnTo>
                    <a:pt x="1484215" y="701945"/>
                  </a:lnTo>
                  <a:lnTo>
                    <a:pt x="1484876" y="680308"/>
                  </a:lnTo>
                  <a:lnTo>
                    <a:pt x="1485536" y="700199"/>
                  </a:lnTo>
                  <a:lnTo>
                    <a:pt x="1486197" y="698381"/>
                  </a:lnTo>
                  <a:lnTo>
                    <a:pt x="1486857" y="715023"/>
                  </a:lnTo>
                  <a:lnTo>
                    <a:pt x="1487518" y="727889"/>
                  </a:lnTo>
                  <a:lnTo>
                    <a:pt x="1488178" y="741366"/>
                  </a:lnTo>
                  <a:lnTo>
                    <a:pt x="1488839" y="793755"/>
                  </a:lnTo>
                  <a:lnTo>
                    <a:pt x="1489499" y="807010"/>
                  </a:lnTo>
                  <a:lnTo>
                    <a:pt x="1490160" y="780486"/>
                  </a:lnTo>
                  <a:lnTo>
                    <a:pt x="1490820" y="799153"/>
                  </a:lnTo>
                  <a:lnTo>
                    <a:pt x="1491481" y="808064"/>
                  </a:lnTo>
                  <a:lnTo>
                    <a:pt x="1492142" y="827982"/>
                  </a:lnTo>
                  <a:lnTo>
                    <a:pt x="1492802" y="829090"/>
                  </a:lnTo>
                  <a:lnTo>
                    <a:pt x="1493463" y="832510"/>
                  </a:lnTo>
                  <a:lnTo>
                    <a:pt x="1494123" y="841070"/>
                  </a:lnTo>
                  <a:lnTo>
                    <a:pt x="1494784" y="843808"/>
                  </a:lnTo>
                  <a:lnTo>
                    <a:pt x="1495444" y="843417"/>
                  </a:lnTo>
                  <a:lnTo>
                    <a:pt x="1496105" y="842590"/>
                  </a:lnTo>
                  <a:lnTo>
                    <a:pt x="1496765" y="852727"/>
                  </a:lnTo>
                  <a:lnTo>
                    <a:pt x="1497426" y="855094"/>
                  </a:lnTo>
                  <a:lnTo>
                    <a:pt x="1498086" y="862379"/>
                  </a:lnTo>
                  <a:lnTo>
                    <a:pt x="1498747" y="866852"/>
                  </a:lnTo>
                  <a:lnTo>
                    <a:pt x="1499407" y="887936"/>
                  </a:lnTo>
                  <a:lnTo>
                    <a:pt x="1500068" y="920015"/>
                  </a:lnTo>
                  <a:lnTo>
                    <a:pt x="1500728" y="899120"/>
                  </a:lnTo>
                  <a:lnTo>
                    <a:pt x="1501389" y="915368"/>
                  </a:lnTo>
                  <a:lnTo>
                    <a:pt x="1502050" y="872645"/>
                  </a:lnTo>
                  <a:lnTo>
                    <a:pt x="1502710" y="817964"/>
                  </a:lnTo>
                  <a:lnTo>
                    <a:pt x="1503371" y="815980"/>
                  </a:lnTo>
                  <a:lnTo>
                    <a:pt x="1504031" y="836351"/>
                  </a:lnTo>
                  <a:lnTo>
                    <a:pt x="1504692" y="810302"/>
                  </a:lnTo>
                  <a:lnTo>
                    <a:pt x="1505352" y="779504"/>
                  </a:lnTo>
                  <a:lnTo>
                    <a:pt x="1506013" y="776261"/>
                  </a:lnTo>
                  <a:lnTo>
                    <a:pt x="1506673" y="789616"/>
                  </a:lnTo>
                  <a:lnTo>
                    <a:pt x="1507334" y="773403"/>
                  </a:lnTo>
                  <a:lnTo>
                    <a:pt x="1507994" y="768918"/>
                  </a:lnTo>
                  <a:lnTo>
                    <a:pt x="1508655" y="775781"/>
                  </a:lnTo>
                  <a:lnTo>
                    <a:pt x="1509315" y="795255"/>
                  </a:lnTo>
                  <a:lnTo>
                    <a:pt x="1509976" y="890534"/>
                  </a:lnTo>
                  <a:lnTo>
                    <a:pt x="1510636" y="887936"/>
                  </a:lnTo>
                  <a:lnTo>
                    <a:pt x="1511297" y="890595"/>
                  </a:lnTo>
                  <a:lnTo>
                    <a:pt x="1511957" y="886914"/>
                  </a:lnTo>
                  <a:lnTo>
                    <a:pt x="1512618" y="924813"/>
                  </a:lnTo>
                  <a:lnTo>
                    <a:pt x="1513279" y="960781"/>
                  </a:lnTo>
                  <a:lnTo>
                    <a:pt x="1513939" y="961484"/>
                  </a:lnTo>
                  <a:lnTo>
                    <a:pt x="1514600" y="944263"/>
                  </a:lnTo>
                  <a:lnTo>
                    <a:pt x="1515260" y="956394"/>
                  </a:lnTo>
                  <a:lnTo>
                    <a:pt x="1515921" y="948535"/>
                  </a:lnTo>
                  <a:lnTo>
                    <a:pt x="1516581" y="958662"/>
                  </a:lnTo>
                  <a:lnTo>
                    <a:pt x="1517242" y="957313"/>
                  </a:lnTo>
                  <a:lnTo>
                    <a:pt x="1517902" y="948008"/>
                  </a:lnTo>
                  <a:lnTo>
                    <a:pt x="1518563" y="925794"/>
                  </a:lnTo>
                  <a:lnTo>
                    <a:pt x="1519223" y="938653"/>
                  </a:lnTo>
                  <a:lnTo>
                    <a:pt x="1519884" y="938653"/>
                  </a:lnTo>
                  <a:lnTo>
                    <a:pt x="1520544" y="933560"/>
                  </a:lnTo>
                  <a:lnTo>
                    <a:pt x="1521205" y="936105"/>
                  </a:lnTo>
                  <a:lnTo>
                    <a:pt x="1521865" y="941198"/>
                  </a:lnTo>
                  <a:lnTo>
                    <a:pt x="1522526" y="962629"/>
                  </a:lnTo>
                  <a:lnTo>
                    <a:pt x="1523187" y="964008"/>
                  </a:lnTo>
                  <a:lnTo>
                    <a:pt x="1523847" y="969546"/>
                  </a:lnTo>
                  <a:lnTo>
                    <a:pt x="1524508" y="963544"/>
                  </a:lnTo>
                  <a:lnTo>
                    <a:pt x="1525168" y="923375"/>
                  </a:lnTo>
                  <a:lnTo>
                    <a:pt x="1525829" y="969502"/>
                  </a:lnTo>
                  <a:lnTo>
                    <a:pt x="1526489" y="990437"/>
                  </a:lnTo>
                  <a:lnTo>
                    <a:pt x="1527150" y="985450"/>
                  </a:lnTo>
                  <a:lnTo>
                    <a:pt x="1527810" y="939638"/>
                  </a:lnTo>
                  <a:lnTo>
                    <a:pt x="1528471" y="939276"/>
                  </a:lnTo>
                  <a:lnTo>
                    <a:pt x="1529131" y="934268"/>
                  </a:lnTo>
                  <a:lnTo>
                    <a:pt x="1529792" y="954684"/>
                  </a:lnTo>
                  <a:lnTo>
                    <a:pt x="1530452" y="991091"/>
                  </a:lnTo>
                  <a:lnTo>
                    <a:pt x="1531113" y="987590"/>
                  </a:lnTo>
                  <a:lnTo>
                    <a:pt x="1531773" y="951520"/>
                  </a:lnTo>
                  <a:lnTo>
                    <a:pt x="1532434" y="985444"/>
                  </a:lnTo>
                  <a:lnTo>
                    <a:pt x="1533095" y="981090"/>
                  </a:lnTo>
                  <a:lnTo>
                    <a:pt x="1533755" y="926401"/>
                  </a:lnTo>
                  <a:lnTo>
                    <a:pt x="1534416" y="948404"/>
                  </a:lnTo>
                  <a:lnTo>
                    <a:pt x="1535076" y="898591"/>
                  </a:lnTo>
                  <a:lnTo>
                    <a:pt x="1535737" y="771472"/>
                  </a:lnTo>
                  <a:lnTo>
                    <a:pt x="1536397" y="766255"/>
                  </a:lnTo>
                  <a:lnTo>
                    <a:pt x="1537058" y="723262"/>
                  </a:lnTo>
                  <a:lnTo>
                    <a:pt x="1537718" y="679744"/>
                  </a:lnTo>
                  <a:lnTo>
                    <a:pt x="1538379" y="645365"/>
                  </a:lnTo>
                  <a:lnTo>
                    <a:pt x="1539039" y="634660"/>
                  </a:lnTo>
                  <a:lnTo>
                    <a:pt x="1539700" y="674182"/>
                  </a:lnTo>
                  <a:lnTo>
                    <a:pt x="1540360" y="674182"/>
                  </a:lnTo>
                  <a:lnTo>
                    <a:pt x="1541021" y="674182"/>
                  </a:lnTo>
                  <a:lnTo>
                    <a:pt x="1541681" y="634660"/>
                  </a:lnTo>
                  <a:lnTo>
                    <a:pt x="1542342" y="634660"/>
                  </a:lnTo>
                  <a:lnTo>
                    <a:pt x="1543003" y="634660"/>
                  </a:lnTo>
                  <a:lnTo>
                    <a:pt x="1543663" y="634660"/>
                  </a:lnTo>
                  <a:lnTo>
                    <a:pt x="1544324" y="634660"/>
                  </a:lnTo>
                  <a:lnTo>
                    <a:pt x="1544984" y="634660"/>
                  </a:lnTo>
                  <a:lnTo>
                    <a:pt x="1545645" y="634660"/>
                  </a:lnTo>
                  <a:lnTo>
                    <a:pt x="1546305" y="674182"/>
                  </a:lnTo>
                  <a:lnTo>
                    <a:pt x="1546966" y="634660"/>
                  </a:lnTo>
                  <a:lnTo>
                    <a:pt x="1547626" y="634660"/>
                  </a:lnTo>
                  <a:lnTo>
                    <a:pt x="1548287" y="634660"/>
                  </a:lnTo>
                  <a:lnTo>
                    <a:pt x="1548947" y="634660"/>
                  </a:lnTo>
                  <a:lnTo>
                    <a:pt x="1549608" y="634660"/>
                  </a:lnTo>
                  <a:lnTo>
                    <a:pt x="1550268" y="634660"/>
                  </a:lnTo>
                  <a:lnTo>
                    <a:pt x="1550929" y="634660"/>
                  </a:lnTo>
                  <a:lnTo>
                    <a:pt x="1551589" y="634660"/>
                  </a:lnTo>
                  <a:lnTo>
                    <a:pt x="1552250" y="632774"/>
                  </a:lnTo>
                  <a:lnTo>
                    <a:pt x="1552910" y="632774"/>
                  </a:lnTo>
                  <a:lnTo>
                    <a:pt x="1553571" y="676738"/>
                  </a:lnTo>
                  <a:lnTo>
                    <a:pt x="1554232" y="676738"/>
                  </a:lnTo>
                  <a:lnTo>
                    <a:pt x="1554892" y="775223"/>
                  </a:lnTo>
                  <a:lnTo>
                    <a:pt x="1555553" y="830693"/>
                  </a:lnTo>
                  <a:lnTo>
                    <a:pt x="1556213" y="825582"/>
                  </a:lnTo>
                  <a:lnTo>
                    <a:pt x="1556874" y="846277"/>
                  </a:lnTo>
                  <a:lnTo>
                    <a:pt x="1557534" y="863164"/>
                  </a:lnTo>
                  <a:lnTo>
                    <a:pt x="1558195" y="865067"/>
                  </a:lnTo>
                  <a:lnTo>
                    <a:pt x="1558855" y="869311"/>
                  </a:lnTo>
                  <a:lnTo>
                    <a:pt x="1559516" y="853077"/>
                  </a:lnTo>
                  <a:lnTo>
                    <a:pt x="1560176" y="855594"/>
                  </a:lnTo>
                  <a:lnTo>
                    <a:pt x="1560837" y="887712"/>
                  </a:lnTo>
                  <a:lnTo>
                    <a:pt x="1561497" y="928354"/>
                  </a:lnTo>
                  <a:lnTo>
                    <a:pt x="1562158" y="928354"/>
                  </a:lnTo>
                  <a:lnTo>
                    <a:pt x="1562818" y="894779"/>
                  </a:lnTo>
                  <a:lnTo>
                    <a:pt x="1563479" y="892258"/>
                  </a:lnTo>
                  <a:lnTo>
                    <a:pt x="1564140" y="913978"/>
                  </a:lnTo>
                  <a:lnTo>
                    <a:pt x="1564800" y="901315"/>
                  </a:lnTo>
                  <a:lnTo>
                    <a:pt x="1565461" y="901574"/>
                  </a:lnTo>
                  <a:lnTo>
                    <a:pt x="1566121" y="896482"/>
                  </a:lnTo>
                  <a:lnTo>
                    <a:pt x="1566782" y="954309"/>
                  </a:lnTo>
                  <a:lnTo>
                    <a:pt x="1567442" y="934260"/>
                  </a:lnTo>
                  <a:lnTo>
                    <a:pt x="1568103" y="934260"/>
                  </a:lnTo>
                  <a:lnTo>
                    <a:pt x="1568763" y="955980"/>
                  </a:lnTo>
                  <a:lnTo>
                    <a:pt x="1569424" y="976861"/>
                  </a:lnTo>
                  <a:lnTo>
                    <a:pt x="1570084" y="983266"/>
                  </a:lnTo>
                  <a:lnTo>
                    <a:pt x="1570745" y="946750"/>
                  </a:lnTo>
                  <a:lnTo>
                    <a:pt x="1571405" y="945190"/>
                  </a:lnTo>
                  <a:lnTo>
                    <a:pt x="1572066" y="925826"/>
                  </a:lnTo>
                  <a:lnTo>
                    <a:pt x="1572726" y="945351"/>
                  </a:lnTo>
                  <a:lnTo>
                    <a:pt x="1573387" y="994317"/>
                  </a:lnTo>
                  <a:lnTo>
                    <a:pt x="1574048" y="1005632"/>
                  </a:lnTo>
                  <a:lnTo>
                    <a:pt x="1574708" y="990742"/>
                  </a:lnTo>
                  <a:lnTo>
                    <a:pt x="1575369" y="965873"/>
                  </a:lnTo>
                  <a:lnTo>
                    <a:pt x="1576029" y="952692"/>
                  </a:lnTo>
                  <a:lnTo>
                    <a:pt x="1576690" y="978453"/>
                  </a:lnTo>
                  <a:lnTo>
                    <a:pt x="1577350" y="982501"/>
                  </a:lnTo>
                  <a:lnTo>
                    <a:pt x="1578011" y="941439"/>
                  </a:lnTo>
                  <a:lnTo>
                    <a:pt x="1578671" y="948828"/>
                  </a:lnTo>
                  <a:lnTo>
                    <a:pt x="1579332" y="931039"/>
                  </a:lnTo>
                  <a:lnTo>
                    <a:pt x="1579992" y="853301"/>
                  </a:lnTo>
                  <a:lnTo>
                    <a:pt x="1580653" y="821113"/>
                  </a:lnTo>
                  <a:lnTo>
                    <a:pt x="1581313" y="821113"/>
                  </a:lnTo>
                  <a:lnTo>
                    <a:pt x="1581974" y="836972"/>
                  </a:lnTo>
                  <a:lnTo>
                    <a:pt x="1582634" y="849065"/>
                  </a:lnTo>
                  <a:lnTo>
                    <a:pt x="1583295" y="924000"/>
                  </a:lnTo>
                  <a:lnTo>
                    <a:pt x="1583955" y="932270"/>
                  </a:lnTo>
                  <a:lnTo>
                    <a:pt x="1584616" y="922401"/>
                  </a:lnTo>
                  <a:lnTo>
                    <a:pt x="1585277" y="938675"/>
                  </a:lnTo>
                  <a:lnTo>
                    <a:pt x="1585937" y="981149"/>
                  </a:lnTo>
                  <a:lnTo>
                    <a:pt x="1586598" y="995569"/>
                  </a:lnTo>
                  <a:lnTo>
                    <a:pt x="1587258" y="932757"/>
                  </a:lnTo>
                  <a:lnTo>
                    <a:pt x="1587919" y="896299"/>
                  </a:lnTo>
                  <a:lnTo>
                    <a:pt x="1588579" y="871831"/>
                  </a:lnTo>
                  <a:lnTo>
                    <a:pt x="1589240" y="860074"/>
                  </a:lnTo>
                  <a:lnTo>
                    <a:pt x="1589900" y="866930"/>
                  </a:lnTo>
                  <a:lnTo>
                    <a:pt x="1590561" y="835248"/>
                  </a:lnTo>
                  <a:lnTo>
                    <a:pt x="1591221" y="812038"/>
                  </a:lnTo>
                  <a:lnTo>
                    <a:pt x="1591882" y="821166"/>
                  </a:lnTo>
                  <a:lnTo>
                    <a:pt x="1592542" y="858581"/>
                  </a:lnTo>
                  <a:lnTo>
                    <a:pt x="1593203" y="901869"/>
                  </a:lnTo>
                  <a:lnTo>
                    <a:pt x="1593863" y="906316"/>
                  </a:lnTo>
                  <a:lnTo>
                    <a:pt x="1594524" y="881949"/>
                  </a:lnTo>
                  <a:lnTo>
                    <a:pt x="1595185" y="838067"/>
                  </a:lnTo>
                  <a:lnTo>
                    <a:pt x="1595845" y="820526"/>
                  </a:lnTo>
                  <a:lnTo>
                    <a:pt x="1596506" y="815384"/>
                  </a:lnTo>
                  <a:lnTo>
                    <a:pt x="1597166" y="814598"/>
                  </a:lnTo>
                  <a:lnTo>
                    <a:pt x="1597827" y="793690"/>
                  </a:lnTo>
                  <a:lnTo>
                    <a:pt x="1598487" y="902313"/>
                  </a:lnTo>
                  <a:lnTo>
                    <a:pt x="1599148" y="913460"/>
                  </a:lnTo>
                  <a:lnTo>
                    <a:pt x="1599808" y="924115"/>
                  </a:lnTo>
                  <a:lnTo>
                    <a:pt x="1600469" y="952924"/>
                  </a:lnTo>
                  <a:lnTo>
                    <a:pt x="1601129" y="966382"/>
                  </a:lnTo>
                  <a:lnTo>
                    <a:pt x="1601790" y="955177"/>
                  </a:lnTo>
                  <a:lnTo>
                    <a:pt x="1602450" y="940981"/>
                  </a:lnTo>
                  <a:lnTo>
                    <a:pt x="1603111" y="934568"/>
                  </a:lnTo>
                  <a:lnTo>
                    <a:pt x="1603771" y="949525"/>
                  </a:lnTo>
                  <a:lnTo>
                    <a:pt x="1604432" y="984418"/>
                  </a:lnTo>
                  <a:lnTo>
                    <a:pt x="1605093" y="942825"/>
                  </a:lnTo>
                  <a:lnTo>
                    <a:pt x="1605753" y="943108"/>
                  </a:lnTo>
                  <a:lnTo>
                    <a:pt x="1606414" y="933316"/>
                  </a:lnTo>
                  <a:lnTo>
                    <a:pt x="1607074" y="877030"/>
                  </a:lnTo>
                  <a:lnTo>
                    <a:pt x="1607735" y="843611"/>
                  </a:lnTo>
                  <a:lnTo>
                    <a:pt x="1608395" y="844932"/>
                  </a:lnTo>
                  <a:lnTo>
                    <a:pt x="1609056" y="859147"/>
                  </a:lnTo>
                  <a:lnTo>
                    <a:pt x="1609716" y="874891"/>
                  </a:lnTo>
                  <a:lnTo>
                    <a:pt x="1610377" y="855629"/>
                  </a:lnTo>
                  <a:lnTo>
                    <a:pt x="1611037" y="879291"/>
                  </a:lnTo>
                  <a:lnTo>
                    <a:pt x="1611698" y="876542"/>
                  </a:lnTo>
                  <a:lnTo>
                    <a:pt x="1612358" y="894046"/>
                  </a:lnTo>
                  <a:lnTo>
                    <a:pt x="1613019" y="909231"/>
                  </a:lnTo>
                  <a:lnTo>
                    <a:pt x="1613679" y="900390"/>
                  </a:lnTo>
                  <a:lnTo>
                    <a:pt x="1614340" y="910566"/>
                  </a:lnTo>
                  <a:lnTo>
                    <a:pt x="1615001" y="921101"/>
                  </a:lnTo>
                  <a:lnTo>
                    <a:pt x="1615661" y="881206"/>
                  </a:lnTo>
                  <a:lnTo>
                    <a:pt x="1616322" y="853356"/>
                  </a:lnTo>
                  <a:lnTo>
                    <a:pt x="1616982" y="842141"/>
                  </a:lnTo>
                  <a:lnTo>
                    <a:pt x="1617643" y="826088"/>
                  </a:lnTo>
                  <a:lnTo>
                    <a:pt x="1618303" y="783939"/>
                  </a:lnTo>
                  <a:lnTo>
                    <a:pt x="1618964" y="809021"/>
                  </a:lnTo>
                  <a:lnTo>
                    <a:pt x="1619624" y="835657"/>
                  </a:lnTo>
                  <a:lnTo>
                    <a:pt x="1620285" y="808175"/>
                  </a:lnTo>
                  <a:lnTo>
                    <a:pt x="1620945" y="785757"/>
                  </a:lnTo>
                  <a:lnTo>
                    <a:pt x="1621606" y="785757"/>
                  </a:lnTo>
                  <a:lnTo>
                    <a:pt x="1622266" y="785523"/>
                  </a:lnTo>
                  <a:lnTo>
                    <a:pt x="1622927" y="790356"/>
                  </a:lnTo>
                  <a:lnTo>
                    <a:pt x="1623587" y="868777"/>
                  </a:lnTo>
                  <a:lnTo>
                    <a:pt x="1624248" y="917520"/>
                  </a:lnTo>
                  <a:lnTo>
                    <a:pt x="1624908" y="928213"/>
                  </a:lnTo>
                  <a:lnTo>
                    <a:pt x="1625569" y="933306"/>
                  </a:lnTo>
                  <a:lnTo>
                    <a:pt x="1626230" y="894283"/>
                  </a:lnTo>
                  <a:lnTo>
                    <a:pt x="1626890" y="875476"/>
                  </a:lnTo>
                  <a:lnTo>
                    <a:pt x="1627551" y="901984"/>
                  </a:lnTo>
                  <a:lnTo>
                    <a:pt x="1628211" y="918706"/>
                  </a:lnTo>
                  <a:lnTo>
                    <a:pt x="1628872" y="937920"/>
                  </a:lnTo>
                  <a:lnTo>
                    <a:pt x="1629532" y="957445"/>
                  </a:lnTo>
                  <a:lnTo>
                    <a:pt x="1630193" y="958416"/>
                  </a:lnTo>
                  <a:lnTo>
                    <a:pt x="1630853" y="971567"/>
                  </a:lnTo>
                  <a:lnTo>
                    <a:pt x="1631514" y="947440"/>
                  </a:lnTo>
                  <a:lnTo>
                    <a:pt x="1632174" y="965417"/>
                  </a:lnTo>
                  <a:lnTo>
                    <a:pt x="1632835" y="981616"/>
                  </a:lnTo>
                  <a:lnTo>
                    <a:pt x="1633495" y="963353"/>
                  </a:lnTo>
                  <a:lnTo>
                    <a:pt x="1634156" y="906366"/>
                  </a:lnTo>
                  <a:lnTo>
                    <a:pt x="1634816" y="906366"/>
                  </a:lnTo>
                  <a:lnTo>
                    <a:pt x="1635477" y="923253"/>
                  </a:lnTo>
                  <a:lnTo>
                    <a:pt x="1636138" y="924623"/>
                  </a:lnTo>
                  <a:lnTo>
                    <a:pt x="1636798" y="932773"/>
                  </a:lnTo>
                  <a:lnTo>
                    <a:pt x="1637459" y="927495"/>
                  </a:lnTo>
                  <a:lnTo>
                    <a:pt x="1638119" y="887678"/>
                  </a:lnTo>
                  <a:lnTo>
                    <a:pt x="1638780" y="868445"/>
                  </a:lnTo>
                  <a:lnTo>
                    <a:pt x="1639440" y="916837"/>
                  </a:lnTo>
                  <a:lnTo>
                    <a:pt x="1640101" y="951810"/>
                  </a:lnTo>
                  <a:lnTo>
                    <a:pt x="1640761" y="909215"/>
                  </a:lnTo>
                  <a:lnTo>
                    <a:pt x="1641422" y="888431"/>
                  </a:lnTo>
                  <a:lnTo>
                    <a:pt x="1642082" y="890561"/>
                  </a:lnTo>
                  <a:lnTo>
                    <a:pt x="1642743" y="907326"/>
                  </a:lnTo>
                  <a:lnTo>
                    <a:pt x="1643403" y="929046"/>
                  </a:lnTo>
                  <a:lnTo>
                    <a:pt x="1644064" y="942834"/>
                  </a:lnTo>
                  <a:lnTo>
                    <a:pt x="1644724" y="1000245"/>
                  </a:lnTo>
                  <a:lnTo>
                    <a:pt x="1645385" y="1024539"/>
                  </a:lnTo>
                  <a:lnTo>
                    <a:pt x="1646046" y="1021289"/>
                  </a:lnTo>
                  <a:lnTo>
                    <a:pt x="1646706" y="1017317"/>
                  </a:lnTo>
                  <a:lnTo>
                    <a:pt x="1647367" y="979743"/>
                  </a:lnTo>
                  <a:lnTo>
                    <a:pt x="1648027" y="897804"/>
                  </a:lnTo>
                  <a:lnTo>
                    <a:pt x="1648688" y="891226"/>
                  </a:lnTo>
                  <a:lnTo>
                    <a:pt x="1649348" y="917307"/>
                  </a:lnTo>
                  <a:lnTo>
                    <a:pt x="1650009" y="959405"/>
                  </a:lnTo>
                  <a:lnTo>
                    <a:pt x="1650669" y="990606"/>
                  </a:lnTo>
                  <a:lnTo>
                    <a:pt x="1651330" y="1002019"/>
                  </a:lnTo>
                  <a:lnTo>
                    <a:pt x="1651990" y="1003850"/>
                  </a:lnTo>
                  <a:lnTo>
                    <a:pt x="1652651" y="993449"/>
                  </a:lnTo>
                  <a:lnTo>
                    <a:pt x="1653311" y="982525"/>
                  </a:lnTo>
                  <a:lnTo>
                    <a:pt x="1653972" y="996699"/>
                  </a:lnTo>
                  <a:lnTo>
                    <a:pt x="1654632" y="981916"/>
                  </a:lnTo>
                  <a:lnTo>
                    <a:pt x="1655293" y="991060"/>
                  </a:lnTo>
                  <a:lnTo>
                    <a:pt x="1655953" y="1009092"/>
                  </a:lnTo>
                  <a:lnTo>
                    <a:pt x="1656614" y="1001988"/>
                  </a:lnTo>
                  <a:lnTo>
                    <a:pt x="1657275" y="991624"/>
                  </a:lnTo>
                  <a:lnTo>
                    <a:pt x="1657935" y="995796"/>
                  </a:lnTo>
                  <a:lnTo>
                    <a:pt x="1658596" y="996301"/>
                  </a:lnTo>
                  <a:lnTo>
                    <a:pt x="1659256" y="1018168"/>
                  </a:lnTo>
                  <a:lnTo>
                    <a:pt x="1659917" y="1014196"/>
                  </a:lnTo>
                  <a:lnTo>
                    <a:pt x="1660577" y="985622"/>
                  </a:lnTo>
                  <a:lnTo>
                    <a:pt x="1661238" y="933332"/>
                  </a:lnTo>
                  <a:lnTo>
                    <a:pt x="1661898" y="906707"/>
                  </a:lnTo>
                  <a:lnTo>
                    <a:pt x="1662559" y="906707"/>
                  </a:lnTo>
                  <a:lnTo>
                    <a:pt x="1663219" y="963882"/>
                  </a:lnTo>
                  <a:lnTo>
                    <a:pt x="1663880" y="942162"/>
                  </a:lnTo>
                  <a:lnTo>
                    <a:pt x="1664540" y="917611"/>
                  </a:lnTo>
                  <a:lnTo>
                    <a:pt x="1665201" y="938671"/>
                  </a:lnTo>
                  <a:lnTo>
                    <a:pt x="1665861" y="965255"/>
                  </a:lnTo>
                  <a:lnTo>
                    <a:pt x="1666522" y="991510"/>
                  </a:lnTo>
                  <a:lnTo>
                    <a:pt x="1667183" y="992303"/>
                  </a:lnTo>
                  <a:lnTo>
                    <a:pt x="1667843" y="999187"/>
                  </a:lnTo>
                  <a:lnTo>
                    <a:pt x="1668504" y="993954"/>
                  </a:lnTo>
                  <a:lnTo>
                    <a:pt x="1669164" y="995366"/>
                  </a:lnTo>
                  <a:lnTo>
                    <a:pt x="1669825" y="969588"/>
                  </a:lnTo>
                  <a:lnTo>
                    <a:pt x="1670485" y="919020"/>
                  </a:lnTo>
                  <a:lnTo>
                    <a:pt x="1671146" y="935191"/>
                  </a:lnTo>
                  <a:lnTo>
                    <a:pt x="1671806" y="933643"/>
                  </a:lnTo>
                  <a:lnTo>
                    <a:pt x="1672467" y="897616"/>
                  </a:lnTo>
                  <a:lnTo>
                    <a:pt x="1673127" y="882346"/>
                  </a:lnTo>
                  <a:lnTo>
                    <a:pt x="1673788" y="833583"/>
                  </a:lnTo>
                  <a:lnTo>
                    <a:pt x="1674448" y="833583"/>
                  </a:lnTo>
                  <a:lnTo>
                    <a:pt x="1675109" y="838676"/>
                  </a:lnTo>
                  <a:lnTo>
                    <a:pt x="1675769" y="903717"/>
                  </a:lnTo>
                  <a:lnTo>
                    <a:pt x="1676430" y="883017"/>
                  </a:lnTo>
                  <a:lnTo>
                    <a:pt x="1677091" y="885909"/>
                  </a:lnTo>
                  <a:lnTo>
                    <a:pt x="1677751" y="875082"/>
                  </a:lnTo>
                  <a:lnTo>
                    <a:pt x="1678412" y="889005"/>
                  </a:lnTo>
                  <a:lnTo>
                    <a:pt x="1679072" y="947177"/>
                  </a:lnTo>
                  <a:lnTo>
                    <a:pt x="1679733" y="972643"/>
                  </a:lnTo>
                  <a:lnTo>
                    <a:pt x="1680393" y="945495"/>
                  </a:lnTo>
                  <a:lnTo>
                    <a:pt x="1681054" y="937678"/>
                  </a:lnTo>
                  <a:lnTo>
                    <a:pt x="1681714" y="915485"/>
                  </a:lnTo>
                  <a:lnTo>
                    <a:pt x="1682375" y="967470"/>
                  </a:lnTo>
                  <a:lnTo>
                    <a:pt x="1683035" y="995780"/>
                  </a:lnTo>
                  <a:lnTo>
                    <a:pt x="1683696" y="968118"/>
                  </a:lnTo>
                  <a:lnTo>
                    <a:pt x="1684356" y="927990"/>
                  </a:lnTo>
                  <a:lnTo>
                    <a:pt x="1685017" y="908310"/>
                  </a:lnTo>
                  <a:lnTo>
                    <a:pt x="1685677" y="897825"/>
                  </a:lnTo>
                  <a:lnTo>
                    <a:pt x="1686338" y="928004"/>
                  </a:lnTo>
                  <a:lnTo>
                    <a:pt x="1686998" y="956046"/>
                  </a:lnTo>
                  <a:lnTo>
                    <a:pt x="1687659" y="972367"/>
                  </a:lnTo>
                  <a:lnTo>
                    <a:pt x="1688320" y="961327"/>
                  </a:lnTo>
                  <a:lnTo>
                    <a:pt x="1688980" y="902704"/>
                  </a:lnTo>
                  <a:lnTo>
                    <a:pt x="1689641" y="868419"/>
                  </a:lnTo>
                  <a:lnTo>
                    <a:pt x="1690301" y="864976"/>
                  </a:lnTo>
                  <a:lnTo>
                    <a:pt x="1690962" y="874289"/>
                  </a:lnTo>
                  <a:lnTo>
                    <a:pt x="1691622" y="912009"/>
                  </a:lnTo>
                  <a:lnTo>
                    <a:pt x="1692283" y="898989"/>
                  </a:lnTo>
                  <a:lnTo>
                    <a:pt x="1692943" y="807995"/>
                  </a:lnTo>
                  <a:lnTo>
                    <a:pt x="1693604" y="807110"/>
                  </a:lnTo>
                  <a:lnTo>
                    <a:pt x="1694264" y="807216"/>
                  </a:lnTo>
                  <a:lnTo>
                    <a:pt x="1694925" y="803396"/>
                  </a:lnTo>
                  <a:lnTo>
                    <a:pt x="1695585" y="807216"/>
                  </a:lnTo>
                  <a:lnTo>
                    <a:pt x="1696246" y="805292"/>
                  </a:lnTo>
                  <a:lnTo>
                    <a:pt x="1696906" y="849075"/>
                  </a:lnTo>
                  <a:lnTo>
                    <a:pt x="1697567" y="878551"/>
                  </a:lnTo>
                  <a:lnTo>
                    <a:pt x="1698228" y="906365"/>
                  </a:lnTo>
                  <a:lnTo>
                    <a:pt x="1698888" y="955146"/>
                  </a:lnTo>
                  <a:lnTo>
                    <a:pt x="1699549" y="942241"/>
                  </a:lnTo>
                  <a:lnTo>
                    <a:pt x="1700209" y="929613"/>
                  </a:lnTo>
                  <a:lnTo>
                    <a:pt x="1700870" y="915384"/>
                  </a:lnTo>
                  <a:lnTo>
                    <a:pt x="1701530" y="920252"/>
                  </a:lnTo>
                  <a:lnTo>
                    <a:pt x="1702191" y="958465"/>
                  </a:lnTo>
                  <a:lnTo>
                    <a:pt x="1702851" y="980682"/>
                  </a:lnTo>
                  <a:lnTo>
                    <a:pt x="1703512" y="937441"/>
                  </a:lnTo>
                  <a:lnTo>
                    <a:pt x="1704172" y="931337"/>
                  </a:lnTo>
                  <a:lnTo>
                    <a:pt x="1704833" y="960728"/>
                  </a:lnTo>
                  <a:lnTo>
                    <a:pt x="1705493" y="991037"/>
                  </a:lnTo>
                  <a:lnTo>
                    <a:pt x="1706154" y="1008629"/>
                  </a:lnTo>
                  <a:lnTo>
                    <a:pt x="1706814" y="1008534"/>
                  </a:lnTo>
                  <a:lnTo>
                    <a:pt x="1707475" y="1021305"/>
                  </a:lnTo>
                  <a:lnTo>
                    <a:pt x="1708136" y="1023750"/>
                  </a:lnTo>
                  <a:lnTo>
                    <a:pt x="1708796" y="1047310"/>
                  </a:lnTo>
                  <a:lnTo>
                    <a:pt x="1709457" y="1033427"/>
                  </a:lnTo>
                  <a:lnTo>
                    <a:pt x="1710117" y="1011162"/>
                  </a:lnTo>
                  <a:lnTo>
                    <a:pt x="1710778" y="985575"/>
                  </a:lnTo>
                  <a:lnTo>
                    <a:pt x="1711438" y="951863"/>
                  </a:lnTo>
                  <a:lnTo>
                    <a:pt x="1712099" y="951656"/>
                  </a:lnTo>
                  <a:lnTo>
                    <a:pt x="1712759" y="951656"/>
                  </a:lnTo>
                  <a:lnTo>
                    <a:pt x="1713420" y="973176"/>
                  </a:lnTo>
                  <a:lnTo>
                    <a:pt x="1714080" y="1006409"/>
                  </a:lnTo>
                  <a:lnTo>
                    <a:pt x="1714741" y="1008927"/>
                  </a:lnTo>
                  <a:lnTo>
                    <a:pt x="1715401" y="990134"/>
                  </a:lnTo>
                  <a:lnTo>
                    <a:pt x="1716062" y="990134"/>
                  </a:lnTo>
                  <a:lnTo>
                    <a:pt x="1716722" y="973169"/>
                  </a:lnTo>
                  <a:lnTo>
                    <a:pt x="1717383" y="938117"/>
                  </a:lnTo>
                  <a:lnTo>
                    <a:pt x="1718044" y="954765"/>
                  </a:lnTo>
                  <a:lnTo>
                    <a:pt x="1718704" y="970655"/>
                  </a:lnTo>
                  <a:lnTo>
                    <a:pt x="1719365" y="991778"/>
                  </a:lnTo>
                  <a:lnTo>
                    <a:pt x="1720025" y="999973"/>
                  </a:lnTo>
                  <a:lnTo>
                    <a:pt x="1720686" y="1026455"/>
                  </a:lnTo>
                  <a:lnTo>
                    <a:pt x="1721346" y="966387"/>
                  </a:lnTo>
                  <a:lnTo>
                    <a:pt x="1722007" y="921403"/>
                  </a:lnTo>
                  <a:lnTo>
                    <a:pt x="1722667" y="928799"/>
                  </a:lnTo>
                  <a:lnTo>
                    <a:pt x="1723328" y="934356"/>
                  </a:lnTo>
                  <a:lnTo>
                    <a:pt x="1723988" y="960473"/>
                  </a:lnTo>
                  <a:lnTo>
                    <a:pt x="1724649" y="967300"/>
                  </a:lnTo>
                  <a:lnTo>
                    <a:pt x="1725309" y="904100"/>
                  </a:lnTo>
                  <a:lnTo>
                    <a:pt x="1725970" y="880288"/>
                  </a:lnTo>
                  <a:lnTo>
                    <a:pt x="1726630" y="889805"/>
                  </a:lnTo>
                  <a:lnTo>
                    <a:pt x="1727291" y="871880"/>
                  </a:lnTo>
                  <a:lnTo>
                    <a:pt x="1727951" y="858914"/>
                  </a:lnTo>
                  <a:lnTo>
                    <a:pt x="1728612" y="822970"/>
                  </a:lnTo>
                  <a:lnTo>
                    <a:pt x="1729273" y="809127"/>
                  </a:lnTo>
                  <a:lnTo>
                    <a:pt x="1729933" y="807544"/>
                  </a:lnTo>
                  <a:lnTo>
                    <a:pt x="1730594" y="795701"/>
                  </a:lnTo>
                  <a:lnTo>
                    <a:pt x="1731254" y="807414"/>
                  </a:lnTo>
                  <a:lnTo>
                    <a:pt x="1731915" y="898648"/>
                  </a:lnTo>
                  <a:lnTo>
                    <a:pt x="1732575" y="886492"/>
                  </a:lnTo>
                  <a:lnTo>
                    <a:pt x="1733236" y="836882"/>
                  </a:lnTo>
                  <a:lnTo>
                    <a:pt x="1733896" y="793016"/>
                  </a:lnTo>
                  <a:lnTo>
                    <a:pt x="1734557" y="766398"/>
                  </a:lnTo>
                  <a:lnTo>
                    <a:pt x="1735217" y="803460"/>
                  </a:lnTo>
                  <a:lnTo>
                    <a:pt x="1735878" y="855242"/>
                  </a:lnTo>
                  <a:lnTo>
                    <a:pt x="1736538" y="866871"/>
                  </a:lnTo>
                  <a:lnTo>
                    <a:pt x="1737199" y="870640"/>
                  </a:lnTo>
                  <a:lnTo>
                    <a:pt x="1737859" y="873649"/>
                  </a:lnTo>
                  <a:lnTo>
                    <a:pt x="1738520" y="868236"/>
                  </a:lnTo>
                  <a:lnTo>
                    <a:pt x="1739181" y="880253"/>
                  </a:lnTo>
                  <a:lnTo>
                    <a:pt x="1739841" y="882209"/>
                  </a:lnTo>
                  <a:lnTo>
                    <a:pt x="1740502" y="916464"/>
                  </a:lnTo>
                  <a:lnTo>
                    <a:pt x="1741162" y="959874"/>
                  </a:lnTo>
                  <a:lnTo>
                    <a:pt x="1741823" y="939416"/>
                  </a:lnTo>
                  <a:lnTo>
                    <a:pt x="1742483" y="915632"/>
                  </a:lnTo>
                  <a:lnTo>
                    <a:pt x="1743144" y="923297"/>
                  </a:lnTo>
                  <a:lnTo>
                    <a:pt x="1743804" y="914476"/>
                  </a:lnTo>
                  <a:lnTo>
                    <a:pt x="1744465" y="920978"/>
                  </a:lnTo>
                  <a:lnTo>
                    <a:pt x="1745125" y="925636"/>
                  </a:lnTo>
                  <a:lnTo>
                    <a:pt x="1745786" y="919134"/>
                  </a:lnTo>
                  <a:lnTo>
                    <a:pt x="1746446" y="935055"/>
                  </a:lnTo>
                  <a:lnTo>
                    <a:pt x="1747107" y="929962"/>
                  </a:lnTo>
                  <a:lnTo>
                    <a:pt x="1747767" y="929962"/>
                  </a:lnTo>
                  <a:lnTo>
                    <a:pt x="1748428" y="933771"/>
                  </a:lnTo>
                  <a:lnTo>
                    <a:pt x="1749089" y="950997"/>
                  </a:lnTo>
                  <a:lnTo>
                    <a:pt x="1749749" y="965074"/>
                  </a:lnTo>
                  <a:lnTo>
                    <a:pt x="1750410" y="994264"/>
                  </a:lnTo>
                  <a:lnTo>
                    <a:pt x="1751070" y="1000945"/>
                  </a:lnTo>
                  <a:lnTo>
                    <a:pt x="1751731" y="987965"/>
                  </a:lnTo>
                  <a:lnTo>
                    <a:pt x="1752391" y="983471"/>
                  </a:lnTo>
                  <a:lnTo>
                    <a:pt x="1753052" y="984574"/>
                  </a:lnTo>
                  <a:lnTo>
                    <a:pt x="1753712" y="1000214"/>
                  </a:lnTo>
                  <a:lnTo>
                    <a:pt x="1754373" y="1002223"/>
                  </a:lnTo>
                  <a:lnTo>
                    <a:pt x="1755033" y="972233"/>
                  </a:lnTo>
                  <a:lnTo>
                    <a:pt x="1755694" y="974230"/>
                  </a:lnTo>
                  <a:lnTo>
                    <a:pt x="1756354" y="995061"/>
                  </a:lnTo>
                  <a:lnTo>
                    <a:pt x="1757015" y="1003508"/>
                  </a:lnTo>
                  <a:lnTo>
                    <a:pt x="1757675" y="1005817"/>
                  </a:lnTo>
                  <a:lnTo>
                    <a:pt x="1758336" y="996884"/>
                  </a:lnTo>
                  <a:lnTo>
                    <a:pt x="1758996" y="994283"/>
                  </a:lnTo>
                  <a:lnTo>
                    <a:pt x="1759657" y="988314"/>
                  </a:lnTo>
                  <a:lnTo>
                    <a:pt x="1760318" y="978382"/>
                  </a:lnTo>
                  <a:lnTo>
                    <a:pt x="1760978" y="963648"/>
                  </a:lnTo>
                  <a:lnTo>
                    <a:pt x="1761639" y="958656"/>
                  </a:lnTo>
                  <a:lnTo>
                    <a:pt x="1762299" y="939222"/>
                  </a:lnTo>
                  <a:lnTo>
                    <a:pt x="1762960" y="964097"/>
                  </a:lnTo>
                  <a:lnTo>
                    <a:pt x="1763620" y="993370"/>
                  </a:lnTo>
                  <a:lnTo>
                    <a:pt x="1764281" y="988197"/>
                  </a:lnTo>
                  <a:lnTo>
                    <a:pt x="1764941" y="983703"/>
                  </a:lnTo>
                  <a:lnTo>
                    <a:pt x="1765602" y="964533"/>
                  </a:lnTo>
                  <a:lnTo>
                    <a:pt x="1766262" y="950271"/>
                  </a:lnTo>
                  <a:lnTo>
                    <a:pt x="1766923" y="960009"/>
                  </a:lnTo>
                  <a:lnTo>
                    <a:pt x="1767583" y="985725"/>
                  </a:lnTo>
                  <a:lnTo>
                    <a:pt x="1768244" y="987574"/>
                  </a:lnTo>
                  <a:lnTo>
                    <a:pt x="1768904" y="990147"/>
                  </a:lnTo>
                  <a:lnTo>
                    <a:pt x="1769565" y="990991"/>
                  </a:lnTo>
                  <a:lnTo>
                    <a:pt x="1770226" y="997291"/>
                  </a:lnTo>
                  <a:lnTo>
                    <a:pt x="1770886" y="985725"/>
                  </a:lnTo>
                  <a:lnTo>
                    <a:pt x="1771547" y="993591"/>
                  </a:lnTo>
                  <a:lnTo>
                    <a:pt x="1772207" y="987049"/>
                  </a:lnTo>
                  <a:lnTo>
                    <a:pt x="1772868" y="978172"/>
                  </a:lnTo>
                  <a:lnTo>
                    <a:pt x="1773528" y="972321"/>
                  </a:lnTo>
                  <a:lnTo>
                    <a:pt x="1774189" y="991739"/>
                  </a:lnTo>
                  <a:lnTo>
                    <a:pt x="1774849" y="996447"/>
                  </a:lnTo>
                  <a:lnTo>
                    <a:pt x="1775510" y="1000924"/>
                  </a:lnTo>
                  <a:lnTo>
                    <a:pt x="1776170" y="993591"/>
                  </a:lnTo>
                  <a:lnTo>
                    <a:pt x="1776831" y="982326"/>
                  </a:lnTo>
                  <a:lnTo>
                    <a:pt x="1777491" y="987049"/>
                  </a:lnTo>
                  <a:lnTo>
                    <a:pt x="1778152" y="995422"/>
                  </a:lnTo>
                  <a:lnTo>
                    <a:pt x="1778812" y="991954"/>
                  </a:lnTo>
                  <a:lnTo>
                    <a:pt x="1779473" y="981404"/>
                  </a:lnTo>
                  <a:lnTo>
                    <a:pt x="1780134" y="988419"/>
                  </a:lnTo>
                  <a:lnTo>
                    <a:pt x="1780794" y="1000924"/>
                  </a:lnTo>
                  <a:lnTo>
                    <a:pt x="1781455" y="1007467"/>
                  </a:lnTo>
                  <a:lnTo>
                    <a:pt x="1782115" y="998416"/>
                  </a:lnTo>
                  <a:lnTo>
                    <a:pt x="1782776" y="993591"/>
                  </a:lnTo>
                  <a:lnTo>
                    <a:pt x="1783436" y="993591"/>
                  </a:lnTo>
                  <a:lnTo>
                    <a:pt x="1784097" y="980877"/>
                  </a:lnTo>
                  <a:lnTo>
                    <a:pt x="1784757" y="966305"/>
                  </a:lnTo>
                  <a:lnTo>
                    <a:pt x="1785418" y="987395"/>
                  </a:lnTo>
                  <a:lnTo>
                    <a:pt x="1786078" y="1013475"/>
                  </a:lnTo>
                  <a:lnTo>
                    <a:pt x="1786739" y="1023021"/>
                  </a:lnTo>
                  <a:lnTo>
                    <a:pt x="1787399" y="985525"/>
                  </a:lnTo>
                  <a:lnTo>
                    <a:pt x="1788060" y="998927"/>
                  </a:lnTo>
                  <a:lnTo>
                    <a:pt x="1788720" y="1025782"/>
                  </a:lnTo>
                  <a:lnTo>
                    <a:pt x="1789381" y="1026984"/>
                  </a:lnTo>
                  <a:lnTo>
                    <a:pt x="1790042" y="1027767"/>
                  </a:lnTo>
                  <a:lnTo>
                    <a:pt x="1790702" y="988125"/>
                  </a:lnTo>
                  <a:lnTo>
                    <a:pt x="1791363" y="965458"/>
                  </a:lnTo>
                  <a:lnTo>
                    <a:pt x="1792023" y="965150"/>
                  </a:lnTo>
                  <a:lnTo>
                    <a:pt x="1792684" y="972929"/>
                  </a:lnTo>
                  <a:lnTo>
                    <a:pt x="1793344" y="977427"/>
                  </a:lnTo>
                  <a:lnTo>
                    <a:pt x="1794005" y="980824"/>
                  </a:lnTo>
                  <a:lnTo>
                    <a:pt x="1794665" y="971305"/>
                  </a:lnTo>
                  <a:lnTo>
                    <a:pt x="1795326" y="1001906"/>
                  </a:lnTo>
                  <a:lnTo>
                    <a:pt x="1795986" y="1007477"/>
                  </a:lnTo>
                  <a:lnTo>
                    <a:pt x="1796647" y="1001906"/>
                  </a:lnTo>
                  <a:lnTo>
                    <a:pt x="1797307" y="984018"/>
                  </a:lnTo>
                  <a:lnTo>
                    <a:pt x="1797968" y="971197"/>
                  </a:lnTo>
                  <a:lnTo>
                    <a:pt x="1798628" y="984018"/>
                  </a:lnTo>
                  <a:lnTo>
                    <a:pt x="1799289" y="978200"/>
                  </a:lnTo>
                  <a:lnTo>
                    <a:pt x="1799949" y="971197"/>
                  </a:lnTo>
                  <a:lnTo>
                    <a:pt x="1800610" y="984018"/>
                  </a:lnTo>
                  <a:lnTo>
                    <a:pt x="1801271" y="998138"/>
                  </a:lnTo>
                  <a:lnTo>
                    <a:pt x="1801931" y="976370"/>
                  </a:lnTo>
                  <a:lnTo>
                    <a:pt x="1802592" y="933406"/>
                  </a:lnTo>
                  <a:lnTo>
                    <a:pt x="1803252" y="909065"/>
                  </a:lnTo>
                  <a:lnTo>
                    <a:pt x="1803913" y="950237"/>
                  </a:lnTo>
                  <a:lnTo>
                    <a:pt x="1804573" y="976370"/>
                  </a:lnTo>
                  <a:lnTo>
                    <a:pt x="1805234" y="996790"/>
                  </a:lnTo>
                  <a:lnTo>
                    <a:pt x="1805894" y="1018233"/>
                  </a:lnTo>
                  <a:lnTo>
                    <a:pt x="1806555" y="969828"/>
                  </a:lnTo>
                  <a:lnTo>
                    <a:pt x="1807215" y="971197"/>
                  </a:lnTo>
                  <a:lnTo>
                    <a:pt x="1807876" y="963155"/>
                  </a:lnTo>
                  <a:lnTo>
                    <a:pt x="1808536" y="951809"/>
                  </a:lnTo>
                  <a:lnTo>
                    <a:pt x="1809197" y="965773"/>
                  </a:lnTo>
                  <a:lnTo>
                    <a:pt x="1809857" y="984726"/>
                  </a:lnTo>
                  <a:lnTo>
                    <a:pt x="1810518" y="981319"/>
                  </a:lnTo>
                  <a:lnTo>
                    <a:pt x="1811179" y="1010152"/>
                  </a:lnTo>
                  <a:lnTo>
                    <a:pt x="1811839" y="1019009"/>
                  </a:lnTo>
                  <a:lnTo>
                    <a:pt x="1812500" y="996679"/>
                  </a:lnTo>
                  <a:lnTo>
                    <a:pt x="1813160" y="960835"/>
                  </a:lnTo>
                  <a:lnTo>
                    <a:pt x="1813821" y="961472"/>
                  </a:lnTo>
                  <a:lnTo>
                    <a:pt x="1814481" y="961504"/>
                  </a:lnTo>
                  <a:lnTo>
                    <a:pt x="1815142" y="955461"/>
                  </a:lnTo>
                  <a:lnTo>
                    <a:pt x="1815802" y="962119"/>
                  </a:lnTo>
                  <a:lnTo>
                    <a:pt x="1816463" y="967067"/>
                  </a:lnTo>
                  <a:lnTo>
                    <a:pt x="1817123" y="963852"/>
                  </a:lnTo>
                  <a:lnTo>
                    <a:pt x="1817784" y="949850"/>
                  </a:lnTo>
                  <a:lnTo>
                    <a:pt x="1818444" y="953240"/>
                  </a:lnTo>
                  <a:lnTo>
                    <a:pt x="1819105" y="956524"/>
                  </a:lnTo>
                  <a:lnTo>
                    <a:pt x="1819765" y="968862"/>
                  </a:lnTo>
                  <a:lnTo>
                    <a:pt x="1820426" y="985608"/>
                  </a:lnTo>
                  <a:lnTo>
                    <a:pt x="1821087" y="948234"/>
                  </a:lnTo>
                  <a:lnTo>
                    <a:pt x="1821747" y="944706"/>
                  </a:lnTo>
                  <a:lnTo>
                    <a:pt x="1822408" y="956361"/>
                  </a:lnTo>
                  <a:lnTo>
                    <a:pt x="1823068" y="930798"/>
                  </a:lnTo>
                  <a:lnTo>
                    <a:pt x="1823729" y="916285"/>
                  </a:lnTo>
                  <a:lnTo>
                    <a:pt x="1824389" y="949375"/>
                  </a:lnTo>
                  <a:lnTo>
                    <a:pt x="1825050" y="947847"/>
                  </a:lnTo>
                  <a:lnTo>
                    <a:pt x="1825710" y="930586"/>
                  </a:lnTo>
                  <a:lnTo>
                    <a:pt x="1826371" y="973637"/>
                  </a:lnTo>
                  <a:lnTo>
                    <a:pt x="1827031" y="908094"/>
                  </a:lnTo>
                  <a:lnTo>
                    <a:pt x="1827692" y="889406"/>
                  </a:lnTo>
                  <a:lnTo>
                    <a:pt x="1828352" y="923746"/>
                  </a:lnTo>
                  <a:lnTo>
                    <a:pt x="1829013" y="883881"/>
                  </a:lnTo>
                  <a:lnTo>
                    <a:pt x="1829673" y="835246"/>
                  </a:lnTo>
                  <a:lnTo>
                    <a:pt x="1830334" y="806526"/>
                  </a:lnTo>
                  <a:lnTo>
                    <a:pt x="1830994" y="844926"/>
                  </a:lnTo>
                  <a:lnTo>
                    <a:pt x="1831655" y="847996"/>
                  </a:lnTo>
                  <a:lnTo>
                    <a:pt x="1832316" y="783902"/>
                  </a:lnTo>
                  <a:lnTo>
                    <a:pt x="1832976" y="775626"/>
                  </a:lnTo>
                  <a:lnTo>
                    <a:pt x="1833637" y="740679"/>
                  </a:lnTo>
                  <a:lnTo>
                    <a:pt x="1834297" y="734688"/>
                  </a:lnTo>
                  <a:lnTo>
                    <a:pt x="1834958" y="734688"/>
                  </a:lnTo>
                  <a:lnTo>
                    <a:pt x="1835618" y="734688"/>
                  </a:lnTo>
                  <a:lnTo>
                    <a:pt x="1836279" y="732621"/>
                  </a:lnTo>
                  <a:lnTo>
                    <a:pt x="1836939" y="736665"/>
                  </a:lnTo>
                  <a:lnTo>
                    <a:pt x="1837600" y="753043"/>
                  </a:lnTo>
                  <a:lnTo>
                    <a:pt x="1838260" y="766127"/>
                  </a:lnTo>
                  <a:lnTo>
                    <a:pt x="1838921" y="802874"/>
                  </a:lnTo>
                  <a:lnTo>
                    <a:pt x="1839581" y="845305"/>
                  </a:lnTo>
                  <a:lnTo>
                    <a:pt x="1840242" y="871186"/>
                  </a:lnTo>
                  <a:lnTo>
                    <a:pt x="1840902" y="875628"/>
                  </a:lnTo>
                  <a:lnTo>
                    <a:pt x="1841563" y="917423"/>
                  </a:lnTo>
                  <a:lnTo>
                    <a:pt x="1842224" y="908563"/>
                  </a:lnTo>
                  <a:lnTo>
                    <a:pt x="1842884" y="937296"/>
                  </a:lnTo>
                  <a:lnTo>
                    <a:pt x="1843545" y="931611"/>
                  </a:lnTo>
                  <a:lnTo>
                    <a:pt x="1844205" y="920312"/>
                  </a:lnTo>
                  <a:lnTo>
                    <a:pt x="1844866" y="932050"/>
                  </a:lnTo>
                  <a:lnTo>
                    <a:pt x="1845526" y="955198"/>
                  </a:lnTo>
                  <a:lnTo>
                    <a:pt x="1846187" y="968463"/>
                  </a:lnTo>
                  <a:lnTo>
                    <a:pt x="1846847" y="969223"/>
                  </a:lnTo>
                  <a:lnTo>
                    <a:pt x="1847508" y="942282"/>
                  </a:lnTo>
                  <a:lnTo>
                    <a:pt x="1848168" y="934899"/>
                  </a:lnTo>
                  <a:lnTo>
                    <a:pt x="1848829" y="948256"/>
                  </a:lnTo>
                  <a:lnTo>
                    <a:pt x="1849489" y="941148"/>
                  </a:lnTo>
                  <a:lnTo>
                    <a:pt x="1850150" y="936037"/>
                  </a:lnTo>
                  <a:lnTo>
                    <a:pt x="1850810" y="949853"/>
                  </a:lnTo>
                  <a:lnTo>
                    <a:pt x="1851471" y="937708"/>
                  </a:lnTo>
                  <a:lnTo>
                    <a:pt x="1852132" y="950552"/>
                  </a:lnTo>
                  <a:lnTo>
                    <a:pt x="1852792" y="950552"/>
                  </a:lnTo>
                  <a:lnTo>
                    <a:pt x="1853453" y="955054"/>
                  </a:lnTo>
                  <a:lnTo>
                    <a:pt x="1854113" y="972671"/>
                  </a:lnTo>
                  <a:lnTo>
                    <a:pt x="1854774" y="966780"/>
                  </a:lnTo>
                  <a:lnTo>
                    <a:pt x="1855434" y="966780"/>
                  </a:lnTo>
                  <a:lnTo>
                    <a:pt x="1856095" y="964687"/>
                  </a:lnTo>
                  <a:lnTo>
                    <a:pt x="1856755" y="964687"/>
                  </a:lnTo>
                  <a:lnTo>
                    <a:pt x="1857416" y="963709"/>
                  </a:lnTo>
                  <a:lnTo>
                    <a:pt x="1858076" y="957878"/>
                  </a:lnTo>
                  <a:lnTo>
                    <a:pt x="1858737" y="945004"/>
                  </a:lnTo>
                  <a:lnTo>
                    <a:pt x="1859397" y="938590"/>
                  </a:lnTo>
                  <a:lnTo>
                    <a:pt x="1860058" y="935367"/>
                  </a:lnTo>
                  <a:lnTo>
                    <a:pt x="1860718" y="942426"/>
                  </a:lnTo>
                  <a:lnTo>
                    <a:pt x="1861379" y="960641"/>
                  </a:lnTo>
                  <a:lnTo>
                    <a:pt x="1862040" y="953194"/>
                  </a:lnTo>
                  <a:lnTo>
                    <a:pt x="1862700" y="956125"/>
                  </a:lnTo>
                  <a:lnTo>
                    <a:pt x="1863361" y="936972"/>
                  </a:lnTo>
                  <a:lnTo>
                    <a:pt x="1864021" y="921290"/>
                  </a:lnTo>
                  <a:lnTo>
                    <a:pt x="1864682" y="921290"/>
                  </a:lnTo>
                  <a:lnTo>
                    <a:pt x="1865342" y="922186"/>
                  </a:lnTo>
                  <a:lnTo>
                    <a:pt x="1866003" y="920548"/>
                  </a:lnTo>
                  <a:lnTo>
                    <a:pt x="1866663" y="890081"/>
                  </a:lnTo>
                  <a:lnTo>
                    <a:pt x="1867324" y="821135"/>
                  </a:lnTo>
                  <a:lnTo>
                    <a:pt x="1867984" y="784481"/>
                  </a:lnTo>
                  <a:lnTo>
                    <a:pt x="1868645" y="755902"/>
                  </a:lnTo>
                  <a:lnTo>
                    <a:pt x="1869305" y="738197"/>
                  </a:lnTo>
                  <a:lnTo>
                    <a:pt x="1869966" y="719376"/>
                  </a:lnTo>
                  <a:lnTo>
                    <a:pt x="1870626" y="715582"/>
                  </a:lnTo>
                  <a:lnTo>
                    <a:pt x="1871287" y="712078"/>
                  </a:lnTo>
                  <a:lnTo>
                    <a:pt x="1871947" y="708534"/>
                  </a:lnTo>
                  <a:lnTo>
                    <a:pt x="1872608" y="706062"/>
                  </a:lnTo>
                  <a:lnTo>
                    <a:pt x="1873269" y="706062"/>
                  </a:lnTo>
                  <a:lnTo>
                    <a:pt x="1873929" y="708534"/>
                  </a:lnTo>
                  <a:lnTo>
                    <a:pt x="1874590" y="708534"/>
                  </a:lnTo>
                  <a:lnTo>
                    <a:pt x="1875250" y="723022"/>
                  </a:lnTo>
                  <a:lnTo>
                    <a:pt x="1875911" y="740469"/>
                  </a:lnTo>
                  <a:lnTo>
                    <a:pt x="1876571" y="714774"/>
                  </a:lnTo>
                  <a:lnTo>
                    <a:pt x="1877232" y="715777"/>
                  </a:lnTo>
                  <a:lnTo>
                    <a:pt x="1877892" y="745540"/>
                  </a:lnTo>
                  <a:lnTo>
                    <a:pt x="1878553" y="753773"/>
                  </a:lnTo>
                  <a:lnTo>
                    <a:pt x="1879213" y="814471"/>
                  </a:lnTo>
                  <a:lnTo>
                    <a:pt x="1879874" y="839227"/>
                  </a:lnTo>
                  <a:lnTo>
                    <a:pt x="1880534" y="845681"/>
                  </a:lnTo>
                  <a:lnTo>
                    <a:pt x="1881195" y="868165"/>
                  </a:lnTo>
                  <a:lnTo>
                    <a:pt x="1881855" y="950203"/>
                  </a:lnTo>
                  <a:lnTo>
                    <a:pt x="1882516" y="953632"/>
                  </a:lnTo>
                  <a:lnTo>
                    <a:pt x="1883177" y="927403"/>
                  </a:lnTo>
                  <a:lnTo>
                    <a:pt x="1883837" y="923537"/>
                  </a:lnTo>
                  <a:lnTo>
                    <a:pt x="1884498" y="923962"/>
                  </a:lnTo>
                  <a:lnTo>
                    <a:pt x="1885158" y="939595"/>
                  </a:lnTo>
                  <a:lnTo>
                    <a:pt x="1885819" y="964792"/>
                  </a:lnTo>
                  <a:lnTo>
                    <a:pt x="1886479" y="925954"/>
                  </a:lnTo>
                  <a:lnTo>
                    <a:pt x="1887140" y="928836"/>
                  </a:lnTo>
                  <a:lnTo>
                    <a:pt x="1887800" y="965011"/>
                  </a:lnTo>
                  <a:lnTo>
                    <a:pt x="1888461" y="947893"/>
                  </a:lnTo>
                  <a:lnTo>
                    <a:pt x="1889121" y="945801"/>
                  </a:lnTo>
                  <a:lnTo>
                    <a:pt x="1889782" y="949854"/>
                  </a:lnTo>
                  <a:lnTo>
                    <a:pt x="1890442" y="949854"/>
                  </a:lnTo>
                  <a:lnTo>
                    <a:pt x="1891103" y="952899"/>
                  </a:lnTo>
                  <a:lnTo>
                    <a:pt x="1891763" y="937451"/>
                  </a:lnTo>
                  <a:lnTo>
                    <a:pt x="1892424" y="938237"/>
                  </a:lnTo>
                  <a:lnTo>
                    <a:pt x="1893085" y="966063"/>
                  </a:lnTo>
                  <a:lnTo>
                    <a:pt x="1893745" y="964500"/>
                  </a:lnTo>
                  <a:lnTo>
                    <a:pt x="1894406" y="968206"/>
                  </a:lnTo>
                  <a:lnTo>
                    <a:pt x="1895066" y="956349"/>
                  </a:lnTo>
                  <a:lnTo>
                    <a:pt x="1895727" y="956317"/>
                  </a:lnTo>
                  <a:lnTo>
                    <a:pt x="1896387" y="929897"/>
                  </a:lnTo>
                  <a:lnTo>
                    <a:pt x="1897048" y="926114"/>
                  </a:lnTo>
                  <a:lnTo>
                    <a:pt x="1897708" y="913733"/>
                  </a:lnTo>
                  <a:lnTo>
                    <a:pt x="1898369" y="918671"/>
                  </a:lnTo>
                  <a:lnTo>
                    <a:pt x="1899029" y="945041"/>
                  </a:lnTo>
                  <a:lnTo>
                    <a:pt x="1899690" y="915258"/>
                  </a:lnTo>
                  <a:lnTo>
                    <a:pt x="1900350" y="915048"/>
                  </a:lnTo>
                  <a:lnTo>
                    <a:pt x="1901011" y="923267"/>
                  </a:lnTo>
                  <a:lnTo>
                    <a:pt x="1901671" y="926711"/>
                  </a:lnTo>
                  <a:lnTo>
                    <a:pt x="1902332" y="905489"/>
                  </a:lnTo>
                  <a:lnTo>
                    <a:pt x="1902992" y="900792"/>
                  </a:lnTo>
                  <a:lnTo>
                    <a:pt x="1903653" y="899915"/>
                  </a:lnTo>
                  <a:lnTo>
                    <a:pt x="1904314" y="895491"/>
                  </a:lnTo>
                  <a:lnTo>
                    <a:pt x="1904974" y="886720"/>
                  </a:lnTo>
                  <a:lnTo>
                    <a:pt x="1905635" y="892121"/>
                  </a:lnTo>
                  <a:lnTo>
                    <a:pt x="1906295" y="894029"/>
                  </a:lnTo>
                  <a:lnTo>
                    <a:pt x="1906956" y="884638"/>
                  </a:lnTo>
                  <a:lnTo>
                    <a:pt x="1907616" y="867861"/>
                  </a:lnTo>
                  <a:lnTo>
                    <a:pt x="1908277" y="870529"/>
                  </a:lnTo>
                  <a:lnTo>
                    <a:pt x="1908937" y="885641"/>
                  </a:lnTo>
                  <a:lnTo>
                    <a:pt x="1909598" y="901526"/>
                  </a:lnTo>
                  <a:lnTo>
                    <a:pt x="1910258" y="914645"/>
                  </a:lnTo>
                  <a:lnTo>
                    <a:pt x="1910919" y="935842"/>
                  </a:lnTo>
                  <a:lnTo>
                    <a:pt x="1911579" y="946482"/>
                  </a:lnTo>
                  <a:lnTo>
                    <a:pt x="1912240" y="927055"/>
                  </a:lnTo>
                  <a:lnTo>
                    <a:pt x="1912900" y="913919"/>
                  </a:lnTo>
                  <a:lnTo>
                    <a:pt x="1913561" y="923172"/>
                  </a:lnTo>
                  <a:lnTo>
                    <a:pt x="1914222" y="942243"/>
                  </a:lnTo>
                  <a:lnTo>
                    <a:pt x="1914882" y="942243"/>
                  </a:lnTo>
                  <a:lnTo>
                    <a:pt x="1915543" y="924540"/>
                  </a:lnTo>
                  <a:lnTo>
                    <a:pt x="1916203" y="920631"/>
                  </a:lnTo>
                  <a:lnTo>
                    <a:pt x="1916864" y="908803"/>
                  </a:lnTo>
                  <a:lnTo>
                    <a:pt x="1917524" y="912731"/>
                  </a:lnTo>
                  <a:lnTo>
                    <a:pt x="1918185" y="915282"/>
                  </a:lnTo>
                  <a:lnTo>
                    <a:pt x="1918845" y="920088"/>
                  </a:lnTo>
                  <a:lnTo>
                    <a:pt x="1919506" y="919701"/>
                  </a:lnTo>
                  <a:lnTo>
                    <a:pt x="1920166" y="920948"/>
                  </a:lnTo>
                  <a:lnTo>
                    <a:pt x="1920827" y="926789"/>
                  </a:lnTo>
                  <a:lnTo>
                    <a:pt x="1921487" y="919438"/>
                  </a:lnTo>
                  <a:lnTo>
                    <a:pt x="1922148" y="891775"/>
                  </a:lnTo>
                  <a:lnTo>
                    <a:pt x="1922808" y="887924"/>
                  </a:lnTo>
                  <a:lnTo>
                    <a:pt x="1923469" y="874654"/>
                  </a:lnTo>
                  <a:lnTo>
                    <a:pt x="1924130" y="907723"/>
                  </a:lnTo>
                  <a:lnTo>
                    <a:pt x="1924790" y="908091"/>
                  </a:lnTo>
                  <a:lnTo>
                    <a:pt x="1925451" y="912935"/>
                  </a:lnTo>
                  <a:lnTo>
                    <a:pt x="1926111" y="869786"/>
                  </a:lnTo>
                  <a:lnTo>
                    <a:pt x="1926772" y="851005"/>
                  </a:lnTo>
                  <a:lnTo>
                    <a:pt x="1927432" y="780919"/>
                  </a:lnTo>
                  <a:lnTo>
                    <a:pt x="1928093" y="774929"/>
                  </a:lnTo>
                  <a:lnTo>
                    <a:pt x="1928753" y="756554"/>
                  </a:lnTo>
                  <a:lnTo>
                    <a:pt x="1929414" y="709981"/>
                  </a:lnTo>
                  <a:lnTo>
                    <a:pt x="1930074" y="685296"/>
                  </a:lnTo>
                  <a:lnTo>
                    <a:pt x="1930735" y="685296"/>
                  </a:lnTo>
                  <a:lnTo>
                    <a:pt x="1931395" y="679121"/>
                  </a:lnTo>
                  <a:lnTo>
                    <a:pt x="1932056" y="683951"/>
                  </a:lnTo>
                  <a:lnTo>
                    <a:pt x="1932716" y="704971"/>
                  </a:lnTo>
                  <a:lnTo>
                    <a:pt x="1933377" y="733680"/>
                  </a:lnTo>
                  <a:lnTo>
                    <a:pt x="1934038" y="787181"/>
                  </a:lnTo>
                  <a:lnTo>
                    <a:pt x="1934698" y="809780"/>
                  </a:lnTo>
                  <a:lnTo>
                    <a:pt x="1935359" y="881294"/>
                  </a:lnTo>
                  <a:lnTo>
                    <a:pt x="1936019" y="901390"/>
                  </a:lnTo>
                  <a:lnTo>
                    <a:pt x="1936680" y="907009"/>
                  </a:lnTo>
                  <a:lnTo>
                    <a:pt x="1937340" y="911793"/>
                  </a:lnTo>
                  <a:lnTo>
                    <a:pt x="1938001" y="921680"/>
                  </a:lnTo>
                  <a:lnTo>
                    <a:pt x="1938661" y="919843"/>
                  </a:lnTo>
                  <a:lnTo>
                    <a:pt x="1939322" y="925471"/>
                  </a:lnTo>
                  <a:lnTo>
                    <a:pt x="1939982" y="968193"/>
                  </a:lnTo>
                  <a:lnTo>
                    <a:pt x="1940643" y="940109"/>
                  </a:lnTo>
                  <a:lnTo>
                    <a:pt x="1941303" y="934259"/>
                  </a:lnTo>
                  <a:lnTo>
                    <a:pt x="1941964" y="939096"/>
                  </a:lnTo>
                  <a:lnTo>
                    <a:pt x="1942624" y="975959"/>
                  </a:lnTo>
                  <a:lnTo>
                    <a:pt x="1943285" y="989755"/>
                  </a:lnTo>
                  <a:lnTo>
                    <a:pt x="1943945" y="1015848"/>
                  </a:lnTo>
                  <a:lnTo>
                    <a:pt x="1944606" y="1017138"/>
                  </a:lnTo>
                  <a:lnTo>
                    <a:pt x="1945267" y="993920"/>
                  </a:lnTo>
                  <a:lnTo>
                    <a:pt x="1945927" y="985006"/>
                  </a:lnTo>
                  <a:lnTo>
                    <a:pt x="1946588" y="987616"/>
                  </a:lnTo>
                  <a:lnTo>
                    <a:pt x="1947248" y="987616"/>
                  </a:lnTo>
                  <a:lnTo>
                    <a:pt x="1947909" y="972049"/>
                  </a:lnTo>
                  <a:lnTo>
                    <a:pt x="1948569" y="970931"/>
                  </a:lnTo>
                  <a:lnTo>
                    <a:pt x="1949230" y="991923"/>
                  </a:lnTo>
                  <a:lnTo>
                    <a:pt x="1949890" y="991076"/>
                  </a:lnTo>
                  <a:lnTo>
                    <a:pt x="1950551" y="912024"/>
                  </a:lnTo>
                  <a:lnTo>
                    <a:pt x="1951211" y="888207"/>
                  </a:lnTo>
                  <a:lnTo>
                    <a:pt x="1951872" y="878208"/>
                  </a:lnTo>
                  <a:lnTo>
                    <a:pt x="1952532" y="859141"/>
                  </a:lnTo>
                  <a:lnTo>
                    <a:pt x="1953193" y="865765"/>
                  </a:lnTo>
                  <a:lnTo>
                    <a:pt x="1953853" y="866014"/>
                  </a:lnTo>
                  <a:lnTo>
                    <a:pt x="1954514" y="814869"/>
                  </a:lnTo>
                  <a:lnTo>
                    <a:pt x="1955175" y="803250"/>
                  </a:lnTo>
                  <a:lnTo>
                    <a:pt x="1955835" y="807294"/>
                  </a:lnTo>
                  <a:lnTo>
                    <a:pt x="1956496" y="814163"/>
                  </a:lnTo>
                  <a:lnTo>
                    <a:pt x="1957156" y="815349"/>
                  </a:lnTo>
                  <a:lnTo>
                    <a:pt x="1957817" y="827062"/>
                  </a:lnTo>
                  <a:lnTo>
                    <a:pt x="1958477" y="902623"/>
                  </a:lnTo>
                  <a:lnTo>
                    <a:pt x="1959138" y="899460"/>
                  </a:lnTo>
                  <a:lnTo>
                    <a:pt x="1959798" y="864581"/>
                  </a:lnTo>
                  <a:lnTo>
                    <a:pt x="1960459" y="891525"/>
                  </a:lnTo>
                  <a:lnTo>
                    <a:pt x="1961119" y="930815"/>
                  </a:lnTo>
                  <a:lnTo>
                    <a:pt x="1961780" y="919520"/>
                  </a:lnTo>
                  <a:lnTo>
                    <a:pt x="1962440" y="906816"/>
                  </a:lnTo>
                  <a:lnTo>
                    <a:pt x="1963101" y="943894"/>
                  </a:lnTo>
                  <a:lnTo>
                    <a:pt x="1963761" y="951873"/>
                  </a:lnTo>
                  <a:lnTo>
                    <a:pt x="1964422" y="945983"/>
                  </a:lnTo>
                  <a:lnTo>
                    <a:pt x="1965083" y="997488"/>
                  </a:lnTo>
                  <a:lnTo>
                    <a:pt x="1965743" y="994424"/>
                  </a:lnTo>
                  <a:lnTo>
                    <a:pt x="1966404" y="964266"/>
                  </a:lnTo>
                  <a:lnTo>
                    <a:pt x="1967064" y="968500"/>
                  </a:lnTo>
                  <a:lnTo>
                    <a:pt x="1967725" y="958758"/>
                  </a:lnTo>
                  <a:lnTo>
                    <a:pt x="1968385" y="981216"/>
                  </a:lnTo>
                  <a:lnTo>
                    <a:pt x="1969046" y="970794"/>
                  </a:lnTo>
                  <a:lnTo>
                    <a:pt x="1969706" y="971621"/>
                  </a:lnTo>
                  <a:lnTo>
                    <a:pt x="1970367" y="1001831"/>
                  </a:lnTo>
                  <a:lnTo>
                    <a:pt x="1971027" y="1017403"/>
                  </a:lnTo>
                  <a:lnTo>
                    <a:pt x="1971688" y="1004438"/>
                  </a:lnTo>
                  <a:lnTo>
                    <a:pt x="1972348" y="955123"/>
                  </a:lnTo>
                  <a:lnTo>
                    <a:pt x="1973009" y="954439"/>
                  </a:lnTo>
                  <a:lnTo>
                    <a:pt x="1973669" y="980260"/>
                  </a:lnTo>
                  <a:lnTo>
                    <a:pt x="1974330" y="961665"/>
                  </a:lnTo>
                  <a:lnTo>
                    <a:pt x="1974990" y="960967"/>
                  </a:lnTo>
                  <a:lnTo>
                    <a:pt x="1975651" y="968562"/>
                  </a:lnTo>
                  <a:lnTo>
                    <a:pt x="1976312" y="963936"/>
                  </a:lnTo>
                  <a:lnTo>
                    <a:pt x="1976972" y="942600"/>
                  </a:lnTo>
                  <a:lnTo>
                    <a:pt x="1977633" y="939764"/>
                  </a:lnTo>
                  <a:lnTo>
                    <a:pt x="1978293" y="934617"/>
                  </a:lnTo>
                  <a:lnTo>
                    <a:pt x="1978954" y="934871"/>
                  </a:lnTo>
                  <a:lnTo>
                    <a:pt x="1979614" y="910534"/>
                  </a:lnTo>
                  <a:lnTo>
                    <a:pt x="1980275" y="920976"/>
                  </a:lnTo>
                  <a:lnTo>
                    <a:pt x="1980935" y="937576"/>
                  </a:lnTo>
                  <a:lnTo>
                    <a:pt x="1981596" y="948477"/>
                  </a:lnTo>
                  <a:lnTo>
                    <a:pt x="1982256" y="947793"/>
                  </a:lnTo>
                  <a:lnTo>
                    <a:pt x="1982917" y="953170"/>
                  </a:lnTo>
                  <a:lnTo>
                    <a:pt x="1983577" y="957303"/>
                  </a:lnTo>
                  <a:lnTo>
                    <a:pt x="1984238" y="946210"/>
                  </a:lnTo>
                  <a:lnTo>
                    <a:pt x="1984898" y="944455"/>
                  </a:lnTo>
                  <a:lnTo>
                    <a:pt x="1985559" y="956667"/>
                  </a:lnTo>
                  <a:lnTo>
                    <a:pt x="1986220" y="944886"/>
                  </a:lnTo>
                  <a:lnTo>
                    <a:pt x="1986880" y="947327"/>
                  </a:lnTo>
                  <a:lnTo>
                    <a:pt x="1987541" y="929390"/>
                  </a:lnTo>
                  <a:lnTo>
                    <a:pt x="1988201" y="915165"/>
                  </a:lnTo>
                  <a:lnTo>
                    <a:pt x="1988862" y="934077"/>
                  </a:lnTo>
                  <a:lnTo>
                    <a:pt x="1989522" y="895868"/>
                  </a:lnTo>
                  <a:lnTo>
                    <a:pt x="1990183" y="882849"/>
                  </a:lnTo>
                  <a:lnTo>
                    <a:pt x="1990843" y="882665"/>
                  </a:lnTo>
                  <a:lnTo>
                    <a:pt x="1991504" y="903106"/>
                  </a:lnTo>
                  <a:lnTo>
                    <a:pt x="1992164" y="898322"/>
                  </a:lnTo>
                  <a:lnTo>
                    <a:pt x="1992825" y="870864"/>
                  </a:lnTo>
                  <a:lnTo>
                    <a:pt x="1993485" y="858802"/>
                  </a:lnTo>
                  <a:lnTo>
                    <a:pt x="1994146" y="851446"/>
                  </a:lnTo>
                  <a:lnTo>
                    <a:pt x="1994806" y="810731"/>
                  </a:lnTo>
                  <a:lnTo>
                    <a:pt x="1995467" y="789330"/>
                  </a:lnTo>
                  <a:lnTo>
                    <a:pt x="1996128" y="771814"/>
                  </a:lnTo>
                  <a:lnTo>
                    <a:pt x="1996788" y="733771"/>
                  </a:lnTo>
                  <a:lnTo>
                    <a:pt x="1997449" y="705682"/>
                  </a:lnTo>
                  <a:lnTo>
                    <a:pt x="1998109" y="699928"/>
                  </a:lnTo>
                  <a:lnTo>
                    <a:pt x="1998770" y="699472"/>
                  </a:lnTo>
                  <a:lnTo>
                    <a:pt x="1999430" y="724818"/>
                  </a:lnTo>
                  <a:lnTo>
                    <a:pt x="2000091" y="745846"/>
                  </a:lnTo>
                  <a:lnTo>
                    <a:pt x="2000751" y="737605"/>
                  </a:lnTo>
                  <a:lnTo>
                    <a:pt x="2001412" y="752484"/>
                  </a:lnTo>
                  <a:lnTo>
                    <a:pt x="2002072" y="778636"/>
                  </a:lnTo>
                  <a:lnTo>
                    <a:pt x="2002733" y="849353"/>
                  </a:lnTo>
                  <a:lnTo>
                    <a:pt x="2003393" y="861114"/>
                  </a:lnTo>
                  <a:lnTo>
                    <a:pt x="2004054" y="892043"/>
                  </a:lnTo>
                  <a:lnTo>
                    <a:pt x="2004714" y="904078"/>
                  </a:lnTo>
                  <a:lnTo>
                    <a:pt x="2005375" y="930507"/>
                  </a:lnTo>
                  <a:lnTo>
                    <a:pt x="2006036" y="911336"/>
                  </a:lnTo>
                  <a:lnTo>
                    <a:pt x="2006696" y="911336"/>
                  </a:lnTo>
                  <a:lnTo>
                    <a:pt x="2007357" y="899035"/>
                  </a:lnTo>
                  <a:lnTo>
                    <a:pt x="2008017" y="921501"/>
                  </a:lnTo>
                  <a:lnTo>
                    <a:pt x="2008678" y="921400"/>
                  </a:lnTo>
                  <a:lnTo>
                    <a:pt x="2009338" y="891591"/>
                  </a:lnTo>
                  <a:lnTo>
                    <a:pt x="2009999" y="897447"/>
                  </a:lnTo>
                  <a:lnTo>
                    <a:pt x="2010659" y="903794"/>
                  </a:lnTo>
                  <a:lnTo>
                    <a:pt x="2011320" y="920502"/>
                  </a:lnTo>
                  <a:lnTo>
                    <a:pt x="2011980" y="926526"/>
                  </a:lnTo>
                  <a:lnTo>
                    <a:pt x="2012641" y="896312"/>
                  </a:lnTo>
                  <a:lnTo>
                    <a:pt x="2013301" y="898720"/>
                  </a:lnTo>
                  <a:lnTo>
                    <a:pt x="2013962" y="902775"/>
                  </a:lnTo>
                  <a:lnTo>
                    <a:pt x="2014622" y="901984"/>
                  </a:lnTo>
                  <a:lnTo>
                    <a:pt x="2015283" y="910004"/>
                  </a:lnTo>
                  <a:lnTo>
                    <a:pt x="2015943" y="914029"/>
                  </a:lnTo>
                  <a:lnTo>
                    <a:pt x="2016604" y="930574"/>
                  </a:lnTo>
                  <a:lnTo>
                    <a:pt x="2017265" y="991685"/>
                  </a:lnTo>
                  <a:lnTo>
                    <a:pt x="2017925" y="984354"/>
                  </a:lnTo>
                  <a:lnTo>
                    <a:pt x="2018586" y="926666"/>
                  </a:lnTo>
                  <a:lnTo>
                    <a:pt x="2019246" y="927055"/>
                  </a:lnTo>
                  <a:lnTo>
                    <a:pt x="2019907" y="930659"/>
                  </a:lnTo>
                  <a:lnTo>
                    <a:pt x="2020567" y="925126"/>
                  </a:lnTo>
                  <a:lnTo>
                    <a:pt x="2021228" y="922544"/>
                  </a:lnTo>
                  <a:lnTo>
                    <a:pt x="2021888" y="933850"/>
                  </a:lnTo>
                  <a:lnTo>
                    <a:pt x="2022549" y="937551"/>
                  </a:lnTo>
                  <a:lnTo>
                    <a:pt x="2023209" y="937511"/>
                  </a:lnTo>
                  <a:lnTo>
                    <a:pt x="2023870" y="944824"/>
                  </a:lnTo>
                  <a:lnTo>
                    <a:pt x="2024530" y="943607"/>
                  </a:lnTo>
                  <a:lnTo>
                    <a:pt x="2025191" y="943442"/>
                  </a:lnTo>
                  <a:lnTo>
                    <a:pt x="2025851" y="941944"/>
                  </a:lnTo>
                  <a:lnTo>
                    <a:pt x="2026512" y="932848"/>
                  </a:lnTo>
                  <a:lnTo>
                    <a:pt x="2027173" y="932848"/>
                  </a:lnTo>
                  <a:lnTo>
                    <a:pt x="2027833" y="927123"/>
                  </a:lnTo>
                  <a:lnTo>
                    <a:pt x="2028494" y="903308"/>
                  </a:lnTo>
                  <a:lnTo>
                    <a:pt x="2029154" y="941313"/>
                  </a:lnTo>
                  <a:lnTo>
                    <a:pt x="2029815" y="942723"/>
                  </a:lnTo>
                  <a:lnTo>
                    <a:pt x="2030475" y="938575"/>
                  </a:lnTo>
                  <a:lnTo>
                    <a:pt x="2031136" y="933741"/>
                  </a:lnTo>
                  <a:lnTo>
                    <a:pt x="2031796" y="895293"/>
                  </a:lnTo>
                  <a:lnTo>
                    <a:pt x="2032457" y="917313"/>
                  </a:lnTo>
                  <a:lnTo>
                    <a:pt x="2033117" y="956522"/>
                  </a:lnTo>
                  <a:lnTo>
                    <a:pt x="2033778" y="1013095"/>
                  </a:lnTo>
                  <a:lnTo>
                    <a:pt x="2034438" y="984543"/>
                  </a:lnTo>
                  <a:lnTo>
                    <a:pt x="2035099" y="984951"/>
                  </a:lnTo>
                  <a:lnTo>
                    <a:pt x="2035759" y="984543"/>
                  </a:lnTo>
                  <a:lnTo>
                    <a:pt x="2036420" y="1006944"/>
                  </a:lnTo>
                  <a:lnTo>
                    <a:pt x="2037081" y="993472"/>
                  </a:lnTo>
                  <a:lnTo>
                    <a:pt x="2037741" y="956374"/>
                  </a:lnTo>
                  <a:lnTo>
                    <a:pt x="2038402" y="939074"/>
                  </a:lnTo>
                  <a:lnTo>
                    <a:pt x="2039062" y="931823"/>
                  </a:lnTo>
                  <a:lnTo>
                    <a:pt x="2039723" y="935576"/>
                  </a:lnTo>
                  <a:lnTo>
                    <a:pt x="2040383" y="946796"/>
                  </a:lnTo>
                  <a:lnTo>
                    <a:pt x="2041044" y="941785"/>
                  </a:lnTo>
                  <a:lnTo>
                    <a:pt x="2041704" y="930891"/>
                  </a:lnTo>
                  <a:lnTo>
                    <a:pt x="2042365" y="935724"/>
                  </a:lnTo>
                  <a:lnTo>
                    <a:pt x="2043025" y="930891"/>
                  </a:lnTo>
                  <a:lnTo>
                    <a:pt x="2043686" y="935333"/>
                  </a:lnTo>
                  <a:lnTo>
                    <a:pt x="2044346" y="911518"/>
                  </a:lnTo>
                  <a:lnTo>
                    <a:pt x="2045007" y="922403"/>
                  </a:lnTo>
                  <a:lnTo>
                    <a:pt x="2045667" y="947995"/>
                  </a:lnTo>
                  <a:lnTo>
                    <a:pt x="2046328" y="941419"/>
                  </a:lnTo>
                  <a:lnTo>
                    <a:pt x="2046988" y="945453"/>
                  </a:lnTo>
                  <a:lnTo>
                    <a:pt x="2047649" y="945205"/>
                  </a:lnTo>
                  <a:lnTo>
                    <a:pt x="2048310" y="946828"/>
                  </a:lnTo>
                  <a:lnTo>
                    <a:pt x="2048970" y="936898"/>
                  </a:lnTo>
                  <a:lnTo>
                    <a:pt x="2049631" y="920977"/>
                  </a:lnTo>
                  <a:lnTo>
                    <a:pt x="2050291" y="922476"/>
                  </a:lnTo>
                  <a:lnTo>
                    <a:pt x="2050952" y="913326"/>
                  </a:lnTo>
                  <a:lnTo>
                    <a:pt x="2051612" y="930823"/>
                  </a:lnTo>
                  <a:lnTo>
                    <a:pt x="2052273" y="924178"/>
                  </a:lnTo>
                  <a:lnTo>
                    <a:pt x="2052933" y="900363"/>
                  </a:lnTo>
                  <a:lnTo>
                    <a:pt x="2053594" y="914286"/>
                  </a:lnTo>
                  <a:lnTo>
                    <a:pt x="2054254" y="912787"/>
                  </a:lnTo>
                  <a:lnTo>
                    <a:pt x="2054915" y="935418"/>
                  </a:lnTo>
                  <a:lnTo>
                    <a:pt x="2055575" y="961052"/>
                  </a:lnTo>
                  <a:lnTo>
                    <a:pt x="2056236" y="951286"/>
                  </a:lnTo>
                  <a:lnTo>
                    <a:pt x="2056896" y="933819"/>
                  </a:lnTo>
                  <a:lnTo>
                    <a:pt x="2057557" y="948332"/>
                  </a:lnTo>
                  <a:lnTo>
                    <a:pt x="2058218" y="969910"/>
                  </a:lnTo>
                  <a:lnTo>
                    <a:pt x="2058878" y="957808"/>
                  </a:lnTo>
                  <a:lnTo>
                    <a:pt x="2059539" y="944537"/>
                  </a:lnTo>
                  <a:lnTo>
                    <a:pt x="2060199" y="961708"/>
                  </a:lnTo>
                  <a:lnTo>
                    <a:pt x="2060860" y="970078"/>
                  </a:lnTo>
                  <a:lnTo>
                    <a:pt x="2061520" y="963978"/>
                  </a:lnTo>
                  <a:lnTo>
                    <a:pt x="2062181" y="961282"/>
                  </a:lnTo>
                  <a:lnTo>
                    <a:pt x="2062841" y="978529"/>
                  </a:lnTo>
                  <a:lnTo>
                    <a:pt x="2063502" y="960313"/>
                  </a:lnTo>
                  <a:lnTo>
                    <a:pt x="2064162" y="884817"/>
                  </a:lnTo>
                  <a:lnTo>
                    <a:pt x="2064823" y="874925"/>
                  </a:lnTo>
                  <a:lnTo>
                    <a:pt x="2065483" y="920162"/>
                  </a:lnTo>
                  <a:lnTo>
                    <a:pt x="2066144" y="966072"/>
                  </a:lnTo>
                  <a:lnTo>
                    <a:pt x="2066804" y="967953"/>
                  </a:lnTo>
                  <a:lnTo>
                    <a:pt x="2067465" y="965052"/>
                  </a:lnTo>
                  <a:lnTo>
                    <a:pt x="2068126" y="935058"/>
                  </a:lnTo>
                  <a:lnTo>
                    <a:pt x="2068786" y="917709"/>
                  </a:lnTo>
                  <a:lnTo>
                    <a:pt x="2069447" y="928702"/>
                  </a:lnTo>
                  <a:lnTo>
                    <a:pt x="2070107" y="933037"/>
                  </a:lnTo>
                  <a:lnTo>
                    <a:pt x="2070768" y="942168"/>
                  </a:lnTo>
                  <a:lnTo>
                    <a:pt x="2071428" y="938020"/>
                  </a:lnTo>
                  <a:lnTo>
                    <a:pt x="2072089" y="935761"/>
                  </a:lnTo>
                  <a:lnTo>
                    <a:pt x="2072749" y="937462"/>
                  </a:lnTo>
                  <a:lnTo>
                    <a:pt x="2073410" y="919677"/>
                  </a:lnTo>
                  <a:lnTo>
                    <a:pt x="2074070" y="920276"/>
                  </a:lnTo>
                  <a:lnTo>
                    <a:pt x="2074731" y="926782"/>
                  </a:lnTo>
                  <a:lnTo>
                    <a:pt x="2075391" y="926183"/>
                  </a:lnTo>
                  <a:lnTo>
                    <a:pt x="2076052" y="915597"/>
                  </a:lnTo>
                  <a:lnTo>
                    <a:pt x="2076712" y="915597"/>
                  </a:lnTo>
                  <a:lnTo>
                    <a:pt x="2077373" y="919123"/>
                  </a:lnTo>
                  <a:lnTo>
                    <a:pt x="2078034" y="919123"/>
                  </a:lnTo>
                  <a:lnTo>
                    <a:pt x="2078694" y="944936"/>
                  </a:lnTo>
                  <a:lnTo>
                    <a:pt x="2079355" y="944814"/>
                  </a:lnTo>
                  <a:lnTo>
                    <a:pt x="2080015" y="908489"/>
                  </a:lnTo>
                  <a:lnTo>
                    <a:pt x="2080676" y="907200"/>
                  </a:lnTo>
                  <a:lnTo>
                    <a:pt x="2081336" y="911674"/>
                  </a:lnTo>
                  <a:lnTo>
                    <a:pt x="2081997" y="922784"/>
                  </a:lnTo>
                  <a:lnTo>
                    <a:pt x="2082657" y="907346"/>
                  </a:lnTo>
                  <a:lnTo>
                    <a:pt x="2083318" y="911028"/>
                  </a:lnTo>
                  <a:lnTo>
                    <a:pt x="2083978" y="957506"/>
                  </a:lnTo>
                  <a:lnTo>
                    <a:pt x="2084639" y="947458"/>
                  </a:lnTo>
                  <a:lnTo>
                    <a:pt x="2085299" y="917817"/>
                  </a:lnTo>
                  <a:lnTo>
                    <a:pt x="2085960" y="920166"/>
                  </a:lnTo>
                  <a:lnTo>
                    <a:pt x="2086620" y="925259"/>
                  </a:lnTo>
                  <a:lnTo>
                    <a:pt x="2087281" y="928783"/>
                  </a:lnTo>
                  <a:lnTo>
                    <a:pt x="2087941" y="941753"/>
                  </a:lnTo>
                  <a:lnTo>
                    <a:pt x="2088602" y="948530"/>
                  </a:lnTo>
                  <a:lnTo>
                    <a:pt x="2089263" y="929483"/>
                  </a:lnTo>
                  <a:lnTo>
                    <a:pt x="2089923" y="924650"/>
                  </a:lnTo>
                  <a:lnTo>
                    <a:pt x="2090584" y="933768"/>
                  </a:lnTo>
                  <a:lnTo>
                    <a:pt x="2091244" y="965633"/>
                  </a:lnTo>
                  <a:lnTo>
                    <a:pt x="2091905" y="959048"/>
                  </a:lnTo>
                  <a:lnTo>
                    <a:pt x="2092565" y="927215"/>
                  </a:lnTo>
                  <a:lnTo>
                    <a:pt x="2093226" y="950399"/>
                  </a:lnTo>
                  <a:lnTo>
                    <a:pt x="2093886" y="969987"/>
                  </a:lnTo>
                  <a:lnTo>
                    <a:pt x="2094547" y="933161"/>
                  </a:lnTo>
                  <a:lnTo>
                    <a:pt x="2095207" y="957482"/>
                  </a:lnTo>
                  <a:lnTo>
                    <a:pt x="2095868" y="988938"/>
                  </a:lnTo>
                  <a:lnTo>
                    <a:pt x="2096528" y="953200"/>
                  </a:lnTo>
                  <a:lnTo>
                    <a:pt x="2097189" y="949710"/>
                  </a:lnTo>
                  <a:lnTo>
                    <a:pt x="2097849" y="949965"/>
                  </a:lnTo>
                  <a:lnTo>
                    <a:pt x="2098510" y="992967"/>
                  </a:lnTo>
                  <a:lnTo>
                    <a:pt x="2099171" y="962790"/>
                  </a:lnTo>
                  <a:lnTo>
                    <a:pt x="2099831" y="954503"/>
                  </a:lnTo>
                  <a:lnTo>
                    <a:pt x="2100492" y="964264"/>
                  </a:lnTo>
                  <a:lnTo>
                    <a:pt x="2101152" y="964264"/>
                  </a:lnTo>
                  <a:lnTo>
                    <a:pt x="2101813" y="946225"/>
                  </a:lnTo>
                  <a:lnTo>
                    <a:pt x="2102473" y="937607"/>
                  </a:lnTo>
                  <a:lnTo>
                    <a:pt x="2103134" y="924404"/>
                  </a:lnTo>
                  <a:lnTo>
                    <a:pt x="2103794" y="935893"/>
                  </a:lnTo>
                  <a:lnTo>
                    <a:pt x="2104455" y="936190"/>
                  </a:lnTo>
                  <a:lnTo>
                    <a:pt x="2105115" y="949795"/>
                  </a:lnTo>
                  <a:lnTo>
                    <a:pt x="2105776" y="971715"/>
                  </a:lnTo>
                  <a:lnTo>
                    <a:pt x="2106436" y="999232"/>
                  </a:lnTo>
                  <a:lnTo>
                    <a:pt x="2107097" y="1013200"/>
                  </a:lnTo>
                  <a:lnTo>
                    <a:pt x="2107757" y="999184"/>
                  </a:lnTo>
                  <a:lnTo>
                    <a:pt x="2108418" y="982381"/>
                  </a:lnTo>
                  <a:lnTo>
                    <a:pt x="2109079" y="971926"/>
                  </a:lnTo>
                  <a:lnTo>
                    <a:pt x="2109739" y="951334"/>
                  </a:lnTo>
                  <a:lnTo>
                    <a:pt x="2110400" y="949857"/>
                  </a:lnTo>
                  <a:lnTo>
                    <a:pt x="2111060" y="965769"/>
                  </a:lnTo>
                  <a:lnTo>
                    <a:pt x="2111721" y="984461"/>
                  </a:lnTo>
                  <a:lnTo>
                    <a:pt x="2112381" y="972278"/>
                  </a:lnTo>
                  <a:lnTo>
                    <a:pt x="2113042" y="922722"/>
                  </a:lnTo>
                  <a:lnTo>
                    <a:pt x="2113702" y="947038"/>
                  </a:lnTo>
                  <a:lnTo>
                    <a:pt x="2114363" y="980475"/>
                  </a:lnTo>
                  <a:lnTo>
                    <a:pt x="2115023" y="936075"/>
                  </a:lnTo>
                  <a:lnTo>
                    <a:pt x="2115684" y="936547"/>
                  </a:lnTo>
                  <a:lnTo>
                    <a:pt x="2116344" y="961038"/>
                  </a:lnTo>
                  <a:lnTo>
                    <a:pt x="2117005" y="983620"/>
                  </a:lnTo>
                  <a:lnTo>
                    <a:pt x="2117665" y="937605"/>
                  </a:lnTo>
                  <a:lnTo>
                    <a:pt x="2118326" y="934680"/>
                  </a:lnTo>
                  <a:lnTo>
                    <a:pt x="2118986" y="955839"/>
                  </a:lnTo>
                  <a:lnTo>
                    <a:pt x="2119647" y="920931"/>
                  </a:lnTo>
                  <a:lnTo>
                    <a:pt x="2120308" y="876694"/>
                  </a:lnTo>
                  <a:lnTo>
                    <a:pt x="2120968" y="886490"/>
                  </a:lnTo>
                  <a:lnTo>
                    <a:pt x="2121629" y="914864"/>
                  </a:lnTo>
                  <a:lnTo>
                    <a:pt x="2122289" y="893215"/>
                  </a:lnTo>
                  <a:lnTo>
                    <a:pt x="2122950" y="903699"/>
                  </a:lnTo>
                  <a:lnTo>
                    <a:pt x="2123610" y="884732"/>
                  </a:lnTo>
                  <a:lnTo>
                    <a:pt x="2124271" y="874277"/>
                  </a:lnTo>
                  <a:lnTo>
                    <a:pt x="2124931" y="903068"/>
                  </a:lnTo>
                  <a:lnTo>
                    <a:pt x="2125592" y="836737"/>
                  </a:lnTo>
                  <a:lnTo>
                    <a:pt x="2126252" y="829496"/>
                  </a:lnTo>
                  <a:lnTo>
                    <a:pt x="2126913" y="818158"/>
                  </a:lnTo>
                  <a:lnTo>
                    <a:pt x="2127573" y="816867"/>
                  </a:lnTo>
                  <a:lnTo>
                    <a:pt x="2128234" y="816713"/>
                  </a:lnTo>
                  <a:lnTo>
                    <a:pt x="2128894" y="782021"/>
                  </a:lnTo>
                  <a:lnTo>
                    <a:pt x="2129555" y="764891"/>
                  </a:lnTo>
                  <a:lnTo>
                    <a:pt x="2130216" y="758596"/>
                  </a:lnTo>
                  <a:lnTo>
                    <a:pt x="2130876" y="746207"/>
                  </a:lnTo>
                  <a:lnTo>
                    <a:pt x="2131537" y="703014"/>
                  </a:lnTo>
                  <a:lnTo>
                    <a:pt x="2132197" y="702733"/>
                  </a:lnTo>
                  <a:lnTo>
                    <a:pt x="2132858" y="682953"/>
                  </a:lnTo>
                  <a:lnTo>
                    <a:pt x="2133518" y="680623"/>
                  </a:lnTo>
                  <a:lnTo>
                    <a:pt x="2134179" y="664513"/>
                  </a:lnTo>
                  <a:lnTo>
                    <a:pt x="2134839" y="675772"/>
                  </a:lnTo>
                  <a:lnTo>
                    <a:pt x="2135500" y="703510"/>
                  </a:lnTo>
                  <a:lnTo>
                    <a:pt x="2136160" y="687210"/>
                  </a:lnTo>
                  <a:lnTo>
                    <a:pt x="2136821" y="698749"/>
                  </a:lnTo>
                  <a:lnTo>
                    <a:pt x="2137481" y="749960"/>
                  </a:lnTo>
                  <a:lnTo>
                    <a:pt x="2138142" y="772382"/>
                  </a:lnTo>
                  <a:lnTo>
                    <a:pt x="2138802" y="813618"/>
                  </a:lnTo>
                  <a:lnTo>
                    <a:pt x="2139463" y="820793"/>
                  </a:lnTo>
                  <a:lnTo>
                    <a:pt x="2140124" y="818575"/>
                  </a:lnTo>
                  <a:lnTo>
                    <a:pt x="2140784" y="821274"/>
                  </a:lnTo>
                  <a:lnTo>
                    <a:pt x="2141445" y="826995"/>
                  </a:lnTo>
                  <a:lnTo>
                    <a:pt x="2142105" y="848005"/>
                  </a:lnTo>
                  <a:lnTo>
                    <a:pt x="2142766" y="817147"/>
                  </a:lnTo>
                  <a:lnTo>
                    <a:pt x="2143426" y="800745"/>
                  </a:lnTo>
                  <a:lnTo>
                    <a:pt x="2144087" y="811664"/>
                  </a:lnTo>
                  <a:lnTo>
                    <a:pt x="2144747" y="811845"/>
                  </a:lnTo>
                  <a:lnTo>
                    <a:pt x="2145408" y="744044"/>
                  </a:lnTo>
                  <a:lnTo>
                    <a:pt x="2146068" y="730057"/>
                  </a:lnTo>
                  <a:lnTo>
                    <a:pt x="2146729" y="709659"/>
                  </a:lnTo>
                  <a:lnTo>
                    <a:pt x="2147389" y="668092"/>
                  </a:lnTo>
                  <a:lnTo>
                    <a:pt x="2148050" y="644664"/>
                  </a:lnTo>
                  <a:lnTo>
                    <a:pt x="2148710" y="607911"/>
                  </a:lnTo>
                  <a:lnTo>
                    <a:pt x="2149371" y="588842"/>
                  </a:lnTo>
                  <a:lnTo>
                    <a:pt x="2150032" y="588842"/>
                  </a:lnTo>
                  <a:lnTo>
                    <a:pt x="2150692" y="561289"/>
                  </a:lnTo>
                  <a:lnTo>
                    <a:pt x="2151353" y="552981"/>
                  </a:lnTo>
                  <a:lnTo>
                    <a:pt x="2152013" y="553437"/>
                  </a:lnTo>
                  <a:lnTo>
                    <a:pt x="2152674" y="555614"/>
                  </a:lnTo>
                  <a:lnTo>
                    <a:pt x="2153334" y="555614"/>
                  </a:lnTo>
                  <a:lnTo>
                    <a:pt x="2153995" y="563131"/>
                  </a:lnTo>
                  <a:lnTo>
                    <a:pt x="2154655" y="573126"/>
                  </a:lnTo>
                  <a:lnTo>
                    <a:pt x="2155316" y="573986"/>
                  </a:lnTo>
                  <a:lnTo>
                    <a:pt x="2155976" y="573986"/>
                  </a:lnTo>
                  <a:lnTo>
                    <a:pt x="2156637" y="582492"/>
                  </a:lnTo>
                  <a:lnTo>
                    <a:pt x="2157297" y="630985"/>
                  </a:lnTo>
                  <a:lnTo>
                    <a:pt x="2157958" y="630985"/>
                  </a:lnTo>
                  <a:lnTo>
                    <a:pt x="2158618" y="642814"/>
                  </a:lnTo>
                  <a:lnTo>
                    <a:pt x="2159279" y="651047"/>
                  </a:lnTo>
                  <a:lnTo>
                    <a:pt x="2159939" y="633680"/>
                  </a:lnTo>
                  <a:lnTo>
                    <a:pt x="2160600" y="650666"/>
                  </a:lnTo>
                  <a:lnTo>
                    <a:pt x="2161261" y="688724"/>
                  </a:lnTo>
                  <a:lnTo>
                    <a:pt x="2161921" y="717992"/>
                  </a:lnTo>
                  <a:lnTo>
                    <a:pt x="2162582" y="772326"/>
                  </a:lnTo>
                  <a:lnTo>
                    <a:pt x="2163242" y="790514"/>
                  </a:lnTo>
                  <a:lnTo>
                    <a:pt x="2163903" y="791748"/>
                  </a:lnTo>
                  <a:lnTo>
                    <a:pt x="2164563" y="792727"/>
                  </a:lnTo>
                  <a:lnTo>
                    <a:pt x="2165224" y="797082"/>
                  </a:lnTo>
                  <a:lnTo>
                    <a:pt x="2165884" y="809271"/>
                  </a:lnTo>
                  <a:lnTo>
                    <a:pt x="2166545" y="823168"/>
                  </a:lnTo>
                  <a:lnTo>
                    <a:pt x="2167205" y="841074"/>
                  </a:lnTo>
                  <a:lnTo>
                    <a:pt x="2167866" y="846293"/>
                  </a:lnTo>
                  <a:lnTo>
                    <a:pt x="2168526" y="831287"/>
                  </a:lnTo>
                  <a:lnTo>
                    <a:pt x="2169187" y="845788"/>
                  </a:lnTo>
                  <a:lnTo>
                    <a:pt x="2169847" y="845788"/>
                  </a:lnTo>
                  <a:lnTo>
                    <a:pt x="2170508" y="852343"/>
                  </a:lnTo>
                  <a:lnTo>
                    <a:pt x="2171169" y="843845"/>
                  </a:lnTo>
                  <a:lnTo>
                    <a:pt x="2171829" y="835521"/>
                  </a:lnTo>
                  <a:lnTo>
                    <a:pt x="2172490" y="843313"/>
                  </a:lnTo>
                  <a:lnTo>
                    <a:pt x="2173150" y="832296"/>
                  </a:lnTo>
                  <a:lnTo>
                    <a:pt x="2173811" y="832296"/>
                  </a:lnTo>
                  <a:lnTo>
                    <a:pt x="2174471" y="858200"/>
                  </a:lnTo>
                  <a:lnTo>
                    <a:pt x="2175132" y="845242"/>
                  </a:lnTo>
                  <a:lnTo>
                    <a:pt x="2175792" y="862025"/>
                  </a:lnTo>
                  <a:lnTo>
                    <a:pt x="2176453" y="902131"/>
                  </a:lnTo>
                  <a:lnTo>
                    <a:pt x="2177113" y="893073"/>
                  </a:lnTo>
                  <a:lnTo>
                    <a:pt x="2177774" y="892526"/>
                  </a:lnTo>
                  <a:lnTo>
                    <a:pt x="2178434" y="903096"/>
                  </a:lnTo>
                  <a:lnTo>
                    <a:pt x="2179095" y="916674"/>
                  </a:lnTo>
                  <a:lnTo>
                    <a:pt x="2179755" y="985138"/>
                  </a:lnTo>
                  <a:lnTo>
                    <a:pt x="2180416" y="1002516"/>
                  </a:lnTo>
                  <a:lnTo>
                    <a:pt x="2181077" y="978233"/>
                  </a:lnTo>
                  <a:lnTo>
                    <a:pt x="2181737" y="941888"/>
                  </a:lnTo>
                  <a:lnTo>
                    <a:pt x="2182398" y="956384"/>
                  </a:lnTo>
                  <a:lnTo>
                    <a:pt x="2183058" y="938813"/>
                  </a:lnTo>
                  <a:lnTo>
                    <a:pt x="2183719" y="928056"/>
                  </a:lnTo>
                  <a:lnTo>
                    <a:pt x="2184379" y="938963"/>
                  </a:lnTo>
                  <a:lnTo>
                    <a:pt x="2185040" y="954172"/>
                  </a:lnTo>
                  <a:lnTo>
                    <a:pt x="2185700" y="990833"/>
                  </a:lnTo>
                  <a:lnTo>
                    <a:pt x="2186361" y="987325"/>
                  </a:lnTo>
                  <a:lnTo>
                    <a:pt x="2187021" y="949256"/>
                  </a:lnTo>
                  <a:lnTo>
                    <a:pt x="2187682" y="987381"/>
                  </a:lnTo>
                  <a:lnTo>
                    <a:pt x="2188342" y="939558"/>
                  </a:lnTo>
                  <a:lnTo>
                    <a:pt x="2189003" y="919785"/>
                  </a:lnTo>
                  <a:lnTo>
                    <a:pt x="2189663" y="950081"/>
                  </a:lnTo>
                  <a:lnTo>
                    <a:pt x="2190324" y="919785"/>
                  </a:lnTo>
                  <a:lnTo>
                    <a:pt x="2190984" y="904640"/>
                  </a:lnTo>
                  <a:lnTo>
                    <a:pt x="2191645" y="898139"/>
                  </a:lnTo>
                  <a:lnTo>
                    <a:pt x="2192306" y="885725"/>
                  </a:lnTo>
                  <a:lnTo>
                    <a:pt x="2192966" y="904064"/>
                  </a:lnTo>
                  <a:lnTo>
                    <a:pt x="2193627" y="918361"/>
                  </a:lnTo>
                  <a:lnTo>
                    <a:pt x="2194287" y="942840"/>
                  </a:lnTo>
                  <a:lnTo>
                    <a:pt x="2194948" y="943247"/>
                  </a:lnTo>
                  <a:lnTo>
                    <a:pt x="2195608" y="934257"/>
                  </a:lnTo>
                  <a:lnTo>
                    <a:pt x="2196269" y="934651"/>
                  </a:lnTo>
                  <a:lnTo>
                    <a:pt x="2196929" y="915826"/>
                  </a:lnTo>
                  <a:lnTo>
                    <a:pt x="2197590" y="875493"/>
                  </a:lnTo>
                  <a:lnTo>
                    <a:pt x="2198250" y="875493"/>
                  </a:lnTo>
                  <a:lnTo>
                    <a:pt x="2198911" y="892815"/>
                  </a:lnTo>
                  <a:lnTo>
                    <a:pt x="2199571" y="906909"/>
                  </a:lnTo>
                  <a:lnTo>
                    <a:pt x="2200232" y="905891"/>
                  </a:lnTo>
                  <a:lnTo>
                    <a:pt x="2200892" y="909015"/>
                  </a:lnTo>
                  <a:lnTo>
                    <a:pt x="2201553" y="910385"/>
                  </a:lnTo>
                  <a:lnTo>
                    <a:pt x="2202214" y="886723"/>
                  </a:lnTo>
                  <a:lnTo>
                    <a:pt x="2202874" y="878901"/>
                  </a:lnTo>
                  <a:lnTo>
                    <a:pt x="2203535" y="864322"/>
                  </a:lnTo>
                  <a:lnTo>
                    <a:pt x="2204195" y="863040"/>
                  </a:lnTo>
                  <a:lnTo>
                    <a:pt x="2204856" y="859229"/>
                  </a:lnTo>
                  <a:lnTo>
                    <a:pt x="2205516" y="903843"/>
                  </a:lnTo>
                  <a:lnTo>
                    <a:pt x="2206177" y="922212"/>
                  </a:lnTo>
                  <a:lnTo>
                    <a:pt x="2206837" y="876779"/>
                  </a:lnTo>
                  <a:lnTo>
                    <a:pt x="2207498" y="858319"/>
                  </a:lnTo>
                  <a:lnTo>
                    <a:pt x="2208158" y="849783"/>
                  </a:lnTo>
                  <a:lnTo>
                    <a:pt x="2208819" y="857585"/>
                  </a:lnTo>
                  <a:lnTo>
                    <a:pt x="2209479" y="859231"/>
                  </a:lnTo>
                  <a:lnTo>
                    <a:pt x="2210140" y="852699"/>
                  </a:lnTo>
                  <a:lnTo>
                    <a:pt x="2210800" y="870358"/>
                  </a:lnTo>
                  <a:lnTo>
                    <a:pt x="2211461" y="850350"/>
                  </a:lnTo>
                  <a:lnTo>
                    <a:pt x="2212122" y="839088"/>
                  </a:lnTo>
                  <a:lnTo>
                    <a:pt x="2212782" y="839664"/>
                  </a:lnTo>
                  <a:lnTo>
                    <a:pt x="2213443" y="839065"/>
                  </a:lnTo>
                  <a:lnTo>
                    <a:pt x="2214103" y="835668"/>
                  </a:lnTo>
                  <a:lnTo>
                    <a:pt x="2214764" y="833331"/>
                  </a:lnTo>
                  <a:lnTo>
                    <a:pt x="2215424" y="841407"/>
                  </a:lnTo>
                  <a:lnTo>
                    <a:pt x="2216085" y="859062"/>
                  </a:lnTo>
                  <a:lnTo>
                    <a:pt x="2216745" y="888723"/>
                  </a:lnTo>
                  <a:lnTo>
                    <a:pt x="2217406" y="851302"/>
                  </a:lnTo>
                  <a:lnTo>
                    <a:pt x="2218066" y="827418"/>
                  </a:lnTo>
                  <a:lnTo>
                    <a:pt x="2218727" y="773859"/>
                  </a:lnTo>
                  <a:lnTo>
                    <a:pt x="2219387" y="770158"/>
                  </a:lnTo>
                  <a:lnTo>
                    <a:pt x="2220048" y="774413"/>
                  </a:lnTo>
                  <a:lnTo>
                    <a:pt x="2220708" y="797308"/>
                  </a:lnTo>
                  <a:lnTo>
                    <a:pt x="2221369" y="791184"/>
                  </a:lnTo>
                  <a:lnTo>
                    <a:pt x="2222030" y="769550"/>
                  </a:lnTo>
                  <a:lnTo>
                    <a:pt x="2222690" y="757258"/>
                  </a:lnTo>
                  <a:lnTo>
                    <a:pt x="2223351" y="745868"/>
                  </a:lnTo>
                  <a:lnTo>
                    <a:pt x="2224011" y="750435"/>
                  </a:lnTo>
                  <a:lnTo>
                    <a:pt x="2224672" y="749798"/>
                  </a:lnTo>
                  <a:lnTo>
                    <a:pt x="2225332" y="707506"/>
                  </a:lnTo>
                  <a:lnTo>
                    <a:pt x="2225993" y="689510"/>
                  </a:lnTo>
                  <a:lnTo>
                    <a:pt x="2226653" y="664254"/>
                  </a:lnTo>
                  <a:lnTo>
                    <a:pt x="2227314" y="658684"/>
                  </a:lnTo>
                  <a:lnTo>
                    <a:pt x="2227974" y="638983"/>
                  </a:lnTo>
                  <a:lnTo>
                    <a:pt x="2228635" y="628002"/>
                  </a:lnTo>
                  <a:lnTo>
                    <a:pt x="2229295" y="624176"/>
                  </a:lnTo>
                  <a:lnTo>
                    <a:pt x="2229956" y="583729"/>
                  </a:lnTo>
                  <a:lnTo>
                    <a:pt x="2230616" y="519655"/>
                  </a:lnTo>
                  <a:lnTo>
                    <a:pt x="2231277" y="517963"/>
                  </a:lnTo>
                  <a:lnTo>
                    <a:pt x="2231937" y="516728"/>
                  </a:lnTo>
                  <a:lnTo>
                    <a:pt x="2232598" y="524153"/>
                  </a:lnTo>
                  <a:lnTo>
                    <a:pt x="2233259" y="535880"/>
                  </a:lnTo>
                  <a:lnTo>
                    <a:pt x="2233919" y="541219"/>
                  </a:lnTo>
                  <a:lnTo>
                    <a:pt x="2234580" y="575937"/>
                  </a:lnTo>
                  <a:lnTo>
                    <a:pt x="2235240" y="580895"/>
                  </a:lnTo>
                  <a:lnTo>
                    <a:pt x="2235901" y="635948"/>
                  </a:lnTo>
                  <a:lnTo>
                    <a:pt x="2236561" y="683717"/>
                  </a:lnTo>
                  <a:lnTo>
                    <a:pt x="2237222" y="682236"/>
                  </a:lnTo>
                  <a:lnTo>
                    <a:pt x="2237882" y="673314"/>
                  </a:lnTo>
                  <a:lnTo>
                    <a:pt x="2238543" y="719725"/>
                  </a:lnTo>
                  <a:lnTo>
                    <a:pt x="2239203" y="761688"/>
                  </a:lnTo>
                  <a:lnTo>
                    <a:pt x="2239864" y="769473"/>
                  </a:lnTo>
                  <a:lnTo>
                    <a:pt x="2240524" y="740066"/>
                  </a:lnTo>
                  <a:lnTo>
                    <a:pt x="2241185" y="720682"/>
                  </a:lnTo>
                  <a:lnTo>
                    <a:pt x="2241845" y="733174"/>
                  </a:lnTo>
                  <a:lnTo>
                    <a:pt x="2242506" y="731844"/>
                  </a:lnTo>
                  <a:lnTo>
                    <a:pt x="2243167" y="763965"/>
                  </a:lnTo>
                  <a:lnTo>
                    <a:pt x="2243827" y="789217"/>
                  </a:lnTo>
                  <a:lnTo>
                    <a:pt x="2244488" y="818980"/>
                  </a:lnTo>
                  <a:lnTo>
                    <a:pt x="2245148" y="812841"/>
                  </a:lnTo>
                  <a:lnTo>
                    <a:pt x="2245809" y="839392"/>
                  </a:lnTo>
                  <a:lnTo>
                    <a:pt x="2246469" y="858657"/>
                  </a:lnTo>
                  <a:lnTo>
                    <a:pt x="2247130" y="838943"/>
                  </a:lnTo>
                  <a:lnTo>
                    <a:pt x="2247790" y="832773"/>
                  </a:lnTo>
                  <a:lnTo>
                    <a:pt x="2248451" y="819932"/>
                  </a:lnTo>
                  <a:lnTo>
                    <a:pt x="2249111" y="846442"/>
                  </a:lnTo>
                  <a:lnTo>
                    <a:pt x="2249772" y="857224"/>
                  </a:lnTo>
                  <a:lnTo>
                    <a:pt x="2250432" y="873209"/>
                  </a:lnTo>
                  <a:lnTo>
                    <a:pt x="2251093" y="891492"/>
                  </a:lnTo>
                  <a:lnTo>
                    <a:pt x="2251753" y="854655"/>
                  </a:lnTo>
                  <a:lnTo>
                    <a:pt x="2252414" y="862469"/>
                  </a:lnTo>
                  <a:lnTo>
                    <a:pt x="2253075" y="832830"/>
                  </a:lnTo>
                  <a:lnTo>
                    <a:pt x="2253735" y="833196"/>
                  </a:lnTo>
                  <a:lnTo>
                    <a:pt x="2254396" y="850696"/>
                  </a:lnTo>
                  <a:lnTo>
                    <a:pt x="2255056" y="877231"/>
                  </a:lnTo>
                  <a:lnTo>
                    <a:pt x="2255717" y="894978"/>
                  </a:lnTo>
                  <a:lnTo>
                    <a:pt x="2256377" y="911737"/>
                  </a:lnTo>
                  <a:lnTo>
                    <a:pt x="2257038" y="893377"/>
                  </a:lnTo>
                  <a:lnTo>
                    <a:pt x="2257698" y="893129"/>
                  </a:lnTo>
                  <a:lnTo>
                    <a:pt x="2258359" y="864927"/>
                  </a:lnTo>
                  <a:lnTo>
                    <a:pt x="2259019" y="857055"/>
                  </a:lnTo>
                  <a:lnTo>
                    <a:pt x="2259680" y="873918"/>
                  </a:lnTo>
                  <a:lnTo>
                    <a:pt x="2260340" y="862492"/>
                  </a:lnTo>
                  <a:lnTo>
                    <a:pt x="2261001" y="861418"/>
                  </a:lnTo>
                  <a:lnTo>
                    <a:pt x="2261661" y="862707"/>
                  </a:lnTo>
                  <a:lnTo>
                    <a:pt x="2262322" y="883053"/>
                  </a:lnTo>
                  <a:lnTo>
                    <a:pt x="2262982" y="909005"/>
                  </a:lnTo>
                  <a:lnTo>
                    <a:pt x="2263643" y="924125"/>
                  </a:lnTo>
                  <a:lnTo>
                    <a:pt x="2264304" y="937319"/>
                  </a:lnTo>
                  <a:lnTo>
                    <a:pt x="2264964" y="937319"/>
                  </a:lnTo>
                  <a:lnTo>
                    <a:pt x="2265625" y="937297"/>
                  </a:lnTo>
                  <a:lnTo>
                    <a:pt x="2266285" y="900873"/>
                  </a:lnTo>
                  <a:lnTo>
                    <a:pt x="2266946" y="884489"/>
                  </a:lnTo>
                  <a:lnTo>
                    <a:pt x="2267606" y="881775"/>
                  </a:lnTo>
                  <a:lnTo>
                    <a:pt x="2268267" y="889433"/>
                  </a:lnTo>
                  <a:lnTo>
                    <a:pt x="2268927" y="899872"/>
                  </a:lnTo>
                  <a:lnTo>
                    <a:pt x="2269588" y="898502"/>
                  </a:lnTo>
                  <a:lnTo>
                    <a:pt x="2270248" y="900337"/>
                  </a:lnTo>
                  <a:lnTo>
                    <a:pt x="2270909" y="895081"/>
                  </a:lnTo>
                  <a:lnTo>
                    <a:pt x="2271569" y="881565"/>
                  </a:lnTo>
                  <a:lnTo>
                    <a:pt x="2272230" y="889724"/>
                  </a:lnTo>
                  <a:lnTo>
                    <a:pt x="2272890" y="892281"/>
                  </a:lnTo>
                  <a:lnTo>
                    <a:pt x="2273551" y="903537"/>
                  </a:lnTo>
                  <a:lnTo>
                    <a:pt x="2274212" y="911401"/>
                  </a:lnTo>
                  <a:lnTo>
                    <a:pt x="2274872" y="911401"/>
                  </a:lnTo>
                  <a:lnTo>
                    <a:pt x="2275533" y="912447"/>
                  </a:lnTo>
                  <a:lnTo>
                    <a:pt x="2276193" y="924874"/>
                  </a:lnTo>
                  <a:lnTo>
                    <a:pt x="2276854" y="938148"/>
                  </a:lnTo>
                  <a:lnTo>
                    <a:pt x="2277514" y="946334"/>
                  </a:lnTo>
                  <a:lnTo>
                    <a:pt x="2278175" y="923505"/>
                  </a:lnTo>
                  <a:lnTo>
                    <a:pt x="2278835" y="920084"/>
                  </a:lnTo>
                  <a:lnTo>
                    <a:pt x="2279496" y="913861"/>
                  </a:lnTo>
                  <a:lnTo>
                    <a:pt x="2280156" y="912958"/>
                  </a:lnTo>
                  <a:lnTo>
                    <a:pt x="2280817" y="901071"/>
                  </a:lnTo>
                  <a:lnTo>
                    <a:pt x="2281477" y="901128"/>
                  </a:lnTo>
                  <a:lnTo>
                    <a:pt x="2282138" y="896086"/>
                  </a:lnTo>
                  <a:lnTo>
                    <a:pt x="2282798" y="893166"/>
                  </a:lnTo>
                  <a:lnTo>
                    <a:pt x="2283459" y="892547"/>
                  </a:lnTo>
                  <a:lnTo>
                    <a:pt x="2284120" y="901128"/>
                  </a:lnTo>
                  <a:lnTo>
                    <a:pt x="2284780" y="905355"/>
                  </a:lnTo>
                  <a:lnTo>
                    <a:pt x="2285441" y="927951"/>
                  </a:lnTo>
                  <a:lnTo>
                    <a:pt x="2286101" y="940795"/>
                  </a:lnTo>
                  <a:lnTo>
                    <a:pt x="2286762" y="963138"/>
                  </a:lnTo>
                  <a:lnTo>
                    <a:pt x="2287422" y="947724"/>
                  </a:lnTo>
                  <a:lnTo>
                    <a:pt x="2288083" y="938399"/>
                  </a:lnTo>
                  <a:lnTo>
                    <a:pt x="2288743" y="925964"/>
                  </a:lnTo>
                  <a:lnTo>
                    <a:pt x="2289404" y="924388"/>
                  </a:lnTo>
                  <a:lnTo>
                    <a:pt x="2290064" y="928695"/>
                  </a:lnTo>
                  <a:lnTo>
                    <a:pt x="2290725" y="928880"/>
                  </a:lnTo>
                  <a:lnTo>
                    <a:pt x="2291385" y="956395"/>
                  </a:lnTo>
                  <a:lnTo>
                    <a:pt x="2292046" y="957586"/>
                  </a:lnTo>
                  <a:lnTo>
                    <a:pt x="2292706" y="939770"/>
                  </a:lnTo>
                  <a:lnTo>
                    <a:pt x="2293367" y="940476"/>
                  </a:lnTo>
                  <a:lnTo>
                    <a:pt x="2294028" y="957359"/>
                  </a:lnTo>
                  <a:lnTo>
                    <a:pt x="2294688" y="984082"/>
                  </a:lnTo>
                  <a:lnTo>
                    <a:pt x="2295349" y="986522"/>
                  </a:lnTo>
                  <a:lnTo>
                    <a:pt x="2296009" y="963326"/>
                  </a:lnTo>
                  <a:lnTo>
                    <a:pt x="2296670" y="948957"/>
                  </a:lnTo>
                  <a:lnTo>
                    <a:pt x="2297330" y="948788"/>
                  </a:lnTo>
                  <a:lnTo>
                    <a:pt x="2297991" y="947537"/>
                  </a:lnTo>
                  <a:lnTo>
                    <a:pt x="2298651" y="970596"/>
                  </a:lnTo>
                  <a:lnTo>
                    <a:pt x="2299312" y="968332"/>
                  </a:lnTo>
                  <a:lnTo>
                    <a:pt x="2299972" y="958411"/>
                  </a:lnTo>
                  <a:lnTo>
                    <a:pt x="2300633" y="939278"/>
                  </a:lnTo>
                  <a:lnTo>
                    <a:pt x="2301293" y="922955"/>
                  </a:lnTo>
                  <a:lnTo>
                    <a:pt x="2301954" y="907487"/>
                  </a:lnTo>
                  <a:lnTo>
                    <a:pt x="2302614" y="903540"/>
                  </a:lnTo>
                  <a:lnTo>
                    <a:pt x="2303275" y="915793"/>
                  </a:lnTo>
                  <a:lnTo>
                    <a:pt x="2303935" y="934169"/>
                  </a:lnTo>
                  <a:lnTo>
                    <a:pt x="2304596" y="941567"/>
                  </a:lnTo>
                  <a:lnTo>
                    <a:pt x="2305257" y="912446"/>
                  </a:lnTo>
                  <a:lnTo>
                    <a:pt x="2305917" y="883692"/>
                  </a:lnTo>
                  <a:lnTo>
                    <a:pt x="2306578" y="876911"/>
                  </a:lnTo>
                  <a:lnTo>
                    <a:pt x="2307238" y="881694"/>
                  </a:lnTo>
                  <a:lnTo>
                    <a:pt x="2307899" y="885269"/>
                  </a:lnTo>
                  <a:lnTo>
                    <a:pt x="2308559" y="865343"/>
                  </a:lnTo>
                  <a:lnTo>
                    <a:pt x="2309220" y="874173"/>
                  </a:lnTo>
                  <a:lnTo>
                    <a:pt x="2309880" y="874173"/>
                  </a:lnTo>
                  <a:lnTo>
                    <a:pt x="2310541" y="874173"/>
                  </a:lnTo>
                  <a:lnTo>
                    <a:pt x="2311201" y="874173"/>
                  </a:lnTo>
                  <a:lnTo>
                    <a:pt x="2311862" y="874173"/>
                  </a:lnTo>
                  <a:lnTo>
                    <a:pt x="2312522" y="874214"/>
                  </a:lnTo>
                  <a:lnTo>
                    <a:pt x="2313183" y="874214"/>
                  </a:lnTo>
                  <a:lnTo>
                    <a:pt x="2313843" y="920530"/>
                  </a:lnTo>
                  <a:lnTo>
                    <a:pt x="2314504" y="948452"/>
                  </a:lnTo>
                  <a:lnTo>
                    <a:pt x="2315165" y="903908"/>
                  </a:lnTo>
                  <a:lnTo>
                    <a:pt x="2315825" y="885137"/>
                  </a:lnTo>
                  <a:lnTo>
                    <a:pt x="2316486" y="891110"/>
                  </a:lnTo>
                  <a:lnTo>
                    <a:pt x="2317146" y="914631"/>
                  </a:lnTo>
                  <a:lnTo>
                    <a:pt x="2317807" y="952487"/>
                  </a:lnTo>
                  <a:lnTo>
                    <a:pt x="2318467" y="963676"/>
                  </a:lnTo>
                  <a:lnTo>
                    <a:pt x="2319128" y="959329"/>
                  </a:lnTo>
                  <a:lnTo>
                    <a:pt x="2319788" y="943295"/>
                  </a:lnTo>
                  <a:lnTo>
                    <a:pt x="2320449" y="931691"/>
                  </a:lnTo>
                  <a:lnTo>
                    <a:pt x="2321109" y="982181"/>
                  </a:lnTo>
                  <a:lnTo>
                    <a:pt x="2321770" y="985099"/>
                  </a:lnTo>
                  <a:lnTo>
                    <a:pt x="2322430" y="969865"/>
                  </a:lnTo>
                  <a:lnTo>
                    <a:pt x="2323091" y="933191"/>
                  </a:lnTo>
                  <a:lnTo>
                    <a:pt x="2323751" y="933191"/>
                  </a:lnTo>
                  <a:lnTo>
                    <a:pt x="2324412" y="936006"/>
                  </a:lnTo>
                  <a:lnTo>
                    <a:pt x="2325073" y="956855"/>
                  </a:lnTo>
                  <a:lnTo>
                    <a:pt x="2325733" y="953049"/>
                  </a:lnTo>
                  <a:lnTo>
                    <a:pt x="2326394" y="935837"/>
                  </a:lnTo>
                  <a:lnTo>
                    <a:pt x="2327054" y="899627"/>
                  </a:lnTo>
                  <a:lnTo>
                    <a:pt x="2327715" y="884707"/>
                  </a:lnTo>
                  <a:lnTo>
                    <a:pt x="2328375" y="915977"/>
                  </a:lnTo>
                  <a:lnTo>
                    <a:pt x="2329036" y="893564"/>
                  </a:lnTo>
                  <a:lnTo>
                    <a:pt x="2329696" y="892132"/>
                  </a:lnTo>
                  <a:lnTo>
                    <a:pt x="2330357" y="882684"/>
                  </a:lnTo>
                  <a:lnTo>
                    <a:pt x="2331017" y="883177"/>
                  </a:lnTo>
                  <a:lnTo>
                    <a:pt x="2331678" y="875157"/>
                  </a:lnTo>
                  <a:lnTo>
                    <a:pt x="2332338" y="867683"/>
                  </a:lnTo>
                  <a:lnTo>
                    <a:pt x="2332999" y="861527"/>
                  </a:lnTo>
                  <a:lnTo>
                    <a:pt x="2333659" y="872241"/>
                  </a:lnTo>
                  <a:lnTo>
                    <a:pt x="2334320" y="883523"/>
                  </a:lnTo>
                  <a:lnTo>
                    <a:pt x="2334980" y="881666"/>
                  </a:lnTo>
                  <a:lnTo>
                    <a:pt x="2335641" y="893792"/>
                  </a:lnTo>
                  <a:lnTo>
                    <a:pt x="2336302" y="895562"/>
                  </a:lnTo>
                  <a:lnTo>
                    <a:pt x="2336962" y="891874"/>
                  </a:lnTo>
                  <a:lnTo>
                    <a:pt x="2337623" y="881844"/>
                  </a:lnTo>
                  <a:lnTo>
                    <a:pt x="2338283" y="865826"/>
                  </a:lnTo>
                  <a:lnTo>
                    <a:pt x="2338944" y="915674"/>
                  </a:lnTo>
                  <a:lnTo>
                    <a:pt x="2339604" y="905743"/>
                  </a:lnTo>
                  <a:lnTo>
                    <a:pt x="2340265" y="898170"/>
                  </a:lnTo>
                  <a:lnTo>
                    <a:pt x="2340925" y="903463"/>
                  </a:lnTo>
                  <a:lnTo>
                    <a:pt x="2341586" y="902032"/>
                  </a:lnTo>
                  <a:lnTo>
                    <a:pt x="2342246" y="950804"/>
                  </a:lnTo>
                  <a:lnTo>
                    <a:pt x="2342907" y="939617"/>
                  </a:lnTo>
                  <a:lnTo>
                    <a:pt x="2343567" y="918959"/>
                  </a:lnTo>
                  <a:lnTo>
                    <a:pt x="2344228" y="896576"/>
                  </a:lnTo>
                  <a:lnTo>
                    <a:pt x="2344888" y="933149"/>
                  </a:lnTo>
                  <a:lnTo>
                    <a:pt x="2345549" y="947450"/>
                  </a:lnTo>
                  <a:lnTo>
                    <a:pt x="2346210" y="918688"/>
                  </a:lnTo>
                  <a:lnTo>
                    <a:pt x="2346870" y="876097"/>
                  </a:lnTo>
                  <a:lnTo>
                    <a:pt x="2347531" y="893024"/>
                  </a:lnTo>
                  <a:lnTo>
                    <a:pt x="2348191" y="922550"/>
                  </a:lnTo>
                  <a:lnTo>
                    <a:pt x="2348852" y="913079"/>
                  </a:lnTo>
                  <a:lnTo>
                    <a:pt x="2349512" y="897307"/>
                  </a:lnTo>
                  <a:lnTo>
                    <a:pt x="2350173" y="913238"/>
                  </a:lnTo>
                  <a:lnTo>
                    <a:pt x="2350833" y="894200"/>
                  </a:lnTo>
                  <a:lnTo>
                    <a:pt x="2351494" y="864318"/>
                  </a:lnTo>
                  <a:lnTo>
                    <a:pt x="2352154" y="853664"/>
                  </a:lnTo>
                  <a:lnTo>
                    <a:pt x="2352815" y="857743"/>
                  </a:lnTo>
                  <a:lnTo>
                    <a:pt x="2353475" y="866242"/>
                  </a:lnTo>
                  <a:lnTo>
                    <a:pt x="2354136" y="849573"/>
                  </a:lnTo>
                  <a:lnTo>
                    <a:pt x="2354796" y="869588"/>
                  </a:lnTo>
                  <a:lnTo>
                    <a:pt x="2355457" y="869588"/>
                  </a:lnTo>
                  <a:lnTo>
                    <a:pt x="2356118" y="844397"/>
                  </a:lnTo>
                  <a:lnTo>
                    <a:pt x="2356778" y="832618"/>
                  </a:lnTo>
                  <a:lnTo>
                    <a:pt x="2357439" y="845166"/>
                  </a:lnTo>
                  <a:lnTo>
                    <a:pt x="2358099" y="870131"/>
                  </a:lnTo>
                  <a:lnTo>
                    <a:pt x="2358760" y="868379"/>
                  </a:lnTo>
                  <a:lnTo>
                    <a:pt x="2359420" y="866173"/>
                  </a:lnTo>
                  <a:lnTo>
                    <a:pt x="2360081" y="893145"/>
                  </a:lnTo>
                  <a:lnTo>
                    <a:pt x="2360741" y="888607"/>
                  </a:lnTo>
                  <a:lnTo>
                    <a:pt x="2361402" y="871545"/>
                  </a:lnTo>
                  <a:lnTo>
                    <a:pt x="2362062" y="865286"/>
                  </a:lnTo>
                  <a:lnTo>
                    <a:pt x="2362723" y="805474"/>
                  </a:lnTo>
                  <a:lnTo>
                    <a:pt x="2363383" y="812859"/>
                  </a:lnTo>
                  <a:lnTo>
                    <a:pt x="2364044" y="801798"/>
                  </a:lnTo>
                  <a:lnTo>
                    <a:pt x="2364704" y="796990"/>
                  </a:lnTo>
                  <a:lnTo>
                    <a:pt x="2365365" y="783736"/>
                  </a:lnTo>
                  <a:lnTo>
                    <a:pt x="2366026" y="792415"/>
                  </a:lnTo>
                  <a:lnTo>
                    <a:pt x="2366686" y="797305"/>
                  </a:lnTo>
                  <a:lnTo>
                    <a:pt x="2367347" y="760112"/>
                  </a:lnTo>
                  <a:lnTo>
                    <a:pt x="2368007" y="753891"/>
                  </a:lnTo>
                  <a:lnTo>
                    <a:pt x="2368668" y="725204"/>
                  </a:lnTo>
                  <a:lnTo>
                    <a:pt x="2369328" y="695609"/>
                  </a:lnTo>
                  <a:lnTo>
                    <a:pt x="2369989" y="713206"/>
                  </a:lnTo>
                  <a:lnTo>
                    <a:pt x="2370649" y="722551"/>
                  </a:lnTo>
                  <a:lnTo>
                    <a:pt x="2371310" y="680734"/>
                  </a:lnTo>
                  <a:lnTo>
                    <a:pt x="2371970" y="650703"/>
                  </a:lnTo>
                  <a:lnTo>
                    <a:pt x="2372631" y="639429"/>
                  </a:lnTo>
                  <a:lnTo>
                    <a:pt x="2373291" y="628419"/>
                  </a:lnTo>
                  <a:lnTo>
                    <a:pt x="2373952" y="627963"/>
                  </a:lnTo>
                  <a:lnTo>
                    <a:pt x="2374612" y="671913"/>
                  </a:lnTo>
                  <a:lnTo>
                    <a:pt x="2375273" y="683313"/>
                  </a:lnTo>
                  <a:lnTo>
                    <a:pt x="2375933" y="671841"/>
                  </a:lnTo>
                  <a:lnTo>
                    <a:pt x="2376594" y="706594"/>
                  </a:lnTo>
                  <a:lnTo>
                    <a:pt x="2377255" y="689113"/>
                  </a:lnTo>
                  <a:lnTo>
                    <a:pt x="2377915" y="661941"/>
                  </a:lnTo>
                  <a:lnTo>
                    <a:pt x="2378576" y="683181"/>
                  </a:lnTo>
                  <a:lnTo>
                    <a:pt x="2379236" y="712795"/>
                  </a:lnTo>
                  <a:lnTo>
                    <a:pt x="2379897" y="734132"/>
                  </a:lnTo>
                  <a:lnTo>
                    <a:pt x="2380557" y="764929"/>
                  </a:lnTo>
                  <a:lnTo>
                    <a:pt x="2381218" y="782659"/>
                  </a:lnTo>
                  <a:lnTo>
                    <a:pt x="2381878" y="780096"/>
                  </a:lnTo>
                  <a:lnTo>
                    <a:pt x="2382539" y="790020"/>
                  </a:lnTo>
                  <a:lnTo>
                    <a:pt x="2383199" y="793318"/>
                  </a:lnTo>
                  <a:lnTo>
                    <a:pt x="2383860" y="834838"/>
                  </a:lnTo>
                  <a:lnTo>
                    <a:pt x="2384520" y="833039"/>
                  </a:lnTo>
                  <a:lnTo>
                    <a:pt x="2385181" y="822428"/>
                  </a:lnTo>
                  <a:lnTo>
                    <a:pt x="2385841" y="847907"/>
                  </a:lnTo>
                  <a:lnTo>
                    <a:pt x="2386502" y="853722"/>
                  </a:lnTo>
                  <a:lnTo>
                    <a:pt x="2387163" y="873127"/>
                  </a:lnTo>
                  <a:lnTo>
                    <a:pt x="2387823" y="874971"/>
                  </a:lnTo>
                  <a:lnTo>
                    <a:pt x="2388484" y="868369"/>
                  </a:lnTo>
                  <a:lnTo>
                    <a:pt x="2389144" y="833653"/>
                  </a:lnTo>
                  <a:lnTo>
                    <a:pt x="2389805" y="803770"/>
                  </a:lnTo>
                  <a:lnTo>
                    <a:pt x="2390465" y="812447"/>
                  </a:lnTo>
                  <a:lnTo>
                    <a:pt x="2391126" y="812177"/>
                  </a:lnTo>
                  <a:lnTo>
                    <a:pt x="2391786" y="751231"/>
                  </a:lnTo>
                  <a:lnTo>
                    <a:pt x="2392447" y="718832"/>
                  </a:lnTo>
                  <a:lnTo>
                    <a:pt x="2393107" y="710473"/>
                  </a:lnTo>
                  <a:lnTo>
                    <a:pt x="2393768" y="691957"/>
                  </a:lnTo>
                  <a:lnTo>
                    <a:pt x="2394428" y="640555"/>
                  </a:lnTo>
                  <a:lnTo>
                    <a:pt x="2395089" y="563312"/>
                  </a:lnTo>
                  <a:lnTo>
                    <a:pt x="2395749" y="574122"/>
                  </a:lnTo>
                  <a:lnTo>
                    <a:pt x="2396410" y="574122"/>
                  </a:lnTo>
                  <a:lnTo>
                    <a:pt x="2397071" y="573641"/>
                  </a:lnTo>
                  <a:lnTo>
                    <a:pt x="2397731" y="621894"/>
                  </a:lnTo>
                  <a:lnTo>
                    <a:pt x="2398392" y="675363"/>
                  </a:lnTo>
                  <a:lnTo>
                    <a:pt x="2399052" y="675730"/>
                  </a:lnTo>
                  <a:lnTo>
                    <a:pt x="2399713" y="683552"/>
                  </a:lnTo>
                  <a:lnTo>
                    <a:pt x="2400373" y="681109"/>
                  </a:lnTo>
                  <a:lnTo>
                    <a:pt x="2401034" y="686231"/>
                  </a:lnTo>
                  <a:lnTo>
                    <a:pt x="2401694" y="727438"/>
                  </a:lnTo>
                  <a:lnTo>
                    <a:pt x="2402355" y="711389"/>
                  </a:lnTo>
                  <a:lnTo>
                    <a:pt x="2403015" y="731710"/>
                  </a:lnTo>
                  <a:lnTo>
                    <a:pt x="2403676" y="751294"/>
                  </a:lnTo>
                  <a:lnTo>
                    <a:pt x="2404336" y="776566"/>
                  </a:lnTo>
                  <a:lnTo>
                    <a:pt x="2404997" y="831947"/>
                  </a:lnTo>
                  <a:lnTo>
                    <a:pt x="2405657" y="835780"/>
                  </a:lnTo>
                  <a:lnTo>
                    <a:pt x="2406318" y="826760"/>
                  </a:lnTo>
                  <a:lnTo>
                    <a:pt x="2406978" y="849774"/>
                  </a:lnTo>
                  <a:lnTo>
                    <a:pt x="2407639" y="853392"/>
                  </a:lnTo>
                  <a:lnTo>
                    <a:pt x="2408300" y="827814"/>
                  </a:lnTo>
                  <a:lnTo>
                    <a:pt x="2408960" y="809607"/>
                  </a:lnTo>
                  <a:lnTo>
                    <a:pt x="2409621" y="807154"/>
                  </a:lnTo>
                  <a:lnTo>
                    <a:pt x="2410281" y="795630"/>
                  </a:lnTo>
                  <a:lnTo>
                    <a:pt x="2410942" y="796386"/>
                  </a:lnTo>
                  <a:lnTo>
                    <a:pt x="2411602" y="816413"/>
                  </a:lnTo>
                  <a:lnTo>
                    <a:pt x="2412263" y="822480"/>
                  </a:lnTo>
                  <a:lnTo>
                    <a:pt x="2412923" y="830921"/>
                  </a:lnTo>
                  <a:lnTo>
                    <a:pt x="2413584" y="847806"/>
                  </a:lnTo>
                  <a:lnTo>
                    <a:pt x="2414244" y="847974"/>
                  </a:lnTo>
                  <a:lnTo>
                    <a:pt x="2414905" y="869194"/>
                  </a:lnTo>
                  <a:lnTo>
                    <a:pt x="2415565" y="863661"/>
                  </a:lnTo>
                  <a:lnTo>
                    <a:pt x="2416226" y="826567"/>
                  </a:lnTo>
                  <a:lnTo>
                    <a:pt x="2416886" y="843613"/>
                  </a:lnTo>
                  <a:lnTo>
                    <a:pt x="2417547" y="881553"/>
                  </a:lnTo>
                  <a:lnTo>
                    <a:pt x="2418208" y="821655"/>
                  </a:lnTo>
                  <a:lnTo>
                    <a:pt x="2418868" y="854914"/>
                  </a:lnTo>
                  <a:lnTo>
                    <a:pt x="2419529" y="806271"/>
                  </a:lnTo>
                  <a:lnTo>
                    <a:pt x="2420189" y="821056"/>
                  </a:lnTo>
                  <a:lnTo>
                    <a:pt x="2420850" y="824173"/>
                  </a:lnTo>
                  <a:lnTo>
                    <a:pt x="2421510" y="824943"/>
                  </a:lnTo>
                  <a:lnTo>
                    <a:pt x="2422171" y="806294"/>
                  </a:lnTo>
                  <a:lnTo>
                    <a:pt x="2422831" y="828509"/>
                  </a:lnTo>
                  <a:lnTo>
                    <a:pt x="2423492" y="825789"/>
                  </a:lnTo>
                  <a:lnTo>
                    <a:pt x="2424152" y="813281"/>
                  </a:lnTo>
                  <a:lnTo>
                    <a:pt x="2424813" y="795395"/>
                  </a:lnTo>
                  <a:lnTo>
                    <a:pt x="2425473" y="815564"/>
                  </a:lnTo>
                  <a:lnTo>
                    <a:pt x="2426134" y="819269"/>
                  </a:lnTo>
                  <a:lnTo>
                    <a:pt x="2426794" y="813927"/>
                  </a:lnTo>
                  <a:lnTo>
                    <a:pt x="2427455" y="819636"/>
                  </a:lnTo>
                  <a:lnTo>
                    <a:pt x="2428116" y="828866"/>
                  </a:lnTo>
                  <a:lnTo>
                    <a:pt x="2428776" y="827731"/>
                  </a:lnTo>
                  <a:lnTo>
                    <a:pt x="2429437" y="830661"/>
                  </a:lnTo>
                  <a:lnTo>
                    <a:pt x="2430097" y="832962"/>
                  </a:lnTo>
                  <a:lnTo>
                    <a:pt x="2430758" y="832962"/>
                  </a:lnTo>
                  <a:lnTo>
                    <a:pt x="2431418" y="791256"/>
                  </a:lnTo>
                  <a:lnTo>
                    <a:pt x="2432079" y="788563"/>
                  </a:lnTo>
                  <a:lnTo>
                    <a:pt x="2432739" y="782012"/>
                  </a:lnTo>
                  <a:lnTo>
                    <a:pt x="2433400" y="781458"/>
                  </a:lnTo>
                  <a:lnTo>
                    <a:pt x="2434060" y="788952"/>
                  </a:lnTo>
                  <a:lnTo>
                    <a:pt x="2434721" y="800624"/>
                  </a:lnTo>
                  <a:lnTo>
                    <a:pt x="2435381" y="800624"/>
                  </a:lnTo>
                  <a:lnTo>
                    <a:pt x="2436042" y="798815"/>
                  </a:lnTo>
                  <a:lnTo>
                    <a:pt x="2436702" y="800158"/>
                  </a:lnTo>
                  <a:lnTo>
                    <a:pt x="2437363" y="798815"/>
                  </a:lnTo>
                  <a:lnTo>
                    <a:pt x="2438024" y="798518"/>
                  </a:lnTo>
                  <a:lnTo>
                    <a:pt x="2438684" y="783581"/>
                  </a:lnTo>
                  <a:lnTo>
                    <a:pt x="2439345" y="784180"/>
                  </a:lnTo>
                  <a:lnTo>
                    <a:pt x="2440005" y="786652"/>
                  </a:lnTo>
                  <a:lnTo>
                    <a:pt x="2440666" y="801057"/>
                  </a:lnTo>
                  <a:lnTo>
                    <a:pt x="2441326" y="797391"/>
                  </a:lnTo>
                  <a:lnTo>
                    <a:pt x="2441987" y="792495"/>
                  </a:lnTo>
                  <a:lnTo>
                    <a:pt x="2442647" y="799437"/>
                  </a:lnTo>
                  <a:lnTo>
                    <a:pt x="2443308" y="799204"/>
                  </a:lnTo>
                  <a:lnTo>
                    <a:pt x="2443968" y="784145"/>
                  </a:lnTo>
                  <a:lnTo>
                    <a:pt x="2444629" y="804587"/>
                  </a:lnTo>
                  <a:lnTo>
                    <a:pt x="2445289" y="779470"/>
                  </a:lnTo>
                  <a:lnTo>
                    <a:pt x="2445950" y="762634"/>
                  </a:lnTo>
                  <a:lnTo>
                    <a:pt x="2446610" y="757624"/>
                  </a:lnTo>
                  <a:lnTo>
                    <a:pt x="2447271" y="763841"/>
                  </a:lnTo>
                  <a:lnTo>
                    <a:pt x="2447931" y="739974"/>
                  </a:lnTo>
                  <a:lnTo>
                    <a:pt x="2448592" y="694193"/>
                  </a:lnTo>
                  <a:lnTo>
                    <a:pt x="2449253" y="670245"/>
                  </a:lnTo>
                  <a:lnTo>
                    <a:pt x="2449913" y="651764"/>
                  </a:lnTo>
                  <a:lnTo>
                    <a:pt x="2450574" y="652333"/>
                  </a:lnTo>
                  <a:lnTo>
                    <a:pt x="2451234" y="633940"/>
                  </a:lnTo>
                  <a:lnTo>
                    <a:pt x="2451895" y="633940"/>
                  </a:lnTo>
                  <a:lnTo>
                    <a:pt x="2452555" y="609706"/>
                  </a:lnTo>
                  <a:lnTo>
                    <a:pt x="2453216" y="608682"/>
                  </a:lnTo>
                  <a:lnTo>
                    <a:pt x="2453876" y="527583"/>
                  </a:lnTo>
                  <a:lnTo>
                    <a:pt x="2454537" y="512215"/>
                  </a:lnTo>
                  <a:lnTo>
                    <a:pt x="2455197" y="528475"/>
                  </a:lnTo>
                  <a:lnTo>
                    <a:pt x="2455858" y="531067"/>
                  </a:lnTo>
                  <a:lnTo>
                    <a:pt x="2456518" y="514807"/>
                  </a:lnTo>
                  <a:lnTo>
                    <a:pt x="2457179" y="507598"/>
                  </a:lnTo>
                  <a:lnTo>
                    <a:pt x="2457839" y="499605"/>
                  </a:lnTo>
                  <a:lnTo>
                    <a:pt x="2458500" y="503323"/>
                  </a:lnTo>
                  <a:lnTo>
                    <a:pt x="2459161" y="490546"/>
                  </a:lnTo>
                  <a:lnTo>
                    <a:pt x="2459821" y="476451"/>
                  </a:lnTo>
                  <a:lnTo>
                    <a:pt x="2460482" y="444179"/>
                  </a:lnTo>
                  <a:lnTo>
                    <a:pt x="2461142" y="363239"/>
                  </a:lnTo>
                  <a:lnTo>
                    <a:pt x="2461803" y="300116"/>
                  </a:lnTo>
                  <a:lnTo>
                    <a:pt x="2462463" y="306469"/>
                  </a:lnTo>
                  <a:lnTo>
                    <a:pt x="2463124" y="261494"/>
                  </a:lnTo>
                  <a:lnTo>
                    <a:pt x="2463784" y="194791"/>
                  </a:lnTo>
                  <a:lnTo>
                    <a:pt x="2464445" y="141817"/>
                  </a:lnTo>
                  <a:lnTo>
                    <a:pt x="2465105" y="121095"/>
                  </a:lnTo>
                  <a:lnTo>
                    <a:pt x="2465766" y="79299"/>
                  </a:lnTo>
                  <a:lnTo>
                    <a:pt x="2466426" y="64725"/>
                  </a:lnTo>
                  <a:lnTo>
                    <a:pt x="2467087" y="56001"/>
                  </a:lnTo>
                  <a:lnTo>
                    <a:pt x="2467747" y="74326"/>
                  </a:lnTo>
                  <a:lnTo>
                    <a:pt x="2468408" y="29242"/>
                  </a:lnTo>
                  <a:lnTo>
                    <a:pt x="2469069" y="45185"/>
                  </a:lnTo>
                  <a:lnTo>
                    <a:pt x="2469729" y="45185"/>
                  </a:lnTo>
                  <a:lnTo>
                    <a:pt x="2470390" y="66907"/>
                  </a:lnTo>
                  <a:lnTo>
                    <a:pt x="2471050" y="67044"/>
                  </a:lnTo>
                  <a:lnTo>
                    <a:pt x="2471711" y="66408"/>
                  </a:lnTo>
                  <a:lnTo>
                    <a:pt x="2472371" y="101062"/>
                  </a:lnTo>
                  <a:lnTo>
                    <a:pt x="2473032" y="103554"/>
                  </a:lnTo>
                  <a:lnTo>
                    <a:pt x="2473692" y="103554"/>
                  </a:lnTo>
                  <a:lnTo>
                    <a:pt x="2474353" y="102192"/>
                  </a:lnTo>
                  <a:lnTo>
                    <a:pt x="2475013" y="104312"/>
                  </a:lnTo>
                  <a:lnTo>
                    <a:pt x="2475674" y="105674"/>
                  </a:lnTo>
                  <a:lnTo>
                    <a:pt x="2476334" y="108634"/>
                  </a:lnTo>
                  <a:lnTo>
                    <a:pt x="2476995" y="120497"/>
                  </a:lnTo>
                  <a:lnTo>
                    <a:pt x="2477655" y="119223"/>
                  </a:lnTo>
                  <a:lnTo>
                    <a:pt x="2478316" y="126744"/>
                  </a:lnTo>
                  <a:lnTo>
                    <a:pt x="2478976" y="85352"/>
                  </a:lnTo>
                  <a:lnTo>
                    <a:pt x="2479637" y="82235"/>
                  </a:lnTo>
                  <a:lnTo>
                    <a:pt x="2480298" y="62490"/>
                  </a:lnTo>
                  <a:lnTo>
                    <a:pt x="2480958" y="89221"/>
                  </a:lnTo>
                  <a:lnTo>
                    <a:pt x="2481619" y="96622"/>
                  </a:lnTo>
                  <a:lnTo>
                    <a:pt x="2482279" y="42569"/>
                  </a:lnTo>
                  <a:lnTo>
                    <a:pt x="2482940" y="17086"/>
                  </a:lnTo>
                  <a:lnTo>
                    <a:pt x="2483600" y="17315"/>
                  </a:lnTo>
                  <a:lnTo>
                    <a:pt x="2484261" y="29903"/>
                  </a:lnTo>
                  <a:lnTo>
                    <a:pt x="2484921" y="29903"/>
                  </a:lnTo>
                  <a:lnTo>
                    <a:pt x="2485582" y="21115"/>
                  </a:lnTo>
                  <a:lnTo>
                    <a:pt x="2486242" y="21115"/>
                  </a:lnTo>
                  <a:lnTo>
                    <a:pt x="2486903" y="11133"/>
                  </a:lnTo>
                  <a:lnTo>
                    <a:pt x="2487563" y="9183"/>
                  </a:lnTo>
                  <a:lnTo>
                    <a:pt x="2488224" y="32540"/>
                  </a:lnTo>
                  <a:lnTo>
                    <a:pt x="2488884" y="32540"/>
                  </a:lnTo>
                  <a:lnTo>
                    <a:pt x="2489545" y="56681"/>
                  </a:lnTo>
                  <a:lnTo>
                    <a:pt x="2490206" y="66628"/>
                  </a:lnTo>
                  <a:lnTo>
                    <a:pt x="2490866" y="66628"/>
                  </a:lnTo>
                  <a:lnTo>
                    <a:pt x="2491527" y="66628"/>
                  </a:lnTo>
                  <a:lnTo>
                    <a:pt x="2492187" y="61287"/>
                  </a:lnTo>
                  <a:lnTo>
                    <a:pt x="2492848" y="62316"/>
                  </a:lnTo>
                  <a:lnTo>
                    <a:pt x="2493508" y="52976"/>
                  </a:lnTo>
                  <a:lnTo>
                    <a:pt x="2494169" y="26639"/>
                  </a:lnTo>
                  <a:lnTo>
                    <a:pt x="2494829" y="35418"/>
                  </a:lnTo>
                  <a:lnTo>
                    <a:pt x="2495490" y="8110"/>
                  </a:lnTo>
                  <a:lnTo>
                    <a:pt x="2496150" y="19151"/>
                  </a:lnTo>
                  <a:lnTo>
                    <a:pt x="2496811" y="24471"/>
                  </a:lnTo>
                  <a:lnTo>
                    <a:pt x="2497471" y="49438"/>
                  </a:lnTo>
                  <a:lnTo>
                    <a:pt x="2498132" y="63917"/>
                  </a:lnTo>
                  <a:lnTo>
                    <a:pt x="2498792" y="21328"/>
                  </a:lnTo>
                  <a:lnTo>
                    <a:pt x="2499453" y="20419"/>
                  </a:lnTo>
                  <a:lnTo>
                    <a:pt x="2500114" y="18552"/>
                  </a:lnTo>
                  <a:lnTo>
                    <a:pt x="2500774" y="0"/>
                  </a:lnTo>
                  <a:lnTo>
                    <a:pt x="2501435" y="26040"/>
                  </a:lnTo>
                  <a:lnTo>
                    <a:pt x="2502095" y="0"/>
                  </a:lnTo>
                  <a:lnTo>
                    <a:pt x="2502756" y="9806"/>
                  </a:lnTo>
                  <a:lnTo>
                    <a:pt x="2503416" y="45704"/>
                  </a:lnTo>
                  <a:lnTo>
                    <a:pt x="2504077" y="84809"/>
                  </a:lnTo>
                  <a:lnTo>
                    <a:pt x="2504737" y="81759"/>
                  </a:lnTo>
                  <a:lnTo>
                    <a:pt x="2505398" y="56205"/>
                  </a:lnTo>
                  <a:lnTo>
                    <a:pt x="2506058" y="80726"/>
                  </a:lnTo>
                  <a:lnTo>
                    <a:pt x="2506719" y="59090"/>
                  </a:lnTo>
                  <a:lnTo>
                    <a:pt x="2507379" y="81347"/>
                  </a:lnTo>
                  <a:lnTo>
                    <a:pt x="2508040" y="86284"/>
                  </a:lnTo>
                  <a:lnTo>
                    <a:pt x="2508700" y="107976"/>
                  </a:lnTo>
                  <a:lnTo>
                    <a:pt x="2509361" y="103767"/>
                  </a:lnTo>
                  <a:lnTo>
                    <a:pt x="2510022" y="130186"/>
                  </a:lnTo>
                  <a:lnTo>
                    <a:pt x="2510682" y="180497"/>
                  </a:lnTo>
                  <a:lnTo>
                    <a:pt x="2511343" y="207695"/>
                  </a:lnTo>
                  <a:lnTo>
                    <a:pt x="2512003" y="220541"/>
                  </a:lnTo>
                  <a:lnTo>
                    <a:pt x="2512664" y="332842"/>
                  </a:lnTo>
                  <a:lnTo>
                    <a:pt x="2513324" y="354329"/>
                  </a:lnTo>
                  <a:lnTo>
                    <a:pt x="2513985" y="363676"/>
                  </a:lnTo>
                  <a:lnTo>
                    <a:pt x="2514645" y="392801"/>
                  </a:lnTo>
                  <a:lnTo>
                    <a:pt x="2515306" y="390745"/>
                  </a:lnTo>
                  <a:lnTo>
                    <a:pt x="2515966" y="434928"/>
                  </a:lnTo>
                  <a:lnTo>
                    <a:pt x="2516627" y="419344"/>
                  </a:lnTo>
                  <a:lnTo>
                    <a:pt x="2517287" y="436539"/>
                  </a:lnTo>
                  <a:lnTo>
                    <a:pt x="2517948" y="437414"/>
                  </a:lnTo>
                  <a:lnTo>
                    <a:pt x="2518608" y="529229"/>
                  </a:lnTo>
                  <a:lnTo>
                    <a:pt x="2519269" y="530572"/>
                  </a:lnTo>
                  <a:lnTo>
                    <a:pt x="2519929" y="540766"/>
                  </a:lnTo>
                  <a:lnTo>
                    <a:pt x="2520590" y="531070"/>
                  </a:lnTo>
                  <a:lnTo>
                    <a:pt x="2521251" y="518525"/>
                  </a:lnTo>
                  <a:lnTo>
                    <a:pt x="2521911" y="429938"/>
                  </a:lnTo>
                  <a:lnTo>
                    <a:pt x="2522572" y="434515"/>
                  </a:lnTo>
                  <a:lnTo>
                    <a:pt x="2523232" y="429729"/>
                  </a:lnTo>
                  <a:lnTo>
                    <a:pt x="2523893" y="432711"/>
                  </a:lnTo>
                  <a:lnTo>
                    <a:pt x="2524553" y="431443"/>
                  </a:lnTo>
                  <a:lnTo>
                    <a:pt x="2525214" y="460057"/>
                  </a:lnTo>
                  <a:lnTo>
                    <a:pt x="2525874" y="459622"/>
                  </a:lnTo>
                  <a:lnTo>
                    <a:pt x="2526535" y="444018"/>
                  </a:lnTo>
                  <a:lnTo>
                    <a:pt x="2527195" y="444018"/>
                  </a:lnTo>
                  <a:lnTo>
                    <a:pt x="2527856" y="444018"/>
                  </a:lnTo>
                  <a:lnTo>
                    <a:pt x="2528516" y="440185"/>
                  </a:lnTo>
                  <a:lnTo>
                    <a:pt x="2529177" y="468820"/>
                  </a:lnTo>
                  <a:lnTo>
                    <a:pt x="2529837" y="470329"/>
                  </a:lnTo>
                  <a:lnTo>
                    <a:pt x="2530498" y="550199"/>
                  </a:lnTo>
                  <a:lnTo>
                    <a:pt x="2531159" y="595890"/>
                  </a:lnTo>
                  <a:lnTo>
                    <a:pt x="2531819" y="623823"/>
                  </a:lnTo>
                  <a:lnTo>
                    <a:pt x="2532480" y="631075"/>
                  </a:lnTo>
                  <a:lnTo>
                    <a:pt x="2533140" y="633858"/>
                  </a:lnTo>
                  <a:lnTo>
                    <a:pt x="2533801" y="629987"/>
                  </a:lnTo>
                  <a:lnTo>
                    <a:pt x="2534461" y="630421"/>
                  </a:lnTo>
                  <a:lnTo>
                    <a:pt x="2535122" y="628178"/>
                  </a:lnTo>
                  <a:lnTo>
                    <a:pt x="2535782" y="637615"/>
                  </a:lnTo>
                  <a:lnTo>
                    <a:pt x="2536443" y="637587"/>
                  </a:lnTo>
                  <a:lnTo>
                    <a:pt x="2537103" y="645696"/>
                  </a:lnTo>
                  <a:lnTo>
                    <a:pt x="2537764" y="645099"/>
                  </a:lnTo>
                  <a:lnTo>
                    <a:pt x="2538424" y="659675"/>
                  </a:lnTo>
                  <a:lnTo>
                    <a:pt x="2539085" y="688703"/>
                  </a:lnTo>
                  <a:lnTo>
                    <a:pt x="2539745" y="693192"/>
                  </a:lnTo>
                  <a:lnTo>
                    <a:pt x="2540406" y="650466"/>
                  </a:lnTo>
                  <a:lnTo>
                    <a:pt x="2541067" y="656314"/>
                  </a:lnTo>
                  <a:lnTo>
                    <a:pt x="2541727" y="657235"/>
                  </a:lnTo>
                  <a:lnTo>
                    <a:pt x="2542388" y="691000"/>
                  </a:lnTo>
                  <a:lnTo>
                    <a:pt x="2543048" y="724882"/>
                  </a:lnTo>
                  <a:lnTo>
                    <a:pt x="2543709" y="736830"/>
                  </a:lnTo>
                  <a:lnTo>
                    <a:pt x="2544369" y="765093"/>
                  </a:lnTo>
                  <a:lnTo>
                    <a:pt x="2545030" y="775001"/>
                  </a:lnTo>
                  <a:lnTo>
                    <a:pt x="2545690" y="760926"/>
                  </a:lnTo>
                  <a:lnTo>
                    <a:pt x="2546351" y="794954"/>
                  </a:lnTo>
                  <a:lnTo>
                    <a:pt x="2547011" y="794472"/>
                  </a:lnTo>
                  <a:lnTo>
                    <a:pt x="2547672" y="797599"/>
                  </a:lnTo>
                  <a:lnTo>
                    <a:pt x="2548332" y="801759"/>
                  </a:lnTo>
                  <a:lnTo>
                    <a:pt x="2548993" y="798080"/>
                  </a:lnTo>
                  <a:lnTo>
                    <a:pt x="2549653" y="796746"/>
                  </a:lnTo>
                  <a:lnTo>
                    <a:pt x="2550314" y="805636"/>
                  </a:lnTo>
                  <a:lnTo>
                    <a:pt x="2550974" y="760658"/>
                  </a:lnTo>
                  <a:lnTo>
                    <a:pt x="2551635" y="748007"/>
                  </a:lnTo>
                  <a:lnTo>
                    <a:pt x="2552296" y="717256"/>
                  </a:lnTo>
                  <a:lnTo>
                    <a:pt x="2552956" y="651216"/>
                  </a:lnTo>
                  <a:lnTo>
                    <a:pt x="2553617" y="634397"/>
                  </a:lnTo>
                  <a:lnTo>
                    <a:pt x="2554277" y="607245"/>
                  </a:lnTo>
                  <a:lnTo>
                    <a:pt x="2554938" y="546831"/>
                  </a:lnTo>
                  <a:lnTo>
                    <a:pt x="2555598" y="515546"/>
                  </a:lnTo>
                  <a:lnTo>
                    <a:pt x="2556259" y="482629"/>
                  </a:lnTo>
                  <a:lnTo>
                    <a:pt x="2556919" y="493212"/>
                  </a:lnTo>
                  <a:lnTo>
                    <a:pt x="2557580" y="507243"/>
                  </a:lnTo>
                  <a:lnTo>
                    <a:pt x="2558240" y="472779"/>
                  </a:lnTo>
                  <a:lnTo>
                    <a:pt x="2558901" y="449703"/>
                  </a:lnTo>
                  <a:lnTo>
                    <a:pt x="2559561" y="444485"/>
                  </a:lnTo>
                  <a:lnTo>
                    <a:pt x="2560222" y="433010"/>
                  </a:lnTo>
                  <a:lnTo>
                    <a:pt x="2560882" y="432697"/>
                  </a:lnTo>
                  <a:lnTo>
                    <a:pt x="2561543" y="398452"/>
                  </a:lnTo>
                  <a:lnTo>
                    <a:pt x="2562204" y="390920"/>
                  </a:lnTo>
                  <a:lnTo>
                    <a:pt x="2562864" y="389228"/>
                  </a:lnTo>
                  <a:lnTo>
                    <a:pt x="2563525" y="381613"/>
                  </a:lnTo>
                  <a:lnTo>
                    <a:pt x="2564185" y="387877"/>
                  </a:lnTo>
                  <a:lnTo>
                    <a:pt x="2564846" y="381711"/>
                  </a:lnTo>
                  <a:lnTo>
                    <a:pt x="2565506" y="414701"/>
                  </a:lnTo>
                  <a:lnTo>
                    <a:pt x="2566167" y="448991"/>
                  </a:lnTo>
                  <a:lnTo>
                    <a:pt x="2566827" y="439208"/>
                  </a:lnTo>
                  <a:lnTo>
                    <a:pt x="2567488" y="478130"/>
                  </a:lnTo>
                  <a:lnTo>
                    <a:pt x="2568148" y="498181"/>
                  </a:lnTo>
                  <a:lnTo>
                    <a:pt x="2568809" y="548548"/>
                  </a:lnTo>
                  <a:lnTo>
                    <a:pt x="2569469" y="526452"/>
                  </a:lnTo>
                  <a:lnTo>
                    <a:pt x="2570130" y="518806"/>
                  </a:lnTo>
                  <a:lnTo>
                    <a:pt x="2570790" y="565807"/>
                  </a:lnTo>
                  <a:lnTo>
                    <a:pt x="2571451" y="565807"/>
                  </a:lnTo>
                  <a:lnTo>
                    <a:pt x="2572112" y="638079"/>
                  </a:lnTo>
                  <a:lnTo>
                    <a:pt x="2572772" y="707272"/>
                  </a:lnTo>
                  <a:lnTo>
                    <a:pt x="2573433" y="772837"/>
                  </a:lnTo>
                  <a:lnTo>
                    <a:pt x="2574093" y="736330"/>
                  </a:lnTo>
                  <a:lnTo>
                    <a:pt x="2574754" y="721158"/>
                  </a:lnTo>
                  <a:lnTo>
                    <a:pt x="2575414" y="727423"/>
                  </a:lnTo>
                  <a:lnTo>
                    <a:pt x="2576075" y="731054"/>
                  </a:lnTo>
                  <a:lnTo>
                    <a:pt x="2576735" y="768017"/>
                  </a:lnTo>
                  <a:lnTo>
                    <a:pt x="2577396" y="766239"/>
                  </a:lnTo>
                  <a:lnTo>
                    <a:pt x="2578056" y="785639"/>
                  </a:lnTo>
                  <a:lnTo>
                    <a:pt x="2578717" y="785174"/>
                  </a:lnTo>
                  <a:lnTo>
                    <a:pt x="2579377" y="797680"/>
                  </a:lnTo>
                  <a:lnTo>
                    <a:pt x="2580038" y="802385"/>
                  </a:lnTo>
                  <a:lnTo>
                    <a:pt x="2580698" y="810251"/>
                  </a:lnTo>
                  <a:lnTo>
                    <a:pt x="2581359" y="821205"/>
                  </a:lnTo>
                  <a:lnTo>
                    <a:pt x="2582020" y="810251"/>
                  </a:lnTo>
                  <a:lnTo>
                    <a:pt x="2582680" y="825381"/>
                  </a:lnTo>
                  <a:lnTo>
                    <a:pt x="2583341" y="844210"/>
                  </a:lnTo>
                  <a:lnTo>
                    <a:pt x="2584001" y="855878"/>
                  </a:lnTo>
                  <a:lnTo>
                    <a:pt x="2584662" y="904426"/>
                  </a:lnTo>
                  <a:lnTo>
                    <a:pt x="2585322" y="899058"/>
                  </a:lnTo>
                  <a:lnTo>
                    <a:pt x="2585983" y="905926"/>
                  </a:lnTo>
                  <a:lnTo>
                    <a:pt x="2586643" y="910180"/>
                  </a:lnTo>
                  <a:lnTo>
                    <a:pt x="2587304" y="904924"/>
                  </a:lnTo>
                  <a:lnTo>
                    <a:pt x="2587964" y="916472"/>
                  </a:lnTo>
                  <a:lnTo>
                    <a:pt x="2588625" y="914611"/>
                  </a:lnTo>
                  <a:lnTo>
                    <a:pt x="2589285" y="926330"/>
                  </a:lnTo>
                  <a:lnTo>
                    <a:pt x="2589946" y="920010"/>
                  </a:lnTo>
                  <a:lnTo>
                    <a:pt x="2590606" y="899609"/>
                  </a:lnTo>
                  <a:lnTo>
                    <a:pt x="2591267" y="899609"/>
                  </a:lnTo>
                  <a:lnTo>
                    <a:pt x="2591927" y="903900"/>
                  </a:lnTo>
                  <a:lnTo>
                    <a:pt x="2592588" y="902908"/>
                  </a:lnTo>
                  <a:lnTo>
                    <a:pt x="2593249" y="879510"/>
                  </a:lnTo>
                  <a:lnTo>
                    <a:pt x="2593909" y="891846"/>
                  </a:lnTo>
                  <a:lnTo>
                    <a:pt x="2594570" y="912631"/>
                  </a:lnTo>
                  <a:lnTo>
                    <a:pt x="2595230" y="915231"/>
                  </a:lnTo>
                  <a:lnTo>
                    <a:pt x="2595891" y="912166"/>
                  </a:lnTo>
                  <a:lnTo>
                    <a:pt x="2596551" y="913692"/>
                  </a:lnTo>
                  <a:lnTo>
                    <a:pt x="2597212" y="907032"/>
                  </a:lnTo>
                  <a:lnTo>
                    <a:pt x="2597872" y="895693"/>
                  </a:lnTo>
                  <a:lnTo>
                    <a:pt x="2598533" y="894612"/>
                  </a:lnTo>
                  <a:lnTo>
                    <a:pt x="2599193" y="900047"/>
                  </a:lnTo>
                  <a:lnTo>
                    <a:pt x="2599854" y="916344"/>
                  </a:lnTo>
                  <a:lnTo>
                    <a:pt x="2600514" y="942365"/>
                  </a:lnTo>
                  <a:lnTo>
                    <a:pt x="2601175" y="941715"/>
                  </a:lnTo>
                  <a:lnTo>
                    <a:pt x="2601835" y="929278"/>
                  </a:lnTo>
                  <a:lnTo>
                    <a:pt x="2602496" y="905060"/>
                  </a:lnTo>
                  <a:lnTo>
                    <a:pt x="2603157" y="905906"/>
                  </a:lnTo>
                  <a:lnTo>
                    <a:pt x="2603817" y="899296"/>
                  </a:lnTo>
                  <a:lnTo>
                    <a:pt x="2604478" y="880149"/>
                  </a:lnTo>
                  <a:lnTo>
                    <a:pt x="2605138" y="857347"/>
                  </a:lnTo>
                  <a:lnTo>
                    <a:pt x="2605799" y="829207"/>
                  </a:lnTo>
                  <a:lnTo>
                    <a:pt x="2606459" y="837270"/>
                  </a:lnTo>
                  <a:lnTo>
                    <a:pt x="2607120" y="835665"/>
                  </a:lnTo>
                  <a:lnTo>
                    <a:pt x="2607780" y="864082"/>
                  </a:lnTo>
                  <a:lnTo>
                    <a:pt x="2608441" y="882312"/>
                  </a:lnTo>
                  <a:lnTo>
                    <a:pt x="2609101" y="881119"/>
                  </a:lnTo>
                  <a:lnTo>
                    <a:pt x="2609762" y="878549"/>
                  </a:lnTo>
                  <a:lnTo>
                    <a:pt x="2610422" y="899172"/>
                  </a:lnTo>
                  <a:lnTo>
                    <a:pt x="2611083" y="900624"/>
                  </a:lnTo>
                  <a:lnTo>
                    <a:pt x="2611743" y="922868"/>
                  </a:lnTo>
                  <a:lnTo>
                    <a:pt x="2612404" y="926768"/>
                  </a:lnTo>
                  <a:lnTo>
                    <a:pt x="2613065" y="925939"/>
                  </a:lnTo>
                  <a:lnTo>
                    <a:pt x="2613725" y="918559"/>
                  </a:lnTo>
                  <a:lnTo>
                    <a:pt x="2614386" y="894273"/>
                  </a:lnTo>
                  <a:lnTo>
                    <a:pt x="2615046" y="896182"/>
                  </a:lnTo>
                  <a:lnTo>
                    <a:pt x="2615707" y="920205"/>
                  </a:lnTo>
                  <a:lnTo>
                    <a:pt x="2616367" y="929934"/>
                  </a:lnTo>
                  <a:lnTo>
                    <a:pt x="2617028" y="929934"/>
                  </a:lnTo>
                  <a:lnTo>
                    <a:pt x="2617688" y="931402"/>
                  </a:lnTo>
                  <a:lnTo>
                    <a:pt x="2618349" y="939162"/>
                  </a:lnTo>
                  <a:lnTo>
                    <a:pt x="2619009" y="935475"/>
                  </a:lnTo>
                  <a:lnTo>
                    <a:pt x="2619670" y="917498"/>
                  </a:lnTo>
                  <a:lnTo>
                    <a:pt x="2620330" y="925237"/>
                  </a:lnTo>
                  <a:lnTo>
                    <a:pt x="2620991" y="930679"/>
                  </a:lnTo>
                  <a:lnTo>
                    <a:pt x="2621651" y="923383"/>
                  </a:lnTo>
                  <a:lnTo>
                    <a:pt x="2622312" y="917448"/>
                  </a:lnTo>
                  <a:lnTo>
                    <a:pt x="2622972" y="914265"/>
                  </a:lnTo>
                  <a:lnTo>
                    <a:pt x="2623633" y="916849"/>
                  </a:lnTo>
                  <a:lnTo>
                    <a:pt x="2624294" y="924336"/>
                  </a:lnTo>
                  <a:lnTo>
                    <a:pt x="2624954" y="924769"/>
                  </a:lnTo>
                  <a:lnTo>
                    <a:pt x="2625615" y="931657"/>
                  </a:lnTo>
                  <a:lnTo>
                    <a:pt x="2626275" y="935302"/>
                  </a:lnTo>
                  <a:lnTo>
                    <a:pt x="2626936" y="935698"/>
                  </a:lnTo>
                  <a:lnTo>
                    <a:pt x="2627596" y="924095"/>
                  </a:lnTo>
                  <a:lnTo>
                    <a:pt x="2628257" y="883658"/>
                  </a:lnTo>
                  <a:lnTo>
                    <a:pt x="2628917" y="889195"/>
                  </a:lnTo>
                  <a:lnTo>
                    <a:pt x="2629578" y="870093"/>
                  </a:lnTo>
                  <a:lnTo>
                    <a:pt x="2630238" y="863585"/>
                  </a:lnTo>
                  <a:lnTo>
                    <a:pt x="2630899" y="865343"/>
                  </a:lnTo>
                  <a:lnTo>
                    <a:pt x="2631559" y="897581"/>
                  </a:lnTo>
                  <a:lnTo>
                    <a:pt x="2632220" y="918461"/>
                  </a:lnTo>
                  <a:lnTo>
                    <a:pt x="2632880" y="958302"/>
                  </a:lnTo>
                  <a:lnTo>
                    <a:pt x="2633541" y="929425"/>
                  </a:lnTo>
                  <a:lnTo>
                    <a:pt x="2634202" y="915654"/>
                  </a:lnTo>
                  <a:lnTo>
                    <a:pt x="2634862" y="919558"/>
                  </a:lnTo>
                  <a:lnTo>
                    <a:pt x="2635523" y="947915"/>
                  </a:lnTo>
                  <a:lnTo>
                    <a:pt x="2636183" y="929100"/>
                  </a:lnTo>
                  <a:lnTo>
                    <a:pt x="2636844" y="946269"/>
                  </a:lnTo>
                  <a:lnTo>
                    <a:pt x="2637504" y="957725"/>
                  </a:lnTo>
                  <a:lnTo>
                    <a:pt x="2638165" y="950195"/>
                  </a:lnTo>
                  <a:lnTo>
                    <a:pt x="2638825" y="923133"/>
                  </a:lnTo>
                  <a:lnTo>
                    <a:pt x="2639486" y="917723"/>
                  </a:lnTo>
                  <a:lnTo>
                    <a:pt x="2640146" y="919093"/>
                  </a:lnTo>
                  <a:lnTo>
                    <a:pt x="2640807" y="904244"/>
                  </a:lnTo>
                  <a:lnTo>
                    <a:pt x="2641467" y="890498"/>
                  </a:lnTo>
                  <a:lnTo>
                    <a:pt x="2642128" y="889685"/>
                  </a:lnTo>
                  <a:lnTo>
                    <a:pt x="2642788" y="916310"/>
                  </a:lnTo>
                  <a:lnTo>
                    <a:pt x="2643449" y="927178"/>
                  </a:lnTo>
                  <a:lnTo>
                    <a:pt x="2644110" y="927178"/>
                  </a:lnTo>
                  <a:lnTo>
                    <a:pt x="2644770" y="940617"/>
                  </a:lnTo>
                  <a:lnTo>
                    <a:pt x="2645431" y="930102"/>
                  </a:lnTo>
                  <a:lnTo>
                    <a:pt x="2646091" y="922817"/>
                  </a:lnTo>
                  <a:lnTo>
                    <a:pt x="2646752" y="957132"/>
                  </a:lnTo>
                  <a:lnTo>
                    <a:pt x="2647412" y="951918"/>
                  </a:lnTo>
                  <a:lnTo>
                    <a:pt x="2648073" y="921843"/>
                  </a:lnTo>
                  <a:lnTo>
                    <a:pt x="2648733" y="911724"/>
                  </a:lnTo>
                  <a:lnTo>
                    <a:pt x="2649394" y="912655"/>
                  </a:lnTo>
                  <a:lnTo>
                    <a:pt x="2650054" y="909334"/>
                  </a:lnTo>
                  <a:lnTo>
                    <a:pt x="2650715" y="917910"/>
                  </a:lnTo>
                  <a:lnTo>
                    <a:pt x="2651375" y="921868"/>
                  </a:lnTo>
                  <a:lnTo>
                    <a:pt x="2652036" y="916596"/>
                  </a:lnTo>
                  <a:lnTo>
                    <a:pt x="2652696" y="918541"/>
                  </a:lnTo>
                  <a:lnTo>
                    <a:pt x="2653357" y="926626"/>
                  </a:lnTo>
                  <a:lnTo>
                    <a:pt x="2654018" y="936397"/>
                  </a:lnTo>
                  <a:lnTo>
                    <a:pt x="2654678" y="955777"/>
                  </a:lnTo>
                  <a:lnTo>
                    <a:pt x="2655339" y="935036"/>
                  </a:lnTo>
                  <a:lnTo>
                    <a:pt x="2655999" y="935501"/>
                  </a:lnTo>
                  <a:lnTo>
                    <a:pt x="2656660" y="940757"/>
                  </a:lnTo>
                  <a:lnTo>
                    <a:pt x="2657320" y="954178"/>
                  </a:lnTo>
                  <a:lnTo>
                    <a:pt x="2657981" y="933283"/>
                  </a:lnTo>
                  <a:lnTo>
                    <a:pt x="2658641" y="943095"/>
                  </a:lnTo>
                  <a:lnTo>
                    <a:pt x="2659302" y="926730"/>
                  </a:lnTo>
                  <a:lnTo>
                    <a:pt x="2659962" y="916876"/>
                  </a:lnTo>
                  <a:lnTo>
                    <a:pt x="2660623" y="911792"/>
                  </a:lnTo>
                  <a:lnTo>
                    <a:pt x="2661283" y="911792"/>
                  </a:lnTo>
                  <a:lnTo>
                    <a:pt x="2661944" y="910892"/>
                  </a:lnTo>
                  <a:lnTo>
                    <a:pt x="2662604" y="916642"/>
                  </a:lnTo>
                  <a:lnTo>
                    <a:pt x="2663265" y="916642"/>
                  </a:lnTo>
                  <a:lnTo>
                    <a:pt x="2663925" y="916642"/>
                  </a:lnTo>
                  <a:lnTo>
                    <a:pt x="2664586" y="916106"/>
                  </a:lnTo>
                  <a:lnTo>
                    <a:pt x="2665247" y="916106"/>
                  </a:lnTo>
                  <a:lnTo>
                    <a:pt x="2665907" y="916106"/>
                  </a:lnTo>
                  <a:lnTo>
                    <a:pt x="2666568" y="928774"/>
                  </a:lnTo>
                  <a:lnTo>
                    <a:pt x="2667228" y="921148"/>
                  </a:lnTo>
                  <a:lnTo>
                    <a:pt x="2667889" y="924419"/>
                  </a:lnTo>
                  <a:lnTo>
                    <a:pt x="2668549" y="924806"/>
                  </a:lnTo>
                  <a:lnTo>
                    <a:pt x="2669210" y="940307"/>
                  </a:lnTo>
                  <a:lnTo>
                    <a:pt x="2669870" y="953627"/>
                  </a:lnTo>
                  <a:lnTo>
                    <a:pt x="2670531" y="954770"/>
                  </a:lnTo>
                  <a:lnTo>
                    <a:pt x="2671191" y="951069"/>
                  </a:lnTo>
                  <a:lnTo>
                    <a:pt x="2671852" y="954531"/>
                  </a:lnTo>
                  <a:lnTo>
                    <a:pt x="2672512" y="956046"/>
                  </a:lnTo>
                  <a:lnTo>
                    <a:pt x="2673173" y="915481"/>
                  </a:lnTo>
                  <a:lnTo>
                    <a:pt x="2673833" y="892596"/>
                  </a:lnTo>
                  <a:lnTo>
                    <a:pt x="2674494" y="901107"/>
                  </a:lnTo>
                  <a:lnTo>
                    <a:pt x="2675155" y="928987"/>
                  </a:lnTo>
                  <a:lnTo>
                    <a:pt x="2675815" y="913305"/>
                  </a:lnTo>
                  <a:lnTo>
                    <a:pt x="2676476" y="878316"/>
                  </a:lnTo>
                  <a:lnTo>
                    <a:pt x="2677136" y="865420"/>
                  </a:lnTo>
                  <a:lnTo>
                    <a:pt x="2677797" y="869233"/>
                  </a:lnTo>
                  <a:lnTo>
                    <a:pt x="2678457" y="843681"/>
                  </a:lnTo>
                  <a:lnTo>
                    <a:pt x="2679118" y="818052"/>
                  </a:lnTo>
                  <a:lnTo>
                    <a:pt x="2679778" y="823144"/>
                  </a:lnTo>
                  <a:lnTo>
                    <a:pt x="2680439" y="804128"/>
                  </a:lnTo>
                  <a:lnTo>
                    <a:pt x="2681099" y="782289"/>
                  </a:lnTo>
                  <a:lnTo>
                    <a:pt x="2681760" y="782289"/>
                  </a:lnTo>
                  <a:lnTo>
                    <a:pt x="2682420" y="782289"/>
                  </a:lnTo>
                  <a:lnTo>
                    <a:pt x="2683081" y="804128"/>
                  </a:lnTo>
                  <a:lnTo>
                    <a:pt x="2683741" y="814864"/>
                  </a:lnTo>
                  <a:lnTo>
                    <a:pt x="2684402" y="834353"/>
                  </a:lnTo>
                  <a:lnTo>
                    <a:pt x="2685063" y="834353"/>
                  </a:lnTo>
                  <a:lnTo>
                    <a:pt x="2685723" y="869673"/>
                  </a:lnTo>
                  <a:lnTo>
                    <a:pt x="2686384" y="896445"/>
                  </a:lnTo>
                  <a:lnTo>
                    <a:pt x="2687044" y="868536"/>
                  </a:lnTo>
                  <a:lnTo>
                    <a:pt x="2687705" y="899717"/>
                  </a:lnTo>
                  <a:lnTo>
                    <a:pt x="2688365" y="920924"/>
                  </a:lnTo>
                  <a:lnTo>
                    <a:pt x="2689026" y="891215"/>
                  </a:lnTo>
                  <a:lnTo>
                    <a:pt x="2689686" y="905806"/>
                  </a:lnTo>
                  <a:lnTo>
                    <a:pt x="2690347" y="913485"/>
                  </a:lnTo>
                  <a:lnTo>
                    <a:pt x="2691007" y="917458"/>
                  </a:lnTo>
                  <a:lnTo>
                    <a:pt x="2691668" y="915394"/>
                  </a:lnTo>
                  <a:lnTo>
                    <a:pt x="2692328" y="912450"/>
                  </a:lnTo>
                  <a:lnTo>
                    <a:pt x="2692989" y="921064"/>
                  </a:lnTo>
                  <a:lnTo>
                    <a:pt x="2693649" y="887037"/>
                  </a:lnTo>
                  <a:lnTo>
                    <a:pt x="2694310" y="882988"/>
                  </a:lnTo>
                  <a:lnTo>
                    <a:pt x="2694970" y="882988"/>
                  </a:lnTo>
                  <a:lnTo>
                    <a:pt x="2695631" y="882988"/>
                  </a:lnTo>
                  <a:lnTo>
                    <a:pt x="2696292" y="914168"/>
                  </a:lnTo>
                  <a:lnTo>
                    <a:pt x="2696952" y="917788"/>
                  </a:lnTo>
                  <a:lnTo>
                    <a:pt x="2697613" y="915184"/>
                  </a:lnTo>
                  <a:lnTo>
                    <a:pt x="2698273" y="916191"/>
                  </a:lnTo>
                  <a:lnTo>
                    <a:pt x="2698934" y="917644"/>
                  </a:lnTo>
                  <a:lnTo>
                    <a:pt x="2699594" y="917598"/>
                  </a:lnTo>
                  <a:lnTo>
                    <a:pt x="2700255" y="920115"/>
                  </a:lnTo>
                  <a:lnTo>
                    <a:pt x="2700915" y="924304"/>
                  </a:lnTo>
                  <a:lnTo>
                    <a:pt x="2701576" y="930981"/>
                  </a:lnTo>
                  <a:lnTo>
                    <a:pt x="2702236" y="917693"/>
                  </a:lnTo>
                  <a:lnTo>
                    <a:pt x="2702897" y="908092"/>
                  </a:lnTo>
                  <a:lnTo>
                    <a:pt x="2703557" y="914886"/>
                  </a:lnTo>
                  <a:lnTo>
                    <a:pt x="2704218" y="917693"/>
                  </a:lnTo>
                  <a:lnTo>
                    <a:pt x="2704878" y="912322"/>
                  </a:lnTo>
                  <a:lnTo>
                    <a:pt x="2705539" y="912322"/>
                  </a:lnTo>
                  <a:lnTo>
                    <a:pt x="2706200" y="913898"/>
                  </a:lnTo>
                  <a:lnTo>
                    <a:pt x="2706860" y="913898"/>
                  </a:lnTo>
                  <a:lnTo>
                    <a:pt x="2707521" y="898755"/>
                  </a:lnTo>
                  <a:lnTo>
                    <a:pt x="2708181" y="927447"/>
                  </a:lnTo>
                  <a:lnTo>
                    <a:pt x="2708842" y="941214"/>
                  </a:lnTo>
                  <a:lnTo>
                    <a:pt x="2709502" y="972115"/>
                  </a:lnTo>
                  <a:lnTo>
                    <a:pt x="2710163" y="962015"/>
                  </a:lnTo>
                  <a:lnTo>
                    <a:pt x="2710823" y="954710"/>
                  </a:lnTo>
                  <a:lnTo>
                    <a:pt x="2711484" y="942335"/>
                  </a:lnTo>
                  <a:lnTo>
                    <a:pt x="2712144" y="925467"/>
                  </a:lnTo>
                  <a:lnTo>
                    <a:pt x="2712805" y="903644"/>
                  </a:lnTo>
                  <a:lnTo>
                    <a:pt x="2713465" y="906451"/>
                  </a:lnTo>
                  <a:lnTo>
                    <a:pt x="2714126" y="922318"/>
                  </a:lnTo>
                  <a:lnTo>
                    <a:pt x="2714786" y="919319"/>
                  </a:lnTo>
                  <a:lnTo>
                    <a:pt x="2715447" y="919319"/>
                  </a:lnTo>
                  <a:lnTo>
                    <a:pt x="2716108" y="919319"/>
                  </a:lnTo>
                  <a:lnTo>
                    <a:pt x="2716768" y="929395"/>
                  </a:lnTo>
                  <a:lnTo>
                    <a:pt x="2717429" y="934566"/>
                  </a:lnTo>
                  <a:lnTo>
                    <a:pt x="2718089" y="927597"/>
                  </a:lnTo>
                  <a:lnTo>
                    <a:pt x="2718750" y="920986"/>
                  </a:lnTo>
                  <a:lnTo>
                    <a:pt x="2719410" y="915517"/>
                  </a:lnTo>
                  <a:lnTo>
                    <a:pt x="2720071" y="918220"/>
                  </a:lnTo>
                  <a:lnTo>
                    <a:pt x="2720731" y="922932"/>
                  </a:lnTo>
                  <a:lnTo>
                    <a:pt x="2721392" y="924119"/>
                  </a:lnTo>
                  <a:lnTo>
                    <a:pt x="2722052" y="969697"/>
                  </a:lnTo>
                  <a:lnTo>
                    <a:pt x="2722713" y="998655"/>
                  </a:lnTo>
                  <a:lnTo>
                    <a:pt x="2723373" y="953132"/>
                  </a:lnTo>
                  <a:lnTo>
                    <a:pt x="2724034" y="946734"/>
                  </a:lnTo>
                  <a:lnTo>
                    <a:pt x="2724694" y="962242"/>
                  </a:lnTo>
                  <a:lnTo>
                    <a:pt x="2725355" y="962623"/>
                  </a:lnTo>
                  <a:lnTo>
                    <a:pt x="2726016" y="953886"/>
                  </a:lnTo>
                  <a:lnTo>
                    <a:pt x="2726676" y="934340"/>
                  </a:lnTo>
                  <a:lnTo>
                    <a:pt x="2727337" y="916425"/>
                  </a:lnTo>
                  <a:lnTo>
                    <a:pt x="2727997" y="911736"/>
                  </a:lnTo>
                  <a:lnTo>
                    <a:pt x="2728658" y="908819"/>
                  </a:lnTo>
                  <a:lnTo>
                    <a:pt x="2729318" y="899758"/>
                  </a:lnTo>
                  <a:lnTo>
                    <a:pt x="2729979" y="883027"/>
                  </a:lnTo>
                  <a:lnTo>
                    <a:pt x="2730639" y="869532"/>
                  </a:lnTo>
                  <a:lnTo>
                    <a:pt x="2731300" y="865513"/>
                  </a:lnTo>
                  <a:lnTo>
                    <a:pt x="2731960" y="872049"/>
                  </a:lnTo>
                  <a:lnTo>
                    <a:pt x="2732621" y="891282"/>
                  </a:lnTo>
                  <a:lnTo>
                    <a:pt x="2733281" y="898047"/>
                  </a:lnTo>
                  <a:lnTo>
                    <a:pt x="2733942" y="898047"/>
                  </a:lnTo>
                  <a:lnTo>
                    <a:pt x="2734602" y="873671"/>
                  </a:lnTo>
                  <a:lnTo>
                    <a:pt x="2735263" y="878626"/>
                  </a:lnTo>
                  <a:lnTo>
                    <a:pt x="2735923" y="895649"/>
                  </a:lnTo>
                  <a:lnTo>
                    <a:pt x="2736584" y="912306"/>
                  </a:lnTo>
                  <a:lnTo>
                    <a:pt x="2737245" y="912306"/>
                  </a:lnTo>
                  <a:lnTo>
                    <a:pt x="2737905" y="948920"/>
                  </a:lnTo>
                  <a:lnTo>
                    <a:pt x="2738566" y="959239"/>
                  </a:lnTo>
                  <a:lnTo>
                    <a:pt x="2739226" y="948512"/>
                  </a:lnTo>
                  <a:lnTo>
                    <a:pt x="2739887" y="949134"/>
                  </a:lnTo>
                  <a:lnTo>
                    <a:pt x="2740547" y="954583"/>
                  </a:lnTo>
                  <a:lnTo>
                    <a:pt x="2741208" y="973417"/>
                  </a:lnTo>
                  <a:lnTo>
                    <a:pt x="2741868" y="974266"/>
                  </a:lnTo>
                  <a:lnTo>
                    <a:pt x="2742529" y="944496"/>
                  </a:lnTo>
                  <a:lnTo>
                    <a:pt x="2743189" y="941600"/>
                  </a:lnTo>
                  <a:lnTo>
                    <a:pt x="2743850" y="939942"/>
                  </a:lnTo>
                  <a:lnTo>
                    <a:pt x="2744510" y="932369"/>
                  </a:lnTo>
                  <a:lnTo>
                    <a:pt x="2745171" y="934889"/>
                  </a:lnTo>
                  <a:lnTo>
                    <a:pt x="2745831" y="950602"/>
                  </a:lnTo>
                  <a:lnTo>
                    <a:pt x="2746492" y="970217"/>
                  </a:lnTo>
                  <a:lnTo>
                    <a:pt x="2747153" y="931420"/>
                  </a:lnTo>
                  <a:lnTo>
                    <a:pt x="2747813" y="925129"/>
                  </a:lnTo>
                  <a:lnTo>
                    <a:pt x="2748474" y="928180"/>
                  </a:lnTo>
                  <a:lnTo>
                    <a:pt x="2749134" y="940499"/>
                  </a:lnTo>
                  <a:lnTo>
                    <a:pt x="2749795" y="953927"/>
                  </a:lnTo>
                  <a:lnTo>
                    <a:pt x="2750455" y="954771"/>
                  </a:lnTo>
                  <a:lnTo>
                    <a:pt x="2751116" y="940424"/>
                  </a:lnTo>
                  <a:lnTo>
                    <a:pt x="2751776" y="910290"/>
                  </a:lnTo>
                  <a:lnTo>
                    <a:pt x="2752437" y="907483"/>
                  </a:lnTo>
                  <a:lnTo>
                    <a:pt x="2753097" y="910290"/>
                  </a:lnTo>
                  <a:lnTo>
                    <a:pt x="2753758" y="919820"/>
                  </a:lnTo>
                  <a:lnTo>
                    <a:pt x="2754418" y="930425"/>
                  </a:lnTo>
                  <a:lnTo>
                    <a:pt x="2755079" y="938268"/>
                  </a:lnTo>
                  <a:lnTo>
                    <a:pt x="2755739" y="938384"/>
                  </a:lnTo>
                  <a:lnTo>
                    <a:pt x="2756400" y="920637"/>
                  </a:lnTo>
                  <a:lnTo>
                    <a:pt x="2757061" y="915346"/>
                  </a:lnTo>
                  <a:lnTo>
                    <a:pt x="2757721" y="934031"/>
                  </a:lnTo>
                  <a:lnTo>
                    <a:pt x="2758382" y="944025"/>
                  </a:lnTo>
                  <a:lnTo>
                    <a:pt x="2759042" y="921528"/>
                  </a:lnTo>
                  <a:lnTo>
                    <a:pt x="2759703" y="909359"/>
                  </a:lnTo>
                  <a:lnTo>
                    <a:pt x="2760363" y="922050"/>
                  </a:lnTo>
                  <a:lnTo>
                    <a:pt x="2761024" y="923528"/>
                  </a:lnTo>
                  <a:lnTo>
                    <a:pt x="2761684" y="927025"/>
                  </a:lnTo>
                  <a:lnTo>
                    <a:pt x="2762345" y="927391"/>
                  </a:lnTo>
                  <a:lnTo>
                    <a:pt x="2763005" y="919298"/>
                  </a:lnTo>
                  <a:lnTo>
                    <a:pt x="2763666" y="915463"/>
                  </a:lnTo>
                  <a:lnTo>
                    <a:pt x="2764326" y="901289"/>
                  </a:lnTo>
                  <a:lnTo>
                    <a:pt x="2764987" y="893130"/>
                  </a:lnTo>
                  <a:lnTo>
                    <a:pt x="2765647" y="890094"/>
                  </a:lnTo>
                  <a:lnTo>
                    <a:pt x="2766308" y="904024"/>
                  </a:lnTo>
                  <a:lnTo>
                    <a:pt x="2766968" y="920064"/>
                  </a:lnTo>
                  <a:lnTo>
                    <a:pt x="2767629" y="936430"/>
                  </a:lnTo>
                  <a:lnTo>
                    <a:pt x="2768290" y="933423"/>
                  </a:lnTo>
                  <a:lnTo>
                    <a:pt x="2768950" y="922307"/>
                  </a:lnTo>
                  <a:lnTo>
                    <a:pt x="2769611" y="919360"/>
                  </a:lnTo>
                  <a:lnTo>
                    <a:pt x="2770271" y="924021"/>
                  </a:lnTo>
                  <a:lnTo>
                    <a:pt x="2770932" y="909608"/>
                  </a:lnTo>
                  <a:lnTo>
                    <a:pt x="2771592" y="903299"/>
                  </a:lnTo>
                  <a:lnTo>
                    <a:pt x="2772253" y="898865"/>
                  </a:lnTo>
                  <a:lnTo>
                    <a:pt x="2772913" y="889475"/>
                  </a:lnTo>
                  <a:lnTo>
                    <a:pt x="2773574" y="882731"/>
                  </a:lnTo>
                  <a:lnTo>
                    <a:pt x="2774234" y="898865"/>
                  </a:lnTo>
                  <a:lnTo>
                    <a:pt x="2774895" y="900756"/>
                  </a:lnTo>
                  <a:lnTo>
                    <a:pt x="2775555" y="895495"/>
                  </a:lnTo>
                  <a:lnTo>
                    <a:pt x="2776216" y="887063"/>
                  </a:lnTo>
                  <a:lnTo>
                    <a:pt x="2776876" y="900756"/>
                  </a:lnTo>
                  <a:lnTo>
                    <a:pt x="2777537" y="900756"/>
                  </a:lnTo>
                  <a:lnTo>
                    <a:pt x="2778198" y="895495"/>
                  </a:lnTo>
                  <a:lnTo>
                    <a:pt x="2778858" y="867214"/>
                  </a:lnTo>
                  <a:lnTo>
                    <a:pt x="2779519" y="878363"/>
                  </a:lnTo>
                  <a:lnTo>
                    <a:pt x="2780179" y="886661"/>
                  </a:lnTo>
                  <a:lnTo>
                    <a:pt x="2780840" y="889217"/>
                  </a:lnTo>
                  <a:lnTo>
                    <a:pt x="2781500" y="882139"/>
                  </a:lnTo>
                  <a:lnTo>
                    <a:pt x="2782161" y="879634"/>
                  </a:lnTo>
                  <a:lnTo>
                    <a:pt x="2782821" y="872021"/>
                  </a:lnTo>
                  <a:lnTo>
                    <a:pt x="2783482" y="871283"/>
                  </a:lnTo>
                  <a:lnTo>
                    <a:pt x="2784142" y="875010"/>
                  </a:lnTo>
                  <a:lnTo>
                    <a:pt x="2784803" y="868269"/>
                  </a:lnTo>
                  <a:lnTo>
                    <a:pt x="2785463" y="888076"/>
                  </a:lnTo>
                  <a:lnTo>
                    <a:pt x="2786124" y="882652"/>
                  </a:lnTo>
                  <a:lnTo>
                    <a:pt x="2786784" y="884009"/>
                  </a:lnTo>
                  <a:lnTo>
                    <a:pt x="2787445" y="883873"/>
                  </a:lnTo>
                  <a:lnTo>
                    <a:pt x="2788106" y="890142"/>
                  </a:lnTo>
                  <a:lnTo>
                    <a:pt x="2788766" y="879506"/>
                  </a:lnTo>
                  <a:lnTo>
                    <a:pt x="2789427" y="884360"/>
                  </a:lnTo>
                  <a:lnTo>
                    <a:pt x="2790087" y="882009"/>
                  </a:lnTo>
                  <a:lnTo>
                    <a:pt x="2790748" y="880711"/>
                  </a:lnTo>
                  <a:lnTo>
                    <a:pt x="2791408" y="882942"/>
                  </a:lnTo>
                  <a:lnTo>
                    <a:pt x="2792069" y="841873"/>
                  </a:lnTo>
                  <a:lnTo>
                    <a:pt x="2792729" y="828106"/>
                  </a:lnTo>
                  <a:lnTo>
                    <a:pt x="2793390" y="828827"/>
                  </a:lnTo>
                  <a:lnTo>
                    <a:pt x="2794050" y="839263"/>
                  </a:lnTo>
                  <a:lnTo>
                    <a:pt x="2794711" y="848107"/>
                  </a:lnTo>
                  <a:lnTo>
                    <a:pt x="2795371" y="860117"/>
                  </a:lnTo>
                  <a:lnTo>
                    <a:pt x="2796032" y="853357"/>
                  </a:lnTo>
                  <a:lnTo>
                    <a:pt x="2796692" y="849703"/>
                  </a:lnTo>
                  <a:lnTo>
                    <a:pt x="2797353" y="883262"/>
                  </a:lnTo>
                  <a:lnTo>
                    <a:pt x="2798014" y="857912"/>
                  </a:lnTo>
                  <a:lnTo>
                    <a:pt x="2798674" y="813291"/>
                  </a:lnTo>
                  <a:lnTo>
                    <a:pt x="2799335" y="786106"/>
                  </a:lnTo>
                  <a:lnTo>
                    <a:pt x="2799995" y="781410"/>
                  </a:lnTo>
                  <a:lnTo>
                    <a:pt x="2800656" y="783930"/>
                  </a:lnTo>
                  <a:lnTo>
                    <a:pt x="2801316" y="783930"/>
                  </a:lnTo>
                  <a:lnTo>
                    <a:pt x="2801977" y="771029"/>
                  </a:lnTo>
                  <a:lnTo>
                    <a:pt x="2802637" y="797907"/>
                  </a:lnTo>
                  <a:lnTo>
                    <a:pt x="2803298" y="804885"/>
                  </a:lnTo>
                  <a:lnTo>
                    <a:pt x="2803958" y="839747"/>
                  </a:lnTo>
                  <a:lnTo>
                    <a:pt x="2804619" y="849786"/>
                  </a:lnTo>
                  <a:lnTo>
                    <a:pt x="2805279" y="804583"/>
                  </a:lnTo>
                  <a:lnTo>
                    <a:pt x="2805940" y="788051"/>
                  </a:lnTo>
                  <a:lnTo>
                    <a:pt x="2806600" y="754329"/>
                  </a:lnTo>
                  <a:lnTo>
                    <a:pt x="2807261" y="733521"/>
                  </a:lnTo>
                  <a:lnTo>
                    <a:pt x="2807921" y="766314"/>
                  </a:lnTo>
                  <a:lnTo>
                    <a:pt x="2808582" y="859888"/>
                  </a:lnTo>
                  <a:lnTo>
                    <a:pt x="2809243" y="881318"/>
                  </a:lnTo>
                  <a:lnTo>
                    <a:pt x="2809903" y="849568"/>
                  </a:lnTo>
                  <a:lnTo>
                    <a:pt x="2810564" y="844266"/>
                  </a:lnTo>
                  <a:lnTo>
                    <a:pt x="2811224" y="821223"/>
                  </a:lnTo>
                  <a:lnTo>
                    <a:pt x="2811885" y="815792"/>
                  </a:lnTo>
                  <a:lnTo>
                    <a:pt x="2812545" y="810205"/>
                  </a:lnTo>
                  <a:lnTo>
                    <a:pt x="2813206" y="802206"/>
                  </a:lnTo>
                  <a:lnTo>
                    <a:pt x="2813866" y="819986"/>
                  </a:lnTo>
                  <a:lnTo>
                    <a:pt x="2814527" y="826065"/>
                  </a:lnTo>
                  <a:lnTo>
                    <a:pt x="2815187" y="819824"/>
                  </a:lnTo>
                  <a:lnTo>
                    <a:pt x="2815848" y="840596"/>
                  </a:lnTo>
                  <a:lnTo>
                    <a:pt x="2816508" y="822316"/>
                  </a:lnTo>
                  <a:lnTo>
                    <a:pt x="2817169" y="804224"/>
                  </a:lnTo>
                  <a:lnTo>
                    <a:pt x="2817829" y="785015"/>
                  </a:lnTo>
                  <a:lnTo>
                    <a:pt x="2818490" y="793913"/>
                  </a:lnTo>
                  <a:lnTo>
                    <a:pt x="2819151" y="789546"/>
                  </a:lnTo>
                  <a:lnTo>
                    <a:pt x="2819811" y="780417"/>
                  </a:lnTo>
                  <a:lnTo>
                    <a:pt x="2820472" y="790762"/>
                  </a:lnTo>
                  <a:lnTo>
                    <a:pt x="2821132" y="756084"/>
                  </a:lnTo>
                  <a:lnTo>
                    <a:pt x="2821793" y="754694"/>
                  </a:lnTo>
                  <a:lnTo>
                    <a:pt x="2822453" y="759735"/>
                  </a:lnTo>
                  <a:lnTo>
                    <a:pt x="2823114" y="766194"/>
                  </a:lnTo>
                  <a:lnTo>
                    <a:pt x="2823774" y="770678"/>
                  </a:lnTo>
                  <a:lnTo>
                    <a:pt x="2824435" y="779041"/>
                  </a:lnTo>
                  <a:lnTo>
                    <a:pt x="2825095" y="817456"/>
                  </a:lnTo>
                  <a:lnTo>
                    <a:pt x="2825756" y="811648"/>
                  </a:lnTo>
                  <a:lnTo>
                    <a:pt x="2826416" y="838044"/>
                  </a:lnTo>
                  <a:lnTo>
                    <a:pt x="2827077" y="837444"/>
                  </a:lnTo>
                  <a:lnTo>
                    <a:pt x="2827737" y="776645"/>
                  </a:lnTo>
                  <a:lnTo>
                    <a:pt x="2828398" y="773982"/>
                  </a:lnTo>
                  <a:lnTo>
                    <a:pt x="2829059" y="756795"/>
                  </a:lnTo>
                  <a:lnTo>
                    <a:pt x="2829719" y="732137"/>
                  </a:lnTo>
                  <a:lnTo>
                    <a:pt x="2830380" y="727085"/>
                  </a:lnTo>
                  <a:lnTo>
                    <a:pt x="2831040" y="730138"/>
                  </a:lnTo>
                  <a:lnTo>
                    <a:pt x="2831701" y="710409"/>
                  </a:lnTo>
                  <a:lnTo>
                    <a:pt x="2832361" y="718741"/>
                  </a:lnTo>
                  <a:lnTo>
                    <a:pt x="2833022" y="769458"/>
                  </a:lnTo>
                  <a:lnTo>
                    <a:pt x="2833682" y="753429"/>
                  </a:lnTo>
                  <a:lnTo>
                    <a:pt x="2834343" y="755997"/>
                  </a:lnTo>
                  <a:lnTo>
                    <a:pt x="2835003" y="778129"/>
                  </a:lnTo>
                  <a:lnTo>
                    <a:pt x="2835664" y="722364"/>
                  </a:lnTo>
                  <a:lnTo>
                    <a:pt x="2836324" y="745821"/>
                  </a:lnTo>
                  <a:lnTo>
                    <a:pt x="2836985" y="782386"/>
                  </a:lnTo>
                  <a:lnTo>
                    <a:pt x="2837645" y="811442"/>
                  </a:lnTo>
                  <a:lnTo>
                    <a:pt x="2838306" y="775445"/>
                  </a:lnTo>
                  <a:lnTo>
                    <a:pt x="2838966" y="754245"/>
                  </a:lnTo>
                  <a:lnTo>
                    <a:pt x="2839627" y="721734"/>
                  </a:lnTo>
                  <a:lnTo>
                    <a:pt x="2840288" y="689944"/>
                  </a:lnTo>
                  <a:lnTo>
                    <a:pt x="2840948" y="680346"/>
                  </a:lnTo>
                  <a:lnTo>
                    <a:pt x="2841609" y="652286"/>
                  </a:lnTo>
                  <a:lnTo>
                    <a:pt x="2842269" y="664531"/>
                  </a:lnTo>
                  <a:lnTo>
                    <a:pt x="2842930" y="652932"/>
                  </a:lnTo>
                  <a:lnTo>
                    <a:pt x="2843590" y="639675"/>
                  </a:lnTo>
                  <a:lnTo>
                    <a:pt x="2844251" y="649701"/>
                  </a:lnTo>
                  <a:lnTo>
                    <a:pt x="2844911" y="650896"/>
                  </a:lnTo>
                  <a:lnTo>
                    <a:pt x="2845572" y="657357"/>
                  </a:lnTo>
                  <a:lnTo>
                    <a:pt x="2846232" y="652930"/>
                  </a:lnTo>
                  <a:lnTo>
                    <a:pt x="2846893" y="641365"/>
                  </a:lnTo>
                  <a:lnTo>
                    <a:pt x="2847553" y="636512"/>
                  </a:lnTo>
                  <a:lnTo>
                    <a:pt x="2848214" y="642155"/>
                  </a:lnTo>
                  <a:lnTo>
                    <a:pt x="2848874" y="631286"/>
                  </a:lnTo>
                  <a:lnTo>
                    <a:pt x="2849535" y="631286"/>
                  </a:lnTo>
                  <a:lnTo>
                    <a:pt x="2850196" y="615510"/>
                  </a:lnTo>
                  <a:lnTo>
                    <a:pt x="2850856" y="606698"/>
                  </a:lnTo>
                  <a:lnTo>
                    <a:pt x="2851517" y="581801"/>
                  </a:lnTo>
                  <a:lnTo>
                    <a:pt x="2852177" y="577930"/>
                  </a:lnTo>
                  <a:lnTo>
                    <a:pt x="2852838" y="577930"/>
                  </a:lnTo>
                  <a:lnTo>
                    <a:pt x="2853498" y="577930"/>
                  </a:lnTo>
                  <a:lnTo>
                    <a:pt x="2854159" y="573127"/>
                  </a:lnTo>
                  <a:lnTo>
                    <a:pt x="2854819" y="523949"/>
                  </a:lnTo>
                  <a:lnTo>
                    <a:pt x="2855480" y="548755"/>
                  </a:lnTo>
                  <a:lnTo>
                    <a:pt x="2856140" y="560090"/>
                  </a:lnTo>
                  <a:lnTo>
                    <a:pt x="2856801" y="577993"/>
                  </a:lnTo>
                  <a:lnTo>
                    <a:pt x="2857461" y="597985"/>
                  </a:lnTo>
                  <a:lnTo>
                    <a:pt x="2858122" y="649467"/>
                  </a:lnTo>
                  <a:lnTo>
                    <a:pt x="2858782" y="671168"/>
                  </a:lnTo>
                  <a:lnTo>
                    <a:pt x="2859443" y="707331"/>
                  </a:lnTo>
                  <a:lnTo>
                    <a:pt x="2860104" y="733576"/>
                  </a:lnTo>
                  <a:lnTo>
                    <a:pt x="2860764" y="747493"/>
                  </a:lnTo>
                  <a:lnTo>
                    <a:pt x="2861425" y="825940"/>
                  </a:lnTo>
                  <a:lnTo>
                    <a:pt x="2862085" y="818006"/>
                  </a:lnTo>
                  <a:lnTo>
                    <a:pt x="2862746" y="838583"/>
                  </a:lnTo>
                  <a:lnTo>
                    <a:pt x="2863406" y="866477"/>
                  </a:lnTo>
                  <a:lnTo>
                    <a:pt x="2864067" y="866477"/>
                  </a:lnTo>
                  <a:lnTo>
                    <a:pt x="2864727" y="843568"/>
                  </a:lnTo>
                  <a:lnTo>
                    <a:pt x="2865388" y="867708"/>
                  </a:lnTo>
                  <a:lnTo>
                    <a:pt x="2866048" y="866409"/>
                  </a:lnTo>
                  <a:lnTo>
                    <a:pt x="2866709" y="836584"/>
                  </a:lnTo>
                  <a:lnTo>
                    <a:pt x="2867369" y="844001"/>
                  </a:lnTo>
                  <a:lnTo>
                    <a:pt x="2868030" y="859051"/>
                  </a:lnTo>
                  <a:lnTo>
                    <a:pt x="2868690" y="897921"/>
                  </a:lnTo>
                  <a:lnTo>
                    <a:pt x="2869351" y="891331"/>
                  </a:lnTo>
                  <a:lnTo>
                    <a:pt x="2870012" y="898932"/>
                  </a:lnTo>
                  <a:lnTo>
                    <a:pt x="2870672" y="921082"/>
                  </a:lnTo>
                  <a:lnTo>
                    <a:pt x="2871333" y="927548"/>
                  </a:lnTo>
                  <a:lnTo>
                    <a:pt x="2871993" y="917580"/>
                  </a:lnTo>
                  <a:lnTo>
                    <a:pt x="2872654" y="920574"/>
                  </a:lnTo>
                  <a:lnTo>
                    <a:pt x="2873314" y="921001"/>
                  </a:lnTo>
                  <a:lnTo>
                    <a:pt x="2873975" y="920426"/>
                  </a:lnTo>
                  <a:lnTo>
                    <a:pt x="2874635" y="918412"/>
                  </a:lnTo>
                  <a:lnTo>
                    <a:pt x="2875296" y="918412"/>
                  </a:lnTo>
                  <a:lnTo>
                    <a:pt x="2875956" y="907904"/>
                  </a:lnTo>
                  <a:lnTo>
                    <a:pt x="2876617" y="906999"/>
                  </a:lnTo>
                  <a:lnTo>
                    <a:pt x="2877277" y="911260"/>
                  </a:lnTo>
                  <a:lnTo>
                    <a:pt x="2877938" y="907120"/>
                  </a:lnTo>
                  <a:lnTo>
                    <a:pt x="2878598" y="906010"/>
                  </a:lnTo>
                  <a:lnTo>
                    <a:pt x="2879259" y="899027"/>
                  </a:lnTo>
                  <a:lnTo>
                    <a:pt x="2879919" y="899027"/>
                  </a:lnTo>
                  <a:lnTo>
                    <a:pt x="2880580" y="883789"/>
                  </a:lnTo>
                  <a:lnTo>
                    <a:pt x="2881241" y="875441"/>
                  </a:lnTo>
                  <a:lnTo>
                    <a:pt x="2881901" y="880003"/>
                  </a:lnTo>
                  <a:lnTo>
                    <a:pt x="2882562" y="870205"/>
                  </a:lnTo>
                  <a:lnTo>
                    <a:pt x="2883222" y="858711"/>
                  </a:lnTo>
                  <a:lnTo>
                    <a:pt x="2883883" y="834366"/>
                  </a:lnTo>
                  <a:lnTo>
                    <a:pt x="2884543" y="810518"/>
                  </a:lnTo>
                  <a:lnTo>
                    <a:pt x="2885204" y="811755"/>
                  </a:lnTo>
                  <a:lnTo>
                    <a:pt x="2885864" y="778366"/>
                  </a:lnTo>
                  <a:lnTo>
                    <a:pt x="2886525" y="850042"/>
                  </a:lnTo>
                  <a:lnTo>
                    <a:pt x="2887185" y="829560"/>
                  </a:lnTo>
                  <a:lnTo>
                    <a:pt x="2887846" y="821081"/>
                  </a:lnTo>
                  <a:lnTo>
                    <a:pt x="2888506" y="784243"/>
                  </a:lnTo>
                  <a:lnTo>
                    <a:pt x="2889167" y="783017"/>
                  </a:lnTo>
                  <a:lnTo>
                    <a:pt x="2889827" y="741509"/>
                  </a:lnTo>
                  <a:lnTo>
                    <a:pt x="2890488" y="751700"/>
                  </a:lnTo>
                  <a:lnTo>
                    <a:pt x="2891149" y="726310"/>
                  </a:lnTo>
                  <a:lnTo>
                    <a:pt x="2891809" y="699865"/>
                  </a:lnTo>
                  <a:lnTo>
                    <a:pt x="2892470" y="700188"/>
                  </a:lnTo>
                  <a:lnTo>
                    <a:pt x="2893130" y="705550"/>
                  </a:lnTo>
                  <a:lnTo>
                    <a:pt x="2893791" y="708441"/>
                  </a:lnTo>
                  <a:lnTo>
                    <a:pt x="2894451" y="716229"/>
                  </a:lnTo>
                  <a:lnTo>
                    <a:pt x="2895112" y="736912"/>
                  </a:lnTo>
                  <a:lnTo>
                    <a:pt x="2895772" y="733686"/>
                  </a:lnTo>
                  <a:lnTo>
                    <a:pt x="2896433" y="720598"/>
                  </a:lnTo>
                  <a:lnTo>
                    <a:pt x="2897093" y="702565"/>
                  </a:lnTo>
                  <a:lnTo>
                    <a:pt x="2897754" y="697557"/>
                  </a:lnTo>
                  <a:lnTo>
                    <a:pt x="2898414" y="707356"/>
                  </a:lnTo>
                  <a:lnTo>
                    <a:pt x="2899075" y="748195"/>
                  </a:lnTo>
                  <a:lnTo>
                    <a:pt x="2899735" y="736776"/>
                  </a:lnTo>
                  <a:lnTo>
                    <a:pt x="2900396" y="759128"/>
                  </a:lnTo>
                  <a:lnTo>
                    <a:pt x="2901057" y="792139"/>
                  </a:lnTo>
                  <a:lnTo>
                    <a:pt x="2901717" y="821854"/>
                  </a:lnTo>
                  <a:lnTo>
                    <a:pt x="2902378" y="846783"/>
                  </a:lnTo>
                  <a:lnTo>
                    <a:pt x="2903038" y="856368"/>
                  </a:lnTo>
                  <a:lnTo>
                    <a:pt x="2903699" y="874713"/>
                  </a:lnTo>
                  <a:lnTo>
                    <a:pt x="2904359" y="892165"/>
                  </a:lnTo>
                  <a:lnTo>
                    <a:pt x="2905020" y="890515"/>
                  </a:lnTo>
                  <a:lnTo>
                    <a:pt x="2905680" y="916853"/>
                  </a:lnTo>
                  <a:lnTo>
                    <a:pt x="2906341" y="904050"/>
                  </a:lnTo>
                  <a:lnTo>
                    <a:pt x="2907001" y="906321"/>
                  </a:lnTo>
                  <a:lnTo>
                    <a:pt x="2907662" y="905615"/>
                  </a:lnTo>
                  <a:lnTo>
                    <a:pt x="2908322" y="905615"/>
                  </a:lnTo>
                  <a:lnTo>
                    <a:pt x="2908983" y="905212"/>
                  </a:lnTo>
                  <a:lnTo>
                    <a:pt x="2909643" y="901254"/>
                  </a:lnTo>
                  <a:lnTo>
                    <a:pt x="2910304" y="892673"/>
                  </a:lnTo>
                  <a:lnTo>
                    <a:pt x="2910964" y="900309"/>
                  </a:lnTo>
                  <a:lnTo>
                    <a:pt x="2911625" y="913501"/>
                  </a:lnTo>
                  <a:lnTo>
                    <a:pt x="2912286" y="922635"/>
                  </a:lnTo>
                  <a:lnTo>
                    <a:pt x="2912946" y="921690"/>
                  </a:lnTo>
                  <a:lnTo>
                    <a:pt x="2913607" y="921721"/>
                  </a:lnTo>
                  <a:lnTo>
                    <a:pt x="2914267" y="927187"/>
                  </a:lnTo>
                  <a:lnTo>
                    <a:pt x="2914928" y="922863"/>
                  </a:lnTo>
                  <a:lnTo>
                    <a:pt x="2915588" y="918273"/>
                  </a:lnTo>
                  <a:lnTo>
                    <a:pt x="2916249" y="910185"/>
                  </a:lnTo>
                  <a:lnTo>
                    <a:pt x="2916909" y="909300"/>
                  </a:lnTo>
                  <a:lnTo>
                    <a:pt x="2917570" y="877594"/>
                  </a:lnTo>
                  <a:lnTo>
                    <a:pt x="2918230" y="875956"/>
                  </a:lnTo>
                  <a:lnTo>
                    <a:pt x="2918891" y="902218"/>
                  </a:lnTo>
                  <a:lnTo>
                    <a:pt x="2919551" y="899055"/>
                  </a:lnTo>
                  <a:lnTo>
                    <a:pt x="2920212" y="888922"/>
                  </a:lnTo>
                  <a:lnTo>
                    <a:pt x="2920872" y="875135"/>
                  </a:lnTo>
                  <a:lnTo>
                    <a:pt x="2921533" y="844778"/>
                  </a:lnTo>
                  <a:lnTo>
                    <a:pt x="2922194" y="838276"/>
                  </a:lnTo>
                  <a:lnTo>
                    <a:pt x="2922854" y="868284"/>
                  </a:lnTo>
                  <a:lnTo>
                    <a:pt x="2923515" y="865902"/>
                  </a:lnTo>
                  <a:lnTo>
                    <a:pt x="2924175" y="906418"/>
                  </a:lnTo>
                  <a:lnTo>
                    <a:pt x="2924836" y="930567"/>
                  </a:lnTo>
                  <a:lnTo>
                    <a:pt x="2925496" y="946637"/>
                  </a:lnTo>
                  <a:lnTo>
                    <a:pt x="2926157" y="976158"/>
                  </a:lnTo>
                  <a:lnTo>
                    <a:pt x="2926817" y="972063"/>
                  </a:lnTo>
                  <a:lnTo>
                    <a:pt x="2927478" y="958915"/>
                  </a:lnTo>
                  <a:lnTo>
                    <a:pt x="2928138" y="956106"/>
                  </a:lnTo>
                  <a:lnTo>
                    <a:pt x="2928799" y="979923"/>
                  </a:lnTo>
                  <a:lnTo>
                    <a:pt x="2929459" y="972709"/>
                  </a:lnTo>
                  <a:lnTo>
                    <a:pt x="2930120" y="932303"/>
                  </a:lnTo>
                  <a:lnTo>
                    <a:pt x="2930780" y="973517"/>
                  </a:lnTo>
                  <a:lnTo>
                    <a:pt x="2931441" y="962520"/>
                  </a:lnTo>
                  <a:lnTo>
                    <a:pt x="2932102" y="930819"/>
                  </a:lnTo>
                  <a:lnTo>
                    <a:pt x="2932762" y="933800"/>
                  </a:lnTo>
                  <a:lnTo>
                    <a:pt x="2933423" y="960655"/>
                  </a:lnTo>
                  <a:lnTo>
                    <a:pt x="2934083" y="976489"/>
                  </a:lnTo>
                  <a:lnTo>
                    <a:pt x="2934744" y="987237"/>
                  </a:lnTo>
                  <a:lnTo>
                    <a:pt x="2935404" y="981931"/>
                  </a:lnTo>
                  <a:lnTo>
                    <a:pt x="2936065" y="1001310"/>
                  </a:lnTo>
                  <a:lnTo>
                    <a:pt x="2936725" y="1002697"/>
                  </a:lnTo>
                  <a:lnTo>
                    <a:pt x="2937386" y="986751"/>
                  </a:lnTo>
                  <a:lnTo>
                    <a:pt x="2938046" y="1013815"/>
                  </a:lnTo>
                  <a:lnTo>
                    <a:pt x="2938707" y="995232"/>
                  </a:lnTo>
                  <a:lnTo>
                    <a:pt x="2939367" y="996054"/>
                  </a:lnTo>
                  <a:lnTo>
                    <a:pt x="2940028" y="1005512"/>
                  </a:lnTo>
                  <a:lnTo>
                    <a:pt x="2940688" y="1002259"/>
                  </a:lnTo>
                  <a:lnTo>
                    <a:pt x="2941349" y="1015556"/>
                  </a:lnTo>
                  <a:lnTo>
                    <a:pt x="2942010" y="1001915"/>
                  </a:lnTo>
                  <a:lnTo>
                    <a:pt x="2942670" y="1005069"/>
                  </a:lnTo>
                  <a:lnTo>
                    <a:pt x="2943331" y="1012672"/>
                  </a:lnTo>
                  <a:lnTo>
                    <a:pt x="2943991" y="1029252"/>
                  </a:lnTo>
                  <a:lnTo>
                    <a:pt x="2944652" y="1014449"/>
                  </a:lnTo>
                  <a:lnTo>
                    <a:pt x="2945312" y="992446"/>
                  </a:lnTo>
                  <a:lnTo>
                    <a:pt x="2945973" y="986978"/>
                  </a:lnTo>
                  <a:lnTo>
                    <a:pt x="2946633" y="1004750"/>
                  </a:lnTo>
                  <a:lnTo>
                    <a:pt x="2947294" y="999516"/>
                  </a:lnTo>
                  <a:lnTo>
                    <a:pt x="2947954" y="1005594"/>
                  </a:lnTo>
                  <a:lnTo>
                    <a:pt x="2948615" y="1013264"/>
                  </a:lnTo>
                  <a:lnTo>
                    <a:pt x="2949275" y="998330"/>
                  </a:lnTo>
                  <a:lnTo>
                    <a:pt x="2949936" y="996461"/>
                  </a:lnTo>
                  <a:lnTo>
                    <a:pt x="2950596" y="992030"/>
                  </a:lnTo>
                  <a:lnTo>
                    <a:pt x="2951257" y="1001254"/>
                  </a:lnTo>
                  <a:lnTo>
                    <a:pt x="2951917" y="991611"/>
                  </a:lnTo>
                  <a:lnTo>
                    <a:pt x="2952578" y="989458"/>
                  </a:lnTo>
                  <a:lnTo>
                    <a:pt x="2953239" y="1015425"/>
                  </a:lnTo>
                  <a:lnTo>
                    <a:pt x="2953899" y="1000885"/>
                  </a:lnTo>
                  <a:lnTo>
                    <a:pt x="2954560" y="1000885"/>
                  </a:lnTo>
                  <a:lnTo>
                    <a:pt x="2955220" y="1000885"/>
                  </a:lnTo>
                  <a:lnTo>
                    <a:pt x="2955881" y="1003047"/>
                  </a:lnTo>
                  <a:lnTo>
                    <a:pt x="2956541" y="973602"/>
                  </a:lnTo>
                  <a:lnTo>
                    <a:pt x="2957202" y="984612"/>
                  </a:lnTo>
                  <a:lnTo>
                    <a:pt x="2957862" y="996109"/>
                  </a:lnTo>
                  <a:lnTo>
                    <a:pt x="2958523" y="994279"/>
                  </a:lnTo>
                  <a:lnTo>
                    <a:pt x="2959183" y="997978"/>
                  </a:lnTo>
                  <a:lnTo>
                    <a:pt x="2959844" y="996257"/>
                  </a:lnTo>
                  <a:lnTo>
                    <a:pt x="2960504" y="983075"/>
                  </a:lnTo>
                  <a:lnTo>
                    <a:pt x="2961165" y="983075"/>
                  </a:lnTo>
                  <a:lnTo>
                    <a:pt x="2961825" y="994388"/>
                  </a:lnTo>
                  <a:lnTo>
                    <a:pt x="2962486" y="1019928"/>
                  </a:lnTo>
                  <a:lnTo>
                    <a:pt x="2963147" y="987866"/>
                  </a:lnTo>
                  <a:lnTo>
                    <a:pt x="2963807" y="971950"/>
                  </a:lnTo>
                  <a:lnTo>
                    <a:pt x="2964468" y="974413"/>
                  </a:lnTo>
                  <a:lnTo>
                    <a:pt x="2965128" y="997443"/>
                  </a:lnTo>
                  <a:lnTo>
                    <a:pt x="2965789" y="1000367"/>
                  </a:lnTo>
                  <a:lnTo>
                    <a:pt x="2966449" y="997443"/>
                  </a:lnTo>
                  <a:lnTo>
                    <a:pt x="2967110" y="990854"/>
                  </a:lnTo>
                  <a:lnTo>
                    <a:pt x="2967770" y="982813"/>
                  </a:lnTo>
                  <a:lnTo>
                    <a:pt x="2968431" y="1002415"/>
                  </a:lnTo>
                  <a:lnTo>
                    <a:pt x="2969091" y="1029343"/>
                  </a:lnTo>
                  <a:lnTo>
                    <a:pt x="2969752" y="1012114"/>
                  </a:lnTo>
                  <a:lnTo>
                    <a:pt x="2970412" y="1020687"/>
                  </a:lnTo>
                  <a:lnTo>
                    <a:pt x="2971073" y="998141"/>
                  </a:lnTo>
                  <a:lnTo>
                    <a:pt x="2971733" y="983551"/>
                  </a:lnTo>
                  <a:lnTo>
                    <a:pt x="2972394" y="997163"/>
                  </a:lnTo>
                  <a:lnTo>
                    <a:pt x="2973055" y="984921"/>
                  </a:lnTo>
                  <a:lnTo>
                    <a:pt x="2973715" y="1015577"/>
                  </a:lnTo>
                  <a:lnTo>
                    <a:pt x="2974376" y="1033144"/>
                  </a:lnTo>
                  <a:lnTo>
                    <a:pt x="2975036" y="1010404"/>
                  </a:lnTo>
                  <a:lnTo>
                    <a:pt x="2975697" y="988763"/>
                  </a:lnTo>
                  <a:lnTo>
                    <a:pt x="2976357" y="978487"/>
                  </a:lnTo>
                  <a:lnTo>
                    <a:pt x="2977018" y="979857"/>
                  </a:lnTo>
                  <a:lnTo>
                    <a:pt x="2977678" y="979857"/>
                  </a:lnTo>
                  <a:lnTo>
                    <a:pt x="2978339" y="983324"/>
                  </a:lnTo>
                  <a:lnTo>
                    <a:pt x="2978999" y="988496"/>
                  </a:lnTo>
                  <a:lnTo>
                    <a:pt x="2979660" y="979658"/>
                  </a:lnTo>
                  <a:lnTo>
                    <a:pt x="2980320" y="991460"/>
                  </a:lnTo>
                  <a:lnTo>
                    <a:pt x="2980981" y="1013502"/>
                  </a:lnTo>
                  <a:lnTo>
                    <a:pt x="2981641" y="985241"/>
                  </a:lnTo>
                  <a:lnTo>
                    <a:pt x="2982302" y="1024282"/>
                  </a:lnTo>
                  <a:lnTo>
                    <a:pt x="2982962" y="1023916"/>
                  </a:lnTo>
                  <a:lnTo>
                    <a:pt x="2983623" y="982002"/>
                  </a:lnTo>
                  <a:lnTo>
                    <a:pt x="2984284" y="975606"/>
                  </a:lnTo>
                  <a:lnTo>
                    <a:pt x="2984944" y="962900"/>
                  </a:lnTo>
                  <a:lnTo>
                    <a:pt x="2985605" y="964773"/>
                  </a:lnTo>
                  <a:lnTo>
                    <a:pt x="2986265" y="931694"/>
                  </a:lnTo>
                  <a:lnTo>
                    <a:pt x="2986926" y="939974"/>
                  </a:lnTo>
                  <a:lnTo>
                    <a:pt x="2987586" y="948923"/>
                  </a:lnTo>
                  <a:lnTo>
                    <a:pt x="2988247" y="843137"/>
                  </a:lnTo>
                  <a:lnTo>
                    <a:pt x="2988907" y="815661"/>
                  </a:lnTo>
                  <a:lnTo>
                    <a:pt x="2989568" y="814882"/>
                  </a:lnTo>
                  <a:lnTo>
                    <a:pt x="2990228" y="815661"/>
                  </a:lnTo>
                  <a:lnTo>
                    <a:pt x="2990889" y="861741"/>
                  </a:lnTo>
                  <a:lnTo>
                    <a:pt x="2991549" y="924826"/>
                  </a:lnTo>
                  <a:lnTo>
                    <a:pt x="2992210" y="944633"/>
                  </a:lnTo>
                  <a:lnTo>
                    <a:pt x="2992870" y="949103"/>
                  </a:lnTo>
                  <a:lnTo>
                    <a:pt x="2993531" y="934304"/>
                  </a:lnTo>
                  <a:lnTo>
                    <a:pt x="2994192" y="942699"/>
                  </a:lnTo>
                  <a:lnTo>
                    <a:pt x="2994852" y="929217"/>
                  </a:lnTo>
                  <a:lnTo>
                    <a:pt x="2995513" y="908570"/>
                  </a:lnTo>
                  <a:lnTo>
                    <a:pt x="2996173" y="914121"/>
                  </a:lnTo>
                  <a:lnTo>
                    <a:pt x="2996834" y="915407"/>
                  </a:lnTo>
                  <a:lnTo>
                    <a:pt x="2997494" y="924659"/>
                  </a:lnTo>
                  <a:lnTo>
                    <a:pt x="2998155" y="907270"/>
                  </a:lnTo>
                  <a:lnTo>
                    <a:pt x="2998815" y="901796"/>
                  </a:lnTo>
                  <a:lnTo>
                    <a:pt x="2999476" y="952287"/>
                  </a:lnTo>
                  <a:lnTo>
                    <a:pt x="3000136" y="1002267"/>
                  </a:lnTo>
                  <a:lnTo>
                    <a:pt x="3000797" y="978858"/>
                  </a:lnTo>
                  <a:lnTo>
                    <a:pt x="3001457" y="967567"/>
                  </a:lnTo>
                  <a:lnTo>
                    <a:pt x="3002118" y="949173"/>
                  </a:lnTo>
                  <a:lnTo>
                    <a:pt x="3002778" y="953955"/>
                  </a:lnTo>
                  <a:lnTo>
                    <a:pt x="3003439" y="952780"/>
                  </a:lnTo>
                  <a:lnTo>
                    <a:pt x="3004100" y="956172"/>
                  </a:lnTo>
                  <a:lnTo>
                    <a:pt x="3004760" y="961863"/>
                  </a:lnTo>
                  <a:lnTo>
                    <a:pt x="3005421" y="955334"/>
                  </a:lnTo>
                  <a:lnTo>
                    <a:pt x="3006081" y="1007214"/>
                  </a:lnTo>
                  <a:lnTo>
                    <a:pt x="3006742" y="991516"/>
                  </a:lnTo>
                  <a:lnTo>
                    <a:pt x="3007402" y="975197"/>
                  </a:lnTo>
                  <a:lnTo>
                    <a:pt x="3008063" y="955637"/>
                  </a:lnTo>
                  <a:lnTo>
                    <a:pt x="3008723" y="929489"/>
                  </a:lnTo>
                  <a:lnTo>
                    <a:pt x="3009384" y="929489"/>
                  </a:lnTo>
                  <a:lnTo>
                    <a:pt x="3010044" y="934898"/>
                  </a:lnTo>
                  <a:lnTo>
                    <a:pt x="3010705" y="899121"/>
                  </a:lnTo>
                  <a:lnTo>
                    <a:pt x="3011365" y="805288"/>
                  </a:lnTo>
                  <a:lnTo>
                    <a:pt x="3012026" y="790286"/>
                  </a:lnTo>
                  <a:lnTo>
                    <a:pt x="3012686" y="789229"/>
                  </a:lnTo>
                  <a:lnTo>
                    <a:pt x="3013347" y="787645"/>
                  </a:lnTo>
                  <a:lnTo>
                    <a:pt x="3014008" y="787645"/>
                  </a:lnTo>
                  <a:lnTo>
                    <a:pt x="3014668" y="787457"/>
                  </a:lnTo>
                  <a:lnTo>
                    <a:pt x="3015329" y="816658"/>
                  </a:lnTo>
                  <a:lnTo>
                    <a:pt x="3015989" y="872210"/>
                  </a:lnTo>
                  <a:lnTo>
                    <a:pt x="3016650" y="873621"/>
                  </a:lnTo>
                  <a:lnTo>
                    <a:pt x="3017310" y="887973"/>
                  </a:lnTo>
                  <a:lnTo>
                    <a:pt x="3017971" y="882881"/>
                  </a:lnTo>
                  <a:lnTo>
                    <a:pt x="3018631" y="913400"/>
                  </a:lnTo>
                  <a:lnTo>
                    <a:pt x="3019292" y="932959"/>
                  </a:lnTo>
                  <a:lnTo>
                    <a:pt x="3019952" y="932959"/>
                  </a:lnTo>
                  <a:lnTo>
                    <a:pt x="3020613" y="938052"/>
                  </a:lnTo>
                  <a:lnTo>
                    <a:pt x="3021273" y="937378"/>
                  </a:lnTo>
                  <a:lnTo>
                    <a:pt x="3021934" y="941479"/>
                  </a:lnTo>
                  <a:lnTo>
                    <a:pt x="3022594" y="962183"/>
                  </a:lnTo>
                  <a:lnTo>
                    <a:pt x="3023255" y="990640"/>
                  </a:lnTo>
                  <a:lnTo>
                    <a:pt x="3023915" y="993392"/>
                  </a:lnTo>
                  <a:lnTo>
                    <a:pt x="3024576" y="994973"/>
                  </a:lnTo>
                  <a:lnTo>
                    <a:pt x="3025237" y="994973"/>
                  </a:lnTo>
                  <a:lnTo>
                    <a:pt x="3025897" y="1000344"/>
                  </a:lnTo>
                  <a:lnTo>
                    <a:pt x="3026558" y="986904"/>
                  </a:lnTo>
                  <a:lnTo>
                    <a:pt x="3027218" y="978634"/>
                  </a:lnTo>
                  <a:lnTo>
                    <a:pt x="3027879" y="999104"/>
                  </a:lnTo>
                  <a:lnTo>
                    <a:pt x="3028539" y="998103"/>
                  </a:lnTo>
                  <a:lnTo>
                    <a:pt x="3029200" y="971912"/>
                  </a:lnTo>
                  <a:lnTo>
                    <a:pt x="3029860" y="971912"/>
                  </a:lnTo>
                  <a:lnTo>
                    <a:pt x="3030521" y="958856"/>
                  </a:lnTo>
                  <a:lnTo>
                    <a:pt x="3031181" y="943941"/>
                  </a:lnTo>
                  <a:lnTo>
                    <a:pt x="3031842" y="967739"/>
                  </a:lnTo>
                  <a:lnTo>
                    <a:pt x="3032502" y="989316"/>
                  </a:lnTo>
                  <a:lnTo>
                    <a:pt x="3033163" y="935650"/>
                  </a:lnTo>
                  <a:lnTo>
                    <a:pt x="3033823" y="903100"/>
                  </a:lnTo>
                  <a:lnTo>
                    <a:pt x="3034484" y="861803"/>
                  </a:lnTo>
                  <a:lnTo>
                    <a:pt x="3035145" y="891948"/>
                  </a:lnTo>
                  <a:lnTo>
                    <a:pt x="3035805" y="932860"/>
                  </a:lnTo>
                  <a:lnTo>
                    <a:pt x="3036466" y="921287"/>
                  </a:lnTo>
                  <a:lnTo>
                    <a:pt x="3037126" y="924282"/>
                  </a:lnTo>
                  <a:lnTo>
                    <a:pt x="3037787" y="994342"/>
                  </a:lnTo>
                  <a:lnTo>
                    <a:pt x="3038447" y="964951"/>
                  </a:lnTo>
                  <a:lnTo>
                    <a:pt x="3039108" y="959994"/>
                  </a:lnTo>
                  <a:lnTo>
                    <a:pt x="3039768" y="956152"/>
                  </a:lnTo>
                  <a:lnTo>
                    <a:pt x="3040429" y="960241"/>
                  </a:lnTo>
                  <a:lnTo>
                    <a:pt x="3041089" y="963802"/>
                  </a:lnTo>
                  <a:lnTo>
                    <a:pt x="3041750" y="955161"/>
                  </a:lnTo>
                  <a:lnTo>
                    <a:pt x="3042410" y="959994"/>
                  </a:lnTo>
                  <a:lnTo>
                    <a:pt x="3043071" y="994461"/>
                  </a:lnTo>
                  <a:lnTo>
                    <a:pt x="3043731" y="971713"/>
                  </a:lnTo>
                  <a:lnTo>
                    <a:pt x="3044392" y="978986"/>
                  </a:lnTo>
                  <a:lnTo>
                    <a:pt x="3045053" y="985891"/>
                  </a:lnTo>
                  <a:lnTo>
                    <a:pt x="3045713" y="977521"/>
                  </a:lnTo>
                  <a:lnTo>
                    <a:pt x="3046374" y="977387"/>
                  </a:lnTo>
                  <a:lnTo>
                    <a:pt x="3047034" y="978986"/>
                  </a:lnTo>
                  <a:lnTo>
                    <a:pt x="3047695" y="964951"/>
                  </a:lnTo>
                  <a:lnTo>
                    <a:pt x="3048355" y="955737"/>
                  </a:lnTo>
                  <a:lnTo>
                    <a:pt x="3049016" y="977387"/>
                  </a:lnTo>
                  <a:lnTo>
                    <a:pt x="3049676" y="998804"/>
                  </a:lnTo>
                  <a:lnTo>
                    <a:pt x="3050337" y="988594"/>
                  </a:lnTo>
                  <a:lnTo>
                    <a:pt x="3050997" y="968735"/>
                  </a:lnTo>
                  <a:lnTo>
                    <a:pt x="3051658" y="953607"/>
                  </a:lnTo>
                  <a:lnTo>
                    <a:pt x="3052318" y="943941"/>
                  </a:lnTo>
                  <a:lnTo>
                    <a:pt x="3052979" y="943941"/>
                  </a:lnTo>
                  <a:lnTo>
                    <a:pt x="3053639" y="965774"/>
                  </a:lnTo>
                  <a:lnTo>
                    <a:pt x="3054300" y="990438"/>
                  </a:lnTo>
                  <a:lnTo>
                    <a:pt x="3054960" y="996531"/>
                  </a:lnTo>
                  <a:lnTo>
                    <a:pt x="3055621" y="980477"/>
                  </a:lnTo>
                  <a:lnTo>
                    <a:pt x="3056282" y="966515"/>
                  </a:lnTo>
                  <a:lnTo>
                    <a:pt x="3056942" y="971556"/>
                  </a:lnTo>
                  <a:lnTo>
                    <a:pt x="3057603" y="971420"/>
                  </a:lnTo>
                  <a:lnTo>
                    <a:pt x="3058263" y="984442"/>
                  </a:lnTo>
                  <a:lnTo>
                    <a:pt x="3058924" y="997000"/>
                  </a:lnTo>
                  <a:lnTo>
                    <a:pt x="3059584" y="997526"/>
                  </a:lnTo>
                  <a:lnTo>
                    <a:pt x="3060245" y="999485"/>
                  </a:lnTo>
                  <a:lnTo>
                    <a:pt x="3060905" y="994991"/>
                  </a:lnTo>
                  <a:lnTo>
                    <a:pt x="3061566" y="1018680"/>
                  </a:lnTo>
                  <a:lnTo>
                    <a:pt x="3062226" y="1004805"/>
                  </a:lnTo>
                  <a:lnTo>
                    <a:pt x="3062887" y="1011693"/>
                  </a:lnTo>
                  <a:lnTo>
                    <a:pt x="3063547" y="999633"/>
                  </a:lnTo>
                  <a:lnTo>
                    <a:pt x="3064208" y="1020314"/>
                  </a:lnTo>
                  <a:lnTo>
                    <a:pt x="3064868" y="1030717"/>
                  </a:lnTo>
                  <a:lnTo>
                    <a:pt x="3065529" y="1021795"/>
                  </a:lnTo>
                  <a:lnTo>
                    <a:pt x="3066190" y="1022398"/>
                  </a:lnTo>
                  <a:lnTo>
                    <a:pt x="3066850" y="1020599"/>
                  </a:lnTo>
                  <a:lnTo>
                    <a:pt x="3067511" y="1007851"/>
                  </a:lnTo>
                  <a:lnTo>
                    <a:pt x="3068171" y="955698"/>
                  </a:lnTo>
                  <a:lnTo>
                    <a:pt x="3068832" y="970647"/>
                  </a:lnTo>
                  <a:lnTo>
                    <a:pt x="3069492" y="1001942"/>
                  </a:lnTo>
                  <a:lnTo>
                    <a:pt x="3070153" y="970783"/>
                  </a:lnTo>
                  <a:lnTo>
                    <a:pt x="3070813" y="964926"/>
                  </a:lnTo>
                  <a:lnTo>
                    <a:pt x="3071474" y="980877"/>
                  </a:lnTo>
                  <a:lnTo>
                    <a:pt x="3072134" y="1013927"/>
                  </a:lnTo>
                  <a:lnTo>
                    <a:pt x="3072795" y="1023522"/>
                  </a:lnTo>
                  <a:lnTo>
                    <a:pt x="3073455" y="1019960"/>
                  </a:lnTo>
                  <a:lnTo>
                    <a:pt x="3074116" y="1034322"/>
                  </a:lnTo>
                  <a:lnTo>
                    <a:pt x="3074776" y="1034707"/>
                  </a:lnTo>
                  <a:lnTo>
                    <a:pt x="3075437" y="1041056"/>
                  </a:lnTo>
                  <a:lnTo>
                    <a:pt x="3076098" y="1037360"/>
                  </a:lnTo>
                  <a:lnTo>
                    <a:pt x="3076758" y="1013826"/>
                  </a:lnTo>
                  <a:lnTo>
                    <a:pt x="3077419" y="1018790"/>
                  </a:lnTo>
                  <a:lnTo>
                    <a:pt x="3078079" y="1009806"/>
                  </a:lnTo>
                  <a:lnTo>
                    <a:pt x="3078740" y="990207"/>
                  </a:lnTo>
                  <a:lnTo>
                    <a:pt x="3079400" y="987661"/>
                  </a:lnTo>
                  <a:lnTo>
                    <a:pt x="3080061" y="1001210"/>
                  </a:lnTo>
                  <a:lnTo>
                    <a:pt x="3080721" y="1014810"/>
                  </a:lnTo>
                  <a:lnTo>
                    <a:pt x="3081382" y="1001489"/>
                  </a:lnTo>
                  <a:lnTo>
                    <a:pt x="3082042" y="992770"/>
                  </a:lnTo>
                  <a:lnTo>
                    <a:pt x="3082703" y="986768"/>
                  </a:lnTo>
                  <a:lnTo>
                    <a:pt x="3083363" y="1005416"/>
                  </a:lnTo>
                  <a:lnTo>
                    <a:pt x="3084024" y="1018905"/>
                  </a:lnTo>
                  <a:lnTo>
                    <a:pt x="3084684" y="1023027"/>
                  </a:lnTo>
                  <a:lnTo>
                    <a:pt x="3085345" y="1008344"/>
                  </a:lnTo>
                  <a:lnTo>
                    <a:pt x="3086006" y="1014155"/>
                  </a:lnTo>
                  <a:lnTo>
                    <a:pt x="3086666" y="1027664"/>
                  </a:lnTo>
                  <a:lnTo>
                    <a:pt x="3087327" y="985176"/>
                  </a:lnTo>
                  <a:lnTo>
                    <a:pt x="3087987" y="991492"/>
                  </a:lnTo>
                  <a:lnTo>
                    <a:pt x="3088648" y="1020638"/>
                  </a:lnTo>
                  <a:lnTo>
                    <a:pt x="3089308" y="1013588"/>
                  </a:lnTo>
                  <a:lnTo>
                    <a:pt x="3089969" y="1000380"/>
                  </a:lnTo>
                  <a:lnTo>
                    <a:pt x="3090629" y="951605"/>
                  </a:lnTo>
                  <a:lnTo>
                    <a:pt x="3091290" y="971551"/>
                  </a:lnTo>
                  <a:lnTo>
                    <a:pt x="3091950" y="1003069"/>
                  </a:lnTo>
                  <a:lnTo>
                    <a:pt x="3092611" y="1005745"/>
                  </a:lnTo>
                  <a:lnTo>
                    <a:pt x="3093271" y="1007590"/>
                  </a:lnTo>
                  <a:lnTo>
                    <a:pt x="3093932" y="965437"/>
                  </a:lnTo>
                  <a:lnTo>
                    <a:pt x="3094592" y="922494"/>
                  </a:lnTo>
                  <a:lnTo>
                    <a:pt x="3095253" y="923542"/>
                  </a:lnTo>
                  <a:lnTo>
                    <a:pt x="3095913" y="981720"/>
                  </a:lnTo>
                  <a:lnTo>
                    <a:pt x="3096574" y="994279"/>
                  </a:lnTo>
                  <a:lnTo>
                    <a:pt x="3097235" y="971575"/>
                  </a:lnTo>
                  <a:lnTo>
                    <a:pt x="3097895" y="977853"/>
                  </a:lnTo>
                  <a:lnTo>
                    <a:pt x="3098556" y="961380"/>
                  </a:lnTo>
                  <a:lnTo>
                    <a:pt x="3099216" y="957196"/>
                  </a:lnTo>
                  <a:lnTo>
                    <a:pt x="3099877" y="939717"/>
                  </a:lnTo>
                  <a:lnTo>
                    <a:pt x="3100537" y="946617"/>
                  </a:lnTo>
                  <a:lnTo>
                    <a:pt x="3101198" y="967877"/>
                  </a:lnTo>
                  <a:lnTo>
                    <a:pt x="3101858" y="947126"/>
                  </a:lnTo>
                  <a:lnTo>
                    <a:pt x="3102519" y="904086"/>
                  </a:lnTo>
                  <a:lnTo>
                    <a:pt x="3103179" y="903811"/>
                  </a:lnTo>
                  <a:lnTo>
                    <a:pt x="3103840" y="892596"/>
                  </a:lnTo>
                  <a:lnTo>
                    <a:pt x="3104500" y="860213"/>
                  </a:lnTo>
                  <a:lnTo>
                    <a:pt x="3105161" y="795764"/>
                  </a:lnTo>
                  <a:lnTo>
                    <a:pt x="3105821" y="774112"/>
                  </a:lnTo>
                  <a:lnTo>
                    <a:pt x="3106482" y="771643"/>
                  </a:lnTo>
                  <a:lnTo>
                    <a:pt x="3107143" y="771643"/>
                  </a:lnTo>
                  <a:lnTo>
                    <a:pt x="3107803" y="771643"/>
                  </a:lnTo>
                  <a:lnTo>
                    <a:pt x="3108464" y="769466"/>
                  </a:lnTo>
                  <a:lnTo>
                    <a:pt x="3109124" y="765177"/>
                  </a:lnTo>
                  <a:lnTo>
                    <a:pt x="3109785" y="824175"/>
                  </a:lnTo>
                  <a:lnTo>
                    <a:pt x="3110445" y="833792"/>
                  </a:lnTo>
                  <a:lnTo>
                    <a:pt x="3111106" y="850441"/>
                  </a:lnTo>
                  <a:lnTo>
                    <a:pt x="3111766" y="838885"/>
                  </a:lnTo>
                  <a:lnTo>
                    <a:pt x="3112427" y="838885"/>
                  </a:lnTo>
                  <a:lnTo>
                    <a:pt x="3113087" y="842978"/>
                  </a:lnTo>
                  <a:lnTo>
                    <a:pt x="3113748" y="838978"/>
                  </a:lnTo>
                  <a:lnTo>
                    <a:pt x="3114408" y="877988"/>
                  </a:lnTo>
                  <a:lnTo>
                    <a:pt x="3115069" y="897487"/>
                  </a:lnTo>
                  <a:lnTo>
                    <a:pt x="3115729" y="894250"/>
                  </a:lnTo>
                  <a:lnTo>
                    <a:pt x="3116390" y="892763"/>
                  </a:lnTo>
                  <a:lnTo>
                    <a:pt x="3117051" y="895346"/>
                  </a:lnTo>
                  <a:lnTo>
                    <a:pt x="3117711" y="900439"/>
                  </a:lnTo>
                  <a:lnTo>
                    <a:pt x="3118372" y="922794"/>
                  </a:lnTo>
                  <a:lnTo>
                    <a:pt x="3119032" y="934134"/>
                  </a:lnTo>
                  <a:lnTo>
                    <a:pt x="3119693" y="930907"/>
                  </a:lnTo>
                  <a:lnTo>
                    <a:pt x="3120353" y="924269"/>
                  </a:lnTo>
                  <a:lnTo>
                    <a:pt x="3121014" y="926755"/>
                  </a:lnTo>
                  <a:lnTo>
                    <a:pt x="3121674" y="946773"/>
                  </a:lnTo>
                  <a:lnTo>
                    <a:pt x="3122335" y="967755"/>
                  </a:lnTo>
                  <a:lnTo>
                    <a:pt x="3122995" y="953817"/>
                  </a:lnTo>
                  <a:lnTo>
                    <a:pt x="3123656" y="951398"/>
                  </a:lnTo>
                  <a:lnTo>
                    <a:pt x="3124316" y="985493"/>
                  </a:lnTo>
                  <a:lnTo>
                    <a:pt x="3124977" y="988592"/>
                  </a:lnTo>
                  <a:lnTo>
                    <a:pt x="3125637" y="984123"/>
                  </a:lnTo>
                  <a:lnTo>
                    <a:pt x="3126298" y="992926"/>
                  </a:lnTo>
                  <a:lnTo>
                    <a:pt x="3126958" y="997245"/>
                  </a:lnTo>
                  <a:lnTo>
                    <a:pt x="3127619" y="954939"/>
                  </a:lnTo>
                  <a:lnTo>
                    <a:pt x="3128280" y="935957"/>
                  </a:lnTo>
                  <a:lnTo>
                    <a:pt x="3128940" y="912020"/>
                  </a:lnTo>
                  <a:lnTo>
                    <a:pt x="3129601" y="912020"/>
                  </a:lnTo>
                  <a:lnTo>
                    <a:pt x="3130261" y="922848"/>
                  </a:lnTo>
                  <a:lnTo>
                    <a:pt x="3130922" y="951348"/>
                  </a:lnTo>
                  <a:lnTo>
                    <a:pt x="3131582" y="994774"/>
                  </a:lnTo>
                  <a:lnTo>
                    <a:pt x="3132243" y="986670"/>
                  </a:lnTo>
                  <a:lnTo>
                    <a:pt x="3132903" y="969290"/>
                  </a:lnTo>
                  <a:lnTo>
                    <a:pt x="3133564" y="965070"/>
                  </a:lnTo>
                  <a:lnTo>
                    <a:pt x="3134224" y="956245"/>
                  </a:lnTo>
                  <a:lnTo>
                    <a:pt x="3134885" y="946089"/>
                  </a:lnTo>
                  <a:lnTo>
                    <a:pt x="3135545" y="949280"/>
                  </a:lnTo>
                  <a:lnTo>
                    <a:pt x="3136206" y="963203"/>
                  </a:lnTo>
                  <a:lnTo>
                    <a:pt x="3136866" y="999873"/>
                  </a:lnTo>
                  <a:lnTo>
                    <a:pt x="3137527" y="1000472"/>
                  </a:lnTo>
                  <a:lnTo>
                    <a:pt x="3138188" y="995845"/>
                  </a:lnTo>
                  <a:lnTo>
                    <a:pt x="3138848" y="971198"/>
                  </a:lnTo>
                  <a:lnTo>
                    <a:pt x="3139509" y="967844"/>
                  </a:lnTo>
                  <a:lnTo>
                    <a:pt x="3140169" y="986006"/>
                  </a:lnTo>
                  <a:lnTo>
                    <a:pt x="3140830" y="988030"/>
                  </a:lnTo>
                  <a:lnTo>
                    <a:pt x="3141490" y="967110"/>
                  </a:lnTo>
                  <a:lnTo>
                    <a:pt x="3142151" y="970578"/>
                  </a:lnTo>
                  <a:lnTo>
                    <a:pt x="3142811" y="985041"/>
                  </a:lnTo>
                  <a:lnTo>
                    <a:pt x="3143472" y="977633"/>
                  </a:lnTo>
                  <a:lnTo>
                    <a:pt x="3144132" y="978287"/>
                  </a:lnTo>
                  <a:lnTo>
                    <a:pt x="3144793" y="995479"/>
                  </a:lnTo>
                  <a:lnTo>
                    <a:pt x="3145453" y="971923"/>
                  </a:lnTo>
                  <a:lnTo>
                    <a:pt x="3146114" y="963210"/>
                  </a:lnTo>
                  <a:lnTo>
                    <a:pt x="3146774" y="960988"/>
                  </a:lnTo>
                  <a:lnTo>
                    <a:pt x="3147435" y="956963"/>
                  </a:lnTo>
                  <a:lnTo>
                    <a:pt x="3148096" y="963808"/>
                  </a:lnTo>
                  <a:lnTo>
                    <a:pt x="3148756" y="951461"/>
                  </a:lnTo>
                  <a:lnTo>
                    <a:pt x="3149417" y="930861"/>
                  </a:lnTo>
                  <a:lnTo>
                    <a:pt x="3150077" y="949618"/>
                  </a:lnTo>
                  <a:lnTo>
                    <a:pt x="3150738" y="937811"/>
                  </a:lnTo>
                  <a:lnTo>
                    <a:pt x="3151398" y="937811"/>
                  </a:lnTo>
                  <a:lnTo>
                    <a:pt x="3152059" y="937811"/>
                  </a:lnTo>
                  <a:lnTo>
                    <a:pt x="3152719" y="937811"/>
                  </a:lnTo>
                  <a:lnTo>
                    <a:pt x="3153380" y="927919"/>
                  </a:lnTo>
                  <a:lnTo>
                    <a:pt x="3154040" y="913996"/>
                  </a:lnTo>
                  <a:lnTo>
                    <a:pt x="3154701" y="910195"/>
                  </a:lnTo>
                  <a:lnTo>
                    <a:pt x="3155361" y="922819"/>
                  </a:lnTo>
                  <a:lnTo>
                    <a:pt x="3156022" y="947879"/>
                  </a:lnTo>
                  <a:lnTo>
                    <a:pt x="3156682" y="940640"/>
                  </a:lnTo>
                  <a:lnTo>
                    <a:pt x="3157343" y="953018"/>
                  </a:lnTo>
                  <a:lnTo>
                    <a:pt x="3158004" y="965643"/>
                  </a:lnTo>
                  <a:lnTo>
                    <a:pt x="3158664" y="947329"/>
                  </a:lnTo>
                  <a:lnTo>
                    <a:pt x="3159325" y="951292"/>
                  </a:lnTo>
                  <a:lnTo>
                    <a:pt x="3159985" y="944328"/>
                  </a:lnTo>
                  <a:lnTo>
                    <a:pt x="3160646" y="938031"/>
                  </a:lnTo>
                  <a:lnTo>
                    <a:pt x="3161306" y="937619"/>
                  </a:lnTo>
                  <a:lnTo>
                    <a:pt x="3161967" y="924697"/>
                  </a:lnTo>
                  <a:lnTo>
                    <a:pt x="3162627" y="924697"/>
                  </a:lnTo>
                  <a:lnTo>
                    <a:pt x="3163288" y="924697"/>
                  </a:lnTo>
                  <a:lnTo>
                    <a:pt x="3163948" y="939694"/>
                  </a:lnTo>
                  <a:lnTo>
                    <a:pt x="3164609" y="934850"/>
                  </a:lnTo>
                  <a:lnTo>
                    <a:pt x="3165269" y="933693"/>
                  </a:lnTo>
                  <a:lnTo>
                    <a:pt x="3165930" y="937195"/>
                  </a:lnTo>
                  <a:lnTo>
                    <a:pt x="3166590" y="978557"/>
                  </a:lnTo>
                  <a:lnTo>
                    <a:pt x="3167251" y="967291"/>
                  </a:lnTo>
                  <a:lnTo>
                    <a:pt x="3167911" y="944770"/>
                  </a:lnTo>
                  <a:lnTo>
                    <a:pt x="3168572" y="944770"/>
                  </a:lnTo>
                  <a:lnTo>
                    <a:pt x="3169233" y="951187"/>
                  </a:lnTo>
                  <a:lnTo>
                    <a:pt x="3169893" y="949142"/>
                  </a:lnTo>
                  <a:lnTo>
                    <a:pt x="3170554" y="941933"/>
                  </a:lnTo>
                  <a:lnTo>
                    <a:pt x="3171214" y="951938"/>
                  </a:lnTo>
                  <a:lnTo>
                    <a:pt x="3171875" y="984811"/>
                  </a:lnTo>
                  <a:lnTo>
                    <a:pt x="3172535" y="967179"/>
                  </a:lnTo>
                  <a:lnTo>
                    <a:pt x="3173196" y="933800"/>
                  </a:lnTo>
                  <a:lnTo>
                    <a:pt x="3173856" y="948952"/>
                  </a:lnTo>
                  <a:lnTo>
                    <a:pt x="3174517" y="948952"/>
                  </a:lnTo>
                  <a:lnTo>
                    <a:pt x="3175177" y="967610"/>
                  </a:lnTo>
                  <a:lnTo>
                    <a:pt x="3175838" y="975867"/>
                  </a:lnTo>
                  <a:lnTo>
                    <a:pt x="3176498" y="986309"/>
                  </a:lnTo>
                  <a:lnTo>
                    <a:pt x="3177159" y="987310"/>
                  </a:lnTo>
                  <a:lnTo>
                    <a:pt x="3177819" y="990670"/>
                  </a:lnTo>
                  <a:lnTo>
                    <a:pt x="3178480" y="974437"/>
                  </a:lnTo>
                  <a:lnTo>
                    <a:pt x="3179141" y="963288"/>
                  </a:lnTo>
                  <a:lnTo>
                    <a:pt x="3179801" y="995491"/>
                  </a:lnTo>
                  <a:lnTo>
                    <a:pt x="3180462" y="1016437"/>
                  </a:lnTo>
                  <a:lnTo>
                    <a:pt x="3181122" y="992384"/>
                  </a:lnTo>
                  <a:lnTo>
                    <a:pt x="3181783" y="1001404"/>
                  </a:lnTo>
                  <a:lnTo>
                    <a:pt x="3182443" y="1000560"/>
                  </a:lnTo>
                  <a:lnTo>
                    <a:pt x="3183104" y="998283"/>
                  </a:lnTo>
                  <a:lnTo>
                    <a:pt x="3183764" y="1005780"/>
                  </a:lnTo>
                  <a:lnTo>
                    <a:pt x="3184425" y="1011735"/>
                  </a:lnTo>
                  <a:lnTo>
                    <a:pt x="3185085" y="1027202"/>
                  </a:lnTo>
                  <a:lnTo>
                    <a:pt x="3185746" y="1005278"/>
                  </a:lnTo>
                  <a:lnTo>
                    <a:pt x="3186406" y="993781"/>
                  </a:lnTo>
                  <a:lnTo>
                    <a:pt x="3187067" y="999733"/>
                  </a:lnTo>
                  <a:lnTo>
                    <a:pt x="3187727" y="1018863"/>
                  </a:lnTo>
                  <a:lnTo>
                    <a:pt x="3188388" y="1000482"/>
                  </a:lnTo>
                  <a:lnTo>
                    <a:pt x="3189049" y="997943"/>
                  </a:lnTo>
                  <a:lnTo>
                    <a:pt x="3189709" y="1003115"/>
                  </a:lnTo>
                  <a:lnTo>
                    <a:pt x="3190370" y="999884"/>
                  </a:lnTo>
                  <a:lnTo>
                    <a:pt x="3191030" y="994498"/>
                  </a:lnTo>
                  <a:lnTo>
                    <a:pt x="3191691" y="997548"/>
                  </a:lnTo>
                  <a:lnTo>
                    <a:pt x="3192351" y="1002073"/>
                  </a:lnTo>
                  <a:lnTo>
                    <a:pt x="3193012" y="981613"/>
                  </a:lnTo>
                  <a:lnTo>
                    <a:pt x="3193672" y="966940"/>
                  </a:lnTo>
                  <a:lnTo>
                    <a:pt x="3194333" y="959663"/>
                  </a:lnTo>
                  <a:lnTo>
                    <a:pt x="3194993" y="955407"/>
                  </a:lnTo>
                  <a:lnTo>
                    <a:pt x="3195654" y="952572"/>
                  </a:lnTo>
                  <a:lnTo>
                    <a:pt x="3196314" y="950451"/>
                  </a:lnTo>
                  <a:lnTo>
                    <a:pt x="3196975" y="950702"/>
                  </a:lnTo>
                  <a:lnTo>
                    <a:pt x="3197635" y="881151"/>
                  </a:lnTo>
                  <a:lnTo>
                    <a:pt x="3198296" y="881151"/>
                  </a:lnTo>
                  <a:lnTo>
                    <a:pt x="3198956" y="871259"/>
                  </a:lnTo>
                  <a:lnTo>
                    <a:pt x="3199617" y="910184"/>
                  </a:lnTo>
                  <a:lnTo>
                    <a:pt x="3200278" y="915277"/>
                  </a:lnTo>
                  <a:lnTo>
                    <a:pt x="3200938" y="896261"/>
                  </a:lnTo>
                  <a:lnTo>
                    <a:pt x="3201599" y="889739"/>
                  </a:lnTo>
                  <a:lnTo>
                    <a:pt x="3202259" y="884646"/>
                  </a:lnTo>
                  <a:lnTo>
                    <a:pt x="3202920" y="855613"/>
                  </a:lnTo>
                  <a:lnTo>
                    <a:pt x="3203580" y="897043"/>
                  </a:lnTo>
                  <a:lnTo>
                    <a:pt x="3204241" y="864576"/>
                  </a:lnTo>
                  <a:lnTo>
                    <a:pt x="3204901" y="869571"/>
                  </a:lnTo>
                  <a:lnTo>
                    <a:pt x="3205562" y="863584"/>
                  </a:lnTo>
                  <a:lnTo>
                    <a:pt x="3206222" y="959474"/>
                  </a:lnTo>
                  <a:lnTo>
                    <a:pt x="3206883" y="964162"/>
                  </a:lnTo>
                  <a:lnTo>
                    <a:pt x="3207543" y="966713"/>
                  </a:lnTo>
                  <a:lnTo>
                    <a:pt x="3208204" y="982799"/>
                  </a:lnTo>
                  <a:lnTo>
                    <a:pt x="3208864" y="987309"/>
                  </a:lnTo>
                  <a:lnTo>
                    <a:pt x="3209525" y="980529"/>
                  </a:lnTo>
                  <a:lnTo>
                    <a:pt x="3210186" y="1000643"/>
                  </a:lnTo>
                  <a:lnTo>
                    <a:pt x="3210846" y="1034455"/>
                  </a:lnTo>
                  <a:lnTo>
                    <a:pt x="3211507" y="1023078"/>
                  </a:lnTo>
                  <a:lnTo>
                    <a:pt x="3212167" y="1002075"/>
                  </a:lnTo>
                  <a:lnTo>
                    <a:pt x="3212828" y="991029"/>
                  </a:lnTo>
                  <a:lnTo>
                    <a:pt x="3213488" y="991029"/>
                  </a:lnTo>
                  <a:lnTo>
                    <a:pt x="3214149" y="992269"/>
                  </a:lnTo>
                  <a:lnTo>
                    <a:pt x="3214809" y="1010508"/>
                  </a:lnTo>
                  <a:lnTo>
                    <a:pt x="3215470" y="1026304"/>
                  </a:lnTo>
                  <a:lnTo>
                    <a:pt x="3216130" y="1001113"/>
                  </a:lnTo>
                  <a:lnTo>
                    <a:pt x="3216791" y="977405"/>
                  </a:lnTo>
                  <a:lnTo>
                    <a:pt x="3217451" y="966680"/>
                  </a:lnTo>
                  <a:lnTo>
                    <a:pt x="3218112" y="966334"/>
                  </a:lnTo>
                  <a:lnTo>
                    <a:pt x="3218772" y="960941"/>
                  </a:lnTo>
                  <a:lnTo>
                    <a:pt x="3219433" y="965225"/>
                  </a:lnTo>
                  <a:lnTo>
                    <a:pt x="3220094" y="948262"/>
                  </a:lnTo>
                  <a:lnTo>
                    <a:pt x="3220754" y="948521"/>
                  </a:lnTo>
                  <a:lnTo>
                    <a:pt x="3221415" y="984980"/>
                  </a:lnTo>
                  <a:lnTo>
                    <a:pt x="3222075" y="1001113"/>
                  </a:lnTo>
                  <a:lnTo>
                    <a:pt x="3222736" y="992189"/>
                  </a:lnTo>
                  <a:lnTo>
                    <a:pt x="3223396" y="969414"/>
                  </a:lnTo>
                  <a:lnTo>
                    <a:pt x="3224057" y="968004"/>
                  </a:lnTo>
                  <a:lnTo>
                    <a:pt x="3224717" y="991090"/>
                  </a:lnTo>
                  <a:lnTo>
                    <a:pt x="3225378" y="992331"/>
                  </a:lnTo>
                  <a:lnTo>
                    <a:pt x="3226038" y="954172"/>
                  </a:lnTo>
                  <a:lnTo>
                    <a:pt x="3226699" y="934149"/>
                  </a:lnTo>
                  <a:lnTo>
                    <a:pt x="3227359" y="968225"/>
                  </a:lnTo>
                  <a:lnTo>
                    <a:pt x="3228020" y="979580"/>
                  </a:lnTo>
                  <a:lnTo>
                    <a:pt x="3228680" y="942719"/>
                  </a:lnTo>
                  <a:lnTo>
                    <a:pt x="3229341" y="906389"/>
                  </a:lnTo>
                  <a:lnTo>
                    <a:pt x="3230002" y="906389"/>
                  </a:lnTo>
                  <a:lnTo>
                    <a:pt x="3230662" y="847116"/>
                  </a:lnTo>
                  <a:lnTo>
                    <a:pt x="3231323" y="847116"/>
                  </a:lnTo>
                  <a:lnTo>
                    <a:pt x="3231983" y="847303"/>
                  </a:lnTo>
                  <a:lnTo>
                    <a:pt x="3232644" y="847303"/>
                  </a:lnTo>
                  <a:lnTo>
                    <a:pt x="3233304" y="843502"/>
                  </a:lnTo>
                  <a:lnTo>
                    <a:pt x="3233965" y="847767"/>
                  </a:lnTo>
                  <a:lnTo>
                    <a:pt x="3234625" y="872808"/>
                  </a:lnTo>
                  <a:lnTo>
                    <a:pt x="3235286" y="879433"/>
                  </a:lnTo>
                  <a:lnTo>
                    <a:pt x="3235946" y="889137"/>
                  </a:lnTo>
                  <a:lnTo>
                    <a:pt x="3236607" y="908153"/>
                  </a:lnTo>
                  <a:lnTo>
                    <a:pt x="3237267" y="949056"/>
                  </a:lnTo>
                  <a:lnTo>
                    <a:pt x="3237928" y="889137"/>
                  </a:lnTo>
                  <a:lnTo>
                    <a:pt x="3238588" y="864065"/>
                  </a:lnTo>
                  <a:lnTo>
                    <a:pt x="3239249" y="889137"/>
                  </a:lnTo>
                  <a:lnTo>
                    <a:pt x="3239909" y="971096"/>
                  </a:lnTo>
                  <a:lnTo>
                    <a:pt x="3240570" y="953449"/>
                  </a:lnTo>
                  <a:lnTo>
                    <a:pt x="3241231" y="943766"/>
                  </a:lnTo>
                  <a:lnTo>
                    <a:pt x="3241891" y="975912"/>
                  </a:lnTo>
                  <a:lnTo>
                    <a:pt x="3242552" y="1000079"/>
                  </a:lnTo>
                  <a:lnTo>
                    <a:pt x="3243212" y="988230"/>
                  </a:lnTo>
                  <a:lnTo>
                    <a:pt x="3243873" y="1000304"/>
                  </a:lnTo>
                  <a:lnTo>
                    <a:pt x="3244533" y="999674"/>
                  </a:lnTo>
                  <a:lnTo>
                    <a:pt x="3245194" y="1002152"/>
                  </a:lnTo>
                  <a:lnTo>
                    <a:pt x="3245854" y="989275"/>
                  </a:lnTo>
                  <a:lnTo>
                    <a:pt x="3246515" y="1002751"/>
                  </a:lnTo>
                  <a:lnTo>
                    <a:pt x="3247175" y="1026870"/>
                  </a:lnTo>
                  <a:lnTo>
                    <a:pt x="3247836" y="1013902"/>
                  </a:lnTo>
                  <a:lnTo>
                    <a:pt x="3248496" y="1011218"/>
                  </a:lnTo>
                  <a:lnTo>
                    <a:pt x="3249157" y="1002647"/>
                  </a:lnTo>
                  <a:lnTo>
                    <a:pt x="3249817" y="995649"/>
                  </a:lnTo>
                  <a:lnTo>
                    <a:pt x="3250478" y="990639"/>
                  </a:lnTo>
                  <a:lnTo>
                    <a:pt x="3251139" y="981526"/>
                  </a:lnTo>
                  <a:lnTo>
                    <a:pt x="3251799" y="984678"/>
                  </a:lnTo>
                  <a:lnTo>
                    <a:pt x="3252460" y="961222"/>
                  </a:lnTo>
                  <a:lnTo>
                    <a:pt x="3253120" y="959465"/>
                  </a:lnTo>
                  <a:lnTo>
                    <a:pt x="3253781" y="946175"/>
                  </a:lnTo>
                  <a:lnTo>
                    <a:pt x="3254441" y="929996"/>
                  </a:lnTo>
                  <a:lnTo>
                    <a:pt x="3255102" y="925933"/>
                  </a:lnTo>
                  <a:lnTo>
                    <a:pt x="3255762" y="920204"/>
                  </a:lnTo>
                  <a:lnTo>
                    <a:pt x="3256423" y="910500"/>
                  </a:lnTo>
                  <a:lnTo>
                    <a:pt x="3257083" y="934127"/>
                  </a:lnTo>
                  <a:lnTo>
                    <a:pt x="3257744" y="920204"/>
                  </a:lnTo>
                  <a:lnTo>
                    <a:pt x="3258404" y="934127"/>
                  </a:lnTo>
                  <a:lnTo>
                    <a:pt x="3259065" y="934127"/>
                  </a:lnTo>
                  <a:lnTo>
                    <a:pt x="3259725" y="934519"/>
                  </a:lnTo>
                  <a:lnTo>
                    <a:pt x="3260386" y="910704"/>
                  </a:lnTo>
                  <a:lnTo>
                    <a:pt x="3261047" y="934519"/>
                  </a:lnTo>
                  <a:lnTo>
                    <a:pt x="3261707" y="933529"/>
                  </a:lnTo>
                  <a:lnTo>
                    <a:pt x="3262368" y="939866"/>
                  </a:lnTo>
                  <a:lnTo>
                    <a:pt x="3263028" y="948419"/>
                  </a:lnTo>
                  <a:lnTo>
                    <a:pt x="3263689" y="999360"/>
                  </a:lnTo>
                  <a:lnTo>
                    <a:pt x="3264349" y="994795"/>
                  </a:lnTo>
                  <a:lnTo>
                    <a:pt x="3265010" y="992996"/>
                  </a:lnTo>
                  <a:lnTo>
                    <a:pt x="3265670" y="988108"/>
                  </a:lnTo>
                  <a:lnTo>
                    <a:pt x="3266331" y="970332"/>
                  </a:lnTo>
                  <a:lnTo>
                    <a:pt x="3266991" y="951560"/>
                  </a:lnTo>
                  <a:lnTo>
                    <a:pt x="3267652" y="951129"/>
                  </a:lnTo>
                  <a:lnTo>
                    <a:pt x="3268312" y="956383"/>
                  </a:lnTo>
                  <a:lnTo>
                    <a:pt x="3268973" y="948484"/>
                  </a:lnTo>
                  <a:lnTo>
                    <a:pt x="3269633" y="965842"/>
                  </a:lnTo>
                  <a:lnTo>
                    <a:pt x="3270294" y="961916"/>
                  </a:lnTo>
                  <a:lnTo>
                    <a:pt x="3270954" y="942029"/>
                  </a:lnTo>
                  <a:lnTo>
                    <a:pt x="3271615" y="940619"/>
                  </a:lnTo>
                  <a:lnTo>
                    <a:pt x="3272276" y="931477"/>
                  </a:lnTo>
                  <a:lnTo>
                    <a:pt x="3272936" y="939631"/>
                  </a:lnTo>
                  <a:lnTo>
                    <a:pt x="3273597" y="939111"/>
                  </a:lnTo>
                  <a:lnTo>
                    <a:pt x="3274257" y="928085"/>
                  </a:lnTo>
                  <a:lnTo>
                    <a:pt x="3274918" y="972382"/>
                  </a:lnTo>
                  <a:lnTo>
                    <a:pt x="3275578" y="994968"/>
                  </a:lnTo>
                  <a:lnTo>
                    <a:pt x="3276239" y="1010851"/>
                  </a:lnTo>
                  <a:lnTo>
                    <a:pt x="3276899" y="997173"/>
                  </a:lnTo>
                  <a:lnTo>
                    <a:pt x="3277560" y="979034"/>
                  </a:lnTo>
                  <a:lnTo>
                    <a:pt x="3278220" y="912993"/>
                  </a:lnTo>
                  <a:lnTo>
                    <a:pt x="3278881" y="890539"/>
                  </a:lnTo>
                  <a:lnTo>
                    <a:pt x="3279541" y="933506"/>
                  </a:lnTo>
                  <a:lnTo>
                    <a:pt x="3280202" y="972221"/>
                  </a:lnTo>
                  <a:lnTo>
                    <a:pt x="3280862" y="985127"/>
                  </a:lnTo>
                  <a:lnTo>
                    <a:pt x="3281523" y="990299"/>
                  </a:lnTo>
                  <a:lnTo>
                    <a:pt x="3282184" y="997466"/>
                  </a:lnTo>
                  <a:lnTo>
                    <a:pt x="3282844" y="997466"/>
                  </a:lnTo>
                  <a:lnTo>
                    <a:pt x="3283505" y="996662"/>
                  </a:lnTo>
                  <a:lnTo>
                    <a:pt x="3284165" y="1013564"/>
                  </a:lnTo>
                  <a:lnTo>
                    <a:pt x="3284826" y="1030510"/>
                  </a:lnTo>
                  <a:lnTo>
                    <a:pt x="3285486" y="1002380"/>
                  </a:lnTo>
                  <a:lnTo>
                    <a:pt x="3286147" y="994931"/>
                  </a:lnTo>
                  <a:lnTo>
                    <a:pt x="3286807" y="998679"/>
                  </a:lnTo>
                  <a:lnTo>
                    <a:pt x="3287468" y="1012734"/>
                  </a:lnTo>
                  <a:lnTo>
                    <a:pt x="3288128" y="1023667"/>
                  </a:lnTo>
                  <a:lnTo>
                    <a:pt x="3288789" y="1032588"/>
                  </a:lnTo>
                  <a:lnTo>
                    <a:pt x="3289449" y="1035956"/>
                  </a:lnTo>
                  <a:lnTo>
                    <a:pt x="3290110" y="1034839"/>
                  </a:lnTo>
                  <a:lnTo>
                    <a:pt x="3290770" y="1009162"/>
                  </a:lnTo>
                  <a:lnTo>
                    <a:pt x="3291431" y="998866"/>
                  </a:lnTo>
                  <a:lnTo>
                    <a:pt x="3292092" y="995233"/>
                  </a:lnTo>
                  <a:lnTo>
                    <a:pt x="3292752" y="962977"/>
                  </a:lnTo>
                  <a:lnTo>
                    <a:pt x="3293413" y="938096"/>
                  </a:lnTo>
                  <a:lnTo>
                    <a:pt x="3294073" y="960479"/>
                  </a:lnTo>
                  <a:lnTo>
                    <a:pt x="3294734" y="1022464"/>
                  </a:lnTo>
                  <a:lnTo>
                    <a:pt x="3295394" y="1010461"/>
                  </a:lnTo>
                  <a:lnTo>
                    <a:pt x="3296055" y="944885"/>
                  </a:lnTo>
                  <a:lnTo>
                    <a:pt x="3296715" y="924384"/>
                  </a:lnTo>
                  <a:lnTo>
                    <a:pt x="3297376" y="921685"/>
                  </a:lnTo>
                  <a:lnTo>
                    <a:pt x="3298036" y="909676"/>
                  </a:lnTo>
                  <a:lnTo>
                    <a:pt x="3298697" y="907068"/>
                  </a:lnTo>
                  <a:lnTo>
                    <a:pt x="3299357" y="943465"/>
                  </a:lnTo>
                  <a:lnTo>
                    <a:pt x="3300018" y="972423"/>
                  </a:lnTo>
                  <a:lnTo>
                    <a:pt x="3300678" y="977903"/>
                  </a:lnTo>
                  <a:lnTo>
                    <a:pt x="3301339" y="983076"/>
                  </a:lnTo>
                  <a:lnTo>
                    <a:pt x="3302000" y="948110"/>
                  </a:lnTo>
                  <a:lnTo>
                    <a:pt x="3302660" y="948110"/>
                  </a:lnTo>
                  <a:lnTo>
                    <a:pt x="3303321" y="952655"/>
                  </a:lnTo>
                  <a:lnTo>
                    <a:pt x="3303981" y="956618"/>
                  </a:lnTo>
                  <a:lnTo>
                    <a:pt x="3304642" y="966801"/>
                  </a:lnTo>
                  <a:lnTo>
                    <a:pt x="3305302" y="978798"/>
                  </a:lnTo>
                  <a:lnTo>
                    <a:pt x="3305963" y="984659"/>
                  </a:lnTo>
                  <a:lnTo>
                    <a:pt x="3306623" y="997302"/>
                  </a:lnTo>
                  <a:lnTo>
                    <a:pt x="3307284" y="987060"/>
                  </a:lnTo>
                  <a:lnTo>
                    <a:pt x="3307944" y="993750"/>
                  </a:lnTo>
                  <a:lnTo>
                    <a:pt x="3308605" y="1012528"/>
                  </a:lnTo>
                  <a:lnTo>
                    <a:pt x="3309265" y="1000824"/>
                  </a:lnTo>
                  <a:lnTo>
                    <a:pt x="3309926" y="976602"/>
                  </a:lnTo>
                  <a:lnTo>
                    <a:pt x="3310586" y="984099"/>
                  </a:lnTo>
                  <a:lnTo>
                    <a:pt x="3311247" y="1016510"/>
                  </a:lnTo>
                  <a:lnTo>
                    <a:pt x="3311907" y="1011286"/>
                  </a:lnTo>
                  <a:lnTo>
                    <a:pt x="3312568" y="987169"/>
                  </a:lnTo>
                  <a:lnTo>
                    <a:pt x="3313229" y="989741"/>
                  </a:lnTo>
                  <a:lnTo>
                    <a:pt x="3313889" y="1011286"/>
                  </a:lnTo>
                  <a:lnTo>
                    <a:pt x="3314550" y="1022315"/>
                  </a:lnTo>
                  <a:lnTo>
                    <a:pt x="3315210" y="1017496"/>
                  </a:lnTo>
                  <a:lnTo>
                    <a:pt x="3315871" y="1015666"/>
                  </a:lnTo>
                  <a:lnTo>
                    <a:pt x="3316531" y="996041"/>
                  </a:lnTo>
                  <a:lnTo>
                    <a:pt x="3317192" y="1001180"/>
                  </a:lnTo>
                  <a:lnTo>
                    <a:pt x="3317852" y="996227"/>
                  </a:lnTo>
                  <a:lnTo>
                    <a:pt x="3318513" y="992341"/>
                  </a:lnTo>
                  <a:lnTo>
                    <a:pt x="3319173" y="994172"/>
                  </a:lnTo>
                  <a:lnTo>
                    <a:pt x="3319834" y="992704"/>
                  </a:lnTo>
                  <a:lnTo>
                    <a:pt x="3320494" y="1000336"/>
                  </a:lnTo>
                  <a:lnTo>
                    <a:pt x="3321155" y="1010034"/>
                  </a:lnTo>
                  <a:lnTo>
                    <a:pt x="3321815" y="1026913"/>
                  </a:lnTo>
                  <a:lnTo>
                    <a:pt x="3322476" y="1016994"/>
                  </a:lnTo>
                  <a:lnTo>
                    <a:pt x="3323137" y="1019818"/>
                  </a:lnTo>
                  <a:lnTo>
                    <a:pt x="3323797" y="1018950"/>
                  </a:lnTo>
                  <a:lnTo>
                    <a:pt x="3324458" y="995804"/>
                  </a:lnTo>
                  <a:lnTo>
                    <a:pt x="3325118" y="993973"/>
                  </a:lnTo>
                  <a:lnTo>
                    <a:pt x="3325779" y="1019150"/>
                  </a:lnTo>
                  <a:lnTo>
                    <a:pt x="3326439" y="1016398"/>
                  </a:lnTo>
                  <a:lnTo>
                    <a:pt x="3327100" y="995804"/>
                  </a:lnTo>
                  <a:lnTo>
                    <a:pt x="3327760" y="1018540"/>
                  </a:lnTo>
                  <a:lnTo>
                    <a:pt x="3328421" y="1011666"/>
                  </a:lnTo>
                  <a:lnTo>
                    <a:pt x="3329081" y="990966"/>
                  </a:lnTo>
                  <a:lnTo>
                    <a:pt x="3329742" y="997673"/>
                  </a:lnTo>
                  <a:lnTo>
                    <a:pt x="3330402" y="985746"/>
                  </a:lnTo>
                  <a:lnTo>
                    <a:pt x="3331063" y="1008027"/>
                  </a:lnTo>
                  <a:lnTo>
                    <a:pt x="3331723" y="994441"/>
                  </a:lnTo>
                  <a:lnTo>
                    <a:pt x="3332384" y="977229"/>
                  </a:lnTo>
                  <a:lnTo>
                    <a:pt x="3333045" y="979830"/>
                  </a:lnTo>
                  <a:lnTo>
                    <a:pt x="3333705" y="977229"/>
                  </a:lnTo>
                  <a:lnTo>
                    <a:pt x="3334366" y="970163"/>
                  </a:lnTo>
                  <a:lnTo>
                    <a:pt x="3335026" y="979830"/>
                  </a:lnTo>
                  <a:lnTo>
                    <a:pt x="3335687" y="960873"/>
                  </a:lnTo>
                  <a:lnTo>
                    <a:pt x="3336347" y="931870"/>
                  </a:lnTo>
                  <a:lnTo>
                    <a:pt x="3337008" y="965187"/>
                  </a:lnTo>
                  <a:lnTo>
                    <a:pt x="3337668" y="965187"/>
                  </a:lnTo>
                  <a:lnTo>
                    <a:pt x="3338329" y="949886"/>
                  </a:lnTo>
                  <a:lnTo>
                    <a:pt x="3338989" y="926752"/>
                  </a:lnTo>
                  <a:lnTo>
                    <a:pt x="3339650" y="934680"/>
                  </a:lnTo>
                  <a:lnTo>
                    <a:pt x="3340310" y="959828"/>
                  </a:lnTo>
                  <a:lnTo>
                    <a:pt x="3340971" y="961731"/>
                  </a:lnTo>
                  <a:lnTo>
                    <a:pt x="3341631" y="949901"/>
                  </a:lnTo>
                  <a:lnTo>
                    <a:pt x="3342292" y="941068"/>
                  </a:lnTo>
                  <a:lnTo>
                    <a:pt x="3342952" y="924890"/>
                  </a:lnTo>
                  <a:lnTo>
                    <a:pt x="3343613" y="906406"/>
                  </a:lnTo>
                  <a:lnTo>
                    <a:pt x="3344274" y="902363"/>
                  </a:lnTo>
                  <a:lnTo>
                    <a:pt x="3344934" y="879879"/>
                  </a:lnTo>
                  <a:lnTo>
                    <a:pt x="3345595" y="861750"/>
                  </a:lnTo>
                  <a:lnTo>
                    <a:pt x="3346255" y="856554"/>
                  </a:lnTo>
                  <a:lnTo>
                    <a:pt x="3346916" y="845707"/>
                  </a:lnTo>
                  <a:lnTo>
                    <a:pt x="3347576" y="830038"/>
                  </a:lnTo>
                  <a:lnTo>
                    <a:pt x="3348237" y="815903"/>
                  </a:lnTo>
                  <a:lnTo>
                    <a:pt x="3348897" y="808765"/>
                  </a:lnTo>
                  <a:lnTo>
                    <a:pt x="3349558" y="772919"/>
                  </a:lnTo>
                  <a:lnTo>
                    <a:pt x="3350218" y="764549"/>
                  </a:lnTo>
                  <a:lnTo>
                    <a:pt x="3350879" y="746204"/>
                  </a:lnTo>
                  <a:lnTo>
                    <a:pt x="3351539" y="744842"/>
                  </a:lnTo>
                  <a:lnTo>
                    <a:pt x="3352200" y="737273"/>
                  </a:lnTo>
                  <a:lnTo>
                    <a:pt x="3352860" y="745248"/>
                  </a:lnTo>
                  <a:lnTo>
                    <a:pt x="3353521" y="767647"/>
                  </a:lnTo>
                  <a:lnTo>
                    <a:pt x="3354182" y="783555"/>
                  </a:lnTo>
                  <a:lnTo>
                    <a:pt x="3354842" y="816031"/>
                  </a:lnTo>
                  <a:lnTo>
                    <a:pt x="3355503" y="805499"/>
                  </a:lnTo>
                  <a:lnTo>
                    <a:pt x="3356163" y="829975"/>
                  </a:lnTo>
                  <a:lnTo>
                    <a:pt x="3356824" y="880613"/>
                  </a:lnTo>
                  <a:lnTo>
                    <a:pt x="3357484" y="896430"/>
                  </a:lnTo>
                  <a:lnTo>
                    <a:pt x="3358145" y="909229"/>
                  </a:lnTo>
                  <a:lnTo>
                    <a:pt x="3358805" y="963146"/>
                  </a:lnTo>
                  <a:lnTo>
                    <a:pt x="3359466" y="955148"/>
                  </a:lnTo>
                  <a:lnTo>
                    <a:pt x="3360126" y="949636"/>
                  </a:lnTo>
                  <a:lnTo>
                    <a:pt x="3360787" y="949636"/>
                  </a:lnTo>
                  <a:lnTo>
                    <a:pt x="3361447" y="950321"/>
                  </a:lnTo>
                  <a:lnTo>
                    <a:pt x="3362108" y="981287"/>
                  </a:lnTo>
                  <a:lnTo>
                    <a:pt x="3362768" y="954508"/>
                  </a:lnTo>
                  <a:lnTo>
                    <a:pt x="3363429" y="952071"/>
                  </a:lnTo>
                  <a:lnTo>
                    <a:pt x="3364090" y="940718"/>
                  </a:lnTo>
                  <a:lnTo>
                    <a:pt x="3364750" y="955410"/>
                  </a:lnTo>
                  <a:lnTo>
                    <a:pt x="3365411" y="963503"/>
                  </a:lnTo>
                  <a:lnTo>
                    <a:pt x="3366071" y="998372"/>
                  </a:lnTo>
                  <a:lnTo>
                    <a:pt x="3366732" y="998053"/>
                  </a:lnTo>
                  <a:lnTo>
                    <a:pt x="3367392" y="983445"/>
                  </a:lnTo>
                  <a:lnTo>
                    <a:pt x="3368053" y="966790"/>
                  </a:lnTo>
                  <a:lnTo>
                    <a:pt x="3368713" y="963828"/>
                  </a:lnTo>
                  <a:lnTo>
                    <a:pt x="3369374" y="966428"/>
                  </a:lnTo>
                  <a:lnTo>
                    <a:pt x="3370034" y="974707"/>
                  </a:lnTo>
                  <a:lnTo>
                    <a:pt x="3370695" y="995171"/>
                  </a:lnTo>
                  <a:lnTo>
                    <a:pt x="3371355" y="975484"/>
                  </a:lnTo>
                  <a:lnTo>
                    <a:pt x="3372016" y="967204"/>
                  </a:lnTo>
                  <a:lnTo>
                    <a:pt x="3372676" y="974873"/>
                  </a:lnTo>
                  <a:lnTo>
                    <a:pt x="3373337" y="949398"/>
                  </a:lnTo>
                  <a:lnTo>
                    <a:pt x="3373997" y="965347"/>
                  </a:lnTo>
                  <a:lnTo>
                    <a:pt x="3374658" y="987073"/>
                  </a:lnTo>
                  <a:lnTo>
                    <a:pt x="3375319" y="987073"/>
                  </a:lnTo>
                  <a:lnTo>
                    <a:pt x="3375979" y="1013553"/>
                  </a:lnTo>
                  <a:lnTo>
                    <a:pt x="3376640" y="984628"/>
                  </a:lnTo>
                  <a:lnTo>
                    <a:pt x="3377300" y="975863"/>
                  </a:lnTo>
                  <a:lnTo>
                    <a:pt x="3377961" y="968717"/>
                  </a:lnTo>
                  <a:lnTo>
                    <a:pt x="3378621" y="973290"/>
                  </a:lnTo>
                  <a:lnTo>
                    <a:pt x="3379282" y="973290"/>
                  </a:lnTo>
                  <a:lnTo>
                    <a:pt x="3379942" y="982342"/>
                  </a:lnTo>
                  <a:lnTo>
                    <a:pt x="3380603" y="986506"/>
                  </a:lnTo>
                  <a:lnTo>
                    <a:pt x="3381263" y="997456"/>
                  </a:lnTo>
                  <a:lnTo>
                    <a:pt x="3381924" y="1013890"/>
                  </a:lnTo>
                  <a:lnTo>
                    <a:pt x="3382584" y="1004087"/>
                  </a:lnTo>
                  <a:lnTo>
                    <a:pt x="3383245" y="996848"/>
                  </a:lnTo>
                  <a:lnTo>
                    <a:pt x="3383905" y="983975"/>
                  </a:lnTo>
                  <a:lnTo>
                    <a:pt x="3384566" y="980349"/>
                  </a:lnTo>
                  <a:lnTo>
                    <a:pt x="3385227" y="973346"/>
                  </a:lnTo>
                  <a:lnTo>
                    <a:pt x="3385887" y="979424"/>
                  </a:lnTo>
                  <a:lnTo>
                    <a:pt x="3386548" y="980902"/>
                  </a:lnTo>
                  <a:lnTo>
                    <a:pt x="3387208" y="975193"/>
                  </a:lnTo>
                  <a:lnTo>
                    <a:pt x="3387869" y="1007411"/>
                  </a:lnTo>
                  <a:lnTo>
                    <a:pt x="3388529" y="993489"/>
                  </a:lnTo>
                  <a:lnTo>
                    <a:pt x="3389190" y="984227"/>
                  </a:lnTo>
                  <a:lnTo>
                    <a:pt x="3389850" y="970099"/>
                  </a:lnTo>
                  <a:lnTo>
                    <a:pt x="3390511" y="957862"/>
                  </a:lnTo>
                  <a:lnTo>
                    <a:pt x="3391171" y="967136"/>
                  </a:lnTo>
                  <a:lnTo>
                    <a:pt x="3391832" y="964563"/>
                  </a:lnTo>
                  <a:lnTo>
                    <a:pt x="3392492" y="994333"/>
                  </a:lnTo>
                  <a:lnTo>
                    <a:pt x="3393153" y="1013725"/>
                  </a:lnTo>
                  <a:lnTo>
                    <a:pt x="3393813" y="973246"/>
                  </a:lnTo>
                  <a:lnTo>
                    <a:pt x="3394474" y="967791"/>
                  </a:lnTo>
                  <a:lnTo>
                    <a:pt x="3395135" y="965914"/>
                  </a:lnTo>
                  <a:lnTo>
                    <a:pt x="3395795" y="945774"/>
                  </a:lnTo>
                  <a:lnTo>
                    <a:pt x="3396456" y="956415"/>
                  </a:lnTo>
                  <a:lnTo>
                    <a:pt x="3397116" y="973684"/>
                  </a:lnTo>
                  <a:lnTo>
                    <a:pt x="3397777" y="974250"/>
                  </a:lnTo>
                  <a:lnTo>
                    <a:pt x="3398437" y="974294"/>
                  </a:lnTo>
                  <a:lnTo>
                    <a:pt x="3399098" y="1005996"/>
                  </a:lnTo>
                  <a:lnTo>
                    <a:pt x="3399758" y="987528"/>
                  </a:lnTo>
                  <a:lnTo>
                    <a:pt x="3400419" y="977829"/>
                  </a:lnTo>
                  <a:lnTo>
                    <a:pt x="3401079" y="969092"/>
                  </a:lnTo>
                  <a:lnTo>
                    <a:pt x="3401740" y="969092"/>
                  </a:lnTo>
                  <a:lnTo>
                    <a:pt x="3402400" y="967036"/>
                  </a:lnTo>
                  <a:lnTo>
                    <a:pt x="3403061" y="960515"/>
                  </a:lnTo>
                  <a:lnTo>
                    <a:pt x="3403721" y="955840"/>
                  </a:lnTo>
                  <a:lnTo>
                    <a:pt x="3404382" y="949930"/>
                  </a:lnTo>
                  <a:lnTo>
                    <a:pt x="3405043" y="951052"/>
                  </a:lnTo>
                  <a:lnTo>
                    <a:pt x="3405703" y="957144"/>
                  </a:lnTo>
                  <a:lnTo>
                    <a:pt x="3406364" y="988779"/>
                  </a:lnTo>
                  <a:lnTo>
                    <a:pt x="3407024" y="963450"/>
                  </a:lnTo>
                  <a:lnTo>
                    <a:pt x="3407685" y="949582"/>
                  </a:lnTo>
                  <a:lnTo>
                    <a:pt x="3408345" y="931324"/>
                  </a:lnTo>
                  <a:lnTo>
                    <a:pt x="3409006" y="923515"/>
                  </a:lnTo>
                  <a:lnTo>
                    <a:pt x="3409666" y="929701"/>
                  </a:lnTo>
                  <a:lnTo>
                    <a:pt x="3410327" y="927257"/>
                  </a:lnTo>
                  <a:lnTo>
                    <a:pt x="3410987" y="977756"/>
                  </a:lnTo>
                  <a:lnTo>
                    <a:pt x="3411648" y="970080"/>
                  </a:lnTo>
                  <a:lnTo>
                    <a:pt x="3412308" y="929239"/>
                  </a:lnTo>
                  <a:lnTo>
                    <a:pt x="3412969" y="920108"/>
                  </a:lnTo>
                  <a:lnTo>
                    <a:pt x="3413629" y="906733"/>
                  </a:lnTo>
                  <a:lnTo>
                    <a:pt x="3414290" y="921946"/>
                  </a:lnTo>
                  <a:lnTo>
                    <a:pt x="3414950" y="946795"/>
                  </a:lnTo>
                  <a:lnTo>
                    <a:pt x="3415611" y="938220"/>
                  </a:lnTo>
                  <a:lnTo>
                    <a:pt x="3416272" y="917120"/>
                  </a:lnTo>
                  <a:lnTo>
                    <a:pt x="3416932" y="890168"/>
                  </a:lnTo>
                  <a:lnTo>
                    <a:pt x="3417593" y="893010"/>
                  </a:lnTo>
                  <a:lnTo>
                    <a:pt x="3418253" y="892546"/>
                  </a:lnTo>
                  <a:lnTo>
                    <a:pt x="3418914" y="884930"/>
                  </a:lnTo>
                  <a:lnTo>
                    <a:pt x="3419574" y="881217"/>
                  </a:lnTo>
                  <a:lnTo>
                    <a:pt x="3420235" y="882216"/>
                  </a:lnTo>
                  <a:lnTo>
                    <a:pt x="3420895" y="879520"/>
                  </a:lnTo>
                  <a:lnTo>
                    <a:pt x="3421556" y="888601"/>
                  </a:lnTo>
                  <a:lnTo>
                    <a:pt x="3422216" y="834496"/>
                  </a:lnTo>
                  <a:lnTo>
                    <a:pt x="3422877" y="833934"/>
                  </a:lnTo>
                  <a:lnTo>
                    <a:pt x="3423537" y="829150"/>
                  </a:lnTo>
                  <a:lnTo>
                    <a:pt x="3424198" y="787788"/>
                  </a:lnTo>
                  <a:lnTo>
                    <a:pt x="3424858" y="779791"/>
                  </a:lnTo>
                  <a:lnTo>
                    <a:pt x="3425519" y="748017"/>
                  </a:lnTo>
                  <a:lnTo>
                    <a:pt x="3426180" y="726301"/>
                  </a:lnTo>
                  <a:lnTo>
                    <a:pt x="3426840" y="634209"/>
                  </a:lnTo>
                  <a:lnTo>
                    <a:pt x="3427501" y="632321"/>
                  </a:lnTo>
                  <a:lnTo>
                    <a:pt x="3428161" y="630990"/>
                  </a:lnTo>
                  <a:lnTo>
                    <a:pt x="3428822" y="603092"/>
                  </a:lnTo>
                  <a:lnTo>
                    <a:pt x="3429482" y="604195"/>
                  </a:lnTo>
                  <a:lnTo>
                    <a:pt x="3430143" y="599547"/>
                  </a:lnTo>
                  <a:lnTo>
                    <a:pt x="3430803" y="608026"/>
                  </a:lnTo>
                  <a:lnTo>
                    <a:pt x="3431464" y="662817"/>
                  </a:lnTo>
                  <a:lnTo>
                    <a:pt x="3432124" y="690829"/>
                  </a:lnTo>
                  <a:lnTo>
                    <a:pt x="3432785" y="691587"/>
                  </a:lnTo>
                  <a:lnTo>
                    <a:pt x="3433445" y="689037"/>
                  </a:lnTo>
                  <a:lnTo>
                    <a:pt x="3434106" y="700819"/>
                  </a:lnTo>
                  <a:lnTo>
                    <a:pt x="3434766" y="781644"/>
                  </a:lnTo>
                  <a:lnTo>
                    <a:pt x="3435427" y="778621"/>
                  </a:lnTo>
                  <a:lnTo>
                    <a:pt x="3436088" y="763540"/>
                  </a:lnTo>
                  <a:lnTo>
                    <a:pt x="3436748" y="743983"/>
                  </a:lnTo>
                  <a:lnTo>
                    <a:pt x="3437409" y="720879"/>
                  </a:lnTo>
                  <a:lnTo>
                    <a:pt x="3438069" y="717583"/>
                  </a:lnTo>
                  <a:lnTo>
                    <a:pt x="3438730" y="698438"/>
                  </a:lnTo>
                  <a:lnTo>
                    <a:pt x="3439390" y="692844"/>
                  </a:lnTo>
                  <a:lnTo>
                    <a:pt x="3440051" y="677390"/>
                  </a:lnTo>
                  <a:lnTo>
                    <a:pt x="3440711" y="686079"/>
                  </a:lnTo>
                  <a:lnTo>
                    <a:pt x="3441372" y="690727"/>
                  </a:lnTo>
                  <a:lnTo>
                    <a:pt x="3442032" y="690271"/>
                  </a:lnTo>
                  <a:lnTo>
                    <a:pt x="3442693" y="692913"/>
                  </a:lnTo>
                  <a:lnTo>
                    <a:pt x="3443353" y="712121"/>
                  </a:lnTo>
                  <a:lnTo>
                    <a:pt x="3444014" y="715861"/>
                  </a:lnTo>
                  <a:lnTo>
                    <a:pt x="3444674" y="745136"/>
                  </a:lnTo>
                  <a:lnTo>
                    <a:pt x="3445335" y="772613"/>
                  </a:lnTo>
                  <a:lnTo>
                    <a:pt x="3445995" y="844275"/>
                  </a:lnTo>
                  <a:lnTo>
                    <a:pt x="3446656" y="872919"/>
                  </a:lnTo>
                  <a:lnTo>
                    <a:pt x="3447317" y="820368"/>
                  </a:lnTo>
                  <a:lnTo>
                    <a:pt x="3447977" y="820292"/>
                  </a:lnTo>
                  <a:lnTo>
                    <a:pt x="3448638" y="792618"/>
                  </a:lnTo>
                  <a:lnTo>
                    <a:pt x="3449298" y="797715"/>
                  </a:lnTo>
                  <a:lnTo>
                    <a:pt x="3449959" y="811770"/>
                  </a:lnTo>
                  <a:lnTo>
                    <a:pt x="3450619" y="812185"/>
                  </a:lnTo>
                  <a:lnTo>
                    <a:pt x="3451280" y="820839"/>
                  </a:lnTo>
                  <a:lnTo>
                    <a:pt x="3451940" y="823208"/>
                  </a:lnTo>
                  <a:lnTo>
                    <a:pt x="3452601" y="831014"/>
                  </a:lnTo>
                  <a:lnTo>
                    <a:pt x="3453261" y="843342"/>
                  </a:lnTo>
                  <a:lnTo>
                    <a:pt x="3453922" y="832862"/>
                  </a:lnTo>
                  <a:lnTo>
                    <a:pt x="3454582" y="820025"/>
                  </a:lnTo>
                  <a:lnTo>
                    <a:pt x="3455243" y="834274"/>
                  </a:lnTo>
                  <a:lnTo>
                    <a:pt x="3455903" y="842109"/>
                  </a:lnTo>
                  <a:lnTo>
                    <a:pt x="3456564" y="855849"/>
                  </a:lnTo>
                  <a:lnTo>
                    <a:pt x="3457225" y="861197"/>
                  </a:lnTo>
                  <a:lnTo>
                    <a:pt x="3457885" y="851269"/>
                  </a:lnTo>
                  <a:lnTo>
                    <a:pt x="3458546" y="831014"/>
                  </a:lnTo>
                  <a:lnTo>
                    <a:pt x="3459206" y="819943"/>
                  </a:lnTo>
                  <a:lnTo>
                    <a:pt x="3459867" y="815106"/>
                  </a:lnTo>
                  <a:lnTo>
                    <a:pt x="3460527" y="807557"/>
                  </a:lnTo>
                  <a:lnTo>
                    <a:pt x="3461188" y="807543"/>
                  </a:lnTo>
                  <a:lnTo>
                    <a:pt x="3461848" y="773995"/>
                  </a:lnTo>
                  <a:lnTo>
                    <a:pt x="3462509" y="804353"/>
                  </a:lnTo>
                  <a:lnTo>
                    <a:pt x="3463169" y="800003"/>
                  </a:lnTo>
                  <a:lnTo>
                    <a:pt x="3463830" y="786545"/>
                  </a:lnTo>
                  <a:lnTo>
                    <a:pt x="3464490" y="786290"/>
                  </a:lnTo>
                  <a:lnTo>
                    <a:pt x="3465151" y="776009"/>
                  </a:lnTo>
                  <a:lnTo>
                    <a:pt x="3465811" y="746951"/>
                  </a:lnTo>
                  <a:lnTo>
                    <a:pt x="3466472" y="736984"/>
                  </a:lnTo>
                  <a:lnTo>
                    <a:pt x="3467133" y="695297"/>
                  </a:lnTo>
                  <a:lnTo>
                    <a:pt x="3467793" y="677419"/>
                  </a:lnTo>
                  <a:lnTo>
                    <a:pt x="3468454" y="676313"/>
                  </a:lnTo>
                  <a:lnTo>
                    <a:pt x="3469114" y="667324"/>
                  </a:lnTo>
                  <a:lnTo>
                    <a:pt x="3469775" y="667324"/>
                  </a:lnTo>
                  <a:lnTo>
                    <a:pt x="3470435" y="667324"/>
                  </a:lnTo>
                  <a:lnTo>
                    <a:pt x="3471096" y="667952"/>
                  </a:lnTo>
                  <a:lnTo>
                    <a:pt x="3471756" y="670423"/>
                  </a:lnTo>
                  <a:lnTo>
                    <a:pt x="3472417" y="702566"/>
                  </a:lnTo>
                  <a:lnTo>
                    <a:pt x="3473077" y="738185"/>
                  </a:lnTo>
                  <a:lnTo>
                    <a:pt x="3473738" y="735438"/>
                  </a:lnTo>
                  <a:lnTo>
                    <a:pt x="3474398" y="753583"/>
                  </a:lnTo>
                  <a:lnTo>
                    <a:pt x="3475059" y="785061"/>
                  </a:lnTo>
                  <a:lnTo>
                    <a:pt x="3475719" y="840414"/>
                  </a:lnTo>
                  <a:lnTo>
                    <a:pt x="3476380" y="876291"/>
                  </a:lnTo>
                  <a:lnTo>
                    <a:pt x="3477041" y="888848"/>
                  </a:lnTo>
                  <a:lnTo>
                    <a:pt x="3477701" y="882720"/>
                  </a:lnTo>
                  <a:lnTo>
                    <a:pt x="3478362" y="898477"/>
                  </a:lnTo>
                  <a:lnTo>
                    <a:pt x="3479022" y="873658"/>
                  </a:lnTo>
                  <a:lnTo>
                    <a:pt x="3479683" y="878660"/>
                  </a:lnTo>
                  <a:lnTo>
                    <a:pt x="3480343" y="866505"/>
                  </a:lnTo>
                  <a:lnTo>
                    <a:pt x="3481004" y="874538"/>
                  </a:lnTo>
                  <a:lnTo>
                    <a:pt x="3481664" y="896325"/>
                  </a:lnTo>
                  <a:lnTo>
                    <a:pt x="3482325" y="899081"/>
                  </a:lnTo>
                  <a:lnTo>
                    <a:pt x="3482985" y="875636"/>
                  </a:lnTo>
                  <a:lnTo>
                    <a:pt x="3483646" y="907714"/>
                  </a:lnTo>
                  <a:lnTo>
                    <a:pt x="3484306" y="910468"/>
                  </a:lnTo>
                  <a:lnTo>
                    <a:pt x="3484967" y="901071"/>
                  </a:lnTo>
                  <a:lnTo>
                    <a:pt x="3485627" y="897220"/>
                  </a:lnTo>
                  <a:lnTo>
                    <a:pt x="3486288" y="884027"/>
                  </a:lnTo>
                  <a:lnTo>
                    <a:pt x="3486948" y="862217"/>
                  </a:lnTo>
                  <a:lnTo>
                    <a:pt x="3487609" y="859094"/>
                  </a:lnTo>
                  <a:lnTo>
                    <a:pt x="3488270" y="863710"/>
                  </a:lnTo>
                  <a:lnTo>
                    <a:pt x="3488930" y="879013"/>
                  </a:lnTo>
                  <a:lnTo>
                    <a:pt x="3489591" y="878945"/>
                  </a:lnTo>
                  <a:lnTo>
                    <a:pt x="3490251" y="899177"/>
                  </a:lnTo>
                  <a:lnTo>
                    <a:pt x="3490912" y="920171"/>
                  </a:lnTo>
                  <a:lnTo>
                    <a:pt x="3491572" y="896779"/>
                  </a:lnTo>
                  <a:lnTo>
                    <a:pt x="3492233" y="875527"/>
                  </a:lnTo>
                  <a:lnTo>
                    <a:pt x="3492893" y="891655"/>
                  </a:lnTo>
                  <a:lnTo>
                    <a:pt x="3493554" y="874413"/>
                  </a:lnTo>
                  <a:lnTo>
                    <a:pt x="3494214" y="875214"/>
                  </a:lnTo>
                  <a:lnTo>
                    <a:pt x="3494875" y="886679"/>
                  </a:lnTo>
                  <a:lnTo>
                    <a:pt x="3495535" y="885872"/>
                  </a:lnTo>
                  <a:lnTo>
                    <a:pt x="3496196" y="895900"/>
                  </a:lnTo>
                  <a:lnTo>
                    <a:pt x="3496856" y="904663"/>
                  </a:lnTo>
                  <a:lnTo>
                    <a:pt x="3497517" y="896713"/>
                  </a:lnTo>
                  <a:lnTo>
                    <a:pt x="3498178" y="868231"/>
                  </a:lnTo>
                  <a:lnTo>
                    <a:pt x="3498838" y="846346"/>
                  </a:lnTo>
                  <a:lnTo>
                    <a:pt x="3499499" y="838263"/>
                  </a:lnTo>
                  <a:lnTo>
                    <a:pt x="3500159" y="848402"/>
                  </a:lnTo>
                  <a:lnTo>
                    <a:pt x="3500820" y="873190"/>
                  </a:lnTo>
                  <a:lnTo>
                    <a:pt x="3501480" y="848397"/>
                  </a:lnTo>
                  <a:lnTo>
                    <a:pt x="3502141" y="802191"/>
                  </a:lnTo>
                  <a:lnTo>
                    <a:pt x="3502801" y="780167"/>
                  </a:lnTo>
                  <a:lnTo>
                    <a:pt x="3503462" y="744902"/>
                  </a:lnTo>
                  <a:lnTo>
                    <a:pt x="3504122" y="739558"/>
                  </a:lnTo>
                  <a:lnTo>
                    <a:pt x="3504783" y="738228"/>
                  </a:lnTo>
                  <a:lnTo>
                    <a:pt x="3505443" y="746157"/>
                  </a:lnTo>
                  <a:lnTo>
                    <a:pt x="3506104" y="745977"/>
                  </a:lnTo>
                  <a:lnTo>
                    <a:pt x="3506764" y="753365"/>
                  </a:lnTo>
                  <a:lnTo>
                    <a:pt x="3507425" y="794511"/>
                  </a:lnTo>
                  <a:lnTo>
                    <a:pt x="3508086" y="808240"/>
                  </a:lnTo>
                  <a:lnTo>
                    <a:pt x="3508746" y="843389"/>
                  </a:lnTo>
                  <a:lnTo>
                    <a:pt x="3509407" y="897488"/>
                  </a:lnTo>
                  <a:lnTo>
                    <a:pt x="3510067" y="913642"/>
                  </a:lnTo>
                  <a:lnTo>
                    <a:pt x="3510728" y="919261"/>
                  </a:lnTo>
                  <a:lnTo>
                    <a:pt x="3511388" y="940951"/>
                  </a:lnTo>
                  <a:lnTo>
                    <a:pt x="3512049" y="953603"/>
                  </a:lnTo>
                  <a:lnTo>
                    <a:pt x="3512709" y="951881"/>
                  </a:lnTo>
                  <a:lnTo>
                    <a:pt x="3513370" y="969041"/>
                  </a:lnTo>
                  <a:lnTo>
                    <a:pt x="3514030" y="945740"/>
                  </a:lnTo>
                  <a:lnTo>
                    <a:pt x="3514691" y="917070"/>
                  </a:lnTo>
                  <a:lnTo>
                    <a:pt x="3515351" y="922286"/>
                  </a:lnTo>
                  <a:lnTo>
                    <a:pt x="3516012" y="919730"/>
                  </a:lnTo>
                  <a:lnTo>
                    <a:pt x="3516672" y="920064"/>
                  </a:lnTo>
                  <a:lnTo>
                    <a:pt x="3517333" y="936665"/>
                  </a:lnTo>
                  <a:lnTo>
                    <a:pt x="3517993" y="965991"/>
                  </a:lnTo>
                  <a:lnTo>
                    <a:pt x="3518654" y="969345"/>
                  </a:lnTo>
                  <a:lnTo>
                    <a:pt x="3519315" y="956214"/>
                  </a:lnTo>
                  <a:lnTo>
                    <a:pt x="3519975" y="1005260"/>
                  </a:lnTo>
                  <a:lnTo>
                    <a:pt x="3520636" y="1027277"/>
                  </a:lnTo>
                  <a:lnTo>
                    <a:pt x="3521296" y="1004592"/>
                  </a:lnTo>
                  <a:lnTo>
                    <a:pt x="3521957" y="986212"/>
                  </a:lnTo>
                  <a:lnTo>
                    <a:pt x="3522617" y="986811"/>
                  </a:lnTo>
                  <a:lnTo>
                    <a:pt x="3523278" y="977229"/>
                  </a:lnTo>
                  <a:lnTo>
                    <a:pt x="3523938" y="995908"/>
                  </a:lnTo>
                  <a:lnTo>
                    <a:pt x="3524599" y="998451"/>
                  </a:lnTo>
                  <a:lnTo>
                    <a:pt x="3525259" y="1014207"/>
                  </a:lnTo>
                  <a:lnTo>
                    <a:pt x="3525920" y="1019181"/>
                  </a:lnTo>
                  <a:lnTo>
                    <a:pt x="3526580" y="1034748"/>
                  </a:lnTo>
                  <a:lnTo>
                    <a:pt x="3527241" y="1001776"/>
                  </a:lnTo>
                  <a:lnTo>
                    <a:pt x="3527901" y="1022554"/>
                  </a:lnTo>
                  <a:lnTo>
                    <a:pt x="3528562" y="998526"/>
                  </a:lnTo>
                  <a:lnTo>
                    <a:pt x="3529223" y="989471"/>
                  </a:lnTo>
                  <a:lnTo>
                    <a:pt x="3529883" y="1011786"/>
                  </a:lnTo>
                  <a:lnTo>
                    <a:pt x="3530544" y="991344"/>
                  </a:lnTo>
                  <a:lnTo>
                    <a:pt x="3531204" y="994498"/>
                  </a:lnTo>
                  <a:lnTo>
                    <a:pt x="3531865" y="987274"/>
                  </a:lnTo>
                  <a:lnTo>
                    <a:pt x="3532525" y="956304"/>
                  </a:lnTo>
                  <a:lnTo>
                    <a:pt x="3533186" y="975276"/>
                  </a:lnTo>
                  <a:lnTo>
                    <a:pt x="3533846" y="986542"/>
                  </a:lnTo>
                  <a:lnTo>
                    <a:pt x="3534507" y="1008017"/>
                  </a:lnTo>
                  <a:lnTo>
                    <a:pt x="3535167" y="1017418"/>
                  </a:lnTo>
                  <a:lnTo>
                    <a:pt x="3535828" y="1021631"/>
                  </a:lnTo>
                  <a:lnTo>
                    <a:pt x="3536488" y="968839"/>
                  </a:lnTo>
                  <a:lnTo>
                    <a:pt x="3537149" y="964169"/>
                  </a:lnTo>
                  <a:lnTo>
                    <a:pt x="3537809" y="964169"/>
                  </a:lnTo>
                  <a:lnTo>
                    <a:pt x="3538470" y="971031"/>
                  </a:lnTo>
                  <a:lnTo>
                    <a:pt x="3539131" y="987791"/>
                  </a:lnTo>
                  <a:lnTo>
                    <a:pt x="3539791" y="976151"/>
                  </a:lnTo>
                  <a:lnTo>
                    <a:pt x="3540452" y="987939"/>
                  </a:lnTo>
                  <a:lnTo>
                    <a:pt x="3541112" y="983490"/>
                  </a:lnTo>
                  <a:lnTo>
                    <a:pt x="3541773" y="979895"/>
                  </a:lnTo>
                  <a:lnTo>
                    <a:pt x="3542433" y="951259"/>
                  </a:lnTo>
                  <a:lnTo>
                    <a:pt x="3543094" y="953946"/>
                  </a:lnTo>
                  <a:lnTo>
                    <a:pt x="3543754" y="951259"/>
                  </a:lnTo>
                  <a:lnTo>
                    <a:pt x="3544415" y="958095"/>
                  </a:lnTo>
                  <a:lnTo>
                    <a:pt x="3545075" y="981880"/>
                  </a:lnTo>
                  <a:lnTo>
                    <a:pt x="3545736" y="985098"/>
                  </a:lnTo>
                  <a:lnTo>
                    <a:pt x="3546396" y="989393"/>
                  </a:lnTo>
                  <a:lnTo>
                    <a:pt x="3547057" y="1021832"/>
                  </a:lnTo>
                  <a:lnTo>
                    <a:pt x="3547717" y="1027240"/>
                  </a:lnTo>
                  <a:lnTo>
                    <a:pt x="3548378" y="991126"/>
                  </a:lnTo>
                  <a:lnTo>
                    <a:pt x="3549039" y="989296"/>
                  </a:lnTo>
                  <a:lnTo>
                    <a:pt x="3549699" y="997766"/>
                  </a:lnTo>
                  <a:lnTo>
                    <a:pt x="3550360" y="996044"/>
                  </a:lnTo>
                  <a:lnTo>
                    <a:pt x="3551020" y="977455"/>
                  </a:lnTo>
                  <a:lnTo>
                    <a:pt x="3551681" y="966055"/>
                  </a:lnTo>
                  <a:lnTo>
                    <a:pt x="3552341" y="982178"/>
                  </a:lnTo>
                  <a:lnTo>
                    <a:pt x="3553002" y="988602"/>
                  </a:lnTo>
                  <a:lnTo>
                    <a:pt x="3553662" y="986120"/>
                  </a:lnTo>
                  <a:lnTo>
                    <a:pt x="3554323" y="951954"/>
                  </a:lnTo>
                  <a:lnTo>
                    <a:pt x="3554983" y="919430"/>
                  </a:lnTo>
                  <a:lnTo>
                    <a:pt x="3555644" y="929029"/>
                  </a:lnTo>
                  <a:lnTo>
                    <a:pt x="3556304" y="972700"/>
                  </a:lnTo>
                  <a:lnTo>
                    <a:pt x="3556965" y="995146"/>
                  </a:lnTo>
                  <a:lnTo>
                    <a:pt x="3557625" y="978888"/>
                  </a:lnTo>
                  <a:lnTo>
                    <a:pt x="3558286" y="981808"/>
                  </a:lnTo>
                  <a:lnTo>
                    <a:pt x="3558946" y="990573"/>
                  </a:lnTo>
                  <a:lnTo>
                    <a:pt x="3559607" y="970244"/>
                  </a:lnTo>
                  <a:lnTo>
                    <a:pt x="3560268" y="926812"/>
                  </a:lnTo>
                  <a:lnTo>
                    <a:pt x="3560928" y="942320"/>
                  </a:lnTo>
                  <a:lnTo>
                    <a:pt x="3561589" y="974449"/>
                  </a:lnTo>
                  <a:lnTo>
                    <a:pt x="3562249" y="990721"/>
                  </a:lnTo>
                  <a:lnTo>
                    <a:pt x="3562910" y="972663"/>
                  </a:lnTo>
                  <a:lnTo>
                    <a:pt x="3563570" y="959371"/>
                  </a:lnTo>
                  <a:lnTo>
                    <a:pt x="3564231" y="959371"/>
                  </a:lnTo>
                  <a:lnTo>
                    <a:pt x="3564891" y="957373"/>
                  </a:lnTo>
                  <a:lnTo>
                    <a:pt x="3565552" y="956087"/>
                  </a:lnTo>
                  <a:lnTo>
                    <a:pt x="3566212" y="953374"/>
                  </a:lnTo>
                  <a:lnTo>
                    <a:pt x="3566873" y="970144"/>
                  </a:lnTo>
                  <a:lnTo>
                    <a:pt x="3567533" y="986903"/>
                  </a:lnTo>
                  <a:lnTo>
                    <a:pt x="3568194" y="988057"/>
                  </a:lnTo>
                  <a:lnTo>
                    <a:pt x="3568854" y="998877"/>
                  </a:lnTo>
                  <a:lnTo>
                    <a:pt x="3569515" y="992872"/>
                  </a:lnTo>
                  <a:lnTo>
                    <a:pt x="3570176" y="984207"/>
                  </a:lnTo>
                  <a:lnTo>
                    <a:pt x="3570836" y="987046"/>
                  </a:lnTo>
                  <a:lnTo>
                    <a:pt x="3571497" y="995326"/>
                  </a:lnTo>
                  <a:lnTo>
                    <a:pt x="3572157" y="989234"/>
                  </a:lnTo>
                  <a:lnTo>
                    <a:pt x="3572818" y="976593"/>
                  </a:lnTo>
                  <a:lnTo>
                    <a:pt x="3573478" y="974898"/>
                  </a:lnTo>
                  <a:lnTo>
                    <a:pt x="3574139" y="971994"/>
                  </a:lnTo>
                  <a:lnTo>
                    <a:pt x="3574799" y="968179"/>
                  </a:lnTo>
                  <a:lnTo>
                    <a:pt x="3575460" y="999162"/>
                  </a:lnTo>
                  <a:lnTo>
                    <a:pt x="3576120" y="992095"/>
                  </a:lnTo>
                  <a:lnTo>
                    <a:pt x="3576781" y="963516"/>
                  </a:lnTo>
                  <a:lnTo>
                    <a:pt x="3577441" y="968548"/>
                  </a:lnTo>
                  <a:lnTo>
                    <a:pt x="3578102" y="972511"/>
                  </a:lnTo>
                  <a:lnTo>
                    <a:pt x="3578762" y="990865"/>
                  </a:lnTo>
                  <a:lnTo>
                    <a:pt x="3579423" y="1003961"/>
                  </a:lnTo>
                  <a:lnTo>
                    <a:pt x="3580084" y="999531"/>
                  </a:lnTo>
                  <a:lnTo>
                    <a:pt x="3580744" y="1010125"/>
                  </a:lnTo>
                  <a:lnTo>
                    <a:pt x="3581405" y="1006016"/>
                  </a:lnTo>
                  <a:lnTo>
                    <a:pt x="3582065" y="998031"/>
                  </a:lnTo>
                  <a:lnTo>
                    <a:pt x="3582726" y="976489"/>
                  </a:lnTo>
                  <a:lnTo>
                    <a:pt x="3583386" y="995338"/>
                  </a:lnTo>
                  <a:lnTo>
                    <a:pt x="3584047" y="985671"/>
                  </a:lnTo>
                  <a:lnTo>
                    <a:pt x="3584707" y="987785"/>
                  </a:lnTo>
                  <a:lnTo>
                    <a:pt x="3585368" y="1011199"/>
                  </a:lnTo>
                  <a:lnTo>
                    <a:pt x="3586028" y="1022275"/>
                  </a:lnTo>
                  <a:lnTo>
                    <a:pt x="3586689" y="1011199"/>
                  </a:lnTo>
                  <a:lnTo>
                    <a:pt x="3587349" y="1006904"/>
                  </a:lnTo>
                  <a:lnTo>
                    <a:pt x="3588010" y="1002360"/>
                  </a:lnTo>
                  <a:lnTo>
                    <a:pt x="3588670" y="1006060"/>
                  </a:lnTo>
                  <a:lnTo>
                    <a:pt x="3589331" y="1006060"/>
                  </a:lnTo>
                  <a:lnTo>
                    <a:pt x="3589991" y="1008633"/>
                  </a:lnTo>
                  <a:lnTo>
                    <a:pt x="3590652" y="1005333"/>
                  </a:lnTo>
                  <a:lnTo>
                    <a:pt x="3591313" y="999634"/>
                  </a:lnTo>
                  <a:lnTo>
                    <a:pt x="3591973" y="967466"/>
                  </a:lnTo>
                  <a:lnTo>
                    <a:pt x="3592634" y="967466"/>
                  </a:lnTo>
                  <a:lnTo>
                    <a:pt x="3593294" y="998301"/>
                  </a:lnTo>
                  <a:lnTo>
                    <a:pt x="3593955" y="1003474"/>
                  </a:lnTo>
                  <a:lnTo>
                    <a:pt x="3594615" y="1005304"/>
                  </a:lnTo>
                  <a:lnTo>
                    <a:pt x="3595276" y="1008235"/>
                  </a:lnTo>
                  <a:lnTo>
                    <a:pt x="3595936" y="988803"/>
                  </a:lnTo>
                  <a:lnTo>
                    <a:pt x="3596597" y="977936"/>
                  </a:lnTo>
                  <a:lnTo>
                    <a:pt x="3597257" y="982993"/>
                  </a:lnTo>
                  <a:lnTo>
                    <a:pt x="3597918" y="992357"/>
                  </a:lnTo>
                  <a:lnTo>
                    <a:pt x="3598578" y="983197"/>
                  </a:lnTo>
                  <a:lnTo>
                    <a:pt x="3599239" y="965435"/>
                  </a:lnTo>
                  <a:lnTo>
                    <a:pt x="3599899" y="965835"/>
                  </a:lnTo>
                  <a:lnTo>
                    <a:pt x="3600560" y="988391"/>
                  </a:lnTo>
                  <a:lnTo>
                    <a:pt x="3601221" y="1005541"/>
                  </a:lnTo>
                  <a:lnTo>
                    <a:pt x="3601881" y="1009836"/>
                  </a:lnTo>
                  <a:lnTo>
                    <a:pt x="3602542" y="1003632"/>
                  </a:lnTo>
                  <a:lnTo>
                    <a:pt x="3603202" y="1002212"/>
                  </a:lnTo>
                  <a:lnTo>
                    <a:pt x="3603863" y="999242"/>
                  </a:lnTo>
                  <a:lnTo>
                    <a:pt x="3604523" y="996669"/>
                  </a:lnTo>
                  <a:lnTo>
                    <a:pt x="3605184" y="1010680"/>
                  </a:lnTo>
                  <a:lnTo>
                    <a:pt x="3605844" y="1024525"/>
                  </a:lnTo>
                  <a:lnTo>
                    <a:pt x="3606505" y="1004328"/>
                  </a:lnTo>
                  <a:lnTo>
                    <a:pt x="3607165" y="1004285"/>
                  </a:lnTo>
                  <a:lnTo>
                    <a:pt x="3607826" y="1000911"/>
                  </a:lnTo>
                  <a:lnTo>
                    <a:pt x="3608486" y="1006050"/>
                  </a:lnTo>
                  <a:lnTo>
                    <a:pt x="3609147" y="1000563"/>
                  </a:lnTo>
                  <a:lnTo>
                    <a:pt x="3609807" y="997064"/>
                  </a:lnTo>
                  <a:lnTo>
                    <a:pt x="3610468" y="990741"/>
                  </a:lnTo>
                  <a:lnTo>
                    <a:pt x="3611129" y="984555"/>
                  </a:lnTo>
                  <a:lnTo>
                    <a:pt x="3611789" y="989279"/>
                  </a:lnTo>
                  <a:lnTo>
                    <a:pt x="3612450" y="992715"/>
                  </a:lnTo>
                  <a:lnTo>
                    <a:pt x="3613110" y="986781"/>
                  </a:lnTo>
                  <a:lnTo>
                    <a:pt x="3613771" y="980964"/>
                  </a:lnTo>
                  <a:lnTo>
                    <a:pt x="3614431" y="974129"/>
                  </a:lnTo>
                  <a:lnTo>
                    <a:pt x="3615092" y="984572"/>
                  </a:lnTo>
                  <a:lnTo>
                    <a:pt x="3615752" y="980868"/>
                  </a:lnTo>
                  <a:lnTo>
                    <a:pt x="3616413" y="965456"/>
                  </a:lnTo>
                  <a:lnTo>
                    <a:pt x="3617073" y="888345"/>
                  </a:lnTo>
                  <a:lnTo>
                    <a:pt x="3617734" y="919240"/>
                  </a:lnTo>
                  <a:lnTo>
                    <a:pt x="3618394" y="918344"/>
                  </a:lnTo>
                  <a:lnTo>
                    <a:pt x="3619055" y="843743"/>
                  </a:lnTo>
                  <a:lnTo>
                    <a:pt x="3619715" y="837171"/>
                  </a:lnTo>
                  <a:lnTo>
                    <a:pt x="3620376" y="837171"/>
                  </a:lnTo>
                  <a:lnTo>
                    <a:pt x="3621037" y="834534"/>
                  </a:lnTo>
                  <a:lnTo>
                    <a:pt x="3621697" y="832951"/>
                  </a:lnTo>
                  <a:lnTo>
                    <a:pt x="3622358" y="865184"/>
                  </a:lnTo>
                  <a:lnTo>
                    <a:pt x="3623018" y="884417"/>
                  </a:lnTo>
                  <a:lnTo>
                    <a:pt x="3623679" y="919531"/>
                  </a:lnTo>
                  <a:lnTo>
                    <a:pt x="3624339" y="903933"/>
                  </a:lnTo>
                  <a:lnTo>
                    <a:pt x="3625000" y="917869"/>
                  </a:lnTo>
                  <a:lnTo>
                    <a:pt x="3625660" y="924035"/>
                  </a:lnTo>
                  <a:lnTo>
                    <a:pt x="3626321" y="944474"/>
                  </a:lnTo>
                  <a:lnTo>
                    <a:pt x="3626981" y="954004"/>
                  </a:lnTo>
                  <a:lnTo>
                    <a:pt x="3627642" y="947277"/>
                  </a:lnTo>
                  <a:lnTo>
                    <a:pt x="3628302" y="956872"/>
                  </a:lnTo>
                  <a:lnTo>
                    <a:pt x="3628963" y="948838"/>
                  </a:lnTo>
                  <a:lnTo>
                    <a:pt x="3629623" y="951068"/>
                  </a:lnTo>
                  <a:lnTo>
                    <a:pt x="3630284" y="951068"/>
                  </a:lnTo>
                  <a:lnTo>
                    <a:pt x="3630944" y="960512"/>
                  </a:lnTo>
                  <a:lnTo>
                    <a:pt x="3631605" y="960803"/>
                  </a:lnTo>
                  <a:lnTo>
                    <a:pt x="3632266" y="955226"/>
                  </a:lnTo>
                  <a:lnTo>
                    <a:pt x="3632926" y="958013"/>
                  </a:lnTo>
                  <a:lnTo>
                    <a:pt x="3633587" y="958013"/>
                  </a:lnTo>
                  <a:lnTo>
                    <a:pt x="3634247" y="948570"/>
                  </a:lnTo>
                  <a:lnTo>
                    <a:pt x="3634908" y="958305"/>
                  </a:lnTo>
                  <a:lnTo>
                    <a:pt x="3635568" y="1011770"/>
                  </a:lnTo>
                  <a:lnTo>
                    <a:pt x="3636229" y="970617"/>
                  </a:lnTo>
                  <a:lnTo>
                    <a:pt x="3636889" y="952589"/>
                  </a:lnTo>
                  <a:lnTo>
                    <a:pt x="3637550" y="949080"/>
                  </a:lnTo>
                  <a:lnTo>
                    <a:pt x="3638210" y="963639"/>
                  </a:lnTo>
                  <a:lnTo>
                    <a:pt x="3638871" y="982661"/>
                  </a:lnTo>
                  <a:lnTo>
                    <a:pt x="3639531" y="1001850"/>
                  </a:lnTo>
                  <a:lnTo>
                    <a:pt x="3640192" y="1005320"/>
                  </a:lnTo>
                  <a:lnTo>
                    <a:pt x="3640852" y="1025886"/>
                  </a:lnTo>
                  <a:lnTo>
                    <a:pt x="3641513" y="1022290"/>
                  </a:lnTo>
                  <a:lnTo>
                    <a:pt x="3642174" y="1012328"/>
                  </a:lnTo>
                  <a:lnTo>
                    <a:pt x="3642834" y="985201"/>
                  </a:lnTo>
                  <a:lnTo>
                    <a:pt x="3643495" y="967620"/>
                  </a:lnTo>
                  <a:lnTo>
                    <a:pt x="3644155" y="968219"/>
                  </a:lnTo>
                  <a:lnTo>
                    <a:pt x="3644816" y="975828"/>
                  </a:lnTo>
                  <a:lnTo>
                    <a:pt x="3645476" y="984899"/>
                  </a:lnTo>
                  <a:lnTo>
                    <a:pt x="3646137" y="986675"/>
                  </a:lnTo>
                  <a:lnTo>
                    <a:pt x="3646797" y="993471"/>
                  </a:lnTo>
                  <a:lnTo>
                    <a:pt x="3647458" y="1016971"/>
                  </a:lnTo>
                  <a:lnTo>
                    <a:pt x="3648118" y="1016971"/>
                  </a:lnTo>
                  <a:lnTo>
                    <a:pt x="3648779" y="1000274"/>
                  </a:lnTo>
                  <a:lnTo>
                    <a:pt x="3649439" y="1010985"/>
                  </a:lnTo>
                  <a:lnTo>
                    <a:pt x="3650100" y="1032577"/>
                  </a:lnTo>
                  <a:lnTo>
                    <a:pt x="3650760" y="1014361"/>
                  </a:lnTo>
                  <a:lnTo>
                    <a:pt x="3651421" y="998496"/>
                  </a:lnTo>
                  <a:lnTo>
                    <a:pt x="3652082" y="1000096"/>
                  </a:lnTo>
                  <a:lnTo>
                    <a:pt x="3652742" y="1005978"/>
                  </a:lnTo>
                  <a:lnTo>
                    <a:pt x="3653403" y="1024248"/>
                  </a:lnTo>
                  <a:lnTo>
                    <a:pt x="3654063" y="1026206"/>
                  </a:lnTo>
                  <a:lnTo>
                    <a:pt x="3654724" y="1019155"/>
                  </a:lnTo>
                  <a:lnTo>
                    <a:pt x="3655384" y="1012893"/>
                  </a:lnTo>
                  <a:lnTo>
                    <a:pt x="3656045" y="1018216"/>
                  </a:lnTo>
                  <a:lnTo>
                    <a:pt x="3656705" y="1017304"/>
                  </a:lnTo>
                  <a:lnTo>
                    <a:pt x="3657366" y="1017490"/>
                  </a:lnTo>
                  <a:lnTo>
                    <a:pt x="3658026" y="1026894"/>
                  </a:lnTo>
                  <a:lnTo>
                    <a:pt x="3658687" y="1029702"/>
                  </a:lnTo>
                  <a:lnTo>
                    <a:pt x="3659347" y="992893"/>
                  </a:lnTo>
                  <a:lnTo>
                    <a:pt x="3660008" y="966741"/>
                  </a:lnTo>
                  <a:lnTo>
                    <a:pt x="3660668" y="966741"/>
                  </a:lnTo>
                  <a:lnTo>
                    <a:pt x="3661329" y="961648"/>
                  </a:lnTo>
                  <a:lnTo>
                    <a:pt x="3661989" y="975954"/>
                  </a:lnTo>
                  <a:lnTo>
                    <a:pt x="3662650" y="975954"/>
                  </a:lnTo>
                  <a:lnTo>
                    <a:pt x="3663311" y="967031"/>
                  </a:lnTo>
                  <a:lnTo>
                    <a:pt x="3663971" y="956177"/>
                  </a:lnTo>
                  <a:lnTo>
                    <a:pt x="3664632" y="959366"/>
                  </a:lnTo>
                  <a:lnTo>
                    <a:pt x="3665292" y="957381"/>
                  </a:lnTo>
                  <a:lnTo>
                    <a:pt x="3665953" y="960933"/>
                  </a:lnTo>
                  <a:lnTo>
                    <a:pt x="3666613" y="959024"/>
                  </a:lnTo>
                  <a:lnTo>
                    <a:pt x="3667274" y="948215"/>
                  </a:lnTo>
                  <a:lnTo>
                    <a:pt x="3667934" y="948215"/>
                  </a:lnTo>
                  <a:lnTo>
                    <a:pt x="3668595" y="953308"/>
                  </a:lnTo>
                  <a:lnTo>
                    <a:pt x="3669255" y="957951"/>
                  </a:lnTo>
                  <a:lnTo>
                    <a:pt x="3669916" y="948215"/>
                  </a:lnTo>
                  <a:lnTo>
                    <a:pt x="3670576" y="945028"/>
                  </a:lnTo>
                  <a:lnTo>
                    <a:pt x="3671237" y="950120"/>
                  </a:lnTo>
                  <a:lnTo>
                    <a:pt x="3671897" y="950187"/>
                  </a:lnTo>
                  <a:lnTo>
                    <a:pt x="3672558" y="970902"/>
                  </a:lnTo>
                  <a:lnTo>
                    <a:pt x="3673219" y="1007264"/>
                  </a:lnTo>
                  <a:lnTo>
                    <a:pt x="3673879" y="997379"/>
                  </a:lnTo>
                  <a:lnTo>
                    <a:pt x="3674540" y="950120"/>
                  </a:lnTo>
                  <a:lnTo>
                    <a:pt x="3675200" y="945028"/>
                  </a:lnTo>
                  <a:lnTo>
                    <a:pt x="3675861" y="946936"/>
                  </a:lnTo>
                  <a:lnTo>
                    <a:pt x="3676521" y="947960"/>
                  </a:lnTo>
                  <a:lnTo>
                    <a:pt x="3677182" y="964317"/>
                  </a:lnTo>
                  <a:lnTo>
                    <a:pt x="3677842" y="961173"/>
                  </a:lnTo>
                  <a:lnTo>
                    <a:pt x="3678503" y="979703"/>
                  </a:lnTo>
                  <a:lnTo>
                    <a:pt x="3679163" y="974098"/>
                  </a:lnTo>
                  <a:lnTo>
                    <a:pt x="3679824" y="945568"/>
                  </a:lnTo>
                  <a:lnTo>
                    <a:pt x="3680484" y="942614"/>
                  </a:lnTo>
                  <a:lnTo>
                    <a:pt x="3681145" y="938263"/>
                  </a:lnTo>
                  <a:lnTo>
                    <a:pt x="3681805" y="919247"/>
                  </a:lnTo>
                  <a:lnTo>
                    <a:pt x="3682466" y="924406"/>
                  </a:lnTo>
                  <a:lnTo>
                    <a:pt x="3683127" y="900013"/>
                  </a:lnTo>
                  <a:lnTo>
                    <a:pt x="3683787" y="928691"/>
                  </a:lnTo>
                  <a:lnTo>
                    <a:pt x="3684448" y="954824"/>
                  </a:lnTo>
                  <a:lnTo>
                    <a:pt x="3685108" y="938263"/>
                  </a:lnTo>
                  <a:lnTo>
                    <a:pt x="3685769" y="942614"/>
                  </a:lnTo>
                  <a:lnTo>
                    <a:pt x="3686429" y="938329"/>
                  </a:lnTo>
                  <a:lnTo>
                    <a:pt x="3687090" y="919247"/>
                  </a:lnTo>
                  <a:lnTo>
                    <a:pt x="3687750" y="935079"/>
                  </a:lnTo>
                  <a:lnTo>
                    <a:pt x="3688411" y="943789"/>
                  </a:lnTo>
                  <a:lnTo>
                    <a:pt x="3689071" y="954781"/>
                  </a:lnTo>
                  <a:lnTo>
                    <a:pt x="3689732" y="957151"/>
                  </a:lnTo>
                  <a:lnTo>
                    <a:pt x="3690392" y="960058"/>
                  </a:lnTo>
                  <a:lnTo>
                    <a:pt x="3691053" y="985355"/>
                  </a:lnTo>
                  <a:lnTo>
                    <a:pt x="3691713" y="1010664"/>
                  </a:lnTo>
                  <a:lnTo>
                    <a:pt x="3692374" y="983072"/>
                  </a:lnTo>
                  <a:lnTo>
                    <a:pt x="3693035" y="971842"/>
                  </a:lnTo>
                  <a:lnTo>
                    <a:pt x="3693695" y="967557"/>
                  </a:lnTo>
                  <a:lnTo>
                    <a:pt x="3694356" y="975229"/>
                  </a:lnTo>
                  <a:lnTo>
                    <a:pt x="3695016" y="987824"/>
                  </a:lnTo>
                  <a:lnTo>
                    <a:pt x="3695677" y="1001510"/>
                  </a:lnTo>
                  <a:lnTo>
                    <a:pt x="3696337" y="1004853"/>
                  </a:lnTo>
                  <a:lnTo>
                    <a:pt x="3696998" y="1022433"/>
                  </a:lnTo>
                  <a:lnTo>
                    <a:pt x="3697658" y="1001041"/>
                  </a:lnTo>
                  <a:lnTo>
                    <a:pt x="3698319" y="971881"/>
                  </a:lnTo>
                  <a:lnTo>
                    <a:pt x="3698979" y="970146"/>
                  </a:lnTo>
                  <a:lnTo>
                    <a:pt x="3699640" y="964987"/>
                  </a:lnTo>
                  <a:lnTo>
                    <a:pt x="3700300" y="965859"/>
                  </a:lnTo>
                  <a:lnTo>
                    <a:pt x="3700961" y="946844"/>
                  </a:lnTo>
                  <a:lnTo>
                    <a:pt x="3701621" y="952003"/>
                  </a:lnTo>
                  <a:lnTo>
                    <a:pt x="3702282" y="975221"/>
                  </a:lnTo>
                  <a:lnTo>
                    <a:pt x="3702942" y="965926"/>
                  </a:lnTo>
                  <a:lnTo>
                    <a:pt x="3703603" y="965926"/>
                  </a:lnTo>
                  <a:lnTo>
                    <a:pt x="3704264" y="960767"/>
                  </a:lnTo>
                  <a:lnTo>
                    <a:pt x="3704924" y="965859"/>
                  </a:lnTo>
                  <a:lnTo>
                    <a:pt x="3705585" y="973598"/>
                  </a:lnTo>
                  <a:lnTo>
                    <a:pt x="3706245" y="986193"/>
                  </a:lnTo>
                  <a:lnTo>
                    <a:pt x="3706906" y="1008463"/>
                  </a:lnTo>
                  <a:lnTo>
                    <a:pt x="3707566" y="990212"/>
                  </a:lnTo>
                  <a:lnTo>
                    <a:pt x="3708227" y="974197"/>
                  </a:lnTo>
                  <a:lnTo>
                    <a:pt x="3708887" y="991075"/>
                  </a:lnTo>
                  <a:lnTo>
                    <a:pt x="3709548" y="989476"/>
                  </a:lnTo>
                  <a:lnTo>
                    <a:pt x="3710208" y="964198"/>
                  </a:lnTo>
                  <a:lnTo>
                    <a:pt x="3710869" y="964198"/>
                  </a:lnTo>
                  <a:lnTo>
                    <a:pt x="3711529" y="974274"/>
                  </a:lnTo>
                  <a:lnTo>
                    <a:pt x="3712190" y="978930"/>
                  </a:lnTo>
                  <a:lnTo>
                    <a:pt x="3712850" y="997636"/>
                  </a:lnTo>
                  <a:lnTo>
                    <a:pt x="3713511" y="1014964"/>
                  </a:lnTo>
                  <a:lnTo>
                    <a:pt x="3714172" y="1013133"/>
                  </a:lnTo>
                  <a:lnTo>
                    <a:pt x="3714832" y="1041947"/>
                  </a:lnTo>
                  <a:lnTo>
                    <a:pt x="3715493" y="1046053"/>
                  </a:lnTo>
                  <a:lnTo>
                    <a:pt x="3716153" y="1025622"/>
                  </a:lnTo>
                  <a:lnTo>
                    <a:pt x="3716814" y="1038626"/>
                  </a:lnTo>
                  <a:lnTo>
                    <a:pt x="3717474" y="1032711"/>
                  </a:lnTo>
                  <a:lnTo>
                    <a:pt x="3718135" y="998015"/>
                  </a:lnTo>
                  <a:lnTo>
                    <a:pt x="3718795" y="986910"/>
                  </a:lnTo>
                  <a:lnTo>
                    <a:pt x="3719456" y="1001288"/>
                  </a:lnTo>
                  <a:lnTo>
                    <a:pt x="3720116" y="1020108"/>
                  </a:lnTo>
                  <a:lnTo>
                    <a:pt x="3720777" y="980126"/>
                  </a:lnTo>
                  <a:lnTo>
                    <a:pt x="3721437" y="964633"/>
                  </a:lnTo>
                  <a:lnTo>
                    <a:pt x="3722098" y="968918"/>
                  </a:lnTo>
                  <a:lnTo>
                    <a:pt x="3722758" y="973777"/>
                  </a:lnTo>
                  <a:lnTo>
                    <a:pt x="3723419" y="992833"/>
                  </a:lnTo>
                  <a:lnTo>
                    <a:pt x="3724080" y="985259"/>
                  </a:lnTo>
                  <a:lnTo>
                    <a:pt x="3724740" y="981521"/>
                  </a:lnTo>
                  <a:lnTo>
                    <a:pt x="3725401" y="973928"/>
                  </a:lnTo>
                  <a:lnTo>
                    <a:pt x="3726061" y="911861"/>
                  </a:lnTo>
                  <a:lnTo>
                    <a:pt x="3726722" y="910278"/>
                  </a:lnTo>
                  <a:lnTo>
                    <a:pt x="3727382" y="910278"/>
                  </a:lnTo>
                  <a:lnTo>
                    <a:pt x="3728043" y="913760"/>
                  </a:lnTo>
                  <a:lnTo>
                    <a:pt x="3728703" y="966818"/>
                  </a:lnTo>
                  <a:lnTo>
                    <a:pt x="3729364" y="972427"/>
                  </a:lnTo>
                  <a:lnTo>
                    <a:pt x="3730024" y="966548"/>
                  </a:lnTo>
                  <a:lnTo>
                    <a:pt x="3730685" y="961665"/>
                  </a:lnTo>
                  <a:lnTo>
                    <a:pt x="3731345" y="965949"/>
                  </a:lnTo>
                  <a:lnTo>
                    <a:pt x="3732006" y="959478"/>
                  </a:lnTo>
                  <a:lnTo>
                    <a:pt x="3732666" y="959544"/>
                  </a:lnTo>
                  <a:lnTo>
                    <a:pt x="3733327" y="959478"/>
                  </a:lnTo>
                  <a:lnTo>
                    <a:pt x="3733987" y="963829"/>
                  </a:lnTo>
                  <a:lnTo>
                    <a:pt x="3734648" y="975037"/>
                  </a:lnTo>
                  <a:lnTo>
                    <a:pt x="3735309" y="971404"/>
                  </a:lnTo>
                  <a:lnTo>
                    <a:pt x="3735969" y="910771"/>
                  </a:lnTo>
                  <a:lnTo>
                    <a:pt x="3736630" y="910771"/>
                  </a:lnTo>
                  <a:lnTo>
                    <a:pt x="3737290" y="959192"/>
                  </a:lnTo>
                  <a:lnTo>
                    <a:pt x="3737951" y="981243"/>
                  </a:lnTo>
                  <a:lnTo>
                    <a:pt x="3738611" y="976110"/>
                  </a:lnTo>
                  <a:lnTo>
                    <a:pt x="3739272" y="969913"/>
                  </a:lnTo>
                  <a:lnTo>
                    <a:pt x="3739932" y="967061"/>
                  </a:lnTo>
                  <a:lnTo>
                    <a:pt x="3740593" y="967234"/>
                  </a:lnTo>
                  <a:lnTo>
                    <a:pt x="3741253" y="966700"/>
                  </a:lnTo>
                  <a:lnTo>
                    <a:pt x="3741914" y="993336"/>
                  </a:lnTo>
                  <a:lnTo>
                    <a:pt x="3742574" y="1024734"/>
                  </a:lnTo>
                  <a:lnTo>
                    <a:pt x="3743235" y="1007690"/>
                  </a:lnTo>
                  <a:lnTo>
                    <a:pt x="3743895" y="1013286"/>
                  </a:lnTo>
                  <a:lnTo>
                    <a:pt x="3744556" y="1024907"/>
                  </a:lnTo>
                  <a:lnTo>
                    <a:pt x="3745217" y="1016138"/>
                  </a:lnTo>
                  <a:lnTo>
                    <a:pt x="3745877" y="1029663"/>
                  </a:lnTo>
                  <a:lnTo>
                    <a:pt x="3746538" y="1020466"/>
                  </a:lnTo>
                  <a:lnTo>
                    <a:pt x="3747198" y="1009032"/>
                  </a:lnTo>
                  <a:lnTo>
                    <a:pt x="3747859" y="1013616"/>
                  </a:lnTo>
                  <a:lnTo>
                    <a:pt x="3748519" y="1021594"/>
                  </a:lnTo>
                  <a:lnTo>
                    <a:pt x="3749180" y="995552"/>
                  </a:lnTo>
                  <a:lnTo>
                    <a:pt x="3749840" y="957850"/>
                  </a:lnTo>
                  <a:lnTo>
                    <a:pt x="3750501" y="924591"/>
                  </a:lnTo>
                  <a:lnTo>
                    <a:pt x="3751161" y="928698"/>
                  </a:lnTo>
                  <a:lnTo>
                    <a:pt x="3751822" y="951187"/>
                  </a:lnTo>
                  <a:lnTo>
                    <a:pt x="3752482" y="971084"/>
                  </a:lnTo>
                  <a:lnTo>
                    <a:pt x="3753143" y="956896"/>
                  </a:lnTo>
                  <a:lnTo>
                    <a:pt x="3753803" y="951991"/>
                  </a:lnTo>
                  <a:lnTo>
                    <a:pt x="3754464" y="966233"/>
                  </a:lnTo>
                  <a:lnTo>
                    <a:pt x="3755125" y="1003644"/>
                  </a:lnTo>
                  <a:lnTo>
                    <a:pt x="3755785" y="1005629"/>
                  </a:lnTo>
                  <a:lnTo>
                    <a:pt x="3756446" y="1005755"/>
                  </a:lnTo>
                  <a:lnTo>
                    <a:pt x="3757106" y="1004525"/>
                  </a:lnTo>
                  <a:lnTo>
                    <a:pt x="3757767" y="989547"/>
                  </a:lnTo>
                  <a:lnTo>
                    <a:pt x="3758427" y="964342"/>
                  </a:lnTo>
                  <a:lnTo>
                    <a:pt x="3759088" y="972080"/>
                  </a:lnTo>
                  <a:lnTo>
                    <a:pt x="3759748" y="1002359"/>
                  </a:lnTo>
                  <a:lnTo>
                    <a:pt x="3760409" y="1010583"/>
                  </a:lnTo>
                  <a:lnTo>
                    <a:pt x="3761069" y="1018406"/>
                  </a:lnTo>
                  <a:lnTo>
                    <a:pt x="3761730" y="990305"/>
                  </a:lnTo>
                  <a:lnTo>
                    <a:pt x="3762390" y="979449"/>
                  </a:lnTo>
                  <a:lnTo>
                    <a:pt x="3763051" y="971602"/>
                  </a:lnTo>
                  <a:lnTo>
                    <a:pt x="3763711" y="974477"/>
                  </a:lnTo>
                  <a:lnTo>
                    <a:pt x="3764372" y="996332"/>
                  </a:lnTo>
                  <a:lnTo>
                    <a:pt x="3765033" y="993641"/>
                  </a:lnTo>
                  <a:lnTo>
                    <a:pt x="3765693" y="1004608"/>
                  </a:lnTo>
                  <a:lnTo>
                    <a:pt x="3766354" y="1014361"/>
                  </a:lnTo>
                  <a:lnTo>
                    <a:pt x="3767014" y="1016417"/>
                  </a:lnTo>
                  <a:lnTo>
                    <a:pt x="3767675" y="1035468"/>
                  </a:lnTo>
                  <a:lnTo>
                    <a:pt x="3768335" y="1040440"/>
                  </a:lnTo>
                  <a:lnTo>
                    <a:pt x="3768996" y="1030724"/>
                  </a:lnTo>
                  <a:lnTo>
                    <a:pt x="3769656" y="1025500"/>
                  </a:lnTo>
                  <a:lnTo>
                    <a:pt x="3770317" y="1048589"/>
                  </a:lnTo>
                  <a:lnTo>
                    <a:pt x="3770977" y="1038443"/>
                  </a:lnTo>
                  <a:lnTo>
                    <a:pt x="3771638" y="1016417"/>
                  </a:lnTo>
                  <a:lnTo>
                    <a:pt x="3772298" y="1001141"/>
                  </a:lnTo>
                  <a:lnTo>
                    <a:pt x="3772959" y="1000096"/>
                  </a:lnTo>
                  <a:lnTo>
                    <a:pt x="3773619" y="1016231"/>
                  </a:lnTo>
                  <a:lnTo>
                    <a:pt x="3774280" y="1018216"/>
                  </a:lnTo>
                  <a:lnTo>
                    <a:pt x="3774940" y="1016231"/>
                  </a:lnTo>
                  <a:lnTo>
                    <a:pt x="3775601" y="1020525"/>
                  </a:lnTo>
                  <a:lnTo>
                    <a:pt x="3776262" y="1021369"/>
                  </a:lnTo>
                  <a:lnTo>
                    <a:pt x="3776922" y="1004163"/>
                  </a:lnTo>
                  <a:lnTo>
                    <a:pt x="3777583" y="1012086"/>
                  </a:lnTo>
                  <a:lnTo>
                    <a:pt x="3778243" y="985488"/>
                  </a:lnTo>
                  <a:lnTo>
                    <a:pt x="3778904" y="972493"/>
                  </a:lnTo>
                  <a:lnTo>
                    <a:pt x="3779564" y="1006418"/>
                  </a:lnTo>
                  <a:lnTo>
                    <a:pt x="3780225" y="1029540"/>
                  </a:lnTo>
                  <a:lnTo>
                    <a:pt x="3780885" y="1020129"/>
                  </a:lnTo>
                  <a:lnTo>
                    <a:pt x="3781546" y="977104"/>
                  </a:lnTo>
                  <a:lnTo>
                    <a:pt x="3782206" y="969653"/>
                  </a:lnTo>
                  <a:lnTo>
                    <a:pt x="3782867" y="979890"/>
                  </a:lnTo>
                  <a:lnTo>
                    <a:pt x="3783527" y="994063"/>
                  </a:lnTo>
                  <a:lnTo>
                    <a:pt x="3784188" y="1001545"/>
                  </a:lnTo>
                  <a:lnTo>
                    <a:pt x="3784848" y="1027429"/>
                  </a:lnTo>
                  <a:lnTo>
                    <a:pt x="3785509" y="1023320"/>
                  </a:lnTo>
                  <a:lnTo>
                    <a:pt x="3786170" y="1012814"/>
                  </a:lnTo>
                  <a:lnTo>
                    <a:pt x="3786830" y="990686"/>
                  </a:lnTo>
                  <a:lnTo>
                    <a:pt x="3787491" y="999088"/>
                  </a:lnTo>
                  <a:lnTo>
                    <a:pt x="3788151" y="1031810"/>
                  </a:lnTo>
                  <a:lnTo>
                    <a:pt x="3788812" y="1041726"/>
                  </a:lnTo>
                  <a:lnTo>
                    <a:pt x="3789472" y="1024471"/>
                  </a:lnTo>
                  <a:lnTo>
                    <a:pt x="3790133" y="1005413"/>
                  </a:lnTo>
                  <a:lnTo>
                    <a:pt x="3790793" y="1026503"/>
                  </a:lnTo>
                  <a:lnTo>
                    <a:pt x="3791454" y="1039442"/>
                  </a:lnTo>
                  <a:lnTo>
                    <a:pt x="3792114" y="1014717"/>
                  </a:lnTo>
                  <a:lnTo>
                    <a:pt x="3792775" y="994137"/>
                  </a:lnTo>
                  <a:lnTo>
                    <a:pt x="3793435" y="1007403"/>
                  </a:lnTo>
                  <a:lnTo>
                    <a:pt x="3794096" y="978765"/>
                  </a:lnTo>
                  <a:lnTo>
                    <a:pt x="3794756" y="976204"/>
                  </a:lnTo>
                  <a:lnTo>
                    <a:pt x="3795417" y="981238"/>
                  </a:lnTo>
                  <a:lnTo>
                    <a:pt x="3796078" y="930124"/>
                  </a:lnTo>
                  <a:lnTo>
                    <a:pt x="3796738" y="947027"/>
                  </a:lnTo>
                  <a:lnTo>
                    <a:pt x="3797399" y="908829"/>
                  </a:lnTo>
                  <a:lnTo>
                    <a:pt x="3798059" y="884558"/>
                  </a:lnTo>
                  <a:lnTo>
                    <a:pt x="3798720" y="878457"/>
                  </a:lnTo>
                  <a:lnTo>
                    <a:pt x="3799380" y="853160"/>
                  </a:lnTo>
                  <a:lnTo>
                    <a:pt x="3800041" y="839237"/>
                  </a:lnTo>
                  <a:lnTo>
                    <a:pt x="3800701" y="812686"/>
                  </a:lnTo>
                  <a:lnTo>
                    <a:pt x="3801362" y="810882"/>
                  </a:lnTo>
                  <a:lnTo>
                    <a:pt x="3802022" y="815987"/>
                  </a:lnTo>
                  <a:lnTo>
                    <a:pt x="3802683" y="826497"/>
                  </a:lnTo>
                  <a:lnTo>
                    <a:pt x="3803343" y="869626"/>
                  </a:lnTo>
                  <a:lnTo>
                    <a:pt x="3804004" y="910598"/>
                  </a:lnTo>
                  <a:lnTo>
                    <a:pt x="3804664" y="945024"/>
                  </a:lnTo>
                  <a:lnTo>
                    <a:pt x="3805325" y="943571"/>
                  </a:lnTo>
                  <a:lnTo>
                    <a:pt x="3805985" y="959908"/>
                  </a:lnTo>
                  <a:lnTo>
                    <a:pt x="3806646" y="1001519"/>
                  </a:lnTo>
                  <a:lnTo>
                    <a:pt x="3807307" y="1010922"/>
                  </a:lnTo>
                  <a:lnTo>
                    <a:pt x="3807967" y="986290"/>
                  </a:lnTo>
                  <a:lnTo>
                    <a:pt x="3808628" y="982310"/>
                  </a:lnTo>
                  <a:lnTo>
                    <a:pt x="3809288" y="1005305"/>
                  </a:lnTo>
                  <a:lnTo>
                    <a:pt x="3809949" y="995866"/>
                  </a:lnTo>
                  <a:lnTo>
                    <a:pt x="3810609" y="1011336"/>
                  </a:lnTo>
                  <a:lnTo>
                    <a:pt x="3811270" y="1021003"/>
                  </a:lnTo>
                  <a:lnTo>
                    <a:pt x="3811930" y="1015455"/>
                  </a:lnTo>
                  <a:lnTo>
                    <a:pt x="3812591" y="1012505"/>
                  </a:lnTo>
                  <a:lnTo>
                    <a:pt x="3813251" y="1016567"/>
                  </a:lnTo>
                  <a:lnTo>
                    <a:pt x="3813912" y="1014809"/>
                  </a:lnTo>
                  <a:lnTo>
                    <a:pt x="3814572" y="1023893"/>
                  </a:lnTo>
                  <a:lnTo>
                    <a:pt x="3815233" y="1033050"/>
                  </a:lnTo>
                  <a:lnTo>
                    <a:pt x="3815893" y="1031072"/>
                  </a:lnTo>
                  <a:lnTo>
                    <a:pt x="3816554" y="1009108"/>
                  </a:lnTo>
                  <a:lnTo>
                    <a:pt x="3817215" y="1013088"/>
                  </a:lnTo>
                  <a:lnTo>
                    <a:pt x="3817875" y="1015395"/>
                  </a:lnTo>
                  <a:lnTo>
                    <a:pt x="3818536" y="1020158"/>
                  </a:lnTo>
                  <a:lnTo>
                    <a:pt x="3819196" y="1014919"/>
                  </a:lnTo>
                  <a:lnTo>
                    <a:pt x="3819857" y="1035460"/>
                  </a:lnTo>
                  <a:lnTo>
                    <a:pt x="3820517" y="1021714"/>
                  </a:lnTo>
                  <a:lnTo>
                    <a:pt x="3821178" y="1002427"/>
                  </a:lnTo>
                  <a:lnTo>
                    <a:pt x="3821838" y="1017419"/>
                  </a:lnTo>
                  <a:lnTo>
                    <a:pt x="3822499" y="1016354"/>
                  </a:lnTo>
                  <a:lnTo>
                    <a:pt x="3823159" y="1024942"/>
                  </a:lnTo>
                  <a:lnTo>
                    <a:pt x="3823820" y="1020113"/>
                  </a:lnTo>
                  <a:lnTo>
                    <a:pt x="3824480" y="1012180"/>
                  </a:lnTo>
                  <a:lnTo>
                    <a:pt x="3825141" y="1020113"/>
                  </a:lnTo>
                  <a:lnTo>
                    <a:pt x="3825801" y="1021840"/>
                  </a:lnTo>
                  <a:lnTo>
                    <a:pt x="3826462" y="1036844"/>
                  </a:lnTo>
                  <a:lnTo>
                    <a:pt x="3827123" y="1027870"/>
                  </a:lnTo>
                  <a:lnTo>
                    <a:pt x="3827783" y="988387"/>
                  </a:lnTo>
                  <a:lnTo>
                    <a:pt x="3828444" y="974956"/>
                  </a:lnTo>
                  <a:lnTo>
                    <a:pt x="3829104" y="988990"/>
                  </a:lnTo>
                  <a:lnTo>
                    <a:pt x="3829765" y="987195"/>
                  </a:lnTo>
                  <a:lnTo>
                    <a:pt x="3830425" y="993902"/>
                  </a:lnTo>
                  <a:lnTo>
                    <a:pt x="3831086" y="987195"/>
                  </a:lnTo>
                  <a:lnTo>
                    <a:pt x="3831746" y="987154"/>
                  </a:lnTo>
                  <a:lnTo>
                    <a:pt x="3832407" y="981202"/>
                  </a:lnTo>
                  <a:lnTo>
                    <a:pt x="3833067" y="961293"/>
                  </a:lnTo>
                  <a:lnTo>
                    <a:pt x="3833728" y="973756"/>
                  </a:lnTo>
                  <a:lnTo>
                    <a:pt x="3834388" y="982139"/>
                  </a:lnTo>
                  <a:lnTo>
                    <a:pt x="3835049" y="1008891"/>
                  </a:lnTo>
                  <a:lnTo>
                    <a:pt x="3835709" y="1003717"/>
                  </a:lnTo>
                  <a:lnTo>
                    <a:pt x="3836370" y="990217"/>
                  </a:lnTo>
                  <a:lnTo>
                    <a:pt x="3837031" y="975327"/>
                  </a:lnTo>
                  <a:lnTo>
                    <a:pt x="3837691" y="941493"/>
                  </a:lnTo>
                  <a:lnTo>
                    <a:pt x="3838352" y="930657"/>
                  </a:lnTo>
                  <a:lnTo>
                    <a:pt x="3839012" y="918912"/>
                  </a:lnTo>
                  <a:lnTo>
                    <a:pt x="3839673" y="919394"/>
                  </a:lnTo>
                  <a:lnTo>
                    <a:pt x="3840333" y="923018"/>
                  </a:lnTo>
                  <a:lnTo>
                    <a:pt x="3840994" y="887830"/>
                  </a:lnTo>
                  <a:lnTo>
                    <a:pt x="3841654" y="877415"/>
                  </a:lnTo>
                  <a:lnTo>
                    <a:pt x="3842315" y="777943"/>
                  </a:lnTo>
                  <a:lnTo>
                    <a:pt x="3842975" y="779041"/>
                  </a:lnTo>
                  <a:lnTo>
                    <a:pt x="3843636" y="775984"/>
                  </a:lnTo>
                  <a:lnTo>
                    <a:pt x="3844296" y="775520"/>
                  </a:lnTo>
                  <a:lnTo>
                    <a:pt x="3844957" y="775520"/>
                  </a:lnTo>
                  <a:lnTo>
                    <a:pt x="3845617" y="803488"/>
                  </a:lnTo>
                  <a:lnTo>
                    <a:pt x="3846278" y="852653"/>
                  </a:lnTo>
                  <a:lnTo>
                    <a:pt x="3846938" y="777430"/>
                  </a:lnTo>
                  <a:lnTo>
                    <a:pt x="3847599" y="779041"/>
                  </a:lnTo>
                  <a:lnTo>
                    <a:pt x="3848260" y="782860"/>
                  </a:lnTo>
                  <a:lnTo>
                    <a:pt x="3848920" y="873569"/>
                  </a:lnTo>
                  <a:lnTo>
                    <a:pt x="3849581" y="873060"/>
                  </a:lnTo>
                  <a:lnTo>
                    <a:pt x="3850241" y="891397"/>
                  </a:lnTo>
                  <a:lnTo>
                    <a:pt x="3850902" y="893228"/>
                  </a:lnTo>
                  <a:lnTo>
                    <a:pt x="3851562" y="911710"/>
                  </a:lnTo>
                  <a:lnTo>
                    <a:pt x="3852223" y="916226"/>
                  </a:lnTo>
                  <a:lnTo>
                    <a:pt x="3852883" y="897968"/>
                  </a:lnTo>
                  <a:lnTo>
                    <a:pt x="3853544" y="924183"/>
                  </a:lnTo>
                  <a:lnTo>
                    <a:pt x="3854204" y="904043"/>
                  </a:lnTo>
                  <a:lnTo>
                    <a:pt x="3854865" y="910675"/>
                  </a:lnTo>
                  <a:lnTo>
                    <a:pt x="3855525" y="979301"/>
                  </a:lnTo>
                  <a:lnTo>
                    <a:pt x="3856186" y="976881"/>
                  </a:lnTo>
                  <a:lnTo>
                    <a:pt x="3856846" y="964580"/>
                  </a:lnTo>
                  <a:lnTo>
                    <a:pt x="3857507" y="987398"/>
                  </a:lnTo>
                  <a:lnTo>
                    <a:pt x="3858168" y="980799"/>
                  </a:lnTo>
                  <a:lnTo>
                    <a:pt x="3858828" y="995011"/>
                  </a:lnTo>
                  <a:lnTo>
                    <a:pt x="3859489" y="979415"/>
                  </a:lnTo>
                  <a:lnTo>
                    <a:pt x="3860149" y="955890"/>
                  </a:lnTo>
                  <a:lnTo>
                    <a:pt x="3860810" y="986917"/>
                  </a:lnTo>
                  <a:lnTo>
                    <a:pt x="3861470" y="993853"/>
                  </a:lnTo>
                  <a:lnTo>
                    <a:pt x="3862131" y="1010468"/>
                  </a:lnTo>
                  <a:lnTo>
                    <a:pt x="3862791" y="1019944"/>
                  </a:lnTo>
                  <a:lnTo>
                    <a:pt x="3863452" y="1019136"/>
                  </a:lnTo>
                  <a:lnTo>
                    <a:pt x="3864112" y="1004342"/>
                  </a:lnTo>
                  <a:lnTo>
                    <a:pt x="3864773" y="995126"/>
                  </a:lnTo>
                  <a:lnTo>
                    <a:pt x="3865433" y="996496"/>
                  </a:lnTo>
                  <a:lnTo>
                    <a:pt x="3866094" y="998767"/>
                  </a:lnTo>
                  <a:lnTo>
                    <a:pt x="3866754" y="1004561"/>
                  </a:lnTo>
                  <a:lnTo>
                    <a:pt x="3867415" y="985865"/>
                  </a:lnTo>
                  <a:lnTo>
                    <a:pt x="3868076" y="975659"/>
                  </a:lnTo>
                  <a:lnTo>
                    <a:pt x="3868736" y="975060"/>
                  </a:lnTo>
                  <a:lnTo>
                    <a:pt x="3869397" y="998233"/>
                  </a:lnTo>
                  <a:lnTo>
                    <a:pt x="3870057" y="1011625"/>
                  </a:lnTo>
                  <a:lnTo>
                    <a:pt x="3870718" y="999598"/>
                  </a:lnTo>
                  <a:lnTo>
                    <a:pt x="3871378" y="1006150"/>
                  </a:lnTo>
                  <a:lnTo>
                    <a:pt x="3872039" y="1012925"/>
                  </a:lnTo>
                  <a:lnTo>
                    <a:pt x="3872699" y="1024360"/>
                  </a:lnTo>
                  <a:lnTo>
                    <a:pt x="3873360" y="1002683"/>
                  </a:lnTo>
                  <a:lnTo>
                    <a:pt x="3874020" y="978135"/>
                  </a:lnTo>
                  <a:lnTo>
                    <a:pt x="3874681" y="974578"/>
                  </a:lnTo>
                  <a:lnTo>
                    <a:pt x="3875341" y="974869"/>
                  </a:lnTo>
                  <a:lnTo>
                    <a:pt x="3876002" y="997074"/>
                  </a:lnTo>
                  <a:lnTo>
                    <a:pt x="3876662" y="1002124"/>
                  </a:lnTo>
                  <a:lnTo>
                    <a:pt x="3877323" y="989296"/>
                  </a:lnTo>
                  <a:lnTo>
                    <a:pt x="3877983" y="1009618"/>
                  </a:lnTo>
                  <a:lnTo>
                    <a:pt x="3878644" y="1029140"/>
                  </a:lnTo>
                  <a:lnTo>
                    <a:pt x="3879305" y="1039299"/>
                  </a:lnTo>
                  <a:lnTo>
                    <a:pt x="3879965" y="1020876"/>
                  </a:lnTo>
                  <a:lnTo>
                    <a:pt x="3880626" y="1019165"/>
                  </a:lnTo>
                  <a:lnTo>
                    <a:pt x="3881286" y="1034024"/>
                  </a:lnTo>
                  <a:lnTo>
                    <a:pt x="3881947" y="1017489"/>
                  </a:lnTo>
                  <a:lnTo>
                    <a:pt x="3882607" y="994981"/>
                  </a:lnTo>
                  <a:lnTo>
                    <a:pt x="3883268" y="981356"/>
                  </a:lnTo>
                  <a:lnTo>
                    <a:pt x="3883928" y="981356"/>
                  </a:lnTo>
                  <a:lnTo>
                    <a:pt x="3884589" y="986182"/>
                  </a:lnTo>
                  <a:lnTo>
                    <a:pt x="3885249" y="984988"/>
                  </a:lnTo>
                  <a:lnTo>
                    <a:pt x="3885910" y="981157"/>
                  </a:lnTo>
                  <a:lnTo>
                    <a:pt x="3886570" y="976116"/>
                  </a:lnTo>
                  <a:lnTo>
                    <a:pt x="3887231" y="1013145"/>
                  </a:lnTo>
                  <a:lnTo>
                    <a:pt x="3887891" y="1039979"/>
                  </a:lnTo>
                  <a:lnTo>
                    <a:pt x="3888552" y="1018639"/>
                  </a:lnTo>
                  <a:lnTo>
                    <a:pt x="3889213" y="1021558"/>
                  </a:lnTo>
                  <a:lnTo>
                    <a:pt x="3889873" y="1028695"/>
                  </a:lnTo>
                  <a:lnTo>
                    <a:pt x="3890534" y="1039831"/>
                  </a:lnTo>
                  <a:lnTo>
                    <a:pt x="3891194" y="1027262"/>
                  </a:lnTo>
                  <a:lnTo>
                    <a:pt x="3891855" y="1014293"/>
                  </a:lnTo>
                  <a:lnTo>
                    <a:pt x="3892515" y="1012324"/>
                  </a:lnTo>
                  <a:lnTo>
                    <a:pt x="3893176" y="984502"/>
                  </a:lnTo>
                  <a:lnTo>
                    <a:pt x="3893836" y="978018"/>
                  </a:lnTo>
                  <a:lnTo>
                    <a:pt x="3894497" y="1008474"/>
                  </a:lnTo>
                  <a:lnTo>
                    <a:pt x="3895157" y="1012454"/>
                  </a:lnTo>
                  <a:lnTo>
                    <a:pt x="3895818" y="993895"/>
                  </a:lnTo>
                  <a:lnTo>
                    <a:pt x="3896478" y="981113"/>
                  </a:lnTo>
                  <a:lnTo>
                    <a:pt x="3897139" y="977726"/>
                  </a:lnTo>
                  <a:lnTo>
                    <a:pt x="3897799" y="978018"/>
                  </a:lnTo>
                  <a:lnTo>
                    <a:pt x="3898460" y="986692"/>
                  </a:lnTo>
                  <a:lnTo>
                    <a:pt x="3899121" y="975176"/>
                  </a:lnTo>
                  <a:lnTo>
                    <a:pt x="3899781" y="969431"/>
                  </a:lnTo>
                  <a:lnTo>
                    <a:pt x="3900442" y="969498"/>
                  </a:lnTo>
                  <a:lnTo>
                    <a:pt x="3901102" y="977926"/>
                  </a:lnTo>
                  <a:lnTo>
                    <a:pt x="3901763" y="978937"/>
                  </a:lnTo>
                  <a:lnTo>
                    <a:pt x="3902423" y="982405"/>
                  </a:lnTo>
                  <a:lnTo>
                    <a:pt x="3903084" y="1011105"/>
                  </a:lnTo>
                  <a:lnTo>
                    <a:pt x="3903744" y="1019153"/>
                  </a:lnTo>
                  <a:lnTo>
                    <a:pt x="3904405" y="994794"/>
                  </a:lnTo>
                  <a:lnTo>
                    <a:pt x="3905065" y="975843"/>
                  </a:lnTo>
                  <a:lnTo>
                    <a:pt x="3905726" y="976481"/>
                  </a:lnTo>
                  <a:lnTo>
                    <a:pt x="3906386" y="988962"/>
                  </a:lnTo>
                  <a:lnTo>
                    <a:pt x="3907047" y="1004018"/>
                  </a:lnTo>
                  <a:lnTo>
                    <a:pt x="3907707" y="1006679"/>
                  </a:lnTo>
                  <a:lnTo>
                    <a:pt x="3908368" y="1010571"/>
                  </a:lnTo>
                  <a:lnTo>
                    <a:pt x="3909029" y="1007206"/>
                  </a:lnTo>
                  <a:lnTo>
                    <a:pt x="3909689" y="987397"/>
                  </a:lnTo>
                  <a:lnTo>
                    <a:pt x="3910350" y="979343"/>
                  </a:lnTo>
                  <a:lnTo>
                    <a:pt x="3911010" y="970720"/>
                  </a:lnTo>
                  <a:lnTo>
                    <a:pt x="3911671" y="981683"/>
                  </a:lnTo>
                  <a:lnTo>
                    <a:pt x="3912331" y="1012752"/>
                  </a:lnTo>
                  <a:lnTo>
                    <a:pt x="3912992" y="1021794"/>
                  </a:lnTo>
                  <a:lnTo>
                    <a:pt x="3913652" y="1004775"/>
                  </a:lnTo>
                  <a:lnTo>
                    <a:pt x="3914313" y="1018366"/>
                  </a:lnTo>
                  <a:lnTo>
                    <a:pt x="3914973" y="1019210"/>
                  </a:lnTo>
                  <a:lnTo>
                    <a:pt x="3915634" y="1024260"/>
                  </a:lnTo>
                  <a:lnTo>
                    <a:pt x="3916294" y="1007281"/>
                  </a:lnTo>
                  <a:lnTo>
                    <a:pt x="3916955" y="991296"/>
                  </a:lnTo>
                  <a:lnTo>
                    <a:pt x="3917615" y="989853"/>
                  </a:lnTo>
                  <a:lnTo>
                    <a:pt x="3918276" y="970393"/>
                  </a:lnTo>
                  <a:lnTo>
                    <a:pt x="3918936" y="968939"/>
                  </a:lnTo>
                  <a:lnTo>
                    <a:pt x="3919597" y="992558"/>
                  </a:lnTo>
                  <a:lnTo>
                    <a:pt x="3920258" y="977978"/>
                  </a:lnTo>
                  <a:lnTo>
                    <a:pt x="3920918" y="971479"/>
                  </a:lnTo>
                  <a:lnTo>
                    <a:pt x="3921579" y="993276"/>
                  </a:lnTo>
                  <a:lnTo>
                    <a:pt x="3922239" y="982849"/>
                  </a:lnTo>
                  <a:lnTo>
                    <a:pt x="3922900" y="969122"/>
                  </a:lnTo>
                  <a:lnTo>
                    <a:pt x="3923560" y="972087"/>
                  </a:lnTo>
                  <a:lnTo>
                    <a:pt x="3924221" y="955422"/>
                  </a:lnTo>
                  <a:lnTo>
                    <a:pt x="3924881" y="959968"/>
                  </a:lnTo>
                  <a:lnTo>
                    <a:pt x="3925542" y="954927"/>
                  </a:lnTo>
                  <a:lnTo>
                    <a:pt x="3926202" y="957922"/>
                  </a:lnTo>
                  <a:lnTo>
                    <a:pt x="3926863" y="952502"/>
                  </a:lnTo>
                  <a:lnTo>
                    <a:pt x="3927523" y="946810"/>
                  </a:lnTo>
                  <a:lnTo>
                    <a:pt x="3928184" y="956685"/>
                  </a:lnTo>
                  <a:lnTo>
                    <a:pt x="3928844" y="946599"/>
                  </a:lnTo>
                  <a:lnTo>
                    <a:pt x="3929505" y="946621"/>
                  </a:lnTo>
                  <a:lnTo>
                    <a:pt x="3930166" y="944460"/>
                  </a:lnTo>
                  <a:lnTo>
                    <a:pt x="3930826" y="946364"/>
                  </a:lnTo>
                  <a:lnTo>
                    <a:pt x="3931487" y="945787"/>
                  </a:lnTo>
                  <a:lnTo>
                    <a:pt x="3932147" y="947015"/>
                  </a:lnTo>
                  <a:lnTo>
                    <a:pt x="3932808" y="942967"/>
                  </a:lnTo>
                  <a:lnTo>
                    <a:pt x="3933468" y="942967"/>
                  </a:lnTo>
                  <a:lnTo>
                    <a:pt x="3934129" y="947015"/>
                  </a:lnTo>
                  <a:lnTo>
                    <a:pt x="3934789" y="941368"/>
                  </a:lnTo>
                  <a:lnTo>
                    <a:pt x="3935450" y="957029"/>
                  </a:lnTo>
                  <a:lnTo>
                    <a:pt x="3936110" y="965049"/>
                  </a:lnTo>
                  <a:lnTo>
                    <a:pt x="3936771" y="1000351"/>
                  </a:lnTo>
                  <a:lnTo>
                    <a:pt x="3937431" y="1000351"/>
                  </a:lnTo>
                  <a:lnTo>
                    <a:pt x="3938092" y="992162"/>
                  </a:lnTo>
                  <a:lnTo>
                    <a:pt x="3938752" y="972885"/>
                  </a:lnTo>
                  <a:lnTo>
                    <a:pt x="3939413" y="948204"/>
                  </a:lnTo>
                  <a:lnTo>
                    <a:pt x="3940074" y="964287"/>
                  </a:lnTo>
                  <a:lnTo>
                    <a:pt x="3940734" y="962268"/>
                  </a:lnTo>
                  <a:lnTo>
                    <a:pt x="3941395" y="960324"/>
                  </a:lnTo>
                  <a:lnTo>
                    <a:pt x="3942055" y="953534"/>
                  </a:lnTo>
                  <a:lnTo>
                    <a:pt x="3942716" y="970803"/>
                  </a:lnTo>
                  <a:lnTo>
                    <a:pt x="3943376" y="983935"/>
                  </a:lnTo>
                  <a:lnTo>
                    <a:pt x="3944037" y="975023"/>
                  </a:lnTo>
                  <a:lnTo>
                    <a:pt x="3944697" y="948493"/>
                  </a:lnTo>
                  <a:lnTo>
                    <a:pt x="3945358" y="948493"/>
                  </a:lnTo>
                  <a:lnTo>
                    <a:pt x="3946018" y="941406"/>
                  </a:lnTo>
                  <a:lnTo>
                    <a:pt x="3946679" y="941114"/>
                  </a:lnTo>
                  <a:lnTo>
                    <a:pt x="3947339" y="936333"/>
                  </a:lnTo>
                  <a:lnTo>
                    <a:pt x="3948000" y="942687"/>
                  </a:lnTo>
                  <a:lnTo>
                    <a:pt x="3948660" y="955107"/>
                  </a:lnTo>
                  <a:lnTo>
                    <a:pt x="3949321" y="946850"/>
                  </a:lnTo>
                  <a:lnTo>
                    <a:pt x="3949981" y="973819"/>
                  </a:lnTo>
                  <a:lnTo>
                    <a:pt x="3950642" y="990856"/>
                  </a:lnTo>
                  <a:lnTo>
                    <a:pt x="3951303" y="951434"/>
                  </a:lnTo>
                  <a:lnTo>
                    <a:pt x="3951963" y="936977"/>
                  </a:lnTo>
                  <a:lnTo>
                    <a:pt x="3952624" y="950112"/>
                  </a:lnTo>
                  <a:lnTo>
                    <a:pt x="3953284" y="958563"/>
                  </a:lnTo>
                  <a:lnTo>
                    <a:pt x="3953945" y="953782"/>
                  </a:lnTo>
                  <a:lnTo>
                    <a:pt x="3954605" y="954302"/>
                  </a:lnTo>
                  <a:lnTo>
                    <a:pt x="3955266" y="961046"/>
                  </a:lnTo>
                  <a:lnTo>
                    <a:pt x="3955926" y="952992"/>
                  </a:lnTo>
                  <a:lnTo>
                    <a:pt x="3956587" y="941251"/>
                  </a:lnTo>
                  <a:lnTo>
                    <a:pt x="3957247" y="929013"/>
                  </a:lnTo>
                  <a:lnTo>
                    <a:pt x="3957908" y="946081"/>
                  </a:lnTo>
                  <a:lnTo>
                    <a:pt x="3958568" y="962441"/>
                  </a:lnTo>
                  <a:lnTo>
                    <a:pt x="3959229" y="973053"/>
                  </a:lnTo>
                  <a:lnTo>
                    <a:pt x="3959889" y="935941"/>
                  </a:lnTo>
                  <a:lnTo>
                    <a:pt x="3960550" y="930848"/>
                  </a:lnTo>
                  <a:lnTo>
                    <a:pt x="3961211" y="930848"/>
                  </a:lnTo>
                  <a:lnTo>
                    <a:pt x="3961871" y="916925"/>
                  </a:lnTo>
                  <a:lnTo>
                    <a:pt x="3962532" y="920020"/>
                  </a:lnTo>
                  <a:lnTo>
                    <a:pt x="3963192" y="938087"/>
                  </a:lnTo>
                  <a:lnTo>
                    <a:pt x="3963853" y="927259"/>
                  </a:lnTo>
                  <a:lnTo>
                    <a:pt x="3964513" y="945662"/>
                  </a:lnTo>
                  <a:lnTo>
                    <a:pt x="3965174" y="928531"/>
                  </a:lnTo>
                  <a:lnTo>
                    <a:pt x="3965834" y="916653"/>
                  </a:lnTo>
                  <a:lnTo>
                    <a:pt x="3966495" y="946228"/>
                  </a:lnTo>
                  <a:lnTo>
                    <a:pt x="3967155" y="961488"/>
                  </a:lnTo>
                  <a:lnTo>
                    <a:pt x="3967816" y="961488"/>
                  </a:lnTo>
                  <a:lnTo>
                    <a:pt x="3968476" y="957575"/>
                  </a:lnTo>
                  <a:lnTo>
                    <a:pt x="3969137" y="957284"/>
                  </a:lnTo>
                  <a:lnTo>
                    <a:pt x="3969797" y="959676"/>
                  </a:lnTo>
                  <a:lnTo>
                    <a:pt x="3970458" y="971647"/>
                  </a:lnTo>
                  <a:lnTo>
                    <a:pt x="3971119" y="984236"/>
                  </a:lnTo>
                  <a:lnTo>
                    <a:pt x="3971779" y="1007250"/>
                  </a:lnTo>
                  <a:lnTo>
                    <a:pt x="3972440" y="1017492"/>
                  </a:lnTo>
                  <a:lnTo>
                    <a:pt x="3973100" y="1011099"/>
                  </a:lnTo>
                  <a:lnTo>
                    <a:pt x="3973761" y="993282"/>
                  </a:lnTo>
                  <a:lnTo>
                    <a:pt x="3974421" y="982143"/>
                  </a:lnTo>
                  <a:lnTo>
                    <a:pt x="3975082" y="977882"/>
                  </a:lnTo>
                  <a:lnTo>
                    <a:pt x="3975742" y="978730"/>
                  </a:lnTo>
                  <a:lnTo>
                    <a:pt x="3976403" y="992294"/>
                  </a:lnTo>
                  <a:lnTo>
                    <a:pt x="3977063" y="980491"/>
                  </a:lnTo>
                  <a:lnTo>
                    <a:pt x="3977724" y="986205"/>
                  </a:lnTo>
                  <a:lnTo>
                    <a:pt x="3978384" y="996659"/>
                  </a:lnTo>
                  <a:lnTo>
                    <a:pt x="3979045" y="1004938"/>
                  </a:lnTo>
                  <a:lnTo>
                    <a:pt x="3979705" y="1017028"/>
                  </a:lnTo>
                  <a:lnTo>
                    <a:pt x="3980366" y="1030170"/>
                  </a:lnTo>
                  <a:lnTo>
                    <a:pt x="3981027" y="1020376"/>
                  </a:lnTo>
                  <a:lnTo>
                    <a:pt x="3981687" y="1004679"/>
                  </a:lnTo>
                  <a:lnTo>
                    <a:pt x="3982348" y="1001507"/>
                  </a:lnTo>
                  <a:lnTo>
                    <a:pt x="3983008" y="1006701"/>
                  </a:lnTo>
                  <a:lnTo>
                    <a:pt x="3983669" y="1017463"/>
                  </a:lnTo>
                  <a:lnTo>
                    <a:pt x="3984329" y="1012260"/>
                  </a:lnTo>
                  <a:lnTo>
                    <a:pt x="3984990" y="992054"/>
                  </a:lnTo>
                  <a:lnTo>
                    <a:pt x="3985650" y="960270"/>
                  </a:lnTo>
                  <a:lnTo>
                    <a:pt x="3986311" y="956130"/>
                  </a:lnTo>
                  <a:lnTo>
                    <a:pt x="3986971" y="949843"/>
                  </a:lnTo>
                  <a:lnTo>
                    <a:pt x="3987632" y="948820"/>
                  </a:lnTo>
                  <a:lnTo>
                    <a:pt x="3988292" y="944924"/>
                  </a:lnTo>
                  <a:lnTo>
                    <a:pt x="3988953" y="944924"/>
                  </a:lnTo>
                  <a:lnTo>
                    <a:pt x="3989613" y="944924"/>
                  </a:lnTo>
                  <a:lnTo>
                    <a:pt x="3990274" y="944924"/>
                  </a:lnTo>
                  <a:lnTo>
                    <a:pt x="3990934" y="952677"/>
                  </a:lnTo>
                  <a:lnTo>
                    <a:pt x="3991595" y="988695"/>
                  </a:lnTo>
                  <a:lnTo>
                    <a:pt x="3992256" y="966053"/>
                  </a:lnTo>
                  <a:lnTo>
                    <a:pt x="3992916" y="971242"/>
                  </a:lnTo>
                  <a:lnTo>
                    <a:pt x="3993577" y="943021"/>
                  </a:lnTo>
                  <a:lnTo>
                    <a:pt x="3994237" y="948461"/>
                  </a:lnTo>
                  <a:lnTo>
                    <a:pt x="3994898" y="948201"/>
                  </a:lnTo>
                  <a:lnTo>
                    <a:pt x="3995558" y="960033"/>
                  </a:lnTo>
                  <a:lnTo>
                    <a:pt x="3996219" y="943368"/>
                  </a:lnTo>
                  <a:lnTo>
                    <a:pt x="3996879" y="918617"/>
                  </a:lnTo>
                  <a:lnTo>
                    <a:pt x="3997540" y="934605"/>
                  </a:lnTo>
                  <a:lnTo>
                    <a:pt x="3998200" y="914528"/>
                  </a:lnTo>
                  <a:lnTo>
                    <a:pt x="3998861" y="913360"/>
                  </a:lnTo>
                  <a:lnTo>
                    <a:pt x="3999521" y="945107"/>
                  </a:lnTo>
                  <a:lnTo>
                    <a:pt x="4000182" y="951299"/>
                  </a:lnTo>
                  <a:lnTo>
                    <a:pt x="4000842" y="958512"/>
                  </a:lnTo>
                  <a:lnTo>
                    <a:pt x="4001503" y="961643"/>
                  </a:lnTo>
                  <a:lnTo>
                    <a:pt x="4002164" y="975685"/>
                  </a:lnTo>
                  <a:lnTo>
                    <a:pt x="4002824" y="983087"/>
                  </a:lnTo>
                  <a:lnTo>
                    <a:pt x="4003485" y="996555"/>
                  </a:lnTo>
                  <a:lnTo>
                    <a:pt x="4004145" y="986638"/>
                  </a:lnTo>
                  <a:lnTo>
                    <a:pt x="4004806" y="973761"/>
                  </a:lnTo>
                  <a:lnTo>
                    <a:pt x="4005466" y="967514"/>
                  </a:lnTo>
                  <a:lnTo>
                    <a:pt x="4006127" y="954675"/>
                  </a:lnTo>
                  <a:lnTo>
                    <a:pt x="4006787" y="954037"/>
                  </a:lnTo>
                  <a:lnTo>
                    <a:pt x="4007448" y="948996"/>
                  </a:lnTo>
                  <a:lnTo>
                    <a:pt x="4008108" y="942042"/>
                  </a:lnTo>
                  <a:lnTo>
                    <a:pt x="4008769" y="927159"/>
                  </a:lnTo>
                  <a:lnTo>
                    <a:pt x="4009429" y="946175"/>
                  </a:lnTo>
                  <a:lnTo>
                    <a:pt x="4010090" y="953446"/>
                  </a:lnTo>
                  <a:lnTo>
                    <a:pt x="4010750" y="956006"/>
                  </a:lnTo>
                  <a:lnTo>
                    <a:pt x="4011411" y="981206"/>
                  </a:lnTo>
                  <a:lnTo>
                    <a:pt x="4012072" y="973009"/>
                  </a:lnTo>
                  <a:lnTo>
                    <a:pt x="4012732" y="958974"/>
                  </a:lnTo>
                  <a:lnTo>
                    <a:pt x="4013393" y="934206"/>
                  </a:lnTo>
                  <a:lnTo>
                    <a:pt x="4014053" y="955855"/>
                  </a:lnTo>
                  <a:lnTo>
                    <a:pt x="4014714" y="998370"/>
                  </a:lnTo>
                  <a:lnTo>
                    <a:pt x="4015374" y="966069"/>
                  </a:lnTo>
                  <a:lnTo>
                    <a:pt x="4016035" y="936077"/>
                  </a:lnTo>
                  <a:lnTo>
                    <a:pt x="4016695" y="917061"/>
                  </a:lnTo>
                  <a:lnTo>
                    <a:pt x="4017356" y="930984"/>
                  </a:lnTo>
                  <a:lnTo>
                    <a:pt x="4018016" y="930984"/>
                  </a:lnTo>
                  <a:lnTo>
                    <a:pt x="4018677" y="936077"/>
                  </a:lnTo>
                  <a:lnTo>
                    <a:pt x="4019337" y="941250"/>
                  </a:lnTo>
                  <a:lnTo>
                    <a:pt x="4019998" y="938615"/>
                  </a:lnTo>
                  <a:lnTo>
                    <a:pt x="4020658" y="938615"/>
                  </a:lnTo>
                  <a:lnTo>
                    <a:pt x="4021319" y="931963"/>
                  </a:lnTo>
                  <a:lnTo>
                    <a:pt x="4021979" y="958739"/>
                  </a:lnTo>
                  <a:lnTo>
                    <a:pt x="4022640" y="986708"/>
                  </a:lnTo>
                  <a:lnTo>
                    <a:pt x="4023301" y="989989"/>
                  </a:lnTo>
                  <a:lnTo>
                    <a:pt x="4023961" y="978201"/>
                  </a:lnTo>
                  <a:lnTo>
                    <a:pt x="4024622" y="973367"/>
                  </a:lnTo>
                  <a:lnTo>
                    <a:pt x="4025282" y="981598"/>
                  </a:lnTo>
                  <a:lnTo>
                    <a:pt x="4025943" y="971352"/>
                  </a:lnTo>
                  <a:lnTo>
                    <a:pt x="4026603" y="966964"/>
                  </a:lnTo>
                  <a:lnTo>
                    <a:pt x="4027264" y="959579"/>
                  </a:lnTo>
                  <a:lnTo>
                    <a:pt x="4027924" y="935963"/>
                  </a:lnTo>
                  <a:lnTo>
                    <a:pt x="4028585" y="944554"/>
                  </a:lnTo>
                  <a:lnTo>
                    <a:pt x="4029245" y="951624"/>
                  </a:lnTo>
                  <a:lnTo>
                    <a:pt x="4029906" y="959579"/>
                  </a:lnTo>
                  <a:lnTo>
                    <a:pt x="4030566" y="968359"/>
                  </a:lnTo>
                  <a:lnTo>
                    <a:pt x="4031227" y="981598"/>
                  </a:lnTo>
                  <a:lnTo>
                    <a:pt x="4031887" y="983779"/>
                  </a:lnTo>
                  <a:lnTo>
                    <a:pt x="4032548" y="954012"/>
                  </a:lnTo>
                  <a:lnTo>
                    <a:pt x="4033209" y="955660"/>
                  </a:lnTo>
                  <a:lnTo>
                    <a:pt x="4033869" y="950327"/>
                  </a:lnTo>
                  <a:lnTo>
                    <a:pt x="4034530" y="941082"/>
                  </a:lnTo>
                  <a:lnTo>
                    <a:pt x="4035190" y="937525"/>
                  </a:lnTo>
                  <a:lnTo>
                    <a:pt x="4035851" y="911987"/>
                  </a:lnTo>
                  <a:lnTo>
                    <a:pt x="4036511" y="922815"/>
                  </a:lnTo>
                  <a:lnTo>
                    <a:pt x="4037172" y="952809"/>
                  </a:lnTo>
                  <a:lnTo>
                    <a:pt x="4037832" y="966385"/>
                  </a:lnTo>
                  <a:lnTo>
                    <a:pt x="4038493" y="950092"/>
                  </a:lnTo>
                  <a:lnTo>
                    <a:pt x="4039153" y="946896"/>
                  </a:lnTo>
                  <a:lnTo>
                    <a:pt x="4039814" y="932210"/>
                  </a:lnTo>
                  <a:lnTo>
                    <a:pt x="4040474" y="944613"/>
                  </a:lnTo>
                  <a:lnTo>
                    <a:pt x="4041135" y="979365"/>
                  </a:lnTo>
                  <a:lnTo>
                    <a:pt x="4041795" y="962842"/>
                  </a:lnTo>
                  <a:lnTo>
                    <a:pt x="4042456" y="956302"/>
                  </a:lnTo>
                  <a:lnTo>
                    <a:pt x="4043117" y="978730"/>
                  </a:lnTo>
                  <a:lnTo>
                    <a:pt x="4043777" y="972208"/>
                  </a:lnTo>
                  <a:lnTo>
                    <a:pt x="4044438" y="966187"/>
                  </a:lnTo>
                  <a:lnTo>
                    <a:pt x="4045098" y="943794"/>
                  </a:lnTo>
                  <a:lnTo>
                    <a:pt x="4045759" y="948627"/>
                  </a:lnTo>
                  <a:lnTo>
                    <a:pt x="4046419" y="924363"/>
                  </a:lnTo>
                  <a:lnTo>
                    <a:pt x="4047080" y="907699"/>
                  </a:lnTo>
                  <a:lnTo>
                    <a:pt x="4047740" y="910762"/>
                  </a:lnTo>
                  <a:lnTo>
                    <a:pt x="4048401" y="885183"/>
                  </a:lnTo>
                  <a:lnTo>
                    <a:pt x="4049061" y="841387"/>
                  </a:lnTo>
                  <a:lnTo>
                    <a:pt x="4049722" y="841387"/>
                  </a:lnTo>
                  <a:lnTo>
                    <a:pt x="4050382" y="826603"/>
                  </a:lnTo>
                  <a:lnTo>
                    <a:pt x="4051043" y="826603"/>
                  </a:lnTo>
                  <a:lnTo>
                    <a:pt x="4051703" y="826603"/>
                  </a:lnTo>
                  <a:lnTo>
                    <a:pt x="4052364" y="852027"/>
                  </a:lnTo>
                  <a:lnTo>
                    <a:pt x="4053025" y="842018"/>
                  </a:lnTo>
                  <a:lnTo>
                    <a:pt x="4053685" y="829860"/>
                  </a:lnTo>
                  <a:lnTo>
                    <a:pt x="4054346" y="824718"/>
                  </a:lnTo>
                  <a:lnTo>
                    <a:pt x="4055006" y="824530"/>
                  </a:lnTo>
                  <a:lnTo>
                    <a:pt x="4055667" y="850141"/>
                  </a:lnTo>
                  <a:lnTo>
                    <a:pt x="4056327" y="888390"/>
                  </a:lnTo>
                  <a:lnTo>
                    <a:pt x="4056988" y="869099"/>
                  </a:lnTo>
                  <a:lnTo>
                    <a:pt x="4057648" y="879927"/>
                  </a:lnTo>
                  <a:lnTo>
                    <a:pt x="4058309" y="899671"/>
                  </a:lnTo>
                  <a:lnTo>
                    <a:pt x="4058969" y="878225"/>
                  </a:lnTo>
                  <a:lnTo>
                    <a:pt x="4059630" y="880134"/>
                  </a:lnTo>
                  <a:lnTo>
                    <a:pt x="4060290" y="866839"/>
                  </a:lnTo>
                  <a:lnTo>
                    <a:pt x="4060951" y="906454"/>
                  </a:lnTo>
                  <a:lnTo>
                    <a:pt x="4061611" y="923508"/>
                  </a:lnTo>
                  <a:lnTo>
                    <a:pt x="4062272" y="870867"/>
                  </a:lnTo>
                  <a:lnTo>
                    <a:pt x="4062932" y="900079"/>
                  </a:lnTo>
                  <a:lnTo>
                    <a:pt x="4063593" y="948985"/>
                  </a:lnTo>
                  <a:lnTo>
                    <a:pt x="4064254" y="899265"/>
                  </a:lnTo>
                  <a:lnTo>
                    <a:pt x="4064914" y="884868"/>
                  </a:lnTo>
                  <a:lnTo>
                    <a:pt x="4065575" y="902505"/>
                  </a:lnTo>
                  <a:lnTo>
                    <a:pt x="4066235" y="911326"/>
                  </a:lnTo>
                  <a:lnTo>
                    <a:pt x="4066896" y="915001"/>
                  </a:lnTo>
                  <a:lnTo>
                    <a:pt x="4067556" y="917642"/>
                  </a:lnTo>
                  <a:lnTo>
                    <a:pt x="4068217" y="911667"/>
                  </a:lnTo>
                  <a:lnTo>
                    <a:pt x="4068877" y="914470"/>
                  </a:lnTo>
                  <a:lnTo>
                    <a:pt x="4069538" y="905750"/>
                  </a:lnTo>
                  <a:lnTo>
                    <a:pt x="4070198" y="906164"/>
                  </a:lnTo>
                  <a:lnTo>
                    <a:pt x="4070859" y="900635"/>
                  </a:lnTo>
                  <a:lnTo>
                    <a:pt x="4071519" y="919353"/>
                  </a:lnTo>
                  <a:lnTo>
                    <a:pt x="4072180" y="905860"/>
                  </a:lnTo>
                  <a:lnTo>
                    <a:pt x="4072840" y="894867"/>
                  </a:lnTo>
                  <a:lnTo>
                    <a:pt x="4073501" y="904212"/>
                  </a:lnTo>
                  <a:lnTo>
                    <a:pt x="4074162" y="877216"/>
                  </a:lnTo>
                  <a:lnTo>
                    <a:pt x="4074822" y="873806"/>
                  </a:lnTo>
                  <a:lnTo>
                    <a:pt x="4075483" y="881731"/>
                  </a:lnTo>
                  <a:lnTo>
                    <a:pt x="4076143" y="903860"/>
                  </a:lnTo>
                  <a:lnTo>
                    <a:pt x="4076804" y="887356"/>
                  </a:lnTo>
                  <a:lnTo>
                    <a:pt x="4077464" y="860283"/>
                  </a:lnTo>
                  <a:lnTo>
                    <a:pt x="4078125" y="798187"/>
                  </a:lnTo>
                  <a:lnTo>
                    <a:pt x="4078785" y="782412"/>
                  </a:lnTo>
                  <a:lnTo>
                    <a:pt x="4079446" y="757888"/>
                  </a:lnTo>
                  <a:lnTo>
                    <a:pt x="4080106" y="706266"/>
                  </a:lnTo>
                  <a:lnTo>
                    <a:pt x="4080767" y="684053"/>
                  </a:lnTo>
                  <a:lnTo>
                    <a:pt x="4081427" y="680009"/>
                  </a:lnTo>
                  <a:lnTo>
                    <a:pt x="4082088" y="684053"/>
                  </a:lnTo>
                  <a:lnTo>
                    <a:pt x="4082748" y="700106"/>
                  </a:lnTo>
                  <a:lnTo>
                    <a:pt x="4083409" y="715803"/>
                  </a:lnTo>
                  <a:lnTo>
                    <a:pt x="4084070" y="707808"/>
                  </a:lnTo>
                  <a:lnTo>
                    <a:pt x="4084730" y="724786"/>
                  </a:lnTo>
                  <a:lnTo>
                    <a:pt x="4085391" y="759571"/>
                  </a:lnTo>
                  <a:lnTo>
                    <a:pt x="4086051" y="766465"/>
                  </a:lnTo>
                  <a:lnTo>
                    <a:pt x="4086712" y="761838"/>
                  </a:lnTo>
                  <a:lnTo>
                    <a:pt x="4087372" y="770071"/>
                  </a:lnTo>
                  <a:lnTo>
                    <a:pt x="4088033" y="808505"/>
                  </a:lnTo>
                  <a:lnTo>
                    <a:pt x="4088693" y="826152"/>
                  </a:lnTo>
                  <a:lnTo>
                    <a:pt x="4089354" y="864171"/>
                  </a:lnTo>
                  <a:lnTo>
                    <a:pt x="4090014" y="889685"/>
                  </a:lnTo>
                  <a:lnTo>
                    <a:pt x="4090675" y="891433"/>
                  </a:lnTo>
                  <a:lnTo>
                    <a:pt x="4091335" y="916572"/>
                  </a:lnTo>
                  <a:lnTo>
                    <a:pt x="4091996" y="964671"/>
                  </a:lnTo>
                  <a:lnTo>
                    <a:pt x="4092656" y="936810"/>
                  </a:lnTo>
                  <a:lnTo>
                    <a:pt x="4093317" y="971198"/>
                  </a:lnTo>
                  <a:lnTo>
                    <a:pt x="4093977" y="950010"/>
                  </a:lnTo>
                  <a:lnTo>
                    <a:pt x="4094638" y="890682"/>
                  </a:lnTo>
                  <a:lnTo>
                    <a:pt x="4095299" y="898634"/>
                  </a:lnTo>
                  <a:lnTo>
                    <a:pt x="4095959" y="901772"/>
                  </a:lnTo>
                  <a:lnTo>
                    <a:pt x="4096620" y="917927"/>
                  </a:lnTo>
                  <a:lnTo>
                    <a:pt x="4097280" y="908018"/>
                  </a:lnTo>
                  <a:lnTo>
                    <a:pt x="4097941" y="913509"/>
                  </a:lnTo>
                  <a:lnTo>
                    <a:pt x="4098601" y="912014"/>
                  </a:lnTo>
                  <a:lnTo>
                    <a:pt x="4099262" y="920444"/>
                  </a:lnTo>
                  <a:lnTo>
                    <a:pt x="4099922" y="931923"/>
                  </a:lnTo>
                  <a:lnTo>
                    <a:pt x="4100583" y="938188"/>
                  </a:lnTo>
                  <a:lnTo>
                    <a:pt x="4101243" y="926309"/>
                  </a:lnTo>
                  <a:lnTo>
                    <a:pt x="4101904" y="912001"/>
                  </a:lnTo>
                  <a:lnTo>
                    <a:pt x="4102564" y="920190"/>
                  </a:lnTo>
                  <a:lnTo>
                    <a:pt x="4103225" y="923534"/>
                  </a:lnTo>
                  <a:lnTo>
                    <a:pt x="4103885" y="927661"/>
                  </a:lnTo>
                  <a:lnTo>
                    <a:pt x="4104546" y="923948"/>
                  </a:lnTo>
                  <a:lnTo>
                    <a:pt x="4105207" y="909912"/>
                  </a:lnTo>
                  <a:lnTo>
                    <a:pt x="4105867" y="911529"/>
                  </a:lnTo>
                  <a:lnTo>
                    <a:pt x="4106528" y="923698"/>
                  </a:lnTo>
                  <a:lnTo>
                    <a:pt x="4107188" y="942804"/>
                  </a:lnTo>
                  <a:lnTo>
                    <a:pt x="4107849" y="934459"/>
                  </a:lnTo>
                  <a:lnTo>
                    <a:pt x="4108509" y="932416"/>
                  </a:lnTo>
                  <a:lnTo>
                    <a:pt x="4109170" y="944760"/>
                  </a:lnTo>
                  <a:lnTo>
                    <a:pt x="4109830" y="944469"/>
                  </a:lnTo>
                  <a:lnTo>
                    <a:pt x="4110491" y="961517"/>
                  </a:lnTo>
                  <a:lnTo>
                    <a:pt x="4111151" y="977449"/>
                  </a:lnTo>
                  <a:lnTo>
                    <a:pt x="4111812" y="947172"/>
                  </a:lnTo>
                  <a:lnTo>
                    <a:pt x="4112472" y="934319"/>
                  </a:lnTo>
                  <a:lnTo>
                    <a:pt x="4113133" y="944193"/>
                  </a:lnTo>
                  <a:lnTo>
                    <a:pt x="4113793" y="942805"/>
                  </a:lnTo>
                  <a:lnTo>
                    <a:pt x="4114454" y="928771"/>
                  </a:lnTo>
                  <a:lnTo>
                    <a:pt x="4115115" y="923678"/>
                  </a:lnTo>
                  <a:lnTo>
                    <a:pt x="4115775" y="929600"/>
                  </a:lnTo>
                  <a:lnTo>
                    <a:pt x="4116436" y="934382"/>
                  </a:lnTo>
                  <a:lnTo>
                    <a:pt x="4117096" y="929600"/>
                  </a:lnTo>
                  <a:lnTo>
                    <a:pt x="4117757" y="924507"/>
                  </a:lnTo>
                  <a:lnTo>
                    <a:pt x="4118417" y="927354"/>
                  </a:lnTo>
                  <a:lnTo>
                    <a:pt x="4119078" y="927354"/>
                  </a:lnTo>
                  <a:lnTo>
                    <a:pt x="4119738" y="922520"/>
                  </a:lnTo>
                  <a:lnTo>
                    <a:pt x="4120399" y="908989"/>
                  </a:lnTo>
                  <a:lnTo>
                    <a:pt x="4121059" y="909643"/>
                  </a:lnTo>
                  <a:lnTo>
                    <a:pt x="4121720" y="911763"/>
                  </a:lnTo>
                  <a:lnTo>
                    <a:pt x="4122380" y="925294"/>
                  </a:lnTo>
                  <a:lnTo>
                    <a:pt x="4123041" y="930985"/>
                  </a:lnTo>
                  <a:lnTo>
                    <a:pt x="4123701" y="924664"/>
                  </a:lnTo>
                  <a:lnTo>
                    <a:pt x="4124362" y="933300"/>
                  </a:lnTo>
                  <a:lnTo>
                    <a:pt x="4125023" y="926304"/>
                  </a:lnTo>
                  <a:lnTo>
                    <a:pt x="4125683" y="915416"/>
                  </a:lnTo>
                  <a:lnTo>
                    <a:pt x="4126344" y="915453"/>
                  </a:lnTo>
                  <a:lnTo>
                    <a:pt x="4127004" y="921513"/>
                  </a:lnTo>
                  <a:lnTo>
                    <a:pt x="4127665" y="909184"/>
                  </a:lnTo>
                  <a:lnTo>
                    <a:pt x="4128325" y="904678"/>
                  </a:lnTo>
                  <a:lnTo>
                    <a:pt x="4128986" y="904678"/>
                  </a:lnTo>
                  <a:lnTo>
                    <a:pt x="4129646" y="859934"/>
                  </a:lnTo>
                  <a:lnTo>
                    <a:pt x="4130307" y="859934"/>
                  </a:lnTo>
                  <a:lnTo>
                    <a:pt x="4130967" y="860122"/>
                  </a:lnTo>
                  <a:lnTo>
                    <a:pt x="4131628" y="860122"/>
                  </a:lnTo>
                  <a:lnTo>
                    <a:pt x="4132288" y="860122"/>
                  </a:lnTo>
                  <a:lnTo>
                    <a:pt x="4132949" y="860122"/>
                  </a:lnTo>
                  <a:lnTo>
                    <a:pt x="4133609" y="865264"/>
                  </a:lnTo>
                  <a:lnTo>
                    <a:pt x="4134270" y="865264"/>
                  </a:lnTo>
                  <a:lnTo>
                    <a:pt x="4134930" y="865264"/>
                  </a:lnTo>
                  <a:lnTo>
                    <a:pt x="4135591" y="860122"/>
                  </a:lnTo>
                  <a:lnTo>
                    <a:pt x="4136252" y="865264"/>
                  </a:lnTo>
                  <a:lnTo>
                    <a:pt x="4136912" y="874905"/>
                  </a:lnTo>
                  <a:lnTo>
                    <a:pt x="4137573" y="874905"/>
                  </a:lnTo>
                  <a:lnTo>
                    <a:pt x="4138233" y="885545"/>
                  </a:lnTo>
                  <a:lnTo>
                    <a:pt x="4138894" y="885545"/>
                  </a:lnTo>
                  <a:lnTo>
                    <a:pt x="4139554" y="859934"/>
                  </a:lnTo>
                  <a:lnTo>
                    <a:pt x="4140215" y="874717"/>
                  </a:lnTo>
                  <a:lnTo>
                    <a:pt x="4140875" y="935847"/>
                  </a:lnTo>
                  <a:lnTo>
                    <a:pt x="4141536" y="935299"/>
                  </a:lnTo>
                  <a:lnTo>
                    <a:pt x="4142196" y="949037"/>
                  </a:lnTo>
                  <a:lnTo>
                    <a:pt x="4142857" y="984152"/>
                  </a:lnTo>
                  <a:lnTo>
                    <a:pt x="4143517" y="1004607"/>
                  </a:lnTo>
                  <a:lnTo>
                    <a:pt x="4144178" y="961696"/>
                  </a:lnTo>
                  <a:lnTo>
                    <a:pt x="4144838" y="945313"/>
                  </a:lnTo>
                  <a:lnTo>
                    <a:pt x="4145499" y="947531"/>
                  </a:lnTo>
                  <a:lnTo>
                    <a:pt x="4146160" y="953171"/>
                  </a:lnTo>
                  <a:lnTo>
                    <a:pt x="4146820" y="955366"/>
                  </a:lnTo>
                  <a:lnTo>
                    <a:pt x="4147481" y="962565"/>
                  </a:lnTo>
                  <a:lnTo>
                    <a:pt x="4148141" y="950941"/>
                  </a:lnTo>
                  <a:lnTo>
                    <a:pt x="4148802" y="951089"/>
                  </a:lnTo>
                  <a:lnTo>
                    <a:pt x="4149462" y="957885"/>
                  </a:lnTo>
                  <a:lnTo>
                    <a:pt x="4150123" y="991229"/>
                  </a:lnTo>
                  <a:lnTo>
                    <a:pt x="4150783" y="987761"/>
                  </a:lnTo>
                  <a:lnTo>
                    <a:pt x="4151444" y="980320"/>
                  </a:lnTo>
                  <a:lnTo>
                    <a:pt x="4152104" y="994170"/>
                  </a:lnTo>
                  <a:lnTo>
                    <a:pt x="4152765" y="988201"/>
                  </a:lnTo>
                  <a:lnTo>
                    <a:pt x="4153425" y="987104"/>
                  </a:lnTo>
                  <a:lnTo>
                    <a:pt x="4154086" y="1024226"/>
                  </a:lnTo>
                  <a:lnTo>
                    <a:pt x="4154746" y="1039135"/>
                  </a:lnTo>
                  <a:lnTo>
                    <a:pt x="4155407" y="1005609"/>
                  </a:lnTo>
                  <a:lnTo>
                    <a:pt x="4156068" y="1009707"/>
                  </a:lnTo>
                  <a:lnTo>
                    <a:pt x="4156728" y="986304"/>
                  </a:lnTo>
                  <a:lnTo>
                    <a:pt x="4157389" y="989202"/>
                  </a:lnTo>
                  <a:lnTo>
                    <a:pt x="4158049" y="996268"/>
                  </a:lnTo>
                  <a:lnTo>
                    <a:pt x="4158710" y="1006863"/>
                  </a:lnTo>
                  <a:lnTo>
                    <a:pt x="4159370" y="999447"/>
                  </a:lnTo>
                  <a:lnTo>
                    <a:pt x="4160031" y="1000699"/>
                  </a:lnTo>
                  <a:lnTo>
                    <a:pt x="4160691" y="999231"/>
                  </a:lnTo>
                  <a:lnTo>
                    <a:pt x="4161352" y="1004553"/>
                  </a:lnTo>
                  <a:lnTo>
                    <a:pt x="4162012" y="1023845"/>
                  </a:lnTo>
                  <a:lnTo>
                    <a:pt x="4162673" y="1005483"/>
                  </a:lnTo>
                  <a:lnTo>
                    <a:pt x="4163333" y="995857"/>
                  </a:lnTo>
                  <a:lnTo>
                    <a:pt x="4163994" y="993618"/>
                  </a:lnTo>
                  <a:lnTo>
                    <a:pt x="4164654" y="991436"/>
                  </a:lnTo>
                  <a:lnTo>
                    <a:pt x="4165315" y="987635"/>
                  </a:lnTo>
                  <a:lnTo>
                    <a:pt x="4165975" y="975646"/>
                  </a:lnTo>
                  <a:lnTo>
                    <a:pt x="4166636" y="991065"/>
                  </a:lnTo>
                  <a:lnTo>
                    <a:pt x="4167297" y="1030562"/>
                  </a:lnTo>
                  <a:lnTo>
                    <a:pt x="4167957" y="1023032"/>
                  </a:lnTo>
                  <a:lnTo>
                    <a:pt x="4168618" y="1016891"/>
                  </a:lnTo>
                  <a:lnTo>
                    <a:pt x="4169278" y="1023026"/>
                  </a:lnTo>
                  <a:lnTo>
                    <a:pt x="4169939" y="1027008"/>
                  </a:lnTo>
                  <a:lnTo>
                    <a:pt x="4170599" y="1019818"/>
                  </a:lnTo>
                  <a:lnTo>
                    <a:pt x="4171260" y="997315"/>
                  </a:lnTo>
                  <a:lnTo>
                    <a:pt x="4171920" y="1002488"/>
                  </a:lnTo>
                  <a:lnTo>
                    <a:pt x="4172581" y="1002141"/>
                  </a:lnTo>
                  <a:lnTo>
                    <a:pt x="4173241" y="992246"/>
                  </a:lnTo>
                  <a:lnTo>
                    <a:pt x="4173902" y="992203"/>
                  </a:lnTo>
                  <a:lnTo>
                    <a:pt x="4174562" y="995600"/>
                  </a:lnTo>
                  <a:lnTo>
                    <a:pt x="4175223" y="1009828"/>
                  </a:lnTo>
                  <a:lnTo>
                    <a:pt x="4175883" y="1024958"/>
                  </a:lnTo>
                  <a:lnTo>
                    <a:pt x="4176544" y="983018"/>
                  </a:lnTo>
                  <a:lnTo>
                    <a:pt x="4177205" y="991421"/>
                  </a:lnTo>
                  <a:lnTo>
                    <a:pt x="4177865" y="1011304"/>
                  </a:lnTo>
                  <a:lnTo>
                    <a:pt x="4178526" y="999367"/>
                  </a:lnTo>
                  <a:lnTo>
                    <a:pt x="4179186" y="977793"/>
                  </a:lnTo>
                  <a:lnTo>
                    <a:pt x="4179847" y="980393"/>
                  </a:lnTo>
                  <a:lnTo>
                    <a:pt x="4180507" y="980353"/>
                  </a:lnTo>
                  <a:lnTo>
                    <a:pt x="4181168" y="987609"/>
                  </a:lnTo>
                  <a:lnTo>
                    <a:pt x="4181828" y="954995"/>
                  </a:lnTo>
                  <a:lnTo>
                    <a:pt x="4182489" y="932474"/>
                  </a:lnTo>
                  <a:lnTo>
                    <a:pt x="4183149" y="951374"/>
                  </a:lnTo>
                  <a:lnTo>
                    <a:pt x="4183810" y="958611"/>
                  </a:lnTo>
                  <a:lnTo>
                    <a:pt x="4184470" y="961986"/>
                  </a:lnTo>
                  <a:lnTo>
                    <a:pt x="4185131" y="948951"/>
                  </a:lnTo>
                  <a:lnTo>
                    <a:pt x="4185791" y="935284"/>
                  </a:lnTo>
                  <a:lnTo>
                    <a:pt x="4186452" y="914477"/>
                  </a:lnTo>
                  <a:lnTo>
                    <a:pt x="4187113" y="910950"/>
                  </a:lnTo>
                  <a:lnTo>
                    <a:pt x="4187773" y="925995"/>
                  </a:lnTo>
                  <a:lnTo>
                    <a:pt x="4188434" y="967319"/>
                  </a:lnTo>
                  <a:lnTo>
                    <a:pt x="4189094" y="954210"/>
                  </a:lnTo>
                  <a:lnTo>
                    <a:pt x="4189755" y="954473"/>
                  </a:lnTo>
                  <a:lnTo>
                    <a:pt x="4190415" y="839929"/>
                  </a:lnTo>
                  <a:lnTo>
                    <a:pt x="4191076" y="798344"/>
                  </a:lnTo>
                  <a:lnTo>
                    <a:pt x="4191736" y="794620"/>
                  </a:lnTo>
                  <a:lnTo>
                    <a:pt x="4192397" y="792711"/>
                  </a:lnTo>
                  <a:lnTo>
                    <a:pt x="4193057" y="790535"/>
                  </a:lnTo>
                  <a:lnTo>
                    <a:pt x="4193718" y="788063"/>
                  </a:lnTo>
                  <a:lnTo>
                    <a:pt x="4194378" y="788723"/>
                  </a:lnTo>
                  <a:lnTo>
                    <a:pt x="4195039" y="788723"/>
                  </a:lnTo>
                  <a:lnTo>
                    <a:pt x="4195699" y="793371"/>
                  </a:lnTo>
                  <a:lnTo>
                    <a:pt x="4196360" y="788977"/>
                  </a:lnTo>
                  <a:lnTo>
                    <a:pt x="4197021" y="788977"/>
                  </a:lnTo>
                  <a:lnTo>
                    <a:pt x="4197681" y="792391"/>
                  </a:lnTo>
                  <a:lnTo>
                    <a:pt x="4198342" y="827544"/>
                  </a:lnTo>
                  <a:lnTo>
                    <a:pt x="4199002" y="843398"/>
                  </a:lnTo>
                  <a:lnTo>
                    <a:pt x="4199663" y="851245"/>
                  </a:lnTo>
                  <a:lnTo>
                    <a:pt x="4200323" y="872531"/>
                  </a:lnTo>
                  <a:lnTo>
                    <a:pt x="4200984" y="848237"/>
                  </a:lnTo>
                  <a:lnTo>
                    <a:pt x="4201644" y="828193"/>
                  </a:lnTo>
                  <a:lnTo>
                    <a:pt x="4202305" y="784991"/>
                  </a:lnTo>
                  <a:lnTo>
                    <a:pt x="4202965" y="756795"/>
                  </a:lnTo>
                  <a:lnTo>
                    <a:pt x="4203626" y="757534"/>
                  </a:lnTo>
                  <a:lnTo>
                    <a:pt x="4204286" y="849927"/>
                  </a:lnTo>
                  <a:lnTo>
                    <a:pt x="4204947" y="780439"/>
                  </a:lnTo>
                  <a:lnTo>
                    <a:pt x="4205607" y="753272"/>
                  </a:lnTo>
                  <a:lnTo>
                    <a:pt x="4206268" y="764101"/>
                  </a:lnTo>
                  <a:lnTo>
                    <a:pt x="4206928" y="791713"/>
                  </a:lnTo>
                  <a:lnTo>
                    <a:pt x="4207589" y="797584"/>
                  </a:lnTo>
                  <a:lnTo>
                    <a:pt x="4208250" y="789822"/>
                  </a:lnTo>
                  <a:lnTo>
                    <a:pt x="4208910" y="815529"/>
                  </a:lnTo>
                  <a:lnTo>
                    <a:pt x="4209571" y="854435"/>
                  </a:lnTo>
                  <a:lnTo>
                    <a:pt x="4210231" y="849995"/>
                  </a:lnTo>
                  <a:lnTo>
                    <a:pt x="4210892" y="856209"/>
                  </a:lnTo>
                  <a:lnTo>
                    <a:pt x="4211552" y="857413"/>
                  </a:lnTo>
                  <a:lnTo>
                    <a:pt x="4212213" y="827733"/>
                  </a:lnTo>
                  <a:lnTo>
                    <a:pt x="4212873" y="828103"/>
                  </a:lnTo>
                  <a:lnTo>
                    <a:pt x="4213534" y="832626"/>
                  </a:lnTo>
                  <a:lnTo>
                    <a:pt x="4214194" y="855775"/>
                  </a:lnTo>
                  <a:lnTo>
                    <a:pt x="4214855" y="898328"/>
                  </a:lnTo>
                  <a:lnTo>
                    <a:pt x="4215515" y="935804"/>
                  </a:lnTo>
                  <a:lnTo>
                    <a:pt x="4216176" y="948099"/>
                  </a:lnTo>
                  <a:lnTo>
                    <a:pt x="4216836" y="977305"/>
                  </a:lnTo>
                  <a:lnTo>
                    <a:pt x="4217497" y="963593"/>
                  </a:lnTo>
                  <a:lnTo>
                    <a:pt x="4218158" y="992074"/>
                  </a:lnTo>
                  <a:lnTo>
                    <a:pt x="4218818" y="977643"/>
                  </a:lnTo>
                  <a:lnTo>
                    <a:pt x="4219479" y="967785"/>
                  </a:lnTo>
                  <a:lnTo>
                    <a:pt x="4220139" y="976717"/>
                  </a:lnTo>
                  <a:lnTo>
                    <a:pt x="4220800" y="976265"/>
                  </a:lnTo>
                  <a:lnTo>
                    <a:pt x="4221460" y="961272"/>
                  </a:lnTo>
                  <a:lnTo>
                    <a:pt x="4222121" y="916433"/>
                  </a:lnTo>
                  <a:lnTo>
                    <a:pt x="4222781" y="941184"/>
                  </a:lnTo>
                  <a:lnTo>
                    <a:pt x="4223442" y="946277"/>
                  </a:lnTo>
                  <a:lnTo>
                    <a:pt x="4224102" y="974895"/>
                  </a:lnTo>
                  <a:lnTo>
                    <a:pt x="4224763" y="981438"/>
                  </a:lnTo>
                  <a:lnTo>
                    <a:pt x="4225423" y="978837"/>
                  </a:lnTo>
                  <a:lnTo>
                    <a:pt x="4226084" y="982787"/>
                  </a:lnTo>
                  <a:lnTo>
                    <a:pt x="4226744" y="987962"/>
                  </a:lnTo>
                  <a:lnTo>
                    <a:pt x="4227405" y="990996"/>
                  </a:lnTo>
                  <a:lnTo>
                    <a:pt x="4228066" y="983862"/>
                  </a:lnTo>
                  <a:lnTo>
                    <a:pt x="4228726" y="951065"/>
                  </a:lnTo>
                  <a:lnTo>
                    <a:pt x="4229387" y="940923"/>
                  </a:lnTo>
                  <a:lnTo>
                    <a:pt x="4230047" y="955942"/>
                  </a:lnTo>
                  <a:lnTo>
                    <a:pt x="4230708" y="959165"/>
                  </a:lnTo>
                  <a:lnTo>
                    <a:pt x="4231368" y="958758"/>
                  </a:lnTo>
                  <a:lnTo>
                    <a:pt x="4232029" y="961327"/>
                  </a:lnTo>
                  <a:lnTo>
                    <a:pt x="4232689" y="950880"/>
                  </a:lnTo>
                  <a:lnTo>
                    <a:pt x="4233350" y="943211"/>
                  </a:lnTo>
                  <a:lnTo>
                    <a:pt x="4234010" y="930760"/>
                  </a:lnTo>
                  <a:lnTo>
                    <a:pt x="4234671" y="930760"/>
                  </a:lnTo>
                  <a:lnTo>
                    <a:pt x="4235331" y="957944"/>
                  </a:lnTo>
                  <a:lnTo>
                    <a:pt x="4235992" y="995172"/>
                  </a:lnTo>
                  <a:lnTo>
                    <a:pt x="4236652" y="977398"/>
                  </a:lnTo>
                  <a:lnTo>
                    <a:pt x="4237313" y="967393"/>
                  </a:lnTo>
                  <a:lnTo>
                    <a:pt x="4237973" y="987700"/>
                  </a:lnTo>
                  <a:lnTo>
                    <a:pt x="4238634" y="991882"/>
                  </a:lnTo>
                  <a:lnTo>
                    <a:pt x="4239295" y="987064"/>
                  </a:lnTo>
                  <a:lnTo>
                    <a:pt x="4239955" y="1016686"/>
                  </a:lnTo>
                  <a:lnTo>
                    <a:pt x="4240616" y="1025781"/>
                  </a:lnTo>
                  <a:lnTo>
                    <a:pt x="4241276" y="1006655"/>
                  </a:lnTo>
                  <a:lnTo>
                    <a:pt x="4241937" y="997324"/>
                  </a:lnTo>
                  <a:lnTo>
                    <a:pt x="4242597" y="996569"/>
                  </a:lnTo>
                  <a:lnTo>
                    <a:pt x="4243258" y="988702"/>
                  </a:lnTo>
                  <a:lnTo>
                    <a:pt x="4243918" y="989713"/>
                  </a:lnTo>
                  <a:lnTo>
                    <a:pt x="4244579" y="985220"/>
                  </a:lnTo>
                  <a:lnTo>
                    <a:pt x="4245239" y="974168"/>
                  </a:lnTo>
                  <a:lnTo>
                    <a:pt x="4245900" y="968801"/>
                  </a:lnTo>
                  <a:lnTo>
                    <a:pt x="4246560" y="971705"/>
                  </a:lnTo>
                  <a:lnTo>
                    <a:pt x="4247221" y="967760"/>
                  </a:lnTo>
                  <a:lnTo>
                    <a:pt x="4247881" y="973633"/>
                  </a:lnTo>
                  <a:lnTo>
                    <a:pt x="4248542" y="970871"/>
                  </a:lnTo>
                  <a:lnTo>
                    <a:pt x="4249203" y="965627"/>
                  </a:lnTo>
                  <a:lnTo>
                    <a:pt x="4249863" y="974562"/>
                  </a:lnTo>
                  <a:lnTo>
                    <a:pt x="4250524" y="984228"/>
                  </a:lnTo>
                  <a:lnTo>
                    <a:pt x="4251184" y="975103"/>
                  </a:lnTo>
                  <a:lnTo>
                    <a:pt x="4251845" y="979597"/>
                  </a:lnTo>
                  <a:lnTo>
                    <a:pt x="4252505" y="964037"/>
                  </a:lnTo>
                  <a:lnTo>
                    <a:pt x="4253166" y="946728"/>
                  </a:lnTo>
                  <a:lnTo>
                    <a:pt x="4253826" y="937976"/>
                  </a:lnTo>
                  <a:lnTo>
                    <a:pt x="4254487" y="929441"/>
                  </a:lnTo>
                  <a:lnTo>
                    <a:pt x="4255147" y="920319"/>
                  </a:lnTo>
                  <a:lnTo>
                    <a:pt x="4255808" y="927395"/>
                  </a:lnTo>
                  <a:lnTo>
                    <a:pt x="4256468" y="907537"/>
                  </a:lnTo>
                  <a:lnTo>
                    <a:pt x="4257129" y="891355"/>
                  </a:lnTo>
                  <a:lnTo>
                    <a:pt x="4257789" y="850679"/>
                  </a:lnTo>
                  <a:lnTo>
                    <a:pt x="4258450" y="857422"/>
                  </a:lnTo>
                  <a:lnTo>
                    <a:pt x="4259111" y="824266"/>
                  </a:lnTo>
                  <a:lnTo>
                    <a:pt x="4259771" y="743702"/>
                  </a:lnTo>
                  <a:lnTo>
                    <a:pt x="4260432" y="696951"/>
                  </a:lnTo>
                  <a:lnTo>
                    <a:pt x="4261092" y="696951"/>
                  </a:lnTo>
                  <a:lnTo>
                    <a:pt x="4261753" y="702093"/>
                  </a:lnTo>
                  <a:lnTo>
                    <a:pt x="4262413" y="702093"/>
                  </a:lnTo>
                  <a:lnTo>
                    <a:pt x="4263074" y="702093"/>
                  </a:lnTo>
                  <a:lnTo>
                    <a:pt x="4263734" y="702093"/>
                  </a:lnTo>
                  <a:lnTo>
                    <a:pt x="4264395" y="739805"/>
                  </a:lnTo>
                  <a:lnTo>
                    <a:pt x="4265055" y="739805"/>
                  </a:lnTo>
                  <a:lnTo>
                    <a:pt x="4265716" y="810172"/>
                  </a:lnTo>
                  <a:lnTo>
                    <a:pt x="4266376" y="908793"/>
                  </a:lnTo>
                  <a:lnTo>
                    <a:pt x="4267037" y="946394"/>
                  </a:lnTo>
                  <a:lnTo>
                    <a:pt x="4267697" y="947646"/>
                  </a:lnTo>
                  <a:lnTo>
                    <a:pt x="4268358" y="958165"/>
                  </a:lnTo>
                  <a:lnTo>
                    <a:pt x="4269019" y="964165"/>
                  </a:lnTo>
                  <a:lnTo>
                    <a:pt x="4269679" y="972779"/>
                  </a:lnTo>
                  <a:lnTo>
                    <a:pt x="4270340" y="976139"/>
                  </a:lnTo>
                  <a:lnTo>
                    <a:pt x="4271000" y="990074"/>
                  </a:lnTo>
                  <a:lnTo>
                    <a:pt x="4271661" y="987737"/>
                  </a:lnTo>
                  <a:lnTo>
                    <a:pt x="4272321" y="988833"/>
                  </a:lnTo>
                  <a:lnTo>
                    <a:pt x="4272982" y="985738"/>
                  </a:lnTo>
                  <a:lnTo>
                    <a:pt x="4273642" y="971358"/>
                  </a:lnTo>
                  <a:lnTo>
                    <a:pt x="4274303" y="968808"/>
                  </a:lnTo>
                  <a:lnTo>
                    <a:pt x="4274963" y="957689"/>
                  </a:lnTo>
                  <a:lnTo>
                    <a:pt x="4275624" y="965018"/>
                  </a:lnTo>
                  <a:lnTo>
                    <a:pt x="4276284" y="989539"/>
                  </a:lnTo>
                  <a:lnTo>
                    <a:pt x="4276945" y="995162"/>
                  </a:lnTo>
                  <a:lnTo>
                    <a:pt x="4277605" y="991312"/>
                  </a:lnTo>
                  <a:lnTo>
                    <a:pt x="4278266" y="1003840"/>
                  </a:lnTo>
                  <a:lnTo>
                    <a:pt x="4278926" y="983446"/>
                  </a:lnTo>
                  <a:lnTo>
                    <a:pt x="4279587" y="972206"/>
                  </a:lnTo>
                  <a:lnTo>
                    <a:pt x="4280248" y="980072"/>
                  </a:lnTo>
                  <a:lnTo>
                    <a:pt x="4280908" y="995248"/>
                  </a:lnTo>
                  <a:lnTo>
                    <a:pt x="4281569" y="1006160"/>
                  </a:lnTo>
                  <a:lnTo>
                    <a:pt x="4282229" y="997875"/>
                  </a:lnTo>
                  <a:lnTo>
                    <a:pt x="4282890" y="1001929"/>
                  </a:lnTo>
                  <a:lnTo>
                    <a:pt x="4283550" y="997435"/>
                  </a:lnTo>
                  <a:lnTo>
                    <a:pt x="4284211" y="1008629"/>
                  </a:lnTo>
                  <a:lnTo>
                    <a:pt x="4284871" y="1018407"/>
                  </a:lnTo>
                  <a:lnTo>
                    <a:pt x="4285532" y="1008629"/>
                  </a:lnTo>
                  <a:lnTo>
                    <a:pt x="4286192" y="1021286"/>
                  </a:lnTo>
                  <a:lnTo>
                    <a:pt x="4286853" y="1024766"/>
                  </a:lnTo>
                  <a:lnTo>
                    <a:pt x="4287513" y="1017088"/>
                  </a:lnTo>
                  <a:lnTo>
                    <a:pt x="4288174" y="1015622"/>
                  </a:lnTo>
                  <a:lnTo>
                    <a:pt x="4288834" y="1000202"/>
                  </a:lnTo>
                  <a:lnTo>
                    <a:pt x="4289495" y="978873"/>
                  </a:lnTo>
                  <a:lnTo>
                    <a:pt x="4290156" y="988749"/>
                  </a:lnTo>
                  <a:lnTo>
                    <a:pt x="4290816" y="1010460"/>
                  </a:lnTo>
                  <a:lnTo>
                    <a:pt x="4291477" y="1000545"/>
                  </a:lnTo>
                  <a:lnTo>
                    <a:pt x="4292137" y="1000891"/>
                  </a:lnTo>
                  <a:lnTo>
                    <a:pt x="4292798" y="1000744"/>
                  </a:lnTo>
                  <a:lnTo>
                    <a:pt x="4293458" y="979952"/>
                  </a:lnTo>
                  <a:lnTo>
                    <a:pt x="4294119" y="955984"/>
                  </a:lnTo>
                  <a:lnTo>
                    <a:pt x="4294779" y="950892"/>
                  </a:lnTo>
                  <a:lnTo>
                    <a:pt x="4295440" y="963353"/>
                  </a:lnTo>
                  <a:lnTo>
                    <a:pt x="4296100" y="979697"/>
                  </a:lnTo>
                  <a:lnTo>
                    <a:pt x="4296761" y="987175"/>
                  </a:lnTo>
                  <a:lnTo>
                    <a:pt x="4297421" y="957931"/>
                  </a:lnTo>
                  <a:lnTo>
                    <a:pt x="4298082" y="972283"/>
                  </a:lnTo>
                  <a:lnTo>
                    <a:pt x="4298742" y="1021347"/>
                  </a:lnTo>
                  <a:lnTo>
                    <a:pt x="4299403" y="1029164"/>
                  </a:lnTo>
                  <a:lnTo>
                    <a:pt x="4300064" y="983970"/>
                  </a:lnTo>
                  <a:lnTo>
                    <a:pt x="4300724" y="920369"/>
                  </a:lnTo>
                  <a:lnTo>
                    <a:pt x="4301385" y="909541"/>
                  </a:lnTo>
                  <a:lnTo>
                    <a:pt x="4302045" y="920369"/>
                  </a:lnTo>
                  <a:lnTo>
                    <a:pt x="4302706" y="939592"/>
                  </a:lnTo>
                  <a:lnTo>
                    <a:pt x="4303366" y="955887"/>
                  </a:lnTo>
                  <a:lnTo>
                    <a:pt x="4304027" y="950947"/>
                  </a:lnTo>
                  <a:lnTo>
                    <a:pt x="4304687" y="951827"/>
                  </a:lnTo>
                  <a:lnTo>
                    <a:pt x="4305348" y="966925"/>
                  </a:lnTo>
                  <a:lnTo>
                    <a:pt x="4306008" y="1002178"/>
                  </a:lnTo>
                  <a:lnTo>
                    <a:pt x="4306669" y="1003826"/>
                  </a:lnTo>
                  <a:lnTo>
                    <a:pt x="4307329" y="975024"/>
                  </a:lnTo>
                  <a:lnTo>
                    <a:pt x="4307990" y="983586"/>
                  </a:lnTo>
                  <a:lnTo>
                    <a:pt x="4308650" y="987566"/>
                  </a:lnTo>
                  <a:lnTo>
                    <a:pt x="4309311" y="961183"/>
                  </a:lnTo>
                  <a:lnTo>
                    <a:pt x="4309971" y="942977"/>
                  </a:lnTo>
                  <a:lnTo>
                    <a:pt x="4310632" y="932407"/>
                  </a:lnTo>
                  <a:lnTo>
                    <a:pt x="4311293" y="923025"/>
                  </a:lnTo>
                  <a:lnTo>
                    <a:pt x="4311953" y="920576"/>
                  </a:lnTo>
                  <a:lnTo>
                    <a:pt x="4312614" y="914145"/>
                  </a:lnTo>
                  <a:lnTo>
                    <a:pt x="4313274" y="904688"/>
                  </a:lnTo>
                  <a:lnTo>
                    <a:pt x="4313935" y="894502"/>
                  </a:lnTo>
                  <a:lnTo>
                    <a:pt x="4314595" y="877549"/>
                  </a:lnTo>
                  <a:lnTo>
                    <a:pt x="4315256" y="866234"/>
                  </a:lnTo>
                  <a:lnTo>
                    <a:pt x="4315916" y="859247"/>
                  </a:lnTo>
                  <a:lnTo>
                    <a:pt x="4316577" y="859247"/>
                  </a:lnTo>
                  <a:lnTo>
                    <a:pt x="4317237" y="842599"/>
                  </a:lnTo>
                  <a:lnTo>
                    <a:pt x="4317898" y="818140"/>
                  </a:lnTo>
                  <a:lnTo>
                    <a:pt x="4318558" y="805688"/>
                  </a:lnTo>
                  <a:lnTo>
                    <a:pt x="4319219" y="809479"/>
                  </a:lnTo>
                  <a:lnTo>
                    <a:pt x="4319879" y="807818"/>
                  </a:lnTo>
                  <a:lnTo>
                    <a:pt x="4320540" y="819531"/>
                  </a:lnTo>
                  <a:lnTo>
                    <a:pt x="4321201" y="915702"/>
                  </a:lnTo>
                  <a:lnTo>
                    <a:pt x="4321861" y="908802"/>
                  </a:lnTo>
                  <a:lnTo>
                    <a:pt x="4322522" y="878643"/>
                  </a:lnTo>
                  <a:lnTo>
                    <a:pt x="4323182" y="962896"/>
                  </a:lnTo>
                  <a:lnTo>
                    <a:pt x="4323843" y="961693"/>
                  </a:lnTo>
                  <a:lnTo>
                    <a:pt x="4324503" y="925992"/>
                  </a:lnTo>
                  <a:lnTo>
                    <a:pt x="4325164" y="922926"/>
                  </a:lnTo>
                  <a:lnTo>
                    <a:pt x="4325824" y="939622"/>
                  </a:lnTo>
                  <a:lnTo>
                    <a:pt x="4326485" y="941871"/>
                  </a:lnTo>
                  <a:lnTo>
                    <a:pt x="4327145" y="945831"/>
                  </a:lnTo>
                  <a:lnTo>
                    <a:pt x="4327806" y="965692"/>
                  </a:lnTo>
                  <a:lnTo>
                    <a:pt x="4328466" y="984354"/>
                  </a:lnTo>
                  <a:lnTo>
                    <a:pt x="4329127" y="989317"/>
                  </a:lnTo>
                  <a:lnTo>
                    <a:pt x="4329787" y="1014719"/>
                  </a:lnTo>
                  <a:lnTo>
                    <a:pt x="4330448" y="1019694"/>
                  </a:lnTo>
                  <a:lnTo>
                    <a:pt x="4331109" y="1013159"/>
                  </a:lnTo>
                  <a:lnTo>
                    <a:pt x="4331769" y="1011486"/>
                  </a:lnTo>
                  <a:lnTo>
                    <a:pt x="4332430" y="996494"/>
                  </a:lnTo>
                  <a:lnTo>
                    <a:pt x="4333090" y="1002409"/>
                  </a:lnTo>
                  <a:lnTo>
                    <a:pt x="4333751" y="985954"/>
                  </a:lnTo>
                  <a:lnTo>
                    <a:pt x="4334411" y="965940"/>
                  </a:lnTo>
                  <a:lnTo>
                    <a:pt x="4335072" y="956035"/>
                  </a:lnTo>
                  <a:lnTo>
                    <a:pt x="4335732" y="956035"/>
                  </a:lnTo>
                  <a:lnTo>
                    <a:pt x="4336393" y="984067"/>
                  </a:lnTo>
                  <a:lnTo>
                    <a:pt x="4337053" y="1002987"/>
                  </a:lnTo>
                  <a:lnTo>
                    <a:pt x="4337714" y="1033895"/>
                  </a:lnTo>
                  <a:lnTo>
                    <a:pt x="4338374" y="1041405"/>
                  </a:lnTo>
                  <a:lnTo>
                    <a:pt x="4339035" y="1026819"/>
                  </a:lnTo>
                  <a:lnTo>
                    <a:pt x="4339695" y="1041136"/>
                  </a:lnTo>
                  <a:lnTo>
                    <a:pt x="4340356" y="1046511"/>
                  </a:lnTo>
                  <a:lnTo>
                    <a:pt x="4341017" y="1024313"/>
                  </a:lnTo>
                  <a:lnTo>
                    <a:pt x="4341677" y="1020182"/>
                  </a:lnTo>
                  <a:lnTo>
                    <a:pt x="4342338" y="1032701"/>
                  </a:lnTo>
                  <a:lnTo>
                    <a:pt x="4342998" y="1046402"/>
                  </a:lnTo>
                  <a:lnTo>
                    <a:pt x="4343659" y="1034837"/>
                  </a:lnTo>
                  <a:lnTo>
                    <a:pt x="4344319" y="1010256"/>
                  </a:lnTo>
                  <a:lnTo>
                    <a:pt x="4344980" y="993768"/>
                  </a:lnTo>
                  <a:lnTo>
                    <a:pt x="4345640" y="975561"/>
                  </a:lnTo>
                  <a:lnTo>
                    <a:pt x="4346301" y="975697"/>
                  </a:lnTo>
                  <a:lnTo>
                    <a:pt x="4346961" y="991404"/>
                  </a:lnTo>
                  <a:lnTo>
                    <a:pt x="4347622" y="980427"/>
                  </a:lnTo>
                  <a:lnTo>
                    <a:pt x="4348282" y="980664"/>
                  </a:lnTo>
                  <a:lnTo>
                    <a:pt x="4348943" y="991750"/>
                  </a:lnTo>
                  <a:lnTo>
                    <a:pt x="4349603" y="991750"/>
                  </a:lnTo>
                  <a:lnTo>
                    <a:pt x="4350264" y="981230"/>
                  </a:lnTo>
                  <a:lnTo>
                    <a:pt x="4350924" y="972725"/>
                  </a:lnTo>
                  <a:lnTo>
                    <a:pt x="4351585" y="962252"/>
                  </a:lnTo>
                  <a:lnTo>
                    <a:pt x="4352246" y="983577"/>
                  </a:lnTo>
                  <a:lnTo>
                    <a:pt x="4352906" y="1023687"/>
                  </a:lnTo>
                  <a:lnTo>
                    <a:pt x="4353567" y="1001071"/>
                  </a:lnTo>
                  <a:lnTo>
                    <a:pt x="4354227" y="992502"/>
                  </a:lnTo>
                  <a:lnTo>
                    <a:pt x="4354888" y="1003900"/>
                  </a:lnTo>
                  <a:lnTo>
                    <a:pt x="4355548" y="994582"/>
                  </a:lnTo>
                  <a:lnTo>
                    <a:pt x="4356209" y="971687"/>
                  </a:lnTo>
                  <a:lnTo>
                    <a:pt x="4356869" y="969000"/>
                  </a:lnTo>
                  <a:lnTo>
                    <a:pt x="4357530" y="966475"/>
                  </a:lnTo>
                  <a:lnTo>
                    <a:pt x="4358190" y="966475"/>
                  </a:lnTo>
                  <a:lnTo>
                    <a:pt x="4358851" y="969132"/>
                  </a:lnTo>
                  <a:lnTo>
                    <a:pt x="4359511" y="978060"/>
                  </a:lnTo>
                  <a:lnTo>
                    <a:pt x="4360172" y="995826"/>
                  </a:lnTo>
                  <a:lnTo>
                    <a:pt x="4360832" y="1003025"/>
                  </a:lnTo>
                  <a:lnTo>
                    <a:pt x="4361493" y="987916"/>
                  </a:lnTo>
                  <a:lnTo>
                    <a:pt x="4362154" y="962295"/>
                  </a:lnTo>
                  <a:lnTo>
                    <a:pt x="4362814" y="965554"/>
                  </a:lnTo>
                  <a:lnTo>
                    <a:pt x="4363475" y="984840"/>
                  </a:lnTo>
                  <a:lnTo>
                    <a:pt x="4364135" y="963885"/>
                  </a:lnTo>
                  <a:lnTo>
                    <a:pt x="4364796" y="957800"/>
                  </a:lnTo>
                  <a:lnTo>
                    <a:pt x="4365456" y="962893"/>
                  </a:lnTo>
                  <a:lnTo>
                    <a:pt x="4366117" y="977353"/>
                  </a:lnTo>
                  <a:lnTo>
                    <a:pt x="4366777" y="987714"/>
                  </a:lnTo>
                  <a:lnTo>
                    <a:pt x="4367438" y="995214"/>
                  </a:lnTo>
                  <a:lnTo>
                    <a:pt x="4368098" y="992394"/>
                  </a:lnTo>
                  <a:lnTo>
                    <a:pt x="4368759" y="962526"/>
                  </a:lnTo>
                  <a:lnTo>
                    <a:pt x="4369419" y="955688"/>
                  </a:lnTo>
                  <a:lnTo>
                    <a:pt x="4370080" y="978903"/>
                  </a:lnTo>
                  <a:lnTo>
                    <a:pt x="4370740" y="1000276"/>
                  </a:lnTo>
                  <a:lnTo>
                    <a:pt x="4371401" y="969718"/>
                  </a:lnTo>
                  <a:lnTo>
                    <a:pt x="4372062" y="955397"/>
                  </a:lnTo>
                  <a:lnTo>
                    <a:pt x="4372722" y="955138"/>
                  </a:lnTo>
                  <a:lnTo>
                    <a:pt x="4373383" y="967933"/>
                  </a:lnTo>
                  <a:lnTo>
                    <a:pt x="4374043" y="967686"/>
                  </a:lnTo>
                  <a:lnTo>
                    <a:pt x="4374704" y="954464"/>
                  </a:lnTo>
                  <a:lnTo>
                    <a:pt x="4375364" y="952124"/>
                  </a:lnTo>
                  <a:lnTo>
                    <a:pt x="4376025" y="947475"/>
                  </a:lnTo>
                  <a:lnTo>
                    <a:pt x="4376685" y="943158"/>
                  </a:lnTo>
                  <a:lnTo>
                    <a:pt x="4377346" y="947849"/>
                  </a:lnTo>
                  <a:lnTo>
                    <a:pt x="4378006" y="956120"/>
                  </a:lnTo>
                  <a:lnTo>
                    <a:pt x="4378667" y="963432"/>
                  </a:lnTo>
                  <a:lnTo>
                    <a:pt x="4379327" y="960715"/>
                  </a:lnTo>
                  <a:lnTo>
                    <a:pt x="4379988" y="960599"/>
                  </a:lnTo>
                  <a:lnTo>
                    <a:pt x="4380648" y="961062"/>
                  </a:lnTo>
                  <a:lnTo>
                    <a:pt x="4381309" y="936313"/>
                  </a:lnTo>
                  <a:lnTo>
                    <a:pt x="4381969" y="958721"/>
                  </a:lnTo>
                  <a:lnTo>
                    <a:pt x="4382630" y="961661"/>
                  </a:lnTo>
                  <a:lnTo>
                    <a:pt x="4383291" y="936305"/>
                  </a:lnTo>
                  <a:lnTo>
                    <a:pt x="4383951" y="941751"/>
                  </a:lnTo>
                  <a:lnTo>
                    <a:pt x="4384612" y="922477"/>
                  </a:lnTo>
                  <a:lnTo>
                    <a:pt x="4385272" y="935746"/>
                  </a:lnTo>
                  <a:lnTo>
                    <a:pt x="4385933" y="936871"/>
                  </a:lnTo>
                  <a:lnTo>
                    <a:pt x="4386593" y="844372"/>
                  </a:lnTo>
                  <a:lnTo>
                    <a:pt x="4387254" y="814193"/>
                  </a:lnTo>
                  <a:lnTo>
                    <a:pt x="4387914" y="814970"/>
                  </a:lnTo>
                  <a:lnTo>
                    <a:pt x="4388575" y="817673"/>
                  </a:lnTo>
                  <a:lnTo>
                    <a:pt x="4389235" y="881576"/>
                  </a:lnTo>
                  <a:lnTo>
                    <a:pt x="4389896" y="915760"/>
                  </a:lnTo>
                  <a:lnTo>
                    <a:pt x="4390556" y="886947"/>
                  </a:lnTo>
                  <a:lnTo>
                    <a:pt x="4391217" y="890385"/>
                  </a:lnTo>
                  <a:lnTo>
                    <a:pt x="4391877" y="945069"/>
                  </a:lnTo>
                  <a:lnTo>
                    <a:pt x="4392538" y="950261"/>
                  </a:lnTo>
                  <a:lnTo>
                    <a:pt x="4393199" y="924082"/>
                  </a:lnTo>
                  <a:lnTo>
                    <a:pt x="4393859" y="929284"/>
                  </a:lnTo>
                  <a:lnTo>
                    <a:pt x="4394520" y="934049"/>
                  </a:lnTo>
                  <a:lnTo>
                    <a:pt x="4395180" y="939700"/>
                  </a:lnTo>
                  <a:lnTo>
                    <a:pt x="4395841" y="965797"/>
                  </a:lnTo>
                  <a:lnTo>
                    <a:pt x="4396501" y="1007076"/>
                  </a:lnTo>
                  <a:lnTo>
                    <a:pt x="4397162" y="1017536"/>
                  </a:lnTo>
                  <a:lnTo>
                    <a:pt x="4397822" y="967274"/>
                  </a:lnTo>
                  <a:lnTo>
                    <a:pt x="4398483" y="946049"/>
                  </a:lnTo>
                  <a:lnTo>
                    <a:pt x="4399143" y="945913"/>
                  </a:lnTo>
                  <a:lnTo>
                    <a:pt x="4399804" y="953317"/>
                  </a:lnTo>
                  <a:lnTo>
                    <a:pt x="4400464" y="940894"/>
                  </a:lnTo>
                  <a:lnTo>
                    <a:pt x="4401125" y="936316"/>
                  </a:lnTo>
                  <a:lnTo>
                    <a:pt x="4401785" y="939993"/>
                  </a:lnTo>
                  <a:lnTo>
                    <a:pt x="4402446" y="944075"/>
                  </a:lnTo>
                  <a:lnTo>
                    <a:pt x="4403107" y="952641"/>
                  </a:lnTo>
                  <a:lnTo>
                    <a:pt x="4403767" y="956461"/>
                  </a:lnTo>
                  <a:lnTo>
                    <a:pt x="4404428" y="956355"/>
                  </a:lnTo>
                  <a:lnTo>
                    <a:pt x="4405088" y="947557"/>
                  </a:lnTo>
                  <a:lnTo>
                    <a:pt x="4405749" y="952650"/>
                  </a:lnTo>
                  <a:lnTo>
                    <a:pt x="4406409" y="952650"/>
                  </a:lnTo>
                  <a:lnTo>
                    <a:pt x="4407070" y="947557"/>
                  </a:lnTo>
                  <a:lnTo>
                    <a:pt x="4407730" y="952650"/>
                  </a:lnTo>
                  <a:lnTo>
                    <a:pt x="4408391" y="955302"/>
                  </a:lnTo>
                  <a:lnTo>
                    <a:pt x="4409051" y="956466"/>
                  </a:lnTo>
                  <a:lnTo>
                    <a:pt x="4409712" y="956466"/>
                  </a:lnTo>
                  <a:lnTo>
                    <a:pt x="4410372" y="954346"/>
                  </a:lnTo>
                  <a:lnTo>
                    <a:pt x="4411033" y="997309"/>
                  </a:lnTo>
                  <a:lnTo>
                    <a:pt x="4411693" y="1016754"/>
                  </a:lnTo>
                  <a:lnTo>
                    <a:pt x="4412354" y="1018279"/>
                  </a:lnTo>
                  <a:lnTo>
                    <a:pt x="4413015" y="1015264"/>
                  </a:lnTo>
                  <a:lnTo>
                    <a:pt x="4413675" y="986823"/>
                  </a:lnTo>
                  <a:lnTo>
                    <a:pt x="4414336" y="962359"/>
                  </a:lnTo>
                  <a:lnTo>
                    <a:pt x="4414996" y="949077"/>
                  </a:lnTo>
                  <a:lnTo>
                    <a:pt x="4415657" y="943596"/>
                  </a:lnTo>
                  <a:lnTo>
                    <a:pt x="4416317" y="937811"/>
                  </a:lnTo>
                  <a:lnTo>
                    <a:pt x="4416978" y="941600"/>
                  </a:lnTo>
                  <a:lnTo>
                    <a:pt x="4417638" y="946693"/>
                  </a:lnTo>
                  <a:lnTo>
                    <a:pt x="4418299" y="932981"/>
                  </a:lnTo>
                  <a:lnTo>
                    <a:pt x="4418959" y="931527"/>
                  </a:lnTo>
                  <a:lnTo>
                    <a:pt x="4419620" y="925411"/>
                  </a:lnTo>
                  <a:lnTo>
                    <a:pt x="4420280" y="935311"/>
                  </a:lnTo>
                  <a:lnTo>
                    <a:pt x="4420941" y="921387"/>
                  </a:lnTo>
                  <a:lnTo>
                    <a:pt x="4421601" y="905180"/>
                  </a:lnTo>
                  <a:lnTo>
                    <a:pt x="4422262" y="905180"/>
                  </a:lnTo>
                  <a:lnTo>
                    <a:pt x="4422922" y="937035"/>
                  </a:lnTo>
                  <a:lnTo>
                    <a:pt x="4423583" y="912472"/>
                  </a:lnTo>
                  <a:lnTo>
                    <a:pt x="4424244" y="873234"/>
                  </a:lnTo>
                  <a:lnTo>
                    <a:pt x="4424904" y="891962"/>
                  </a:lnTo>
                  <a:lnTo>
                    <a:pt x="4425565" y="925118"/>
                  </a:lnTo>
                  <a:lnTo>
                    <a:pt x="4426225" y="935946"/>
                  </a:lnTo>
                  <a:lnTo>
                    <a:pt x="4426886" y="935077"/>
                  </a:lnTo>
                  <a:lnTo>
                    <a:pt x="4427546" y="910326"/>
                  </a:lnTo>
                  <a:lnTo>
                    <a:pt x="4428207" y="910326"/>
                  </a:lnTo>
                  <a:lnTo>
                    <a:pt x="4428867" y="925494"/>
                  </a:lnTo>
                  <a:lnTo>
                    <a:pt x="4429528" y="938230"/>
                  </a:lnTo>
                  <a:lnTo>
                    <a:pt x="4430188" y="977826"/>
                  </a:lnTo>
                  <a:lnTo>
                    <a:pt x="4430849" y="1000001"/>
                  </a:lnTo>
                  <a:lnTo>
                    <a:pt x="4431509" y="970674"/>
                  </a:lnTo>
                  <a:lnTo>
                    <a:pt x="4432170" y="968411"/>
                  </a:lnTo>
                  <a:lnTo>
                    <a:pt x="4432830" y="994172"/>
                  </a:lnTo>
                  <a:lnTo>
                    <a:pt x="4433491" y="956412"/>
                  </a:lnTo>
                  <a:lnTo>
                    <a:pt x="4434152" y="933602"/>
                  </a:lnTo>
                  <a:lnTo>
                    <a:pt x="4434812" y="933602"/>
                  </a:lnTo>
                  <a:lnTo>
                    <a:pt x="4435473" y="945335"/>
                  </a:lnTo>
                  <a:lnTo>
                    <a:pt x="4436133" y="946640"/>
                  </a:lnTo>
                  <a:lnTo>
                    <a:pt x="4436794" y="951473"/>
                  </a:lnTo>
                  <a:lnTo>
                    <a:pt x="4437454" y="932716"/>
                  </a:lnTo>
                  <a:lnTo>
                    <a:pt x="4438115" y="935812"/>
                  </a:lnTo>
                  <a:lnTo>
                    <a:pt x="4438775" y="935812"/>
                  </a:lnTo>
                  <a:lnTo>
                    <a:pt x="4439436" y="953720"/>
                  </a:lnTo>
                  <a:lnTo>
                    <a:pt x="4440096" y="949628"/>
                  </a:lnTo>
                  <a:lnTo>
                    <a:pt x="4440757" y="951748"/>
                  </a:lnTo>
                  <a:lnTo>
                    <a:pt x="4441417" y="956841"/>
                  </a:lnTo>
                  <a:lnTo>
                    <a:pt x="4442078" y="956841"/>
                  </a:lnTo>
                  <a:lnTo>
                    <a:pt x="4442738" y="969847"/>
                  </a:lnTo>
                  <a:lnTo>
                    <a:pt x="4443399" y="970446"/>
                  </a:lnTo>
                  <a:lnTo>
                    <a:pt x="4444060" y="1006691"/>
                  </a:lnTo>
                  <a:lnTo>
                    <a:pt x="4444720" y="1006864"/>
                  </a:lnTo>
                  <a:lnTo>
                    <a:pt x="4445381" y="974136"/>
                  </a:lnTo>
                  <a:lnTo>
                    <a:pt x="4446041" y="1006158"/>
                  </a:lnTo>
                  <a:lnTo>
                    <a:pt x="4446702" y="1026857"/>
                  </a:lnTo>
                  <a:lnTo>
                    <a:pt x="4447362" y="1025325"/>
                  </a:lnTo>
                  <a:lnTo>
                    <a:pt x="4448023" y="1025012"/>
                  </a:lnTo>
                  <a:lnTo>
                    <a:pt x="4448683" y="992082"/>
                  </a:lnTo>
                  <a:lnTo>
                    <a:pt x="4449344" y="992451"/>
                  </a:lnTo>
                  <a:lnTo>
                    <a:pt x="4450004" y="985805"/>
                  </a:lnTo>
                  <a:lnTo>
                    <a:pt x="4450665" y="991253"/>
                  </a:lnTo>
                  <a:lnTo>
                    <a:pt x="4451325" y="1004146"/>
                  </a:lnTo>
                  <a:lnTo>
                    <a:pt x="4451986" y="1004146"/>
                  </a:lnTo>
                  <a:lnTo>
                    <a:pt x="4452646" y="1006524"/>
                  </a:lnTo>
                  <a:lnTo>
                    <a:pt x="4453307" y="1006331"/>
                  </a:lnTo>
                  <a:lnTo>
                    <a:pt x="4453967" y="1005434"/>
                  </a:lnTo>
                  <a:lnTo>
                    <a:pt x="4454628" y="1005287"/>
                  </a:lnTo>
                  <a:lnTo>
                    <a:pt x="4455289" y="1006412"/>
                  </a:lnTo>
                  <a:lnTo>
                    <a:pt x="4455949" y="1011149"/>
                  </a:lnTo>
                  <a:lnTo>
                    <a:pt x="4456610" y="1009709"/>
                  </a:lnTo>
                  <a:lnTo>
                    <a:pt x="4457270" y="1009819"/>
                  </a:lnTo>
                  <a:lnTo>
                    <a:pt x="4457931" y="1001689"/>
                  </a:lnTo>
                  <a:lnTo>
                    <a:pt x="4458591" y="996174"/>
                  </a:lnTo>
                  <a:lnTo>
                    <a:pt x="4459252" y="1005791"/>
                  </a:lnTo>
                  <a:lnTo>
                    <a:pt x="4459912" y="990833"/>
                  </a:lnTo>
                  <a:lnTo>
                    <a:pt x="4460573" y="976568"/>
                  </a:lnTo>
                  <a:lnTo>
                    <a:pt x="4461233" y="966068"/>
                  </a:lnTo>
                  <a:lnTo>
                    <a:pt x="4461894" y="944782"/>
                  </a:lnTo>
                  <a:lnTo>
                    <a:pt x="4462554" y="949875"/>
                  </a:lnTo>
                  <a:lnTo>
                    <a:pt x="4463215" y="911625"/>
                  </a:lnTo>
                  <a:lnTo>
                    <a:pt x="4463875" y="920031"/>
                  </a:lnTo>
                  <a:lnTo>
                    <a:pt x="4464536" y="930859"/>
                  </a:lnTo>
                  <a:lnTo>
                    <a:pt x="4465197" y="944782"/>
                  </a:lnTo>
                  <a:lnTo>
                    <a:pt x="4465857" y="949615"/>
                  </a:lnTo>
                  <a:lnTo>
                    <a:pt x="4466518" y="944782"/>
                  </a:lnTo>
                  <a:lnTo>
                    <a:pt x="4467178" y="934142"/>
                  </a:lnTo>
                  <a:lnTo>
                    <a:pt x="4467839" y="920031"/>
                  </a:lnTo>
                  <a:lnTo>
                    <a:pt x="4468499" y="895655"/>
                  </a:lnTo>
                  <a:lnTo>
                    <a:pt x="4469160" y="920972"/>
                  </a:lnTo>
                  <a:lnTo>
                    <a:pt x="4469820" y="950816"/>
                  </a:lnTo>
                  <a:lnTo>
                    <a:pt x="4470481" y="950816"/>
                  </a:lnTo>
                  <a:lnTo>
                    <a:pt x="4471141" y="945723"/>
                  </a:lnTo>
                  <a:lnTo>
                    <a:pt x="4471802" y="945723"/>
                  </a:lnTo>
                  <a:lnTo>
                    <a:pt x="4472462" y="938870"/>
                  </a:lnTo>
                  <a:lnTo>
                    <a:pt x="4473123" y="971158"/>
                  </a:lnTo>
                  <a:lnTo>
                    <a:pt x="4473783" y="968254"/>
                  </a:lnTo>
                  <a:lnTo>
                    <a:pt x="4474444" y="1007918"/>
                  </a:lnTo>
                  <a:lnTo>
                    <a:pt x="4475105" y="1000559"/>
                  </a:lnTo>
                  <a:lnTo>
                    <a:pt x="4475765" y="992251"/>
                  </a:lnTo>
                  <a:lnTo>
                    <a:pt x="4476426" y="993850"/>
                  </a:lnTo>
                  <a:lnTo>
                    <a:pt x="4477086" y="987827"/>
                  </a:lnTo>
                  <a:lnTo>
                    <a:pt x="4477747" y="991758"/>
                  </a:lnTo>
                  <a:lnTo>
                    <a:pt x="4478407" y="986264"/>
                  </a:lnTo>
                  <a:lnTo>
                    <a:pt x="4479068" y="988960"/>
                  </a:lnTo>
                  <a:lnTo>
                    <a:pt x="4479728" y="1022387"/>
                  </a:lnTo>
                  <a:lnTo>
                    <a:pt x="4480389" y="1018809"/>
                  </a:lnTo>
                  <a:lnTo>
                    <a:pt x="4481049" y="1017564"/>
                  </a:lnTo>
                  <a:lnTo>
                    <a:pt x="4481710" y="1012293"/>
                  </a:lnTo>
                  <a:lnTo>
                    <a:pt x="4482370" y="1012657"/>
                  </a:lnTo>
                  <a:lnTo>
                    <a:pt x="4483031" y="1003151"/>
                  </a:lnTo>
                  <a:lnTo>
                    <a:pt x="4483691" y="999823"/>
                  </a:lnTo>
                  <a:lnTo>
                    <a:pt x="4484352" y="1000483"/>
                  </a:lnTo>
                  <a:lnTo>
                    <a:pt x="4485013" y="983747"/>
                  </a:lnTo>
                  <a:lnTo>
                    <a:pt x="4485673" y="983747"/>
                  </a:lnTo>
                  <a:lnTo>
                    <a:pt x="4486334" y="986760"/>
                  </a:lnTo>
                  <a:lnTo>
                    <a:pt x="4486994" y="986855"/>
                  </a:lnTo>
                  <a:lnTo>
                    <a:pt x="4487655" y="978406"/>
                  </a:lnTo>
                  <a:lnTo>
                    <a:pt x="4488315" y="997000"/>
                  </a:lnTo>
                  <a:lnTo>
                    <a:pt x="4488976" y="1019636"/>
                  </a:lnTo>
                  <a:lnTo>
                    <a:pt x="4489636" y="936667"/>
                  </a:lnTo>
                  <a:lnTo>
                    <a:pt x="4490297" y="891257"/>
                  </a:lnTo>
                  <a:lnTo>
                    <a:pt x="4490957" y="870852"/>
                  </a:lnTo>
                  <a:lnTo>
                    <a:pt x="4491618" y="877148"/>
                  </a:lnTo>
                  <a:lnTo>
                    <a:pt x="4492278" y="862535"/>
                  </a:lnTo>
                  <a:lnTo>
                    <a:pt x="4492939" y="888360"/>
                  </a:lnTo>
                  <a:lnTo>
                    <a:pt x="4493599" y="941231"/>
                  </a:lnTo>
                  <a:lnTo>
                    <a:pt x="4494260" y="921397"/>
                  </a:lnTo>
                  <a:lnTo>
                    <a:pt x="4494920" y="918225"/>
                  </a:lnTo>
                  <a:lnTo>
                    <a:pt x="4495581" y="932205"/>
                  </a:lnTo>
                  <a:lnTo>
                    <a:pt x="4496242" y="899644"/>
                  </a:lnTo>
                  <a:lnTo>
                    <a:pt x="4496902" y="914219"/>
                  </a:lnTo>
                  <a:lnTo>
                    <a:pt x="4497563" y="1018432"/>
                  </a:lnTo>
                  <a:lnTo>
                    <a:pt x="4498223" y="1021434"/>
                  </a:lnTo>
                  <a:lnTo>
                    <a:pt x="4498884" y="1027840"/>
                  </a:lnTo>
                  <a:lnTo>
                    <a:pt x="4499544" y="1030974"/>
                  </a:lnTo>
                  <a:lnTo>
                    <a:pt x="4500205" y="1008263"/>
                  </a:lnTo>
                  <a:lnTo>
                    <a:pt x="4500865" y="978797"/>
                  </a:lnTo>
                  <a:lnTo>
                    <a:pt x="4501526" y="987249"/>
                  </a:lnTo>
                  <a:lnTo>
                    <a:pt x="4502186" y="963065"/>
                  </a:lnTo>
                  <a:lnTo>
                    <a:pt x="4502847" y="966115"/>
                  </a:lnTo>
                  <a:lnTo>
                    <a:pt x="4503507" y="999341"/>
                  </a:lnTo>
                  <a:lnTo>
                    <a:pt x="4504168" y="1016239"/>
                  </a:lnTo>
                  <a:lnTo>
                    <a:pt x="4504828" y="1027370"/>
                  </a:lnTo>
                  <a:lnTo>
                    <a:pt x="4505489" y="1023158"/>
                  </a:lnTo>
                  <a:lnTo>
                    <a:pt x="4506150" y="1007711"/>
                  </a:lnTo>
                  <a:lnTo>
                    <a:pt x="4506810" y="1007711"/>
                  </a:lnTo>
                  <a:lnTo>
                    <a:pt x="4507471" y="1033712"/>
                  </a:lnTo>
                  <a:lnTo>
                    <a:pt x="4508131" y="1037157"/>
                  </a:lnTo>
                  <a:lnTo>
                    <a:pt x="4508792" y="1028908"/>
                  </a:lnTo>
                  <a:lnTo>
                    <a:pt x="4509452" y="1025490"/>
                  </a:lnTo>
                  <a:lnTo>
                    <a:pt x="4510113" y="1038026"/>
                  </a:lnTo>
                  <a:lnTo>
                    <a:pt x="4510773" y="1041337"/>
                  </a:lnTo>
                  <a:lnTo>
                    <a:pt x="4511434" y="1032707"/>
                  </a:lnTo>
                  <a:lnTo>
                    <a:pt x="4512094" y="1027891"/>
                  </a:lnTo>
                  <a:lnTo>
                    <a:pt x="4512755" y="1009593"/>
                  </a:lnTo>
                  <a:lnTo>
                    <a:pt x="4513415" y="1016515"/>
                  </a:lnTo>
                  <a:lnTo>
                    <a:pt x="4514076" y="1032232"/>
                  </a:lnTo>
                  <a:lnTo>
                    <a:pt x="4514736" y="1042572"/>
                  </a:lnTo>
                  <a:lnTo>
                    <a:pt x="4515397" y="1033076"/>
                  </a:lnTo>
                  <a:lnTo>
                    <a:pt x="4516058" y="1021353"/>
                  </a:lnTo>
                  <a:lnTo>
                    <a:pt x="4516718" y="1027852"/>
                  </a:lnTo>
                  <a:lnTo>
                    <a:pt x="4517379" y="1029810"/>
                  </a:lnTo>
                  <a:lnTo>
                    <a:pt x="4518039" y="1018217"/>
                  </a:lnTo>
                  <a:lnTo>
                    <a:pt x="4518700" y="995509"/>
                  </a:lnTo>
                  <a:lnTo>
                    <a:pt x="4519360" y="1013372"/>
                  </a:lnTo>
                  <a:lnTo>
                    <a:pt x="4520021" y="1024973"/>
                  </a:lnTo>
                  <a:lnTo>
                    <a:pt x="4520681" y="1023285"/>
                  </a:lnTo>
                  <a:lnTo>
                    <a:pt x="4521342" y="1026893"/>
                  </a:lnTo>
                  <a:lnTo>
                    <a:pt x="4522002" y="1033076"/>
                  </a:lnTo>
                  <a:lnTo>
                    <a:pt x="4522663" y="1027852"/>
                  </a:lnTo>
                  <a:lnTo>
                    <a:pt x="4523323" y="1016560"/>
                  </a:lnTo>
                  <a:lnTo>
                    <a:pt x="4523984" y="1023099"/>
                  </a:lnTo>
                  <a:lnTo>
                    <a:pt x="4524644" y="1028074"/>
                  </a:lnTo>
                  <a:lnTo>
                    <a:pt x="4525305" y="1023943"/>
                  </a:lnTo>
                  <a:lnTo>
                    <a:pt x="4525965" y="1035536"/>
                  </a:lnTo>
                  <a:lnTo>
                    <a:pt x="4526626" y="1035150"/>
                  </a:lnTo>
                  <a:lnTo>
                    <a:pt x="4527287" y="1011542"/>
                  </a:lnTo>
                  <a:lnTo>
                    <a:pt x="4527947" y="997330"/>
                  </a:lnTo>
                  <a:lnTo>
                    <a:pt x="4528608" y="1016565"/>
                  </a:lnTo>
                  <a:lnTo>
                    <a:pt x="4529268" y="1018033"/>
                  </a:lnTo>
                  <a:lnTo>
                    <a:pt x="4529929" y="1004320"/>
                  </a:lnTo>
                  <a:lnTo>
                    <a:pt x="4530589" y="1016737"/>
                  </a:lnTo>
                  <a:lnTo>
                    <a:pt x="4531250" y="1022570"/>
                  </a:lnTo>
                  <a:lnTo>
                    <a:pt x="4531910" y="1037135"/>
                  </a:lnTo>
                  <a:lnTo>
                    <a:pt x="4532571" y="1049440"/>
                  </a:lnTo>
                  <a:lnTo>
                    <a:pt x="4533231" y="1040881"/>
                  </a:lnTo>
                  <a:lnTo>
                    <a:pt x="4533892" y="1028074"/>
                  </a:lnTo>
                  <a:lnTo>
                    <a:pt x="4534552" y="1031012"/>
                  </a:lnTo>
                  <a:lnTo>
                    <a:pt x="4535213" y="1016565"/>
                  </a:lnTo>
                  <a:lnTo>
                    <a:pt x="4535873" y="1010184"/>
                  </a:lnTo>
                  <a:lnTo>
                    <a:pt x="4536534" y="1028128"/>
                  </a:lnTo>
                  <a:lnTo>
                    <a:pt x="4537195" y="1033413"/>
                  </a:lnTo>
                  <a:lnTo>
                    <a:pt x="4537855" y="1035275"/>
                  </a:lnTo>
                  <a:lnTo>
                    <a:pt x="4538516" y="1015052"/>
                  </a:lnTo>
                  <a:lnTo>
                    <a:pt x="4539176" y="1000636"/>
                  </a:lnTo>
                  <a:lnTo>
                    <a:pt x="4539837" y="994543"/>
                  </a:lnTo>
                  <a:lnTo>
                    <a:pt x="4540497" y="999266"/>
                  </a:lnTo>
                  <a:lnTo>
                    <a:pt x="4541158" y="1012742"/>
                  </a:lnTo>
                  <a:lnTo>
                    <a:pt x="4541818" y="1000081"/>
                  </a:lnTo>
                  <a:lnTo>
                    <a:pt x="4542479" y="1005944"/>
                  </a:lnTo>
                  <a:lnTo>
                    <a:pt x="4543139" y="1008453"/>
                  </a:lnTo>
                  <a:lnTo>
                    <a:pt x="4543800" y="983068"/>
                  </a:lnTo>
                  <a:lnTo>
                    <a:pt x="4544460" y="995315"/>
                  </a:lnTo>
                  <a:lnTo>
                    <a:pt x="4545121" y="1023138"/>
                  </a:lnTo>
                  <a:lnTo>
                    <a:pt x="4545781" y="1015612"/>
                  </a:lnTo>
                  <a:lnTo>
                    <a:pt x="4546442" y="984073"/>
                  </a:lnTo>
                  <a:lnTo>
                    <a:pt x="4547103" y="1001494"/>
                  </a:lnTo>
                  <a:lnTo>
                    <a:pt x="4547763" y="1031901"/>
                  </a:lnTo>
                  <a:lnTo>
                    <a:pt x="4548424" y="977609"/>
                  </a:lnTo>
                  <a:lnTo>
                    <a:pt x="4549084" y="989090"/>
                  </a:lnTo>
                  <a:lnTo>
                    <a:pt x="4549745" y="1014361"/>
                  </a:lnTo>
                  <a:lnTo>
                    <a:pt x="4550405" y="1026677"/>
                  </a:lnTo>
                  <a:lnTo>
                    <a:pt x="4551066" y="1028096"/>
                  </a:lnTo>
                  <a:lnTo>
                    <a:pt x="4551726" y="1018546"/>
                  </a:lnTo>
                  <a:lnTo>
                    <a:pt x="4552387" y="1025045"/>
                  </a:lnTo>
                  <a:lnTo>
                    <a:pt x="4553047" y="1036332"/>
                  </a:lnTo>
                  <a:lnTo>
                    <a:pt x="4553708" y="1036332"/>
                  </a:lnTo>
                  <a:lnTo>
                    <a:pt x="4554368" y="1016029"/>
                  </a:lnTo>
                  <a:lnTo>
                    <a:pt x="4555029" y="1014319"/>
                  </a:lnTo>
                  <a:lnTo>
                    <a:pt x="4555689" y="1037028"/>
                  </a:lnTo>
                  <a:lnTo>
                    <a:pt x="4556350" y="1023742"/>
                  </a:lnTo>
                  <a:lnTo>
                    <a:pt x="4557011" y="1021897"/>
                  </a:lnTo>
                  <a:lnTo>
                    <a:pt x="4557671" y="1023742"/>
                  </a:lnTo>
                  <a:lnTo>
                    <a:pt x="4558332" y="1021897"/>
                  </a:lnTo>
                  <a:lnTo>
                    <a:pt x="4558992" y="1026273"/>
                  </a:lnTo>
                  <a:lnTo>
                    <a:pt x="4559653" y="1032437"/>
                  </a:lnTo>
                  <a:lnTo>
                    <a:pt x="4560313" y="1026362"/>
                  </a:lnTo>
                  <a:lnTo>
                    <a:pt x="4560974" y="1025103"/>
                  </a:lnTo>
                  <a:lnTo>
                    <a:pt x="4561634" y="999584"/>
                  </a:lnTo>
                  <a:lnTo>
                    <a:pt x="4562295" y="996187"/>
                  </a:lnTo>
                  <a:lnTo>
                    <a:pt x="4562955" y="1024625"/>
                  </a:lnTo>
                  <a:lnTo>
                    <a:pt x="4563616" y="1021971"/>
                  </a:lnTo>
                  <a:lnTo>
                    <a:pt x="4564276" y="1020494"/>
                  </a:lnTo>
                  <a:lnTo>
                    <a:pt x="4564937" y="1032087"/>
                  </a:lnTo>
                  <a:lnTo>
                    <a:pt x="4565597" y="1027113"/>
                  </a:lnTo>
                  <a:lnTo>
                    <a:pt x="4566258" y="1016987"/>
                  </a:lnTo>
                  <a:lnTo>
                    <a:pt x="4566918" y="1012094"/>
                  </a:lnTo>
                  <a:lnTo>
                    <a:pt x="4567579" y="1012910"/>
                  </a:lnTo>
                  <a:lnTo>
                    <a:pt x="4568240" y="1016040"/>
                  </a:lnTo>
                  <a:lnTo>
                    <a:pt x="4568900" y="1017286"/>
                  </a:lnTo>
                  <a:lnTo>
                    <a:pt x="4569561" y="1022440"/>
                  </a:lnTo>
                  <a:lnTo>
                    <a:pt x="4570221" y="987068"/>
                  </a:lnTo>
                  <a:lnTo>
                    <a:pt x="4570882" y="986771"/>
                  </a:lnTo>
                  <a:lnTo>
                    <a:pt x="4571542" y="993662"/>
                  </a:lnTo>
                  <a:lnTo>
                    <a:pt x="4572203" y="998156"/>
                  </a:lnTo>
                  <a:lnTo>
                    <a:pt x="4572863" y="1000728"/>
                  </a:lnTo>
                  <a:lnTo>
                    <a:pt x="4573524" y="950109"/>
                  </a:lnTo>
                  <a:lnTo>
                    <a:pt x="4574184" y="943515"/>
                  </a:lnTo>
                  <a:lnTo>
                    <a:pt x="4574845" y="994134"/>
                  </a:lnTo>
                  <a:lnTo>
                    <a:pt x="4575505" y="1011841"/>
                  </a:lnTo>
                  <a:lnTo>
                    <a:pt x="4576166" y="1019229"/>
                  </a:lnTo>
                  <a:lnTo>
                    <a:pt x="4576826" y="1007578"/>
                  </a:lnTo>
                  <a:lnTo>
                    <a:pt x="4577487" y="996774"/>
                  </a:lnTo>
                  <a:lnTo>
                    <a:pt x="4578148" y="1010305"/>
                  </a:lnTo>
                  <a:lnTo>
                    <a:pt x="4578808" y="1011207"/>
                  </a:lnTo>
                  <a:lnTo>
                    <a:pt x="4579469" y="998801"/>
                  </a:lnTo>
                  <a:lnTo>
                    <a:pt x="4580129" y="996228"/>
                  </a:lnTo>
                  <a:lnTo>
                    <a:pt x="4580790" y="1005930"/>
                  </a:lnTo>
                  <a:lnTo>
                    <a:pt x="4581450" y="1007799"/>
                  </a:lnTo>
                  <a:lnTo>
                    <a:pt x="4582111" y="1012542"/>
                  </a:lnTo>
                  <a:lnTo>
                    <a:pt x="4582771" y="1000883"/>
                  </a:lnTo>
                  <a:lnTo>
                    <a:pt x="4583432" y="1001008"/>
                  </a:lnTo>
                  <a:lnTo>
                    <a:pt x="4584092" y="995916"/>
                  </a:lnTo>
                  <a:lnTo>
                    <a:pt x="4584753" y="1000961"/>
                  </a:lnTo>
                  <a:lnTo>
                    <a:pt x="4585413" y="1008962"/>
                  </a:lnTo>
                  <a:lnTo>
                    <a:pt x="4586074" y="1000987"/>
                  </a:lnTo>
                  <a:lnTo>
                    <a:pt x="4586734" y="997863"/>
                  </a:lnTo>
                  <a:lnTo>
                    <a:pt x="4587395" y="1006877"/>
                  </a:lnTo>
                  <a:lnTo>
                    <a:pt x="4588056" y="1002357"/>
                  </a:lnTo>
                  <a:lnTo>
                    <a:pt x="4588716" y="994033"/>
                  </a:lnTo>
                  <a:lnTo>
                    <a:pt x="4589377" y="984977"/>
                  </a:lnTo>
                  <a:lnTo>
                    <a:pt x="4590037" y="1004745"/>
                  </a:lnTo>
                  <a:lnTo>
                    <a:pt x="4590698" y="1013138"/>
                  </a:lnTo>
                  <a:lnTo>
                    <a:pt x="4591358" y="997567"/>
                  </a:lnTo>
                  <a:lnTo>
                    <a:pt x="4592019" y="1004930"/>
                  </a:lnTo>
                  <a:lnTo>
                    <a:pt x="4592679" y="1018386"/>
                  </a:lnTo>
                  <a:lnTo>
                    <a:pt x="4593340" y="1020107"/>
                  </a:lnTo>
                  <a:lnTo>
                    <a:pt x="4594000" y="1042564"/>
                  </a:lnTo>
                  <a:lnTo>
                    <a:pt x="4594661" y="1037257"/>
                  </a:lnTo>
                  <a:lnTo>
                    <a:pt x="4595321" y="1027990"/>
                  </a:lnTo>
                  <a:lnTo>
                    <a:pt x="4595982" y="1017253"/>
                  </a:lnTo>
                  <a:lnTo>
                    <a:pt x="4596642" y="1021821"/>
                  </a:lnTo>
                  <a:lnTo>
                    <a:pt x="4597303" y="1029452"/>
                  </a:lnTo>
                  <a:lnTo>
                    <a:pt x="4597963" y="1018245"/>
                  </a:lnTo>
                  <a:lnTo>
                    <a:pt x="4598624" y="1034809"/>
                  </a:lnTo>
                  <a:lnTo>
                    <a:pt x="4599285" y="1033931"/>
                  </a:lnTo>
                  <a:lnTo>
                    <a:pt x="4599945" y="1020565"/>
                  </a:lnTo>
                  <a:lnTo>
                    <a:pt x="4600606" y="1019089"/>
                  </a:lnTo>
                  <a:lnTo>
                    <a:pt x="4601266" y="1021375"/>
                  </a:lnTo>
                  <a:lnTo>
                    <a:pt x="4601927" y="1017430"/>
                  </a:lnTo>
                  <a:lnTo>
                    <a:pt x="4602587" y="1014922"/>
                  </a:lnTo>
                  <a:lnTo>
                    <a:pt x="4603248" y="1011927"/>
                  </a:lnTo>
                  <a:lnTo>
                    <a:pt x="4603908" y="1018097"/>
                  </a:lnTo>
                  <a:lnTo>
                    <a:pt x="4604569" y="1030143"/>
                  </a:lnTo>
                  <a:lnTo>
                    <a:pt x="4605229" y="1037719"/>
                  </a:lnTo>
                  <a:lnTo>
                    <a:pt x="4605890" y="1033334"/>
                  </a:lnTo>
                  <a:lnTo>
                    <a:pt x="4606550" y="1008770"/>
                  </a:lnTo>
                  <a:lnTo>
                    <a:pt x="4607211" y="1000987"/>
                  </a:lnTo>
                  <a:lnTo>
                    <a:pt x="4607871" y="997567"/>
                  </a:lnTo>
                  <a:lnTo>
                    <a:pt x="4608532" y="998960"/>
                  </a:lnTo>
                  <a:lnTo>
                    <a:pt x="4609193" y="997863"/>
                  </a:lnTo>
                  <a:lnTo>
                    <a:pt x="4609853" y="986528"/>
                  </a:lnTo>
                  <a:lnTo>
                    <a:pt x="4610514" y="981781"/>
                  </a:lnTo>
                  <a:lnTo>
                    <a:pt x="4611174" y="967733"/>
                  </a:lnTo>
                  <a:lnTo>
                    <a:pt x="4611835" y="967733"/>
                  </a:lnTo>
                  <a:lnTo>
                    <a:pt x="4612495" y="997863"/>
                  </a:lnTo>
                  <a:lnTo>
                    <a:pt x="4613156" y="1013138"/>
                  </a:lnTo>
                  <a:lnTo>
                    <a:pt x="4613816" y="1014662"/>
                  </a:lnTo>
                  <a:lnTo>
                    <a:pt x="4614477" y="1016910"/>
                  </a:lnTo>
                  <a:lnTo>
                    <a:pt x="4615137" y="1014662"/>
                  </a:lnTo>
                  <a:lnTo>
                    <a:pt x="4615798" y="1000987"/>
                  </a:lnTo>
                  <a:lnTo>
                    <a:pt x="4616458" y="1008770"/>
                  </a:lnTo>
                  <a:lnTo>
                    <a:pt x="4617119" y="1027990"/>
                  </a:lnTo>
                  <a:lnTo>
                    <a:pt x="4617779" y="1024186"/>
                  </a:lnTo>
                  <a:lnTo>
                    <a:pt x="4618440" y="1028808"/>
                  </a:lnTo>
                  <a:lnTo>
                    <a:pt x="4619101" y="1010396"/>
                  </a:lnTo>
                  <a:lnTo>
                    <a:pt x="4619761" y="986546"/>
                  </a:lnTo>
                  <a:lnTo>
                    <a:pt x="4620422" y="998047"/>
                  </a:lnTo>
                  <a:lnTo>
                    <a:pt x="4621082" y="1019721"/>
                  </a:lnTo>
                  <a:lnTo>
                    <a:pt x="4621743" y="1032562"/>
                  </a:lnTo>
                  <a:lnTo>
                    <a:pt x="4622403" y="1020123"/>
                  </a:lnTo>
                  <a:lnTo>
                    <a:pt x="4623064" y="1033869"/>
                  </a:lnTo>
                  <a:lnTo>
                    <a:pt x="4623724" y="1022337"/>
                  </a:lnTo>
                  <a:lnTo>
                    <a:pt x="4624385" y="1030207"/>
                  </a:lnTo>
                  <a:lnTo>
                    <a:pt x="4625045" y="1029822"/>
                  </a:lnTo>
                  <a:lnTo>
                    <a:pt x="4625706" y="1008652"/>
                  </a:lnTo>
                  <a:lnTo>
                    <a:pt x="4626366" y="996034"/>
                  </a:lnTo>
                  <a:lnTo>
                    <a:pt x="4627027" y="994937"/>
                  </a:lnTo>
                  <a:lnTo>
                    <a:pt x="4627687" y="997724"/>
                  </a:lnTo>
                  <a:lnTo>
                    <a:pt x="4628348" y="1004439"/>
                  </a:lnTo>
                  <a:lnTo>
                    <a:pt x="4629009" y="1011724"/>
                  </a:lnTo>
                  <a:lnTo>
                    <a:pt x="4629669" y="1024324"/>
                  </a:lnTo>
                  <a:lnTo>
                    <a:pt x="4630330" y="1026876"/>
                  </a:lnTo>
                  <a:lnTo>
                    <a:pt x="4630990" y="999972"/>
                  </a:lnTo>
                  <a:lnTo>
                    <a:pt x="4631651" y="1018255"/>
                  </a:lnTo>
                  <a:lnTo>
                    <a:pt x="4632311" y="1024287"/>
                  </a:lnTo>
                  <a:lnTo>
                    <a:pt x="4632972" y="985239"/>
                  </a:lnTo>
                  <a:lnTo>
                    <a:pt x="4633632" y="981819"/>
                  </a:lnTo>
                  <a:lnTo>
                    <a:pt x="4634293" y="996447"/>
                  </a:lnTo>
                  <a:lnTo>
                    <a:pt x="4634953" y="999964"/>
                  </a:lnTo>
                  <a:lnTo>
                    <a:pt x="4635614" y="1001536"/>
                  </a:lnTo>
                  <a:lnTo>
                    <a:pt x="4636274" y="1028024"/>
                  </a:lnTo>
                  <a:lnTo>
                    <a:pt x="4636935" y="1041538"/>
                  </a:lnTo>
                  <a:lnTo>
                    <a:pt x="4637595" y="1036450"/>
                  </a:lnTo>
                  <a:lnTo>
                    <a:pt x="4638256" y="1022989"/>
                  </a:lnTo>
                  <a:lnTo>
                    <a:pt x="4638916" y="1026433"/>
                  </a:lnTo>
                  <a:lnTo>
                    <a:pt x="4639577" y="1017545"/>
                  </a:lnTo>
                  <a:lnTo>
                    <a:pt x="4640238" y="974830"/>
                  </a:lnTo>
                  <a:lnTo>
                    <a:pt x="4640898" y="982286"/>
                  </a:lnTo>
                  <a:lnTo>
                    <a:pt x="4641559" y="1004849"/>
                  </a:lnTo>
                  <a:lnTo>
                    <a:pt x="4642219" y="994427"/>
                  </a:lnTo>
                  <a:lnTo>
                    <a:pt x="4642880" y="994279"/>
                  </a:lnTo>
                  <a:lnTo>
                    <a:pt x="4643540" y="998176"/>
                  </a:lnTo>
                  <a:lnTo>
                    <a:pt x="4644201" y="999954"/>
                  </a:lnTo>
                  <a:lnTo>
                    <a:pt x="4644861" y="1022151"/>
                  </a:lnTo>
                  <a:lnTo>
                    <a:pt x="4645522" y="1013503"/>
                  </a:lnTo>
                  <a:lnTo>
                    <a:pt x="4646182" y="1003803"/>
                  </a:lnTo>
                  <a:lnTo>
                    <a:pt x="4646843" y="1001674"/>
                  </a:lnTo>
                  <a:lnTo>
                    <a:pt x="4647503" y="1017606"/>
                  </a:lnTo>
                  <a:lnTo>
                    <a:pt x="4648164" y="1010937"/>
                  </a:lnTo>
                  <a:lnTo>
                    <a:pt x="4648824" y="995764"/>
                  </a:lnTo>
                  <a:lnTo>
                    <a:pt x="4649485" y="998759"/>
                  </a:lnTo>
                  <a:lnTo>
                    <a:pt x="4650146" y="976055"/>
                  </a:lnTo>
                  <a:lnTo>
                    <a:pt x="4650806" y="948170"/>
                  </a:lnTo>
                  <a:lnTo>
                    <a:pt x="4651467" y="983560"/>
                  </a:lnTo>
                  <a:lnTo>
                    <a:pt x="4652127" y="1018858"/>
                  </a:lnTo>
                  <a:lnTo>
                    <a:pt x="4652788" y="1030856"/>
                  </a:lnTo>
                  <a:lnTo>
                    <a:pt x="4653448" y="1011781"/>
                  </a:lnTo>
                  <a:lnTo>
                    <a:pt x="4654109" y="1011337"/>
                  </a:lnTo>
                  <a:lnTo>
                    <a:pt x="4654769" y="988064"/>
                  </a:lnTo>
                  <a:lnTo>
                    <a:pt x="4655430" y="982842"/>
                  </a:lnTo>
                  <a:lnTo>
                    <a:pt x="4656090" y="975975"/>
                  </a:lnTo>
                  <a:lnTo>
                    <a:pt x="4656751" y="970723"/>
                  </a:lnTo>
                  <a:lnTo>
                    <a:pt x="4657411" y="980589"/>
                  </a:lnTo>
                  <a:lnTo>
                    <a:pt x="4658072" y="976840"/>
                  </a:lnTo>
                  <a:lnTo>
                    <a:pt x="4658732" y="974049"/>
                  </a:lnTo>
                  <a:lnTo>
                    <a:pt x="4659393" y="988012"/>
                  </a:lnTo>
                  <a:lnTo>
                    <a:pt x="4660054" y="1015008"/>
                  </a:lnTo>
                  <a:lnTo>
                    <a:pt x="4660714" y="1007138"/>
                  </a:lnTo>
                  <a:lnTo>
                    <a:pt x="4661375" y="998691"/>
                  </a:lnTo>
                  <a:lnTo>
                    <a:pt x="4662035" y="1022223"/>
                  </a:lnTo>
                  <a:lnTo>
                    <a:pt x="4662696" y="1022622"/>
                  </a:lnTo>
                  <a:lnTo>
                    <a:pt x="4663356" y="1012891"/>
                  </a:lnTo>
                  <a:lnTo>
                    <a:pt x="4664017" y="1011859"/>
                  </a:lnTo>
                  <a:lnTo>
                    <a:pt x="4664677" y="1003160"/>
                  </a:lnTo>
                  <a:lnTo>
                    <a:pt x="4665338" y="995422"/>
                  </a:lnTo>
                  <a:lnTo>
                    <a:pt x="4665998" y="993822"/>
                  </a:lnTo>
                  <a:lnTo>
                    <a:pt x="4666659" y="1002624"/>
                  </a:lnTo>
                  <a:lnTo>
                    <a:pt x="4667319" y="993934"/>
                  </a:lnTo>
                  <a:lnTo>
                    <a:pt x="4667980" y="961912"/>
                  </a:lnTo>
                  <a:lnTo>
                    <a:pt x="4668640" y="961912"/>
                  </a:lnTo>
                  <a:lnTo>
                    <a:pt x="4669301" y="997748"/>
                  </a:lnTo>
                  <a:lnTo>
                    <a:pt x="4669961" y="984223"/>
                  </a:lnTo>
                  <a:lnTo>
                    <a:pt x="4670622" y="978614"/>
                  </a:lnTo>
                  <a:lnTo>
                    <a:pt x="4671283" y="979506"/>
                  </a:lnTo>
                  <a:lnTo>
                    <a:pt x="4671943" y="1001202"/>
                  </a:lnTo>
                  <a:lnTo>
                    <a:pt x="4672604" y="980081"/>
                  </a:lnTo>
                  <a:lnTo>
                    <a:pt x="4673264" y="960225"/>
                  </a:lnTo>
                  <a:lnTo>
                    <a:pt x="4673925" y="948421"/>
                  </a:lnTo>
                  <a:lnTo>
                    <a:pt x="4674585" y="939439"/>
                  </a:lnTo>
                  <a:lnTo>
                    <a:pt x="4675246" y="938210"/>
                  </a:lnTo>
                  <a:lnTo>
                    <a:pt x="4675906" y="952697"/>
                  </a:lnTo>
                  <a:lnTo>
                    <a:pt x="4676567" y="951518"/>
                  </a:lnTo>
                  <a:lnTo>
                    <a:pt x="4677227" y="935528"/>
                  </a:lnTo>
                  <a:lnTo>
                    <a:pt x="4677888" y="939337"/>
                  </a:lnTo>
                  <a:lnTo>
                    <a:pt x="4678548" y="964963"/>
                  </a:lnTo>
                  <a:lnTo>
                    <a:pt x="4679209" y="1006010"/>
                  </a:lnTo>
                  <a:lnTo>
                    <a:pt x="4679869" y="985927"/>
                  </a:lnTo>
                  <a:lnTo>
                    <a:pt x="4680530" y="980290"/>
                  </a:lnTo>
                  <a:lnTo>
                    <a:pt x="4681191" y="954456"/>
                  </a:lnTo>
                  <a:lnTo>
                    <a:pt x="4681851" y="944462"/>
                  </a:lnTo>
                  <a:lnTo>
                    <a:pt x="4682512" y="954019"/>
                  </a:lnTo>
                  <a:lnTo>
                    <a:pt x="4683172" y="951972"/>
                  </a:lnTo>
                  <a:lnTo>
                    <a:pt x="4683833" y="926499"/>
                  </a:lnTo>
                  <a:lnTo>
                    <a:pt x="4684493" y="929458"/>
                  </a:lnTo>
                  <a:lnTo>
                    <a:pt x="4685154" y="928258"/>
                  </a:lnTo>
                  <a:lnTo>
                    <a:pt x="4685814" y="929981"/>
                  </a:lnTo>
                  <a:lnTo>
                    <a:pt x="4686475" y="936876"/>
                  </a:lnTo>
                  <a:lnTo>
                    <a:pt x="4687135" y="948870"/>
                  </a:lnTo>
                  <a:lnTo>
                    <a:pt x="4687796" y="938245"/>
                  </a:lnTo>
                  <a:lnTo>
                    <a:pt x="4688456" y="932207"/>
                  </a:lnTo>
                  <a:lnTo>
                    <a:pt x="4689117" y="934807"/>
                  </a:lnTo>
                  <a:lnTo>
                    <a:pt x="4689777" y="943315"/>
                  </a:lnTo>
                  <a:lnTo>
                    <a:pt x="4690438" y="978344"/>
                  </a:lnTo>
                  <a:lnTo>
                    <a:pt x="4691099" y="984371"/>
                  </a:lnTo>
                  <a:lnTo>
                    <a:pt x="4691759" y="988736"/>
                  </a:lnTo>
                  <a:lnTo>
                    <a:pt x="4692420" y="930621"/>
                  </a:lnTo>
                  <a:lnTo>
                    <a:pt x="4693080" y="927323"/>
                  </a:lnTo>
                  <a:lnTo>
                    <a:pt x="4693741" y="918243"/>
                  </a:lnTo>
                  <a:lnTo>
                    <a:pt x="4694401" y="884071"/>
                  </a:lnTo>
                  <a:lnTo>
                    <a:pt x="4695062" y="889230"/>
                  </a:lnTo>
                  <a:lnTo>
                    <a:pt x="4695722" y="881290"/>
                  </a:lnTo>
                  <a:lnTo>
                    <a:pt x="4696383" y="886509"/>
                  </a:lnTo>
                  <a:lnTo>
                    <a:pt x="4697043" y="873720"/>
                  </a:lnTo>
                  <a:lnTo>
                    <a:pt x="4697704" y="873720"/>
                  </a:lnTo>
                  <a:lnTo>
                    <a:pt x="4698364" y="881537"/>
                  </a:lnTo>
                  <a:lnTo>
                    <a:pt x="4699025" y="873853"/>
                  </a:lnTo>
                  <a:lnTo>
                    <a:pt x="4699685" y="853487"/>
                  </a:lnTo>
                  <a:lnTo>
                    <a:pt x="4700346" y="809712"/>
                  </a:lnTo>
                  <a:lnTo>
                    <a:pt x="4701007" y="793584"/>
                  </a:lnTo>
                  <a:lnTo>
                    <a:pt x="4701667" y="717621"/>
                  </a:lnTo>
                  <a:lnTo>
                    <a:pt x="4702328" y="679032"/>
                  </a:lnTo>
                  <a:lnTo>
                    <a:pt x="4702988" y="675034"/>
                  </a:lnTo>
                  <a:lnTo>
                    <a:pt x="4703649" y="656387"/>
                  </a:lnTo>
                  <a:lnTo>
                    <a:pt x="4704309" y="657024"/>
                  </a:lnTo>
                  <a:lnTo>
                    <a:pt x="4704970" y="651011"/>
                  </a:lnTo>
                  <a:lnTo>
                    <a:pt x="4705630" y="642351"/>
                  </a:lnTo>
                  <a:lnTo>
                    <a:pt x="4706291" y="663998"/>
                  </a:lnTo>
                  <a:lnTo>
                    <a:pt x="4706951" y="663998"/>
                  </a:lnTo>
                  <a:lnTo>
                    <a:pt x="4707612" y="680667"/>
                  </a:lnTo>
                  <a:lnTo>
                    <a:pt x="4708272" y="681935"/>
                  </a:lnTo>
                  <a:lnTo>
                    <a:pt x="4708933" y="681935"/>
                  </a:lnTo>
                  <a:lnTo>
                    <a:pt x="4709593" y="774247"/>
                  </a:lnTo>
                  <a:lnTo>
                    <a:pt x="4710254" y="747938"/>
                  </a:lnTo>
                  <a:lnTo>
                    <a:pt x="4710914" y="742378"/>
                  </a:lnTo>
                  <a:lnTo>
                    <a:pt x="4711575" y="729754"/>
                  </a:lnTo>
                  <a:lnTo>
                    <a:pt x="4712236" y="732548"/>
                  </a:lnTo>
                  <a:lnTo>
                    <a:pt x="4712896" y="732937"/>
                  </a:lnTo>
                  <a:lnTo>
                    <a:pt x="4713557" y="730761"/>
                  </a:lnTo>
                  <a:lnTo>
                    <a:pt x="4714217" y="738074"/>
                  </a:lnTo>
                  <a:lnTo>
                    <a:pt x="4714878" y="743073"/>
                  </a:lnTo>
                  <a:lnTo>
                    <a:pt x="4715538" y="775350"/>
                  </a:lnTo>
                  <a:lnTo>
                    <a:pt x="4716199" y="682526"/>
                  </a:lnTo>
                  <a:lnTo>
                    <a:pt x="4716859" y="689917"/>
                  </a:lnTo>
                  <a:lnTo>
                    <a:pt x="4717520" y="670830"/>
                  </a:lnTo>
                  <a:lnTo>
                    <a:pt x="4718180" y="677205"/>
                  </a:lnTo>
                  <a:lnTo>
                    <a:pt x="4718841" y="719517"/>
                  </a:lnTo>
                  <a:lnTo>
                    <a:pt x="4719501" y="722034"/>
                  </a:lnTo>
                  <a:lnTo>
                    <a:pt x="4720162" y="729995"/>
                  </a:lnTo>
                  <a:lnTo>
                    <a:pt x="4720822" y="739882"/>
                  </a:lnTo>
                  <a:lnTo>
                    <a:pt x="4721483" y="755720"/>
                  </a:lnTo>
                  <a:lnTo>
                    <a:pt x="4722144" y="756324"/>
                  </a:lnTo>
                  <a:lnTo>
                    <a:pt x="4722804" y="756324"/>
                  </a:lnTo>
                  <a:lnTo>
                    <a:pt x="4723465" y="754385"/>
                  </a:lnTo>
                  <a:lnTo>
                    <a:pt x="4724125" y="758863"/>
                  </a:lnTo>
                  <a:lnTo>
                    <a:pt x="4724786" y="741196"/>
                  </a:lnTo>
                  <a:lnTo>
                    <a:pt x="4725446" y="732693"/>
                  </a:lnTo>
                  <a:lnTo>
                    <a:pt x="4726107" y="704783"/>
                  </a:lnTo>
                  <a:lnTo>
                    <a:pt x="4726767" y="715364"/>
                  </a:lnTo>
                  <a:lnTo>
                    <a:pt x="4727428" y="703354"/>
                  </a:lnTo>
                  <a:lnTo>
                    <a:pt x="4728088" y="716673"/>
                  </a:lnTo>
                  <a:lnTo>
                    <a:pt x="4728749" y="718741"/>
                  </a:lnTo>
                  <a:lnTo>
                    <a:pt x="4729409" y="759499"/>
                  </a:lnTo>
                  <a:lnTo>
                    <a:pt x="4730070" y="796626"/>
                  </a:lnTo>
                  <a:lnTo>
                    <a:pt x="4730730" y="802950"/>
                  </a:lnTo>
                  <a:lnTo>
                    <a:pt x="4731391" y="812742"/>
                  </a:lnTo>
                  <a:lnTo>
                    <a:pt x="4732052" y="797028"/>
                  </a:lnTo>
                  <a:lnTo>
                    <a:pt x="4732712" y="792253"/>
                  </a:lnTo>
                  <a:lnTo>
                    <a:pt x="4733373" y="801198"/>
                  </a:lnTo>
                  <a:lnTo>
                    <a:pt x="4734033" y="810641"/>
                  </a:lnTo>
                  <a:lnTo>
                    <a:pt x="4734694" y="808112"/>
                  </a:lnTo>
                  <a:lnTo>
                    <a:pt x="4735354" y="822499"/>
                  </a:lnTo>
                  <a:lnTo>
                    <a:pt x="4736015" y="842817"/>
                  </a:lnTo>
                  <a:lnTo>
                    <a:pt x="4736675" y="846367"/>
                  </a:lnTo>
                  <a:lnTo>
                    <a:pt x="4737336" y="825320"/>
                  </a:lnTo>
                  <a:lnTo>
                    <a:pt x="4737996" y="815259"/>
                  </a:lnTo>
                  <a:lnTo>
                    <a:pt x="4738657" y="832486"/>
                  </a:lnTo>
                  <a:lnTo>
                    <a:pt x="4739317" y="867140"/>
                  </a:lnTo>
                  <a:lnTo>
                    <a:pt x="4739978" y="897664"/>
                  </a:lnTo>
                  <a:lnTo>
                    <a:pt x="4740638" y="906895"/>
                  </a:lnTo>
                  <a:lnTo>
                    <a:pt x="4741299" y="926426"/>
                  </a:lnTo>
                  <a:lnTo>
                    <a:pt x="4741959" y="914154"/>
                  </a:lnTo>
                  <a:lnTo>
                    <a:pt x="4742620" y="902477"/>
                  </a:lnTo>
                  <a:lnTo>
                    <a:pt x="4743281" y="844975"/>
                  </a:lnTo>
                  <a:lnTo>
                    <a:pt x="4743941" y="831640"/>
                  </a:lnTo>
                  <a:lnTo>
                    <a:pt x="4744602" y="856639"/>
                  </a:lnTo>
                  <a:lnTo>
                    <a:pt x="4745262" y="888683"/>
                  </a:lnTo>
                  <a:lnTo>
                    <a:pt x="4745923" y="900576"/>
                  </a:lnTo>
                  <a:lnTo>
                    <a:pt x="4746583" y="931801"/>
                  </a:lnTo>
                  <a:lnTo>
                    <a:pt x="4747244" y="935664"/>
                  </a:lnTo>
                  <a:lnTo>
                    <a:pt x="4747904" y="932806"/>
                  </a:lnTo>
                  <a:lnTo>
                    <a:pt x="4748565" y="914534"/>
                  </a:lnTo>
                  <a:lnTo>
                    <a:pt x="4749225" y="914534"/>
                  </a:lnTo>
                  <a:lnTo>
                    <a:pt x="4749886" y="908611"/>
                  </a:lnTo>
                  <a:lnTo>
                    <a:pt x="4750546" y="920953"/>
                  </a:lnTo>
                  <a:lnTo>
                    <a:pt x="4751207" y="984004"/>
                  </a:lnTo>
                  <a:lnTo>
                    <a:pt x="4751867" y="998398"/>
                  </a:lnTo>
                  <a:lnTo>
                    <a:pt x="4752528" y="941207"/>
                  </a:lnTo>
                  <a:lnTo>
                    <a:pt x="4753189" y="935394"/>
                  </a:lnTo>
                  <a:lnTo>
                    <a:pt x="4753849" y="946880"/>
                  </a:lnTo>
                  <a:lnTo>
                    <a:pt x="4754510" y="951982"/>
                  </a:lnTo>
                  <a:lnTo>
                    <a:pt x="4755170" y="994737"/>
                  </a:lnTo>
                  <a:lnTo>
                    <a:pt x="4755831" y="984990"/>
                  </a:lnTo>
                  <a:lnTo>
                    <a:pt x="4756491" y="985559"/>
                  </a:lnTo>
                  <a:lnTo>
                    <a:pt x="4757152" y="997310"/>
                  </a:lnTo>
                  <a:lnTo>
                    <a:pt x="4757812" y="959655"/>
                  </a:lnTo>
                  <a:lnTo>
                    <a:pt x="4758473" y="930332"/>
                  </a:lnTo>
                  <a:lnTo>
                    <a:pt x="4759133" y="926156"/>
                  </a:lnTo>
                  <a:lnTo>
                    <a:pt x="4759794" y="916439"/>
                  </a:lnTo>
                  <a:lnTo>
                    <a:pt x="4760454" y="921766"/>
                  </a:lnTo>
                  <a:lnTo>
                    <a:pt x="4761115" y="921618"/>
                  </a:lnTo>
                  <a:lnTo>
                    <a:pt x="4761775" y="943024"/>
                  </a:lnTo>
                  <a:lnTo>
                    <a:pt x="4762436" y="970806"/>
                  </a:lnTo>
                  <a:lnTo>
                    <a:pt x="4763097" y="962960"/>
                  </a:lnTo>
                  <a:lnTo>
                    <a:pt x="4763757" y="962478"/>
                  </a:lnTo>
                  <a:lnTo>
                    <a:pt x="4764418" y="953353"/>
                  </a:lnTo>
                  <a:lnTo>
                    <a:pt x="4765078" y="927076"/>
                  </a:lnTo>
                  <a:lnTo>
                    <a:pt x="4765739" y="919777"/>
                  </a:lnTo>
                  <a:lnTo>
                    <a:pt x="4766399" y="921337"/>
                  </a:lnTo>
                  <a:lnTo>
                    <a:pt x="4767060" y="948992"/>
                  </a:lnTo>
                  <a:lnTo>
                    <a:pt x="4767720" y="946854"/>
                  </a:lnTo>
                  <a:lnTo>
                    <a:pt x="4768381" y="940092"/>
                  </a:lnTo>
                  <a:lnTo>
                    <a:pt x="4769041" y="935918"/>
                  </a:lnTo>
                  <a:lnTo>
                    <a:pt x="4769702" y="931893"/>
                  </a:lnTo>
                  <a:lnTo>
                    <a:pt x="4770362" y="926801"/>
                  </a:lnTo>
                  <a:lnTo>
                    <a:pt x="4771023" y="935918"/>
                  </a:lnTo>
                  <a:lnTo>
                    <a:pt x="4771683" y="941974"/>
                  </a:lnTo>
                  <a:lnTo>
                    <a:pt x="4772344" y="924174"/>
                  </a:lnTo>
                  <a:lnTo>
                    <a:pt x="4773005" y="940727"/>
                  </a:lnTo>
                  <a:lnTo>
                    <a:pt x="4773665" y="940727"/>
                  </a:lnTo>
                  <a:lnTo>
                    <a:pt x="4774326" y="945819"/>
                  </a:lnTo>
                  <a:lnTo>
                    <a:pt x="4774986" y="946418"/>
                  </a:lnTo>
                  <a:lnTo>
                    <a:pt x="4775647" y="930669"/>
                  </a:lnTo>
                  <a:lnTo>
                    <a:pt x="4776307" y="941682"/>
                  </a:lnTo>
                  <a:lnTo>
                    <a:pt x="4776968" y="951842"/>
                  </a:lnTo>
                  <a:lnTo>
                    <a:pt x="4777628" y="969202"/>
                  </a:lnTo>
                  <a:lnTo>
                    <a:pt x="4778289" y="989728"/>
                  </a:lnTo>
                  <a:lnTo>
                    <a:pt x="4778949" y="966972"/>
                  </a:lnTo>
                  <a:lnTo>
                    <a:pt x="4779610" y="948873"/>
                  </a:lnTo>
                  <a:lnTo>
                    <a:pt x="4780270" y="936441"/>
                  </a:lnTo>
                  <a:lnTo>
                    <a:pt x="4780931" y="935175"/>
                  </a:lnTo>
                  <a:lnTo>
                    <a:pt x="4781591" y="946618"/>
                  </a:lnTo>
                  <a:lnTo>
                    <a:pt x="4782252" y="950581"/>
                  </a:lnTo>
                  <a:lnTo>
                    <a:pt x="4782912" y="964829"/>
                  </a:lnTo>
                  <a:lnTo>
                    <a:pt x="4783573" y="982313"/>
                  </a:lnTo>
                  <a:lnTo>
                    <a:pt x="4784234" y="997509"/>
                  </a:lnTo>
                  <a:lnTo>
                    <a:pt x="4784894" y="977646"/>
                  </a:lnTo>
                  <a:lnTo>
                    <a:pt x="4785555" y="959273"/>
                  </a:lnTo>
                  <a:lnTo>
                    <a:pt x="4786215" y="981812"/>
                  </a:lnTo>
                  <a:lnTo>
                    <a:pt x="4786876" y="967384"/>
                  </a:lnTo>
                  <a:lnTo>
                    <a:pt x="4787536" y="972166"/>
                  </a:lnTo>
                  <a:lnTo>
                    <a:pt x="4788197" y="1001531"/>
                  </a:lnTo>
                  <a:lnTo>
                    <a:pt x="4788857" y="971779"/>
                  </a:lnTo>
                  <a:lnTo>
                    <a:pt x="4789518" y="972993"/>
                  </a:lnTo>
                  <a:lnTo>
                    <a:pt x="4790178" y="974302"/>
                  </a:lnTo>
                  <a:lnTo>
                    <a:pt x="4790839" y="972523"/>
                  </a:lnTo>
                  <a:lnTo>
                    <a:pt x="4791499" y="976884"/>
                  </a:lnTo>
                  <a:lnTo>
                    <a:pt x="4792160" y="994592"/>
                  </a:lnTo>
                  <a:lnTo>
                    <a:pt x="4792820" y="965633"/>
                  </a:lnTo>
                  <a:lnTo>
                    <a:pt x="4793481" y="950238"/>
                  </a:lnTo>
                  <a:lnTo>
                    <a:pt x="4794142" y="931640"/>
                  </a:lnTo>
                  <a:lnTo>
                    <a:pt x="4794802" y="941788"/>
                  </a:lnTo>
                  <a:lnTo>
                    <a:pt x="4795463" y="964298"/>
                  </a:lnTo>
                  <a:lnTo>
                    <a:pt x="4796123" y="981747"/>
                  </a:lnTo>
                  <a:lnTo>
                    <a:pt x="4796784" y="972146"/>
                  </a:lnTo>
                  <a:lnTo>
                    <a:pt x="4797444" y="938783"/>
                  </a:lnTo>
                  <a:lnTo>
                    <a:pt x="4798105" y="933502"/>
                  </a:lnTo>
                  <a:lnTo>
                    <a:pt x="4798765" y="918924"/>
                  </a:lnTo>
                  <a:lnTo>
                    <a:pt x="4799426" y="918589"/>
                  </a:lnTo>
                  <a:lnTo>
                    <a:pt x="4800086" y="928494"/>
                  </a:lnTo>
                  <a:lnTo>
                    <a:pt x="4800747" y="931464"/>
                  </a:lnTo>
                  <a:lnTo>
                    <a:pt x="4801407" y="950546"/>
                  </a:lnTo>
                  <a:lnTo>
                    <a:pt x="4802068" y="962119"/>
                  </a:lnTo>
                  <a:lnTo>
                    <a:pt x="4802728" y="930533"/>
                  </a:lnTo>
                  <a:lnTo>
                    <a:pt x="4803389" y="890209"/>
                  </a:lnTo>
                  <a:lnTo>
                    <a:pt x="4804050" y="891052"/>
                  </a:lnTo>
                  <a:lnTo>
                    <a:pt x="4804710" y="883949"/>
                  </a:lnTo>
                  <a:lnTo>
                    <a:pt x="4805371" y="854578"/>
                  </a:lnTo>
                  <a:lnTo>
                    <a:pt x="4806031" y="842956"/>
                  </a:lnTo>
                  <a:lnTo>
                    <a:pt x="4806692" y="827064"/>
                  </a:lnTo>
                  <a:lnTo>
                    <a:pt x="4807352" y="803249"/>
                  </a:lnTo>
                  <a:lnTo>
                    <a:pt x="4808013" y="780658"/>
                  </a:lnTo>
                  <a:lnTo>
                    <a:pt x="4808673" y="775148"/>
                  </a:lnTo>
                  <a:lnTo>
                    <a:pt x="4809334" y="774179"/>
                  </a:lnTo>
                  <a:lnTo>
                    <a:pt x="4809994" y="774073"/>
                  </a:lnTo>
                  <a:lnTo>
                    <a:pt x="4810655" y="774073"/>
                  </a:lnTo>
                  <a:lnTo>
                    <a:pt x="4811315" y="782299"/>
                  </a:lnTo>
                  <a:lnTo>
                    <a:pt x="4811976" y="878126"/>
                  </a:lnTo>
                  <a:lnTo>
                    <a:pt x="4812636" y="940165"/>
                  </a:lnTo>
                  <a:lnTo>
                    <a:pt x="4813297" y="954812"/>
                  </a:lnTo>
                  <a:lnTo>
                    <a:pt x="4813957" y="923093"/>
                  </a:lnTo>
                  <a:lnTo>
                    <a:pt x="4814618" y="928369"/>
                  </a:lnTo>
                  <a:lnTo>
                    <a:pt x="4815279" y="974141"/>
                  </a:lnTo>
                  <a:lnTo>
                    <a:pt x="4815939" y="975192"/>
                  </a:lnTo>
                  <a:lnTo>
                    <a:pt x="4816600" y="955894"/>
                  </a:lnTo>
                  <a:lnTo>
                    <a:pt x="4817260" y="945632"/>
                  </a:lnTo>
                  <a:lnTo>
                    <a:pt x="4817921" y="960918"/>
                  </a:lnTo>
                  <a:lnTo>
                    <a:pt x="4818581" y="950496"/>
                  </a:lnTo>
                  <a:lnTo>
                    <a:pt x="4819242" y="965106"/>
                  </a:lnTo>
                  <a:lnTo>
                    <a:pt x="4819902" y="951621"/>
                  </a:lnTo>
                  <a:lnTo>
                    <a:pt x="4820563" y="942642"/>
                  </a:lnTo>
                  <a:lnTo>
                    <a:pt x="4821223" y="928829"/>
                  </a:lnTo>
                  <a:lnTo>
                    <a:pt x="4821884" y="929078"/>
                  </a:lnTo>
                  <a:lnTo>
                    <a:pt x="4822544" y="947601"/>
                  </a:lnTo>
                  <a:lnTo>
                    <a:pt x="4823205" y="947601"/>
                  </a:lnTo>
                  <a:lnTo>
                    <a:pt x="4823865" y="920990"/>
                  </a:lnTo>
                  <a:lnTo>
                    <a:pt x="4824526" y="912239"/>
                  </a:lnTo>
                  <a:lnTo>
                    <a:pt x="4825187" y="916513"/>
                  </a:lnTo>
                  <a:lnTo>
                    <a:pt x="4825847" y="924238"/>
                  </a:lnTo>
                  <a:lnTo>
                    <a:pt x="4826508" y="883200"/>
                  </a:lnTo>
                  <a:lnTo>
                    <a:pt x="4827168" y="834289"/>
                  </a:lnTo>
                  <a:lnTo>
                    <a:pt x="4827829" y="795024"/>
                  </a:lnTo>
                  <a:lnTo>
                    <a:pt x="4828489" y="795024"/>
                  </a:lnTo>
                  <a:lnTo>
                    <a:pt x="4829150" y="824422"/>
                  </a:lnTo>
                  <a:lnTo>
                    <a:pt x="4829810" y="855952"/>
                  </a:lnTo>
                  <a:lnTo>
                    <a:pt x="4830471" y="869277"/>
                  </a:lnTo>
                  <a:lnTo>
                    <a:pt x="4831131" y="831165"/>
                  </a:lnTo>
                  <a:lnTo>
                    <a:pt x="4831792" y="859871"/>
                  </a:lnTo>
                  <a:lnTo>
                    <a:pt x="4832452" y="881176"/>
                  </a:lnTo>
                  <a:lnTo>
                    <a:pt x="4833113" y="922389"/>
                  </a:lnTo>
                  <a:lnTo>
                    <a:pt x="4833773" y="921303"/>
                  </a:lnTo>
                  <a:lnTo>
                    <a:pt x="4834434" y="945653"/>
                  </a:lnTo>
                  <a:lnTo>
                    <a:pt x="4835095" y="965231"/>
                  </a:lnTo>
                  <a:lnTo>
                    <a:pt x="4835755" y="953754"/>
                  </a:lnTo>
                  <a:lnTo>
                    <a:pt x="4836416" y="955801"/>
                  </a:lnTo>
                  <a:lnTo>
                    <a:pt x="4837076" y="973994"/>
                  </a:lnTo>
                  <a:lnTo>
                    <a:pt x="4837737" y="977175"/>
                  </a:lnTo>
                  <a:lnTo>
                    <a:pt x="4838397" y="964467"/>
                  </a:lnTo>
                  <a:lnTo>
                    <a:pt x="4839058" y="970290"/>
                  </a:lnTo>
                  <a:lnTo>
                    <a:pt x="4839718" y="959441"/>
                  </a:lnTo>
                  <a:lnTo>
                    <a:pt x="4840379" y="976550"/>
                  </a:lnTo>
                  <a:lnTo>
                    <a:pt x="4841039" y="994179"/>
                  </a:lnTo>
                  <a:lnTo>
                    <a:pt x="4841700" y="987716"/>
                  </a:lnTo>
                  <a:lnTo>
                    <a:pt x="4842360" y="963822"/>
                  </a:lnTo>
                  <a:lnTo>
                    <a:pt x="4843021" y="971138"/>
                  </a:lnTo>
                  <a:lnTo>
                    <a:pt x="4843681" y="968893"/>
                  </a:lnTo>
                  <a:lnTo>
                    <a:pt x="4844342" y="991032"/>
                  </a:lnTo>
                  <a:lnTo>
                    <a:pt x="4845003" y="965299"/>
                  </a:lnTo>
                  <a:lnTo>
                    <a:pt x="4845663" y="964310"/>
                  </a:lnTo>
                  <a:lnTo>
                    <a:pt x="4846324" y="976836"/>
                  </a:lnTo>
                  <a:lnTo>
                    <a:pt x="4846984" y="992657"/>
                  </a:lnTo>
                  <a:lnTo>
                    <a:pt x="4847645" y="968465"/>
                  </a:lnTo>
                  <a:lnTo>
                    <a:pt x="4848305" y="966997"/>
                  </a:lnTo>
                  <a:lnTo>
                    <a:pt x="4848966" y="969779"/>
                  </a:lnTo>
                  <a:lnTo>
                    <a:pt x="4849626" y="974130"/>
                  </a:lnTo>
                  <a:lnTo>
                    <a:pt x="4850287" y="975018"/>
                  </a:lnTo>
                  <a:lnTo>
                    <a:pt x="4850947" y="965417"/>
                  </a:lnTo>
                  <a:lnTo>
                    <a:pt x="4851608" y="957633"/>
                  </a:lnTo>
                  <a:lnTo>
                    <a:pt x="4852268" y="951957"/>
                  </a:lnTo>
                  <a:lnTo>
                    <a:pt x="4852929" y="951957"/>
                  </a:lnTo>
                  <a:lnTo>
                    <a:pt x="4853589" y="961224"/>
                  </a:lnTo>
                  <a:lnTo>
                    <a:pt x="4854250" y="965718"/>
                  </a:lnTo>
                  <a:lnTo>
                    <a:pt x="4854910" y="964833"/>
                  </a:lnTo>
                  <a:lnTo>
                    <a:pt x="4855571" y="975094"/>
                  </a:lnTo>
                  <a:lnTo>
                    <a:pt x="4856232" y="970632"/>
                  </a:lnTo>
                  <a:lnTo>
                    <a:pt x="4856892" y="963244"/>
                  </a:lnTo>
                  <a:lnTo>
                    <a:pt x="4857553" y="973969"/>
                  </a:lnTo>
                  <a:lnTo>
                    <a:pt x="4858213" y="987053"/>
                  </a:lnTo>
                  <a:lnTo>
                    <a:pt x="4858874" y="972756"/>
                  </a:lnTo>
                  <a:lnTo>
                    <a:pt x="4859534" y="997848"/>
                  </a:lnTo>
                  <a:lnTo>
                    <a:pt x="4860195" y="997848"/>
                  </a:lnTo>
                  <a:lnTo>
                    <a:pt x="4860855" y="996803"/>
                  </a:lnTo>
                  <a:lnTo>
                    <a:pt x="4861516" y="968194"/>
                  </a:lnTo>
                  <a:lnTo>
                    <a:pt x="4862176" y="978768"/>
                  </a:lnTo>
                  <a:lnTo>
                    <a:pt x="4862837" y="936243"/>
                  </a:lnTo>
                  <a:lnTo>
                    <a:pt x="4863497" y="919380"/>
                  </a:lnTo>
                  <a:lnTo>
                    <a:pt x="4864158" y="920823"/>
                  </a:lnTo>
                  <a:lnTo>
                    <a:pt x="4864818" y="940820"/>
                  </a:lnTo>
                  <a:lnTo>
                    <a:pt x="4865479" y="930190"/>
                  </a:lnTo>
                  <a:lnTo>
                    <a:pt x="4866140" y="918347"/>
                  </a:lnTo>
                  <a:lnTo>
                    <a:pt x="4866800" y="887706"/>
                  </a:lnTo>
                  <a:lnTo>
                    <a:pt x="4867461" y="893969"/>
                  </a:lnTo>
                  <a:lnTo>
                    <a:pt x="4868121" y="913133"/>
                  </a:lnTo>
                  <a:lnTo>
                    <a:pt x="4868782" y="900334"/>
                  </a:lnTo>
                  <a:lnTo>
                    <a:pt x="4869442" y="775726"/>
                  </a:lnTo>
                  <a:lnTo>
                    <a:pt x="4870103" y="784451"/>
                  </a:lnTo>
                  <a:lnTo>
                    <a:pt x="4870763" y="823636"/>
                  </a:lnTo>
                  <a:lnTo>
                    <a:pt x="4871424" y="801862"/>
                  </a:lnTo>
                  <a:lnTo>
                    <a:pt x="4872084" y="796153"/>
                  </a:lnTo>
                  <a:lnTo>
                    <a:pt x="4872745" y="778461"/>
                  </a:lnTo>
                  <a:lnTo>
                    <a:pt x="4873405" y="757171"/>
                  </a:lnTo>
                  <a:lnTo>
                    <a:pt x="4874066" y="751224"/>
                  </a:lnTo>
                  <a:lnTo>
                    <a:pt x="4874726" y="736860"/>
                  </a:lnTo>
                  <a:lnTo>
                    <a:pt x="4875387" y="733338"/>
                  </a:lnTo>
                  <a:lnTo>
                    <a:pt x="4876048" y="736092"/>
                  </a:lnTo>
                  <a:lnTo>
                    <a:pt x="4876708" y="787264"/>
                  </a:lnTo>
                  <a:lnTo>
                    <a:pt x="4877369" y="779658"/>
                  </a:lnTo>
                  <a:lnTo>
                    <a:pt x="4878029" y="724030"/>
                  </a:lnTo>
                  <a:lnTo>
                    <a:pt x="4878690" y="732268"/>
                  </a:lnTo>
                  <a:lnTo>
                    <a:pt x="4879350" y="697720"/>
                  </a:lnTo>
                  <a:lnTo>
                    <a:pt x="4880011" y="694127"/>
                  </a:lnTo>
                  <a:lnTo>
                    <a:pt x="4880671" y="693373"/>
                  </a:lnTo>
                  <a:lnTo>
                    <a:pt x="4881332" y="690578"/>
                  </a:lnTo>
                  <a:lnTo>
                    <a:pt x="4881992" y="699389"/>
                  </a:lnTo>
                  <a:lnTo>
                    <a:pt x="4882653" y="699384"/>
                  </a:lnTo>
                  <a:lnTo>
                    <a:pt x="4883313" y="699406"/>
                  </a:lnTo>
                  <a:lnTo>
                    <a:pt x="4883974" y="681347"/>
                  </a:lnTo>
                  <a:lnTo>
                    <a:pt x="4884634" y="690590"/>
                  </a:lnTo>
                  <a:lnTo>
                    <a:pt x="4885295" y="696439"/>
                  </a:lnTo>
                  <a:lnTo>
                    <a:pt x="4885955" y="739310"/>
                  </a:lnTo>
                  <a:lnTo>
                    <a:pt x="4886616" y="744208"/>
                  </a:lnTo>
                  <a:lnTo>
                    <a:pt x="4887277" y="716723"/>
                  </a:lnTo>
                  <a:lnTo>
                    <a:pt x="4887937" y="766948"/>
                  </a:lnTo>
                  <a:lnTo>
                    <a:pt x="4888598" y="769354"/>
                  </a:lnTo>
                  <a:lnTo>
                    <a:pt x="4889258" y="813661"/>
                  </a:lnTo>
                  <a:lnTo>
                    <a:pt x="4889919" y="803910"/>
                  </a:lnTo>
                  <a:lnTo>
                    <a:pt x="4890579" y="855135"/>
                  </a:lnTo>
                  <a:lnTo>
                    <a:pt x="4891240" y="867260"/>
                  </a:lnTo>
                  <a:lnTo>
                    <a:pt x="4891900" y="821940"/>
                  </a:lnTo>
                  <a:lnTo>
                    <a:pt x="4892561" y="817591"/>
                  </a:lnTo>
                  <a:lnTo>
                    <a:pt x="4893221" y="838023"/>
                  </a:lnTo>
                  <a:lnTo>
                    <a:pt x="4893882" y="859911"/>
                  </a:lnTo>
                  <a:lnTo>
                    <a:pt x="4894542" y="878450"/>
                  </a:lnTo>
                  <a:lnTo>
                    <a:pt x="4895203" y="889058"/>
                  </a:lnTo>
                  <a:lnTo>
                    <a:pt x="4895863" y="911249"/>
                  </a:lnTo>
                  <a:lnTo>
                    <a:pt x="4896524" y="954772"/>
                  </a:lnTo>
                  <a:lnTo>
                    <a:pt x="4897185" y="954408"/>
                  </a:lnTo>
                  <a:lnTo>
                    <a:pt x="4897845" y="904688"/>
                  </a:lnTo>
                  <a:lnTo>
                    <a:pt x="4898506" y="882989"/>
                  </a:lnTo>
                  <a:lnTo>
                    <a:pt x="4899166" y="857110"/>
                  </a:lnTo>
                  <a:lnTo>
                    <a:pt x="4899827" y="876563"/>
                  </a:lnTo>
                  <a:lnTo>
                    <a:pt x="4900487" y="896017"/>
                  </a:lnTo>
                  <a:lnTo>
                    <a:pt x="4901148" y="849856"/>
                  </a:lnTo>
                  <a:lnTo>
                    <a:pt x="4901808" y="872947"/>
                  </a:lnTo>
                  <a:lnTo>
                    <a:pt x="4902469" y="885148"/>
                  </a:lnTo>
                  <a:lnTo>
                    <a:pt x="4903129" y="856247"/>
                  </a:lnTo>
                  <a:lnTo>
                    <a:pt x="4903790" y="865684"/>
                  </a:lnTo>
                  <a:lnTo>
                    <a:pt x="4904450" y="848825"/>
                  </a:lnTo>
                  <a:lnTo>
                    <a:pt x="4905111" y="856548"/>
                  </a:lnTo>
                  <a:lnTo>
                    <a:pt x="4905771" y="884512"/>
                  </a:lnTo>
                  <a:lnTo>
                    <a:pt x="4906432" y="898950"/>
                  </a:lnTo>
                  <a:lnTo>
                    <a:pt x="4907093" y="860761"/>
                  </a:lnTo>
                  <a:lnTo>
                    <a:pt x="4907753" y="839729"/>
                  </a:lnTo>
                  <a:lnTo>
                    <a:pt x="4908414" y="844464"/>
                  </a:lnTo>
                  <a:lnTo>
                    <a:pt x="4909074" y="833517"/>
                  </a:lnTo>
                  <a:lnTo>
                    <a:pt x="4909735" y="819806"/>
                  </a:lnTo>
                  <a:lnTo>
                    <a:pt x="4910395" y="813825"/>
                  </a:lnTo>
                  <a:lnTo>
                    <a:pt x="4911056" y="785439"/>
                  </a:lnTo>
                  <a:lnTo>
                    <a:pt x="4911716" y="779592"/>
                  </a:lnTo>
                  <a:lnTo>
                    <a:pt x="4912377" y="739436"/>
                  </a:lnTo>
                  <a:lnTo>
                    <a:pt x="4913037" y="670279"/>
                  </a:lnTo>
                  <a:lnTo>
                    <a:pt x="4913698" y="656894"/>
                  </a:lnTo>
                  <a:lnTo>
                    <a:pt x="4914358" y="641703"/>
                  </a:lnTo>
                  <a:lnTo>
                    <a:pt x="4915019" y="636849"/>
                  </a:lnTo>
                  <a:lnTo>
                    <a:pt x="4915679" y="647744"/>
                  </a:lnTo>
                  <a:lnTo>
                    <a:pt x="4916340" y="628709"/>
                  </a:lnTo>
                  <a:lnTo>
                    <a:pt x="4917001" y="612158"/>
                  </a:lnTo>
                  <a:lnTo>
                    <a:pt x="4917661" y="609271"/>
                  </a:lnTo>
                  <a:lnTo>
                    <a:pt x="4918322" y="609276"/>
                  </a:lnTo>
                  <a:lnTo>
                    <a:pt x="4918982" y="635465"/>
                  </a:lnTo>
                  <a:lnTo>
                    <a:pt x="4919643" y="662338"/>
                  </a:lnTo>
                  <a:lnTo>
                    <a:pt x="4920303" y="706166"/>
                  </a:lnTo>
                  <a:lnTo>
                    <a:pt x="4920964" y="747658"/>
                  </a:lnTo>
                  <a:lnTo>
                    <a:pt x="4921624" y="789854"/>
                  </a:lnTo>
                  <a:lnTo>
                    <a:pt x="4922285" y="819899"/>
                  </a:lnTo>
                  <a:lnTo>
                    <a:pt x="4922945" y="795236"/>
                  </a:lnTo>
                  <a:lnTo>
                    <a:pt x="4923606" y="791787"/>
                  </a:lnTo>
                  <a:lnTo>
                    <a:pt x="4924266" y="789181"/>
                  </a:lnTo>
                  <a:lnTo>
                    <a:pt x="4924927" y="817193"/>
                  </a:lnTo>
                  <a:lnTo>
                    <a:pt x="4925587" y="855989"/>
                  </a:lnTo>
                  <a:lnTo>
                    <a:pt x="4926248" y="869900"/>
                  </a:lnTo>
                  <a:lnTo>
                    <a:pt x="4926908" y="868478"/>
                  </a:lnTo>
                  <a:lnTo>
                    <a:pt x="4927569" y="894250"/>
                  </a:lnTo>
                  <a:lnTo>
                    <a:pt x="4928230" y="900791"/>
                  </a:lnTo>
                  <a:lnTo>
                    <a:pt x="4928890" y="887112"/>
                  </a:lnTo>
                  <a:lnTo>
                    <a:pt x="4929551" y="900131"/>
                  </a:lnTo>
                  <a:lnTo>
                    <a:pt x="4930211" y="882381"/>
                  </a:lnTo>
                  <a:lnTo>
                    <a:pt x="4930872" y="905584"/>
                  </a:lnTo>
                  <a:lnTo>
                    <a:pt x="4931532" y="906610"/>
                  </a:lnTo>
                  <a:lnTo>
                    <a:pt x="4932193" y="894188"/>
                  </a:lnTo>
                  <a:lnTo>
                    <a:pt x="4932853" y="870847"/>
                  </a:lnTo>
                  <a:lnTo>
                    <a:pt x="4933514" y="830509"/>
                  </a:lnTo>
                  <a:lnTo>
                    <a:pt x="4934174" y="823561"/>
                  </a:lnTo>
                  <a:lnTo>
                    <a:pt x="4934835" y="806920"/>
                  </a:lnTo>
                  <a:lnTo>
                    <a:pt x="4935495" y="761406"/>
                  </a:lnTo>
                  <a:lnTo>
                    <a:pt x="4936156" y="759698"/>
                  </a:lnTo>
                  <a:lnTo>
                    <a:pt x="4936816" y="771993"/>
                  </a:lnTo>
                  <a:lnTo>
                    <a:pt x="4937477" y="815664"/>
                  </a:lnTo>
                  <a:lnTo>
                    <a:pt x="4938138" y="832775"/>
                  </a:lnTo>
                  <a:lnTo>
                    <a:pt x="4938798" y="836619"/>
                  </a:lnTo>
                  <a:lnTo>
                    <a:pt x="4939459" y="884789"/>
                  </a:lnTo>
                  <a:lnTo>
                    <a:pt x="4940119" y="891566"/>
                  </a:lnTo>
                  <a:lnTo>
                    <a:pt x="4940780" y="947213"/>
                  </a:lnTo>
                  <a:lnTo>
                    <a:pt x="4941440" y="960714"/>
                  </a:lnTo>
                  <a:lnTo>
                    <a:pt x="4942101" y="954682"/>
                  </a:lnTo>
                  <a:lnTo>
                    <a:pt x="4942761" y="960102"/>
                  </a:lnTo>
                  <a:lnTo>
                    <a:pt x="4943422" y="949885"/>
                  </a:lnTo>
                  <a:lnTo>
                    <a:pt x="4944082" y="942957"/>
                  </a:lnTo>
                  <a:lnTo>
                    <a:pt x="4944743" y="955145"/>
                  </a:lnTo>
                  <a:lnTo>
                    <a:pt x="4945403" y="971006"/>
                  </a:lnTo>
                  <a:lnTo>
                    <a:pt x="4946064" y="978788"/>
                  </a:lnTo>
                  <a:lnTo>
                    <a:pt x="4946724" y="989377"/>
                  </a:lnTo>
                  <a:lnTo>
                    <a:pt x="4947385" y="981139"/>
                  </a:lnTo>
                  <a:lnTo>
                    <a:pt x="4948046" y="992331"/>
                  </a:lnTo>
                  <a:lnTo>
                    <a:pt x="4948706" y="981983"/>
                  </a:lnTo>
                  <a:lnTo>
                    <a:pt x="4949367" y="965510"/>
                  </a:lnTo>
                  <a:lnTo>
                    <a:pt x="4950027" y="960357"/>
                  </a:lnTo>
                  <a:lnTo>
                    <a:pt x="4950688" y="955863"/>
                  </a:lnTo>
                  <a:lnTo>
                    <a:pt x="4951348" y="966588"/>
                  </a:lnTo>
                  <a:lnTo>
                    <a:pt x="4952009" y="975138"/>
                  </a:lnTo>
                  <a:lnTo>
                    <a:pt x="4952669" y="968907"/>
                  </a:lnTo>
                  <a:lnTo>
                    <a:pt x="4953330" y="970220"/>
                  </a:lnTo>
                  <a:lnTo>
                    <a:pt x="4953990" y="966588"/>
                  </a:lnTo>
                  <a:lnTo>
                    <a:pt x="4954651" y="973269"/>
                  </a:lnTo>
                  <a:lnTo>
                    <a:pt x="4955311" y="965095"/>
                  </a:lnTo>
                  <a:lnTo>
                    <a:pt x="4955972" y="939516"/>
                  </a:lnTo>
                  <a:lnTo>
                    <a:pt x="4956632" y="945904"/>
                  </a:lnTo>
                  <a:lnTo>
                    <a:pt x="4957293" y="972024"/>
                  </a:lnTo>
                  <a:lnTo>
                    <a:pt x="4957953" y="1003373"/>
                  </a:lnTo>
                  <a:lnTo>
                    <a:pt x="4958614" y="1009756"/>
                  </a:lnTo>
                  <a:lnTo>
                    <a:pt x="4959275" y="976640"/>
                  </a:lnTo>
                  <a:lnTo>
                    <a:pt x="4959935" y="996168"/>
                  </a:lnTo>
                  <a:lnTo>
                    <a:pt x="4960596" y="987982"/>
                  </a:lnTo>
                  <a:lnTo>
                    <a:pt x="4961256" y="999438"/>
                  </a:lnTo>
                  <a:lnTo>
                    <a:pt x="4961917" y="1004420"/>
                  </a:lnTo>
                  <a:lnTo>
                    <a:pt x="4962577" y="998919"/>
                  </a:lnTo>
                  <a:lnTo>
                    <a:pt x="4963238" y="1030773"/>
                  </a:lnTo>
                  <a:lnTo>
                    <a:pt x="4963898" y="1010653"/>
                  </a:lnTo>
                  <a:lnTo>
                    <a:pt x="4964559" y="1005827"/>
                  </a:lnTo>
                  <a:lnTo>
                    <a:pt x="4965219" y="984309"/>
                  </a:lnTo>
                  <a:lnTo>
                    <a:pt x="4965880" y="953149"/>
                  </a:lnTo>
                  <a:lnTo>
                    <a:pt x="4966540" y="971996"/>
                  </a:lnTo>
                  <a:lnTo>
                    <a:pt x="4967201" y="982020"/>
                  </a:lnTo>
                  <a:lnTo>
                    <a:pt x="4967861" y="1018467"/>
                  </a:lnTo>
                  <a:lnTo>
                    <a:pt x="4968522" y="996241"/>
                  </a:lnTo>
                  <a:lnTo>
                    <a:pt x="4969183" y="987188"/>
                  </a:lnTo>
                  <a:lnTo>
                    <a:pt x="4969843" y="1000845"/>
                  </a:lnTo>
                  <a:lnTo>
                    <a:pt x="4970504" y="1002369"/>
                  </a:lnTo>
                  <a:lnTo>
                    <a:pt x="4971164" y="1017041"/>
                  </a:lnTo>
                  <a:lnTo>
                    <a:pt x="4971825" y="1031320"/>
                  </a:lnTo>
                  <a:lnTo>
                    <a:pt x="4972485" y="1017857"/>
                  </a:lnTo>
                  <a:lnTo>
                    <a:pt x="4973146" y="1023655"/>
                  </a:lnTo>
                  <a:lnTo>
                    <a:pt x="4973806" y="1008120"/>
                  </a:lnTo>
                  <a:lnTo>
                    <a:pt x="4974467" y="1021497"/>
                  </a:lnTo>
                  <a:lnTo>
                    <a:pt x="4975127" y="1018265"/>
                  </a:lnTo>
                  <a:lnTo>
                    <a:pt x="4975788" y="1028416"/>
                  </a:lnTo>
                  <a:lnTo>
                    <a:pt x="4976448" y="1023735"/>
                  </a:lnTo>
                  <a:lnTo>
                    <a:pt x="4977109" y="1004138"/>
                  </a:lnTo>
                  <a:lnTo>
                    <a:pt x="4977769" y="994602"/>
                  </a:lnTo>
                  <a:lnTo>
                    <a:pt x="4978430" y="991131"/>
                  </a:lnTo>
                  <a:lnTo>
                    <a:pt x="4979091" y="991131"/>
                  </a:lnTo>
                  <a:lnTo>
                    <a:pt x="4979751" y="999046"/>
                  </a:lnTo>
                  <a:lnTo>
                    <a:pt x="4980412" y="999824"/>
                  </a:lnTo>
                  <a:lnTo>
                    <a:pt x="4981072" y="1000668"/>
                  </a:lnTo>
                  <a:lnTo>
                    <a:pt x="4981733" y="1014882"/>
                  </a:lnTo>
                  <a:lnTo>
                    <a:pt x="4982393" y="984858"/>
                  </a:lnTo>
                  <a:lnTo>
                    <a:pt x="4983054" y="1006716"/>
                  </a:lnTo>
                  <a:lnTo>
                    <a:pt x="4983714" y="1014388"/>
                  </a:lnTo>
                  <a:lnTo>
                    <a:pt x="4984375" y="990557"/>
                  </a:lnTo>
                  <a:lnTo>
                    <a:pt x="4985035" y="987608"/>
                  </a:lnTo>
                  <a:lnTo>
                    <a:pt x="4985696" y="975052"/>
                  </a:lnTo>
                  <a:lnTo>
                    <a:pt x="4986356" y="979699"/>
                  </a:lnTo>
                  <a:lnTo>
                    <a:pt x="4987017" y="980543"/>
                  </a:lnTo>
                  <a:lnTo>
                    <a:pt x="4987677" y="971040"/>
                  </a:lnTo>
                  <a:lnTo>
                    <a:pt x="4988338" y="969639"/>
                  </a:lnTo>
                  <a:lnTo>
                    <a:pt x="4988998" y="959345"/>
                  </a:lnTo>
                  <a:lnTo>
                    <a:pt x="4989659" y="943204"/>
                  </a:lnTo>
                  <a:lnTo>
                    <a:pt x="4990320" y="965325"/>
                  </a:lnTo>
                  <a:lnTo>
                    <a:pt x="4990980" y="925984"/>
                  </a:lnTo>
                  <a:lnTo>
                    <a:pt x="4991641" y="873890"/>
                  </a:lnTo>
                  <a:lnTo>
                    <a:pt x="4992301" y="873890"/>
                  </a:lnTo>
                  <a:lnTo>
                    <a:pt x="4992962" y="856477"/>
                  </a:lnTo>
                  <a:lnTo>
                    <a:pt x="4993622" y="886868"/>
                  </a:lnTo>
                  <a:lnTo>
                    <a:pt x="4994283" y="874136"/>
                  </a:lnTo>
                  <a:lnTo>
                    <a:pt x="4994943" y="939986"/>
                  </a:lnTo>
                  <a:lnTo>
                    <a:pt x="4995604" y="935153"/>
                  </a:lnTo>
                  <a:lnTo>
                    <a:pt x="4996264" y="925261"/>
                  </a:lnTo>
                  <a:lnTo>
                    <a:pt x="4996925" y="921719"/>
                  </a:lnTo>
                  <a:lnTo>
                    <a:pt x="4997585" y="931341"/>
                  </a:lnTo>
                  <a:lnTo>
                    <a:pt x="4998246" y="960457"/>
                  </a:lnTo>
                  <a:lnTo>
                    <a:pt x="4998906" y="967888"/>
                  </a:lnTo>
                  <a:lnTo>
                    <a:pt x="4999567" y="977568"/>
                  </a:lnTo>
                  <a:lnTo>
                    <a:pt x="5000228" y="985253"/>
                  </a:lnTo>
                  <a:lnTo>
                    <a:pt x="5000888" y="1004697"/>
                  </a:lnTo>
                  <a:lnTo>
                    <a:pt x="5001549" y="987097"/>
                  </a:lnTo>
                  <a:lnTo>
                    <a:pt x="5002209" y="1002290"/>
                  </a:lnTo>
                  <a:lnTo>
                    <a:pt x="5002870" y="980220"/>
                  </a:lnTo>
                  <a:lnTo>
                    <a:pt x="5003530" y="982300"/>
                  </a:lnTo>
                  <a:lnTo>
                    <a:pt x="5004191" y="995488"/>
                  </a:lnTo>
                  <a:lnTo>
                    <a:pt x="5004851" y="985344"/>
                  </a:lnTo>
                  <a:lnTo>
                    <a:pt x="5005512" y="997212"/>
                  </a:lnTo>
                  <a:lnTo>
                    <a:pt x="5006172" y="1008282"/>
                  </a:lnTo>
                  <a:lnTo>
                    <a:pt x="5006833" y="1015744"/>
                  </a:lnTo>
                  <a:lnTo>
                    <a:pt x="5007493" y="1004529"/>
                  </a:lnTo>
                  <a:lnTo>
                    <a:pt x="5008154" y="970044"/>
                  </a:lnTo>
                  <a:lnTo>
                    <a:pt x="5008814" y="942861"/>
                  </a:lnTo>
                  <a:lnTo>
                    <a:pt x="5009475" y="967287"/>
                  </a:lnTo>
                  <a:lnTo>
                    <a:pt x="5010136" y="994919"/>
                  </a:lnTo>
                  <a:lnTo>
                    <a:pt x="5010796" y="986997"/>
                  </a:lnTo>
                  <a:lnTo>
                    <a:pt x="5011457" y="981437"/>
                  </a:lnTo>
                  <a:lnTo>
                    <a:pt x="5012117" y="960192"/>
                  </a:lnTo>
                  <a:lnTo>
                    <a:pt x="5012778" y="956931"/>
                  </a:lnTo>
                  <a:lnTo>
                    <a:pt x="5013438" y="962669"/>
                  </a:lnTo>
                  <a:lnTo>
                    <a:pt x="5014099" y="962879"/>
                  </a:lnTo>
                  <a:lnTo>
                    <a:pt x="5014759" y="981127"/>
                  </a:lnTo>
                  <a:lnTo>
                    <a:pt x="5015420" y="1004668"/>
                  </a:lnTo>
                  <a:lnTo>
                    <a:pt x="5016080" y="1013698"/>
                  </a:lnTo>
                  <a:lnTo>
                    <a:pt x="5016741" y="1007036"/>
                  </a:lnTo>
                  <a:lnTo>
                    <a:pt x="5017401" y="1008898"/>
                  </a:lnTo>
                  <a:lnTo>
                    <a:pt x="5018062" y="1007737"/>
                  </a:lnTo>
                  <a:lnTo>
                    <a:pt x="5018722" y="1000899"/>
                  </a:lnTo>
                  <a:lnTo>
                    <a:pt x="5019383" y="1005190"/>
                  </a:lnTo>
                  <a:lnTo>
                    <a:pt x="5020044" y="1000443"/>
                  </a:lnTo>
                  <a:lnTo>
                    <a:pt x="5020704" y="980655"/>
                  </a:lnTo>
                  <a:lnTo>
                    <a:pt x="5021365" y="970506"/>
                  </a:lnTo>
                  <a:lnTo>
                    <a:pt x="5022025" y="983946"/>
                  </a:lnTo>
                  <a:lnTo>
                    <a:pt x="5022686" y="1005027"/>
                  </a:lnTo>
                  <a:lnTo>
                    <a:pt x="5023346" y="992387"/>
                  </a:lnTo>
                  <a:lnTo>
                    <a:pt x="5024007" y="971398"/>
                  </a:lnTo>
                  <a:lnTo>
                    <a:pt x="5024667" y="987894"/>
                  </a:lnTo>
                  <a:lnTo>
                    <a:pt x="5025328" y="988990"/>
                  </a:lnTo>
                  <a:lnTo>
                    <a:pt x="5025988" y="972646"/>
                  </a:lnTo>
                  <a:lnTo>
                    <a:pt x="5026649" y="962875"/>
                  </a:lnTo>
                  <a:lnTo>
                    <a:pt x="5027309" y="979488"/>
                  </a:lnTo>
                  <a:lnTo>
                    <a:pt x="5027970" y="989052"/>
                  </a:lnTo>
                  <a:lnTo>
                    <a:pt x="5028630" y="1000535"/>
                  </a:lnTo>
                  <a:lnTo>
                    <a:pt x="5029291" y="991669"/>
                  </a:lnTo>
                  <a:lnTo>
                    <a:pt x="5029951" y="987090"/>
                  </a:lnTo>
                  <a:lnTo>
                    <a:pt x="5030612" y="997160"/>
                  </a:lnTo>
                  <a:lnTo>
                    <a:pt x="5031273" y="987752"/>
                  </a:lnTo>
                  <a:lnTo>
                    <a:pt x="5031933" y="982941"/>
                  </a:lnTo>
                  <a:lnTo>
                    <a:pt x="5032594" y="973983"/>
                  </a:lnTo>
                  <a:lnTo>
                    <a:pt x="5033254" y="981947"/>
                  </a:lnTo>
                  <a:lnTo>
                    <a:pt x="5033915" y="1010004"/>
                  </a:lnTo>
                  <a:lnTo>
                    <a:pt x="5034575" y="985757"/>
                  </a:lnTo>
                  <a:lnTo>
                    <a:pt x="5035236" y="965841"/>
                  </a:lnTo>
                  <a:lnTo>
                    <a:pt x="5035896" y="941883"/>
                  </a:lnTo>
                  <a:lnTo>
                    <a:pt x="5036557" y="940478"/>
                  </a:lnTo>
                  <a:lnTo>
                    <a:pt x="5037217" y="955958"/>
                  </a:lnTo>
                  <a:lnTo>
                    <a:pt x="5037878" y="981917"/>
                  </a:lnTo>
                  <a:lnTo>
                    <a:pt x="5038538" y="989872"/>
                  </a:lnTo>
                  <a:lnTo>
                    <a:pt x="5039199" y="982504"/>
                  </a:lnTo>
                  <a:lnTo>
                    <a:pt x="5039859" y="1008019"/>
                  </a:lnTo>
                  <a:lnTo>
                    <a:pt x="5040520" y="1032815"/>
                  </a:lnTo>
                  <a:lnTo>
                    <a:pt x="5041181" y="1034746"/>
                  </a:lnTo>
                  <a:lnTo>
                    <a:pt x="5041841" y="1024459"/>
                  </a:lnTo>
                  <a:lnTo>
                    <a:pt x="5042502" y="985344"/>
                  </a:lnTo>
                  <a:lnTo>
                    <a:pt x="5043162" y="957558"/>
                  </a:lnTo>
                  <a:lnTo>
                    <a:pt x="5043823" y="968642"/>
                  </a:lnTo>
                  <a:lnTo>
                    <a:pt x="5044483" y="981189"/>
                  </a:lnTo>
                  <a:lnTo>
                    <a:pt x="5045144" y="992002"/>
                  </a:lnTo>
                  <a:lnTo>
                    <a:pt x="5045804" y="1004959"/>
                  </a:lnTo>
                  <a:lnTo>
                    <a:pt x="5046465" y="1006348"/>
                  </a:lnTo>
                  <a:lnTo>
                    <a:pt x="5047125" y="1014646"/>
                  </a:lnTo>
                  <a:lnTo>
                    <a:pt x="5047786" y="986995"/>
                  </a:lnTo>
                  <a:lnTo>
                    <a:pt x="5048446" y="977941"/>
                  </a:lnTo>
                  <a:lnTo>
                    <a:pt x="5049107" y="984240"/>
                  </a:lnTo>
                  <a:lnTo>
                    <a:pt x="5049767" y="998446"/>
                  </a:lnTo>
                  <a:lnTo>
                    <a:pt x="5050428" y="1002426"/>
                  </a:lnTo>
                  <a:lnTo>
                    <a:pt x="5051089" y="998452"/>
                  </a:lnTo>
                  <a:lnTo>
                    <a:pt x="5051749" y="995115"/>
                  </a:lnTo>
                  <a:lnTo>
                    <a:pt x="5052410" y="1003181"/>
                  </a:lnTo>
                  <a:lnTo>
                    <a:pt x="5053070" y="997931"/>
                  </a:lnTo>
                  <a:lnTo>
                    <a:pt x="5053731" y="1004893"/>
                  </a:lnTo>
                  <a:lnTo>
                    <a:pt x="5054391" y="1010138"/>
                  </a:lnTo>
                  <a:lnTo>
                    <a:pt x="5055052" y="1004552"/>
                  </a:lnTo>
                  <a:lnTo>
                    <a:pt x="5055712" y="1012506"/>
                  </a:lnTo>
                  <a:lnTo>
                    <a:pt x="5056373" y="1027087"/>
                  </a:lnTo>
                  <a:lnTo>
                    <a:pt x="5057033" y="1020013"/>
                  </a:lnTo>
                  <a:lnTo>
                    <a:pt x="5057694" y="1008058"/>
                  </a:lnTo>
                  <a:lnTo>
                    <a:pt x="5058354" y="1006189"/>
                  </a:lnTo>
                  <a:lnTo>
                    <a:pt x="5059015" y="1017703"/>
                  </a:lnTo>
                  <a:lnTo>
                    <a:pt x="5059675" y="1040985"/>
                  </a:lnTo>
                  <a:lnTo>
                    <a:pt x="5060336" y="1039740"/>
                  </a:lnTo>
                  <a:lnTo>
                    <a:pt x="5060996" y="1039526"/>
                  </a:lnTo>
                  <a:lnTo>
                    <a:pt x="5061657" y="1038776"/>
                  </a:lnTo>
                  <a:lnTo>
                    <a:pt x="5062318" y="1043727"/>
                  </a:lnTo>
                  <a:lnTo>
                    <a:pt x="5062978" y="1046525"/>
                  </a:lnTo>
                  <a:lnTo>
                    <a:pt x="5063639" y="1041772"/>
                  </a:lnTo>
                  <a:lnTo>
                    <a:pt x="5064299" y="1042754"/>
                  </a:lnTo>
                  <a:lnTo>
                    <a:pt x="5064960" y="1042754"/>
                  </a:lnTo>
                  <a:lnTo>
                    <a:pt x="5065620" y="1033259"/>
                  </a:lnTo>
                  <a:lnTo>
                    <a:pt x="5066281" y="1006011"/>
                  </a:lnTo>
                  <a:lnTo>
                    <a:pt x="5066941" y="1011563"/>
                  </a:lnTo>
                  <a:lnTo>
                    <a:pt x="5067602" y="1024689"/>
                  </a:lnTo>
                  <a:lnTo>
                    <a:pt x="5068262" y="1026452"/>
                  </a:lnTo>
                  <a:lnTo>
                    <a:pt x="5068923" y="1024927"/>
                  </a:lnTo>
                  <a:lnTo>
                    <a:pt x="5069583" y="1015768"/>
                  </a:lnTo>
                  <a:lnTo>
                    <a:pt x="5070244" y="1022836"/>
                  </a:lnTo>
                  <a:lnTo>
                    <a:pt x="5070904" y="1021447"/>
                  </a:lnTo>
                  <a:lnTo>
                    <a:pt x="5071565" y="1013889"/>
                  </a:lnTo>
                  <a:lnTo>
                    <a:pt x="5072226" y="999723"/>
                  </a:lnTo>
                  <a:lnTo>
                    <a:pt x="5072886" y="1006436"/>
                  </a:lnTo>
                  <a:lnTo>
                    <a:pt x="5073547" y="1023824"/>
                  </a:lnTo>
                  <a:lnTo>
                    <a:pt x="5074207" y="992253"/>
                  </a:lnTo>
                  <a:lnTo>
                    <a:pt x="5074868" y="1017728"/>
                  </a:lnTo>
                  <a:lnTo>
                    <a:pt x="5075528" y="1001159"/>
                  </a:lnTo>
                  <a:lnTo>
                    <a:pt x="5076189" y="995190"/>
                  </a:lnTo>
                  <a:lnTo>
                    <a:pt x="5076849" y="1017359"/>
                  </a:lnTo>
                  <a:lnTo>
                    <a:pt x="5077510" y="1006259"/>
                  </a:lnTo>
                  <a:lnTo>
                    <a:pt x="5078170" y="1006067"/>
                  </a:lnTo>
                  <a:lnTo>
                    <a:pt x="5078831" y="1017359"/>
                  </a:lnTo>
                  <a:lnTo>
                    <a:pt x="5079491" y="1013228"/>
                  </a:lnTo>
                  <a:lnTo>
                    <a:pt x="5080152" y="1011829"/>
                  </a:lnTo>
                  <a:lnTo>
                    <a:pt x="5080812" y="1026252"/>
                  </a:lnTo>
                  <a:lnTo>
                    <a:pt x="5081473" y="1011871"/>
                  </a:lnTo>
                  <a:lnTo>
                    <a:pt x="5082134" y="1035191"/>
                  </a:lnTo>
                  <a:lnTo>
                    <a:pt x="5082794" y="1033883"/>
                  </a:lnTo>
                  <a:lnTo>
                    <a:pt x="5083455" y="992439"/>
                  </a:lnTo>
                  <a:lnTo>
                    <a:pt x="5084115" y="976466"/>
                  </a:lnTo>
                  <a:lnTo>
                    <a:pt x="5084776" y="998875"/>
                  </a:lnTo>
                  <a:lnTo>
                    <a:pt x="5085436" y="1008299"/>
                  </a:lnTo>
                  <a:lnTo>
                    <a:pt x="5086097" y="992439"/>
                  </a:lnTo>
                  <a:lnTo>
                    <a:pt x="5086757" y="947077"/>
                  </a:lnTo>
                  <a:lnTo>
                    <a:pt x="5087418" y="939304"/>
                  </a:lnTo>
                  <a:lnTo>
                    <a:pt x="5088078" y="950103"/>
                  </a:lnTo>
                  <a:lnTo>
                    <a:pt x="5088739" y="951513"/>
                  </a:lnTo>
                  <a:lnTo>
                    <a:pt x="5089399" y="996258"/>
                  </a:lnTo>
                  <a:lnTo>
                    <a:pt x="5090060" y="996258"/>
                  </a:lnTo>
                  <a:lnTo>
                    <a:pt x="5090720" y="998097"/>
                  </a:lnTo>
                  <a:lnTo>
                    <a:pt x="5091381" y="996629"/>
                  </a:lnTo>
                  <a:lnTo>
                    <a:pt x="5092042" y="991181"/>
                  </a:lnTo>
                  <a:lnTo>
                    <a:pt x="5092702" y="988847"/>
                  </a:lnTo>
                  <a:lnTo>
                    <a:pt x="5093363" y="981530"/>
                  </a:lnTo>
                  <a:lnTo>
                    <a:pt x="5094023" y="983651"/>
                  </a:lnTo>
                  <a:lnTo>
                    <a:pt x="5094684" y="1006768"/>
                  </a:lnTo>
                  <a:lnTo>
                    <a:pt x="5095344" y="1007204"/>
                  </a:lnTo>
                  <a:lnTo>
                    <a:pt x="5096005" y="998982"/>
                  </a:lnTo>
                  <a:lnTo>
                    <a:pt x="5096665" y="987834"/>
                  </a:lnTo>
                  <a:lnTo>
                    <a:pt x="5097326" y="963731"/>
                  </a:lnTo>
                  <a:lnTo>
                    <a:pt x="5097986" y="970944"/>
                  </a:lnTo>
                  <a:lnTo>
                    <a:pt x="5098647" y="994258"/>
                  </a:lnTo>
                  <a:lnTo>
                    <a:pt x="5099307" y="974775"/>
                  </a:lnTo>
                  <a:lnTo>
                    <a:pt x="5099968" y="978933"/>
                  </a:lnTo>
                  <a:lnTo>
                    <a:pt x="5100628" y="981838"/>
                  </a:lnTo>
                  <a:lnTo>
                    <a:pt x="5101289" y="975394"/>
                  </a:lnTo>
                  <a:lnTo>
                    <a:pt x="5101949" y="976813"/>
                  </a:lnTo>
                  <a:lnTo>
                    <a:pt x="5102610" y="946615"/>
                  </a:lnTo>
                  <a:lnTo>
                    <a:pt x="5103271" y="982259"/>
                  </a:lnTo>
                  <a:lnTo>
                    <a:pt x="5103931" y="994309"/>
                  </a:lnTo>
                  <a:lnTo>
                    <a:pt x="5104592" y="982510"/>
                  </a:lnTo>
                  <a:lnTo>
                    <a:pt x="5105252" y="956485"/>
                  </a:lnTo>
                  <a:lnTo>
                    <a:pt x="5105913" y="932795"/>
                  </a:lnTo>
                  <a:lnTo>
                    <a:pt x="5106573" y="948687"/>
                  </a:lnTo>
                  <a:lnTo>
                    <a:pt x="5107234" y="918752"/>
                  </a:lnTo>
                  <a:lnTo>
                    <a:pt x="5107894" y="915944"/>
                  </a:lnTo>
                  <a:lnTo>
                    <a:pt x="5108555" y="949594"/>
                  </a:lnTo>
                  <a:lnTo>
                    <a:pt x="5109215" y="966689"/>
                  </a:lnTo>
                  <a:lnTo>
                    <a:pt x="5109876" y="961323"/>
                  </a:lnTo>
                  <a:lnTo>
                    <a:pt x="5110536" y="967155"/>
                  </a:lnTo>
                  <a:lnTo>
                    <a:pt x="5111197" y="956453"/>
                  </a:lnTo>
                  <a:lnTo>
                    <a:pt x="5111857" y="979244"/>
                  </a:lnTo>
                  <a:lnTo>
                    <a:pt x="5112518" y="991963"/>
                  </a:lnTo>
                  <a:lnTo>
                    <a:pt x="5113179" y="989989"/>
                  </a:lnTo>
                  <a:lnTo>
                    <a:pt x="5113839" y="997839"/>
                  </a:lnTo>
                  <a:lnTo>
                    <a:pt x="5114500" y="992977"/>
                  </a:lnTo>
                  <a:lnTo>
                    <a:pt x="5115160" y="981931"/>
                  </a:lnTo>
                  <a:lnTo>
                    <a:pt x="5115821" y="1000772"/>
                  </a:lnTo>
                  <a:lnTo>
                    <a:pt x="5116481" y="993706"/>
                  </a:lnTo>
                  <a:lnTo>
                    <a:pt x="5117142" y="978427"/>
                  </a:lnTo>
                  <a:lnTo>
                    <a:pt x="5117802" y="997143"/>
                  </a:lnTo>
                  <a:lnTo>
                    <a:pt x="5118463" y="984800"/>
                  </a:lnTo>
                  <a:lnTo>
                    <a:pt x="5119123" y="990498"/>
                  </a:lnTo>
                  <a:lnTo>
                    <a:pt x="5119784" y="984511"/>
                  </a:lnTo>
                  <a:lnTo>
                    <a:pt x="5120444" y="970227"/>
                  </a:lnTo>
                  <a:lnTo>
                    <a:pt x="5121105" y="967807"/>
                  </a:lnTo>
                  <a:lnTo>
                    <a:pt x="5121765" y="961820"/>
                  </a:lnTo>
                  <a:lnTo>
                    <a:pt x="5122426" y="990468"/>
                  </a:lnTo>
                  <a:lnTo>
                    <a:pt x="5123087" y="1047206"/>
                  </a:lnTo>
                  <a:lnTo>
                    <a:pt x="5123747" y="1046103"/>
                  </a:lnTo>
                  <a:lnTo>
                    <a:pt x="5124408" y="1004727"/>
                  </a:lnTo>
                  <a:lnTo>
                    <a:pt x="5125068" y="1016321"/>
                  </a:lnTo>
                  <a:lnTo>
                    <a:pt x="5125729" y="1028373"/>
                  </a:lnTo>
                  <a:lnTo>
                    <a:pt x="5126389" y="1014428"/>
                  </a:lnTo>
                  <a:lnTo>
                    <a:pt x="5127050" y="1019082"/>
                  </a:lnTo>
                  <a:lnTo>
                    <a:pt x="5127710" y="1018278"/>
                  </a:lnTo>
                  <a:lnTo>
                    <a:pt x="5128371" y="1033731"/>
                  </a:lnTo>
                  <a:lnTo>
                    <a:pt x="5129031" y="1043829"/>
                  </a:lnTo>
                  <a:lnTo>
                    <a:pt x="5129692" y="1044809"/>
                  </a:lnTo>
                  <a:lnTo>
                    <a:pt x="5130352" y="1044803"/>
                  </a:lnTo>
                  <a:lnTo>
                    <a:pt x="5131013" y="1042125"/>
                  </a:lnTo>
                  <a:lnTo>
                    <a:pt x="5131673" y="1041693"/>
                  </a:lnTo>
                  <a:lnTo>
                    <a:pt x="5132334" y="1022484"/>
                  </a:lnTo>
                  <a:lnTo>
                    <a:pt x="5132994" y="1023277"/>
                  </a:lnTo>
                  <a:lnTo>
                    <a:pt x="5133655" y="1012817"/>
                  </a:lnTo>
                  <a:lnTo>
                    <a:pt x="5134316" y="1006811"/>
                  </a:lnTo>
                  <a:lnTo>
                    <a:pt x="5134976" y="1016756"/>
                  </a:lnTo>
                  <a:lnTo>
                    <a:pt x="5135637" y="1011977"/>
                  </a:lnTo>
                  <a:lnTo>
                    <a:pt x="5136297" y="998033"/>
                  </a:lnTo>
                  <a:lnTo>
                    <a:pt x="5136958" y="968062"/>
                  </a:lnTo>
                  <a:lnTo>
                    <a:pt x="5137618" y="925949"/>
                  </a:lnTo>
                  <a:lnTo>
                    <a:pt x="5138279" y="925949"/>
                  </a:lnTo>
                  <a:lnTo>
                    <a:pt x="5138939" y="941775"/>
                  </a:lnTo>
                  <a:lnTo>
                    <a:pt x="5139600" y="953091"/>
                  </a:lnTo>
                  <a:lnTo>
                    <a:pt x="5140260" y="944414"/>
                  </a:lnTo>
                  <a:lnTo>
                    <a:pt x="5140921" y="958604"/>
                  </a:lnTo>
                  <a:lnTo>
                    <a:pt x="5141581" y="986358"/>
                  </a:lnTo>
                  <a:lnTo>
                    <a:pt x="5142242" y="990805"/>
                  </a:lnTo>
                  <a:lnTo>
                    <a:pt x="5142902" y="978406"/>
                  </a:lnTo>
                  <a:lnTo>
                    <a:pt x="5143563" y="978928"/>
                  </a:lnTo>
                  <a:lnTo>
                    <a:pt x="5144224" y="990673"/>
                  </a:lnTo>
                  <a:lnTo>
                    <a:pt x="5144884" y="1002319"/>
                  </a:lnTo>
                  <a:lnTo>
                    <a:pt x="5145545" y="1009277"/>
                  </a:lnTo>
                  <a:lnTo>
                    <a:pt x="5146205" y="1016875"/>
                  </a:lnTo>
                  <a:lnTo>
                    <a:pt x="5146866" y="1039377"/>
                  </a:lnTo>
                  <a:lnTo>
                    <a:pt x="5147526" y="1025038"/>
                  </a:lnTo>
                  <a:lnTo>
                    <a:pt x="5148187" y="1029008"/>
                  </a:lnTo>
                  <a:lnTo>
                    <a:pt x="5148847" y="1032207"/>
                  </a:lnTo>
                  <a:lnTo>
                    <a:pt x="5149508" y="1008945"/>
                  </a:lnTo>
                  <a:lnTo>
                    <a:pt x="5150168" y="995521"/>
                  </a:lnTo>
                  <a:lnTo>
                    <a:pt x="5150829" y="982742"/>
                  </a:lnTo>
                  <a:lnTo>
                    <a:pt x="5151489" y="981646"/>
                  </a:lnTo>
                  <a:lnTo>
                    <a:pt x="5152150" y="969523"/>
                  </a:lnTo>
                  <a:lnTo>
                    <a:pt x="5152810" y="962688"/>
                  </a:lnTo>
                  <a:lnTo>
                    <a:pt x="5153471" y="985894"/>
                  </a:lnTo>
                  <a:lnTo>
                    <a:pt x="5154132" y="1005884"/>
                  </a:lnTo>
                  <a:lnTo>
                    <a:pt x="5154792" y="991699"/>
                  </a:lnTo>
                  <a:lnTo>
                    <a:pt x="5155453" y="972539"/>
                  </a:lnTo>
                  <a:lnTo>
                    <a:pt x="5156113" y="974050"/>
                  </a:lnTo>
                  <a:lnTo>
                    <a:pt x="5156774" y="1003314"/>
                  </a:lnTo>
                  <a:lnTo>
                    <a:pt x="5157434" y="1003314"/>
                  </a:lnTo>
                  <a:lnTo>
                    <a:pt x="5158095" y="981832"/>
                  </a:lnTo>
                  <a:lnTo>
                    <a:pt x="5158755" y="996048"/>
                  </a:lnTo>
                  <a:lnTo>
                    <a:pt x="5159416" y="999593"/>
                  </a:lnTo>
                  <a:lnTo>
                    <a:pt x="5160076" y="987765"/>
                  </a:lnTo>
                  <a:lnTo>
                    <a:pt x="5160737" y="1006146"/>
                  </a:lnTo>
                  <a:lnTo>
                    <a:pt x="5161397" y="999593"/>
                  </a:lnTo>
                  <a:lnTo>
                    <a:pt x="5162058" y="998223"/>
                  </a:lnTo>
                  <a:lnTo>
                    <a:pt x="5162718" y="1009681"/>
                  </a:lnTo>
                  <a:lnTo>
                    <a:pt x="5163379" y="1012605"/>
                  </a:lnTo>
                  <a:lnTo>
                    <a:pt x="5164040" y="1017359"/>
                  </a:lnTo>
                  <a:lnTo>
                    <a:pt x="5164700" y="1017359"/>
                  </a:lnTo>
                  <a:lnTo>
                    <a:pt x="5165361" y="1009681"/>
                  </a:lnTo>
                  <a:lnTo>
                    <a:pt x="5166021" y="998592"/>
                  </a:lnTo>
                  <a:lnTo>
                    <a:pt x="5166682" y="1001691"/>
                  </a:lnTo>
                  <a:lnTo>
                    <a:pt x="5167342" y="1023076"/>
                  </a:lnTo>
                  <a:lnTo>
                    <a:pt x="5168003" y="1006251"/>
                  </a:lnTo>
                  <a:lnTo>
                    <a:pt x="5168663" y="1002535"/>
                  </a:lnTo>
                  <a:lnTo>
                    <a:pt x="5169324" y="1014129"/>
                  </a:lnTo>
                  <a:lnTo>
                    <a:pt x="5169984" y="986087"/>
                  </a:lnTo>
                  <a:lnTo>
                    <a:pt x="5170645" y="989716"/>
                  </a:lnTo>
                  <a:lnTo>
                    <a:pt x="5171305" y="1009681"/>
                  </a:lnTo>
                  <a:lnTo>
                    <a:pt x="5171966" y="990581"/>
                  </a:lnTo>
                  <a:lnTo>
                    <a:pt x="5172626" y="979714"/>
                  </a:lnTo>
                  <a:lnTo>
                    <a:pt x="5173287" y="995709"/>
                  </a:lnTo>
                  <a:lnTo>
                    <a:pt x="5173947" y="1002535"/>
                  </a:lnTo>
                  <a:lnTo>
                    <a:pt x="5174608" y="1019104"/>
                  </a:lnTo>
                  <a:lnTo>
                    <a:pt x="5175269" y="1017737"/>
                  </a:lnTo>
                  <a:lnTo>
                    <a:pt x="5175929" y="993869"/>
                  </a:lnTo>
                  <a:lnTo>
                    <a:pt x="5176590" y="979714"/>
                  </a:lnTo>
                  <a:lnTo>
                    <a:pt x="5177250" y="989211"/>
                  </a:lnTo>
                  <a:lnTo>
                    <a:pt x="5177911" y="1030710"/>
                  </a:lnTo>
                  <a:lnTo>
                    <a:pt x="5178571" y="1040432"/>
                  </a:lnTo>
                  <a:lnTo>
                    <a:pt x="5179232" y="1043855"/>
                  </a:lnTo>
                  <a:lnTo>
                    <a:pt x="5179892" y="1045648"/>
                  </a:lnTo>
                  <a:lnTo>
                    <a:pt x="5180553" y="1045474"/>
                  </a:lnTo>
                  <a:lnTo>
                    <a:pt x="5181213" y="1025347"/>
                  </a:lnTo>
                  <a:lnTo>
                    <a:pt x="5181874" y="995468"/>
                  </a:lnTo>
                  <a:lnTo>
                    <a:pt x="5182534" y="998592"/>
                  </a:lnTo>
                  <a:lnTo>
                    <a:pt x="5183195" y="995621"/>
                  </a:lnTo>
                  <a:lnTo>
                    <a:pt x="5183855" y="984196"/>
                  </a:lnTo>
                  <a:lnTo>
                    <a:pt x="5184516" y="990898"/>
                  </a:lnTo>
                  <a:lnTo>
                    <a:pt x="5185177" y="1010437"/>
                  </a:lnTo>
                  <a:lnTo>
                    <a:pt x="5185837" y="997769"/>
                  </a:lnTo>
                  <a:lnTo>
                    <a:pt x="5186498" y="999638"/>
                  </a:lnTo>
                  <a:lnTo>
                    <a:pt x="5187158" y="1009048"/>
                  </a:lnTo>
                  <a:lnTo>
                    <a:pt x="5187819" y="1002787"/>
                  </a:lnTo>
                  <a:lnTo>
                    <a:pt x="5188479" y="1001779"/>
                  </a:lnTo>
                  <a:lnTo>
                    <a:pt x="5189140" y="1020325"/>
                  </a:lnTo>
                  <a:lnTo>
                    <a:pt x="5189800" y="1006216"/>
                  </a:lnTo>
                  <a:lnTo>
                    <a:pt x="5190461" y="1008584"/>
                  </a:lnTo>
                  <a:lnTo>
                    <a:pt x="5191121" y="1004773"/>
                  </a:lnTo>
                  <a:lnTo>
                    <a:pt x="5191782" y="1007985"/>
                  </a:lnTo>
                  <a:lnTo>
                    <a:pt x="5192442" y="998851"/>
                  </a:lnTo>
                  <a:lnTo>
                    <a:pt x="5193103" y="995514"/>
                  </a:lnTo>
                  <a:lnTo>
                    <a:pt x="5193763" y="1003299"/>
                  </a:lnTo>
                  <a:lnTo>
                    <a:pt x="5194424" y="995514"/>
                  </a:lnTo>
                  <a:lnTo>
                    <a:pt x="5195085" y="979368"/>
                  </a:lnTo>
                  <a:lnTo>
                    <a:pt x="5195745" y="983521"/>
                  </a:lnTo>
                  <a:lnTo>
                    <a:pt x="5196406" y="989614"/>
                  </a:lnTo>
                  <a:lnTo>
                    <a:pt x="5197066" y="985120"/>
                  </a:lnTo>
                  <a:lnTo>
                    <a:pt x="5197727" y="960774"/>
                  </a:lnTo>
                  <a:lnTo>
                    <a:pt x="5198387" y="983521"/>
                  </a:lnTo>
                  <a:lnTo>
                    <a:pt x="5199048" y="986811"/>
                  </a:lnTo>
                  <a:lnTo>
                    <a:pt x="5199708" y="975447"/>
                  </a:lnTo>
                  <a:lnTo>
                    <a:pt x="5200369" y="982513"/>
                  </a:lnTo>
                  <a:lnTo>
                    <a:pt x="5201029" y="1009373"/>
                  </a:lnTo>
                  <a:lnTo>
                    <a:pt x="5201690" y="1000824"/>
                  </a:lnTo>
                  <a:lnTo>
                    <a:pt x="5202350" y="972778"/>
                  </a:lnTo>
                  <a:lnTo>
                    <a:pt x="5203011" y="937693"/>
                  </a:lnTo>
                  <a:lnTo>
                    <a:pt x="5203671" y="980244"/>
                  </a:lnTo>
                  <a:lnTo>
                    <a:pt x="5204332" y="985391"/>
                  </a:lnTo>
                  <a:lnTo>
                    <a:pt x="5204992" y="959906"/>
                  </a:lnTo>
                  <a:lnTo>
                    <a:pt x="5205653" y="991021"/>
                  </a:lnTo>
                  <a:lnTo>
                    <a:pt x="5206314" y="1005114"/>
                  </a:lnTo>
                  <a:lnTo>
                    <a:pt x="5206974" y="998830"/>
                  </a:lnTo>
                  <a:lnTo>
                    <a:pt x="5207635" y="975669"/>
                  </a:lnTo>
                  <a:lnTo>
                    <a:pt x="5208295" y="963704"/>
                  </a:lnTo>
                  <a:lnTo>
                    <a:pt x="5208956" y="986882"/>
                  </a:lnTo>
                  <a:lnTo>
                    <a:pt x="5209616" y="1031443"/>
                  </a:lnTo>
                  <a:lnTo>
                    <a:pt x="5210277" y="1020231"/>
                  </a:lnTo>
                  <a:lnTo>
                    <a:pt x="5210937" y="989614"/>
                  </a:lnTo>
                  <a:lnTo>
                    <a:pt x="5211598" y="982513"/>
                  </a:lnTo>
                  <a:lnTo>
                    <a:pt x="5212258" y="979941"/>
                  </a:lnTo>
                  <a:lnTo>
                    <a:pt x="5212919" y="971649"/>
                  </a:lnTo>
                  <a:lnTo>
                    <a:pt x="5213579" y="960638"/>
                  </a:lnTo>
                  <a:lnTo>
                    <a:pt x="5214240" y="941597"/>
                  </a:lnTo>
                  <a:lnTo>
                    <a:pt x="5214900" y="935094"/>
                  </a:lnTo>
                  <a:lnTo>
                    <a:pt x="5215561" y="931758"/>
                  </a:lnTo>
                  <a:lnTo>
                    <a:pt x="5216222" y="953345"/>
                  </a:lnTo>
                  <a:lnTo>
                    <a:pt x="5216882" y="970679"/>
                  </a:lnTo>
                  <a:lnTo>
                    <a:pt x="5217543" y="962735"/>
                  </a:lnTo>
                  <a:lnTo>
                    <a:pt x="5218203" y="986376"/>
                  </a:lnTo>
                  <a:lnTo>
                    <a:pt x="5218864" y="994706"/>
                  </a:lnTo>
                  <a:lnTo>
                    <a:pt x="5219524" y="1000127"/>
                  </a:lnTo>
                  <a:lnTo>
                    <a:pt x="5220185" y="991951"/>
                  </a:lnTo>
                  <a:lnTo>
                    <a:pt x="5220845" y="986457"/>
                  </a:lnTo>
                  <a:lnTo>
                    <a:pt x="5221506" y="954775"/>
                  </a:lnTo>
                  <a:lnTo>
                    <a:pt x="5222166" y="960928"/>
                  </a:lnTo>
                  <a:lnTo>
                    <a:pt x="5222827" y="990992"/>
                  </a:lnTo>
                  <a:lnTo>
                    <a:pt x="5223487" y="1019307"/>
                  </a:lnTo>
                  <a:lnTo>
                    <a:pt x="5224148" y="1036650"/>
                  </a:lnTo>
                  <a:lnTo>
                    <a:pt x="5224808" y="1042815"/>
                  </a:lnTo>
                  <a:lnTo>
                    <a:pt x="5225469" y="1040803"/>
                  </a:lnTo>
                  <a:lnTo>
                    <a:pt x="5226130" y="1023515"/>
                  </a:lnTo>
                  <a:lnTo>
                    <a:pt x="5226790" y="1017852"/>
                  </a:lnTo>
                  <a:lnTo>
                    <a:pt x="5227451" y="1032685"/>
                  </a:lnTo>
                  <a:lnTo>
                    <a:pt x="5228111" y="1028152"/>
                  </a:lnTo>
                  <a:lnTo>
                    <a:pt x="5228772" y="1006551"/>
                  </a:lnTo>
                  <a:lnTo>
                    <a:pt x="5229432" y="1031567"/>
                  </a:lnTo>
                  <a:lnTo>
                    <a:pt x="5230093" y="1044325"/>
                  </a:lnTo>
                  <a:lnTo>
                    <a:pt x="5230753" y="1032622"/>
                  </a:lnTo>
                  <a:lnTo>
                    <a:pt x="5231414" y="1019794"/>
                  </a:lnTo>
                  <a:lnTo>
                    <a:pt x="5232074" y="1006182"/>
                  </a:lnTo>
                  <a:lnTo>
                    <a:pt x="5232735" y="986080"/>
                  </a:lnTo>
                  <a:lnTo>
                    <a:pt x="5233395" y="982207"/>
                  </a:lnTo>
                  <a:lnTo>
                    <a:pt x="5234056" y="1023127"/>
                  </a:lnTo>
                  <a:lnTo>
                    <a:pt x="5234716" y="1042254"/>
                  </a:lnTo>
                  <a:lnTo>
                    <a:pt x="5235377" y="1037824"/>
                  </a:lnTo>
                  <a:lnTo>
                    <a:pt x="5236038" y="1024041"/>
                  </a:lnTo>
                  <a:lnTo>
                    <a:pt x="5236698" y="1000288"/>
                  </a:lnTo>
                  <a:lnTo>
                    <a:pt x="5237359" y="1006974"/>
                  </a:lnTo>
                  <a:lnTo>
                    <a:pt x="5238019" y="972378"/>
                  </a:lnTo>
                  <a:lnTo>
                    <a:pt x="5238680" y="970655"/>
                  </a:lnTo>
                  <a:lnTo>
                    <a:pt x="5239340" y="997441"/>
                  </a:lnTo>
                  <a:lnTo>
                    <a:pt x="5240001" y="995320"/>
                  </a:lnTo>
                  <a:lnTo>
                    <a:pt x="5240661" y="976766"/>
                  </a:lnTo>
                  <a:lnTo>
                    <a:pt x="5241322" y="949559"/>
                  </a:lnTo>
                  <a:lnTo>
                    <a:pt x="5241982" y="949695"/>
                  </a:lnTo>
                  <a:lnTo>
                    <a:pt x="5242643" y="970258"/>
                  </a:lnTo>
                  <a:lnTo>
                    <a:pt x="5243303" y="1015948"/>
                  </a:lnTo>
                  <a:lnTo>
                    <a:pt x="5243964" y="1009761"/>
                  </a:lnTo>
                  <a:lnTo>
                    <a:pt x="5244624" y="988250"/>
                  </a:lnTo>
                  <a:lnTo>
                    <a:pt x="5245285" y="969643"/>
                  </a:lnTo>
                  <a:lnTo>
                    <a:pt x="5245945" y="956650"/>
                  </a:lnTo>
                  <a:lnTo>
                    <a:pt x="5246606" y="977178"/>
                  </a:lnTo>
                  <a:lnTo>
                    <a:pt x="5247267" y="983036"/>
                  </a:lnTo>
                  <a:lnTo>
                    <a:pt x="5247927" y="990103"/>
                  </a:lnTo>
                  <a:lnTo>
                    <a:pt x="5248588" y="997536"/>
                  </a:lnTo>
                  <a:lnTo>
                    <a:pt x="5249248" y="994442"/>
                  </a:lnTo>
                  <a:lnTo>
                    <a:pt x="5249909" y="1002580"/>
                  </a:lnTo>
                  <a:lnTo>
                    <a:pt x="5250569" y="1029065"/>
                  </a:lnTo>
                  <a:lnTo>
                    <a:pt x="5251230" y="1038252"/>
                  </a:lnTo>
                  <a:lnTo>
                    <a:pt x="5251890" y="1019337"/>
                  </a:lnTo>
                  <a:lnTo>
                    <a:pt x="5252551" y="995728"/>
                  </a:lnTo>
                  <a:lnTo>
                    <a:pt x="5253211" y="1021399"/>
                  </a:lnTo>
                  <a:lnTo>
                    <a:pt x="5253872" y="1031636"/>
                  </a:lnTo>
                  <a:lnTo>
                    <a:pt x="5254532" y="1029281"/>
                  </a:lnTo>
                  <a:lnTo>
                    <a:pt x="5255193" y="1037078"/>
                  </a:lnTo>
                  <a:lnTo>
                    <a:pt x="5255853" y="1037289"/>
                  </a:lnTo>
                  <a:lnTo>
                    <a:pt x="5256514" y="1041569"/>
                  </a:lnTo>
                  <a:lnTo>
                    <a:pt x="5257175" y="1041569"/>
                  </a:lnTo>
                  <a:lnTo>
                    <a:pt x="5257835" y="1039751"/>
                  </a:lnTo>
                  <a:lnTo>
                    <a:pt x="5258496" y="1021817"/>
                  </a:lnTo>
                  <a:lnTo>
                    <a:pt x="5259156" y="995521"/>
                  </a:lnTo>
                  <a:lnTo>
                    <a:pt x="5259817" y="1005235"/>
                  </a:lnTo>
                  <a:lnTo>
                    <a:pt x="5260477" y="1026630"/>
                  </a:lnTo>
                  <a:lnTo>
                    <a:pt x="5261138" y="1040786"/>
                  </a:lnTo>
                  <a:lnTo>
                    <a:pt x="5261798" y="1027882"/>
                  </a:lnTo>
                  <a:lnTo>
                    <a:pt x="5262459" y="1022683"/>
                  </a:lnTo>
                  <a:lnTo>
                    <a:pt x="5263119" y="1042191"/>
                  </a:lnTo>
                  <a:lnTo>
                    <a:pt x="5263780" y="1021459"/>
                  </a:lnTo>
                  <a:lnTo>
                    <a:pt x="5264440" y="1006106"/>
                  </a:lnTo>
                  <a:lnTo>
                    <a:pt x="5265101" y="1025863"/>
                  </a:lnTo>
                  <a:lnTo>
                    <a:pt x="5265761" y="1029039"/>
                  </a:lnTo>
                  <a:lnTo>
                    <a:pt x="5266422" y="1016913"/>
                  </a:lnTo>
                  <a:lnTo>
                    <a:pt x="5267083" y="1004307"/>
                  </a:lnTo>
                  <a:lnTo>
                    <a:pt x="5267743" y="1000016"/>
                  </a:lnTo>
                  <a:lnTo>
                    <a:pt x="5268404" y="997416"/>
                  </a:lnTo>
                  <a:lnTo>
                    <a:pt x="5269064" y="1007630"/>
                  </a:lnTo>
                  <a:lnTo>
                    <a:pt x="5269725" y="1005930"/>
                  </a:lnTo>
                  <a:lnTo>
                    <a:pt x="5270385" y="992299"/>
                  </a:lnTo>
                  <a:lnTo>
                    <a:pt x="5271046" y="994102"/>
                  </a:lnTo>
                  <a:lnTo>
                    <a:pt x="5271706" y="998164"/>
                  </a:lnTo>
                  <a:lnTo>
                    <a:pt x="5272367" y="1012047"/>
                  </a:lnTo>
                  <a:lnTo>
                    <a:pt x="5273027" y="1020893"/>
                  </a:lnTo>
                  <a:lnTo>
                    <a:pt x="5273688" y="1005483"/>
                  </a:lnTo>
                  <a:lnTo>
                    <a:pt x="5274348" y="988028"/>
                  </a:lnTo>
                  <a:lnTo>
                    <a:pt x="5275009" y="973398"/>
                  </a:lnTo>
                  <a:lnTo>
                    <a:pt x="5275669" y="968903"/>
                  </a:lnTo>
                  <a:lnTo>
                    <a:pt x="5276330" y="992547"/>
                  </a:lnTo>
                  <a:lnTo>
                    <a:pt x="5276990" y="974392"/>
                  </a:lnTo>
                  <a:lnTo>
                    <a:pt x="5277651" y="956512"/>
                  </a:lnTo>
                  <a:lnTo>
                    <a:pt x="5278312" y="965082"/>
                  </a:lnTo>
                  <a:lnTo>
                    <a:pt x="5278972" y="1012880"/>
                  </a:lnTo>
                  <a:lnTo>
                    <a:pt x="5279633" y="994541"/>
                  </a:lnTo>
                  <a:lnTo>
                    <a:pt x="5280293" y="934836"/>
                  </a:lnTo>
                  <a:lnTo>
                    <a:pt x="5280954" y="934836"/>
                  </a:lnTo>
                  <a:lnTo>
                    <a:pt x="5281614" y="931109"/>
                  </a:lnTo>
                  <a:lnTo>
                    <a:pt x="5282275" y="942713"/>
                  </a:lnTo>
                  <a:lnTo>
                    <a:pt x="5282935" y="998640"/>
                  </a:lnTo>
                  <a:lnTo>
                    <a:pt x="5283596" y="1025441"/>
                  </a:lnTo>
                  <a:lnTo>
                    <a:pt x="5284256" y="1023758"/>
                  </a:lnTo>
                  <a:lnTo>
                    <a:pt x="5284917" y="986771"/>
                  </a:lnTo>
                  <a:lnTo>
                    <a:pt x="5285577" y="962701"/>
                  </a:lnTo>
                  <a:lnTo>
                    <a:pt x="5286238" y="967027"/>
                  </a:lnTo>
                  <a:lnTo>
                    <a:pt x="5286898" y="966736"/>
                  </a:lnTo>
                  <a:lnTo>
                    <a:pt x="5287559" y="945596"/>
                  </a:lnTo>
                  <a:lnTo>
                    <a:pt x="5288220" y="910249"/>
                  </a:lnTo>
                  <a:lnTo>
                    <a:pt x="5288880" y="900051"/>
                  </a:lnTo>
                  <a:lnTo>
                    <a:pt x="5289541" y="886161"/>
                  </a:lnTo>
                  <a:lnTo>
                    <a:pt x="5290201" y="878202"/>
                  </a:lnTo>
                  <a:lnTo>
                    <a:pt x="5290862" y="872468"/>
                  </a:lnTo>
                  <a:lnTo>
                    <a:pt x="5291522" y="818220"/>
                  </a:lnTo>
                  <a:lnTo>
                    <a:pt x="5292183" y="809868"/>
                  </a:lnTo>
                  <a:lnTo>
                    <a:pt x="5292843" y="891350"/>
                  </a:lnTo>
                  <a:lnTo>
                    <a:pt x="5293504" y="865868"/>
                  </a:lnTo>
                  <a:lnTo>
                    <a:pt x="5294164" y="839691"/>
                  </a:lnTo>
                  <a:lnTo>
                    <a:pt x="5294825" y="810471"/>
                  </a:lnTo>
                  <a:lnTo>
                    <a:pt x="5295485" y="845329"/>
                  </a:lnTo>
                  <a:lnTo>
                    <a:pt x="5296146" y="852641"/>
                  </a:lnTo>
                  <a:lnTo>
                    <a:pt x="5296806" y="836303"/>
                  </a:lnTo>
                  <a:lnTo>
                    <a:pt x="5297467" y="863734"/>
                  </a:lnTo>
                  <a:lnTo>
                    <a:pt x="5298128" y="880499"/>
                  </a:lnTo>
                  <a:lnTo>
                    <a:pt x="5298788" y="914342"/>
                  </a:lnTo>
                  <a:lnTo>
                    <a:pt x="5299449" y="867090"/>
                  </a:lnTo>
                  <a:lnTo>
                    <a:pt x="5300109" y="892845"/>
                  </a:lnTo>
                  <a:lnTo>
                    <a:pt x="5300770" y="903065"/>
                  </a:lnTo>
                  <a:lnTo>
                    <a:pt x="5301430" y="903449"/>
                  </a:lnTo>
                  <a:lnTo>
                    <a:pt x="5302091" y="912823"/>
                  </a:lnTo>
                  <a:lnTo>
                    <a:pt x="5302751" y="932966"/>
                  </a:lnTo>
                  <a:lnTo>
                    <a:pt x="5303412" y="926163"/>
                  </a:lnTo>
                  <a:lnTo>
                    <a:pt x="5304072" y="924500"/>
                  </a:lnTo>
                  <a:lnTo>
                    <a:pt x="5304733" y="946269"/>
                  </a:lnTo>
                  <a:lnTo>
                    <a:pt x="5305393" y="1007067"/>
                  </a:lnTo>
                  <a:lnTo>
                    <a:pt x="5306054" y="978328"/>
                  </a:lnTo>
                  <a:lnTo>
                    <a:pt x="5306714" y="945237"/>
                  </a:lnTo>
                  <a:lnTo>
                    <a:pt x="5307375" y="959389"/>
                  </a:lnTo>
                  <a:lnTo>
                    <a:pt x="5308036" y="1004839"/>
                  </a:lnTo>
                  <a:lnTo>
                    <a:pt x="5308696" y="941109"/>
                  </a:lnTo>
                  <a:lnTo>
                    <a:pt x="5309357" y="909017"/>
                  </a:lnTo>
                  <a:lnTo>
                    <a:pt x="5310017" y="932790"/>
                  </a:lnTo>
                  <a:lnTo>
                    <a:pt x="5310678" y="896557"/>
                  </a:lnTo>
                  <a:lnTo>
                    <a:pt x="5311338" y="882194"/>
                  </a:lnTo>
                  <a:lnTo>
                    <a:pt x="5311999" y="887771"/>
                  </a:lnTo>
                  <a:lnTo>
                    <a:pt x="5312659" y="916122"/>
                  </a:lnTo>
                  <a:lnTo>
                    <a:pt x="5313320" y="932000"/>
                  </a:lnTo>
                  <a:lnTo>
                    <a:pt x="5313980" y="905091"/>
                  </a:lnTo>
                  <a:lnTo>
                    <a:pt x="5314641" y="855452"/>
                  </a:lnTo>
                  <a:lnTo>
                    <a:pt x="5315301" y="815090"/>
                  </a:lnTo>
                  <a:lnTo>
                    <a:pt x="5315962" y="802097"/>
                  </a:lnTo>
                  <a:lnTo>
                    <a:pt x="5316622" y="830714"/>
                  </a:lnTo>
                  <a:lnTo>
                    <a:pt x="5317283" y="823909"/>
                  </a:lnTo>
                  <a:lnTo>
                    <a:pt x="5317943" y="803010"/>
                  </a:lnTo>
                  <a:lnTo>
                    <a:pt x="5318604" y="756096"/>
                  </a:lnTo>
                  <a:lnTo>
                    <a:pt x="5319265" y="723225"/>
                  </a:lnTo>
                  <a:lnTo>
                    <a:pt x="5319925" y="708509"/>
                  </a:lnTo>
                  <a:lnTo>
                    <a:pt x="5320586" y="708509"/>
                  </a:lnTo>
                  <a:lnTo>
                    <a:pt x="5321246" y="758311"/>
                  </a:lnTo>
                  <a:lnTo>
                    <a:pt x="5321907" y="761422"/>
                  </a:lnTo>
                  <a:lnTo>
                    <a:pt x="5322567" y="819989"/>
                  </a:lnTo>
                  <a:lnTo>
                    <a:pt x="5323228" y="808178"/>
                  </a:lnTo>
                  <a:lnTo>
                    <a:pt x="5323888" y="819693"/>
                  </a:lnTo>
                  <a:lnTo>
                    <a:pt x="5324549" y="814780"/>
                  </a:lnTo>
                  <a:lnTo>
                    <a:pt x="5325209" y="892453"/>
                  </a:lnTo>
                  <a:lnTo>
                    <a:pt x="5325870" y="878882"/>
                  </a:lnTo>
                  <a:lnTo>
                    <a:pt x="5326530" y="868282"/>
                  </a:lnTo>
                  <a:lnTo>
                    <a:pt x="5327191" y="898239"/>
                  </a:lnTo>
                  <a:lnTo>
                    <a:pt x="5327851" y="893384"/>
                  </a:lnTo>
                  <a:lnTo>
                    <a:pt x="5328512" y="885971"/>
                  </a:lnTo>
                  <a:lnTo>
                    <a:pt x="5329173" y="888076"/>
                  </a:lnTo>
                  <a:lnTo>
                    <a:pt x="5329833" y="884579"/>
                  </a:lnTo>
                  <a:lnTo>
                    <a:pt x="5330494" y="895190"/>
                  </a:lnTo>
                  <a:lnTo>
                    <a:pt x="5331154" y="923134"/>
                  </a:lnTo>
                  <a:lnTo>
                    <a:pt x="5331815" y="939129"/>
                  </a:lnTo>
                  <a:lnTo>
                    <a:pt x="5332475" y="938920"/>
                  </a:lnTo>
                  <a:lnTo>
                    <a:pt x="5333136" y="936773"/>
                  </a:lnTo>
                  <a:lnTo>
                    <a:pt x="5333796" y="945075"/>
                  </a:lnTo>
                  <a:lnTo>
                    <a:pt x="5334457" y="964398"/>
                  </a:lnTo>
                  <a:lnTo>
                    <a:pt x="5335117" y="958495"/>
                  </a:lnTo>
                  <a:lnTo>
                    <a:pt x="5335778" y="926800"/>
                  </a:lnTo>
                  <a:lnTo>
                    <a:pt x="5336438" y="935806"/>
                  </a:lnTo>
                  <a:lnTo>
                    <a:pt x="5337099" y="953608"/>
                  </a:lnTo>
                  <a:lnTo>
                    <a:pt x="5337759" y="944728"/>
                  </a:lnTo>
                  <a:lnTo>
                    <a:pt x="5338420" y="931220"/>
                  </a:lnTo>
                  <a:lnTo>
                    <a:pt x="5339081" y="920677"/>
                  </a:lnTo>
                  <a:lnTo>
                    <a:pt x="5339741" y="921152"/>
                  </a:lnTo>
                  <a:lnTo>
                    <a:pt x="5340402" y="912880"/>
                  </a:lnTo>
                  <a:lnTo>
                    <a:pt x="5341062" y="922059"/>
                  </a:lnTo>
                  <a:lnTo>
                    <a:pt x="5341723" y="945214"/>
                  </a:lnTo>
                  <a:lnTo>
                    <a:pt x="5342383" y="963189"/>
                  </a:lnTo>
                  <a:lnTo>
                    <a:pt x="5343044" y="951577"/>
                  </a:lnTo>
                  <a:lnTo>
                    <a:pt x="5343704" y="973474"/>
                  </a:lnTo>
                  <a:lnTo>
                    <a:pt x="5344365" y="970852"/>
                  </a:lnTo>
                  <a:lnTo>
                    <a:pt x="5345025" y="978511"/>
                  </a:lnTo>
                  <a:lnTo>
                    <a:pt x="5345686" y="993618"/>
                  </a:lnTo>
                  <a:lnTo>
                    <a:pt x="5346346" y="1027394"/>
                  </a:lnTo>
                  <a:lnTo>
                    <a:pt x="5347007" y="984624"/>
                  </a:lnTo>
                  <a:lnTo>
                    <a:pt x="5347667" y="949453"/>
                  </a:lnTo>
                  <a:lnTo>
                    <a:pt x="5348328" y="939026"/>
                  </a:lnTo>
                  <a:lnTo>
                    <a:pt x="5348988" y="951086"/>
                  </a:lnTo>
                  <a:lnTo>
                    <a:pt x="5349649" y="930760"/>
                  </a:lnTo>
                  <a:lnTo>
                    <a:pt x="5350310" y="905167"/>
                  </a:lnTo>
                  <a:lnTo>
                    <a:pt x="5350970" y="900281"/>
                  </a:lnTo>
                  <a:lnTo>
                    <a:pt x="5351631" y="915629"/>
                  </a:lnTo>
                  <a:lnTo>
                    <a:pt x="5352291" y="885144"/>
                  </a:lnTo>
                  <a:lnTo>
                    <a:pt x="5352952" y="872636"/>
                  </a:lnTo>
                  <a:lnTo>
                    <a:pt x="5353612" y="888852"/>
                  </a:lnTo>
                  <a:lnTo>
                    <a:pt x="5354273" y="879247"/>
                  </a:lnTo>
                  <a:lnTo>
                    <a:pt x="5354933" y="862428"/>
                  </a:lnTo>
                  <a:lnTo>
                    <a:pt x="5355594" y="828628"/>
                  </a:lnTo>
                  <a:lnTo>
                    <a:pt x="5356254" y="834898"/>
                  </a:lnTo>
                  <a:lnTo>
                    <a:pt x="5356915" y="831716"/>
                  </a:lnTo>
                  <a:lnTo>
                    <a:pt x="5357575" y="822516"/>
                  </a:lnTo>
                  <a:lnTo>
                    <a:pt x="5358236" y="813860"/>
                  </a:lnTo>
                  <a:lnTo>
                    <a:pt x="5358896" y="799078"/>
                  </a:lnTo>
                  <a:lnTo>
                    <a:pt x="5359557" y="834898"/>
                  </a:lnTo>
                  <a:lnTo>
                    <a:pt x="5360218" y="862984"/>
                  </a:lnTo>
                  <a:lnTo>
                    <a:pt x="5360878" y="870536"/>
                  </a:lnTo>
                  <a:lnTo>
                    <a:pt x="5361539" y="879247"/>
                  </a:lnTo>
                  <a:lnTo>
                    <a:pt x="5362199" y="887679"/>
                  </a:lnTo>
                  <a:lnTo>
                    <a:pt x="5362860" y="898408"/>
                  </a:lnTo>
                  <a:lnTo>
                    <a:pt x="5363520" y="935352"/>
                  </a:lnTo>
                  <a:lnTo>
                    <a:pt x="5364181" y="930576"/>
                  </a:lnTo>
                  <a:lnTo>
                    <a:pt x="5364841" y="901291"/>
                  </a:lnTo>
                  <a:lnTo>
                    <a:pt x="5365502" y="892955"/>
                  </a:lnTo>
                  <a:lnTo>
                    <a:pt x="5366162" y="926794"/>
                  </a:lnTo>
                  <a:lnTo>
                    <a:pt x="5366823" y="956381"/>
                  </a:lnTo>
                  <a:lnTo>
                    <a:pt x="5367483" y="942703"/>
                  </a:lnTo>
                  <a:lnTo>
                    <a:pt x="5368144" y="947014"/>
                  </a:lnTo>
                  <a:lnTo>
                    <a:pt x="5368804" y="956574"/>
                  </a:lnTo>
                  <a:lnTo>
                    <a:pt x="5369465" y="947404"/>
                  </a:lnTo>
                  <a:lnTo>
                    <a:pt x="5370126" y="932914"/>
                  </a:lnTo>
                  <a:lnTo>
                    <a:pt x="5370786" y="943818"/>
                  </a:lnTo>
                  <a:lnTo>
                    <a:pt x="5371447" y="951719"/>
                  </a:lnTo>
                  <a:lnTo>
                    <a:pt x="5372107" y="965721"/>
                  </a:lnTo>
                  <a:lnTo>
                    <a:pt x="5372768" y="956908"/>
                  </a:lnTo>
                  <a:lnTo>
                    <a:pt x="5373428" y="939368"/>
                  </a:lnTo>
                  <a:lnTo>
                    <a:pt x="5374089" y="939837"/>
                  </a:lnTo>
                  <a:lnTo>
                    <a:pt x="5374749" y="963706"/>
                  </a:lnTo>
                  <a:lnTo>
                    <a:pt x="5375410" y="978339"/>
                  </a:lnTo>
                  <a:lnTo>
                    <a:pt x="5376070" y="984352"/>
                  </a:lnTo>
                  <a:lnTo>
                    <a:pt x="5376731" y="984779"/>
                  </a:lnTo>
                  <a:lnTo>
                    <a:pt x="5377391" y="1005171"/>
                  </a:lnTo>
                  <a:lnTo>
                    <a:pt x="5378052" y="982724"/>
                  </a:lnTo>
                  <a:lnTo>
                    <a:pt x="5378712" y="972264"/>
                  </a:lnTo>
                  <a:lnTo>
                    <a:pt x="5379373" y="985833"/>
                  </a:lnTo>
                  <a:lnTo>
                    <a:pt x="5380034" y="986837"/>
                  </a:lnTo>
                  <a:lnTo>
                    <a:pt x="5380694" y="970997"/>
                  </a:lnTo>
                  <a:lnTo>
                    <a:pt x="5381355" y="976693"/>
                  </a:lnTo>
                  <a:lnTo>
                    <a:pt x="5382015" y="1009927"/>
                  </a:lnTo>
                  <a:lnTo>
                    <a:pt x="5382676" y="998999"/>
                  </a:lnTo>
                  <a:lnTo>
                    <a:pt x="5383336" y="981258"/>
                  </a:lnTo>
                  <a:lnTo>
                    <a:pt x="5383997" y="986012"/>
                  </a:lnTo>
                  <a:lnTo>
                    <a:pt x="5384657" y="993391"/>
                  </a:lnTo>
                  <a:lnTo>
                    <a:pt x="5385318" y="1012148"/>
                  </a:lnTo>
                  <a:lnTo>
                    <a:pt x="5385978" y="1002471"/>
                  </a:lnTo>
                  <a:lnTo>
                    <a:pt x="5386639" y="988885"/>
                  </a:lnTo>
                  <a:lnTo>
                    <a:pt x="5387299" y="1012889"/>
                  </a:lnTo>
                  <a:lnTo>
                    <a:pt x="5387960" y="1005812"/>
                  </a:lnTo>
                  <a:lnTo>
                    <a:pt x="5388620" y="991269"/>
                  </a:lnTo>
                  <a:lnTo>
                    <a:pt x="5389281" y="987470"/>
                  </a:lnTo>
                  <a:lnTo>
                    <a:pt x="5389941" y="994213"/>
                  </a:lnTo>
                  <a:lnTo>
                    <a:pt x="5390602" y="1003900"/>
                  </a:lnTo>
                  <a:lnTo>
                    <a:pt x="5391263" y="992950"/>
                  </a:lnTo>
                  <a:lnTo>
                    <a:pt x="5391923" y="971635"/>
                  </a:lnTo>
                  <a:lnTo>
                    <a:pt x="5392584" y="952679"/>
                  </a:lnTo>
                  <a:lnTo>
                    <a:pt x="5393244" y="962009"/>
                  </a:lnTo>
                  <a:lnTo>
                    <a:pt x="5393905" y="967716"/>
                  </a:lnTo>
                  <a:lnTo>
                    <a:pt x="5394565" y="960406"/>
                  </a:lnTo>
                  <a:lnTo>
                    <a:pt x="5395226" y="952540"/>
                  </a:lnTo>
                  <a:lnTo>
                    <a:pt x="5395886" y="967242"/>
                  </a:lnTo>
                  <a:lnTo>
                    <a:pt x="5396547" y="964780"/>
                  </a:lnTo>
                  <a:lnTo>
                    <a:pt x="5397207" y="954756"/>
                  </a:lnTo>
                  <a:lnTo>
                    <a:pt x="5397868" y="972833"/>
                  </a:lnTo>
                  <a:lnTo>
                    <a:pt x="5398528" y="976641"/>
                  </a:lnTo>
                  <a:lnTo>
                    <a:pt x="5399189" y="961608"/>
                  </a:lnTo>
                  <a:lnTo>
                    <a:pt x="5399849" y="971568"/>
                  </a:lnTo>
                  <a:lnTo>
                    <a:pt x="5400510" y="990771"/>
                  </a:lnTo>
                  <a:lnTo>
                    <a:pt x="5401171" y="992558"/>
                  </a:lnTo>
                  <a:lnTo>
                    <a:pt x="5401831" y="984044"/>
                  </a:lnTo>
                  <a:lnTo>
                    <a:pt x="5402492" y="981960"/>
                  </a:lnTo>
                  <a:lnTo>
                    <a:pt x="5403152" y="958515"/>
                  </a:lnTo>
                  <a:lnTo>
                    <a:pt x="5403813" y="950340"/>
                  </a:lnTo>
                  <a:lnTo>
                    <a:pt x="5404473" y="950631"/>
                  </a:lnTo>
                  <a:lnTo>
                    <a:pt x="5405134" y="954513"/>
                  </a:lnTo>
                  <a:lnTo>
                    <a:pt x="5405794" y="945794"/>
                  </a:lnTo>
                  <a:lnTo>
                    <a:pt x="5406455" y="948416"/>
                  </a:lnTo>
                  <a:lnTo>
                    <a:pt x="5407115" y="958172"/>
                  </a:lnTo>
                  <a:lnTo>
                    <a:pt x="5407776" y="972649"/>
                  </a:lnTo>
                  <a:lnTo>
                    <a:pt x="5408436" y="978524"/>
                  </a:lnTo>
                  <a:lnTo>
                    <a:pt x="5409097" y="990212"/>
                  </a:lnTo>
                  <a:lnTo>
                    <a:pt x="5409757" y="985630"/>
                  </a:lnTo>
                  <a:lnTo>
                    <a:pt x="5410418" y="965955"/>
                  </a:lnTo>
                  <a:lnTo>
                    <a:pt x="5411079" y="985378"/>
                  </a:lnTo>
                  <a:lnTo>
                    <a:pt x="5411739" y="1025101"/>
                  </a:lnTo>
                  <a:lnTo>
                    <a:pt x="5412400" y="1010260"/>
                  </a:lnTo>
                  <a:lnTo>
                    <a:pt x="5413060" y="1011179"/>
                  </a:lnTo>
                  <a:lnTo>
                    <a:pt x="5413721" y="987986"/>
                  </a:lnTo>
                  <a:lnTo>
                    <a:pt x="5414381" y="976082"/>
                  </a:lnTo>
                  <a:lnTo>
                    <a:pt x="5415042" y="965702"/>
                  </a:lnTo>
                  <a:lnTo>
                    <a:pt x="5415702" y="975946"/>
                  </a:lnTo>
                  <a:lnTo>
                    <a:pt x="5416363" y="1014595"/>
                  </a:lnTo>
                  <a:lnTo>
                    <a:pt x="5417023" y="1010309"/>
                  </a:lnTo>
                  <a:lnTo>
                    <a:pt x="5417684" y="1004020"/>
                  </a:lnTo>
                  <a:lnTo>
                    <a:pt x="5418344" y="998074"/>
                  </a:lnTo>
                  <a:lnTo>
                    <a:pt x="5419005" y="971165"/>
                  </a:lnTo>
                  <a:lnTo>
                    <a:pt x="5419665" y="964388"/>
                  </a:lnTo>
                  <a:lnTo>
                    <a:pt x="5420326" y="979096"/>
                  </a:lnTo>
                  <a:lnTo>
                    <a:pt x="5420986" y="1000257"/>
                  </a:lnTo>
                  <a:lnTo>
                    <a:pt x="5421647" y="993572"/>
                  </a:lnTo>
                  <a:lnTo>
                    <a:pt x="5422308" y="971532"/>
                  </a:lnTo>
                  <a:lnTo>
                    <a:pt x="5422968" y="988422"/>
                  </a:lnTo>
                  <a:lnTo>
                    <a:pt x="5423629" y="995600"/>
                  </a:lnTo>
                  <a:lnTo>
                    <a:pt x="5424289" y="987031"/>
                  </a:lnTo>
                  <a:lnTo>
                    <a:pt x="5424950" y="960595"/>
                  </a:lnTo>
                  <a:lnTo>
                    <a:pt x="5425610" y="963220"/>
                  </a:lnTo>
                  <a:lnTo>
                    <a:pt x="5426271" y="949005"/>
                  </a:lnTo>
                  <a:lnTo>
                    <a:pt x="5426931" y="949005"/>
                  </a:lnTo>
                  <a:lnTo>
                    <a:pt x="5427592" y="976736"/>
                  </a:lnTo>
                  <a:lnTo>
                    <a:pt x="5428252" y="1018775"/>
                  </a:lnTo>
                  <a:lnTo>
                    <a:pt x="5428913" y="1019287"/>
                  </a:lnTo>
                  <a:lnTo>
                    <a:pt x="5429573" y="1033000"/>
                  </a:lnTo>
                  <a:lnTo>
                    <a:pt x="5430234" y="1036087"/>
                  </a:lnTo>
                  <a:lnTo>
                    <a:pt x="5430894" y="1006650"/>
                  </a:lnTo>
                  <a:lnTo>
                    <a:pt x="5431555" y="1027040"/>
                  </a:lnTo>
                  <a:lnTo>
                    <a:pt x="5432216" y="1029924"/>
                  </a:lnTo>
                  <a:lnTo>
                    <a:pt x="5432876" y="1008734"/>
                  </a:lnTo>
                  <a:lnTo>
                    <a:pt x="5433537" y="1006443"/>
                  </a:lnTo>
                  <a:lnTo>
                    <a:pt x="5434197" y="1007630"/>
                  </a:lnTo>
                  <a:lnTo>
                    <a:pt x="5434858" y="983455"/>
                  </a:lnTo>
                  <a:lnTo>
                    <a:pt x="5435518" y="976754"/>
                  </a:lnTo>
                  <a:lnTo>
                    <a:pt x="5436179" y="989573"/>
                  </a:lnTo>
                  <a:lnTo>
                    <a:pt x="5436839" y="1008199"/>
                  </a:lnTo>
                  <a:lnTo>
                    <a:pt x="5437500" y="1031625"/>
                  </a:lnTo>
                  <a:lnTo>
                    <a:pt x="5438160" y="1003063"/>
                  </a:lnTo>
                  <a:lnTo>
                    <a:pt x="5438821" y="970360"/>
                  </a:lnTo>
                  <a:lnTo>
                    <a:pt x="5439481" y="965472"/>
                  </a:lnTo>
                  <a:lnTo>
                    <a:pt x="5440142" y="983324"/>
                  </a:lnTo>
                  <a:lnTo>
                    <a:pt x="5440802" y="1002158"/>
                  </a:lnTo>
                  <a:lnTo>
                    <a:pt x="5441463" y="1007481"/>
                  </a:lnTo>
                  <a:lnTo>
                    <a:pt x="5442124" y="1024574"/>
                  </a:lnTo>
                  <a:lnTo>
                    <a:pt x="5442784" y="1017519"/>
                  </a:lnTo>
                  <a:lnTo>
                    <a:pt x="5443445" y="1022393"/>
                  </a:lnTo>
                  <a:lnTo>
                    <a:pt x="5444105" y="997300"/>
                  </a:lnTo>
                  <a:lnTo>
                    <a:pt x="5444766" y="1008188"/>
                  </a:lnTo>
                  <a:lnTo>
                    <a:pt x="5445426" y="1020718"/>
                  </a:lnTo>
                  <a:lnTo>
                    <a:pt x="5446087" y="1016141"/>
                  </a:lnTo>
                  <a:lnTo>
                    <a:pt x="5446747" y="1008841"/>
                  </a:lnTo>
                  <a:lnTo>
                    <a:pt x="5447408" y="1008643"/>
                  </a:lnTo>
                  <a:lnTo>
                    <a:pt x="5448068" y="1002241"/>
                  </a:lnTo>
                  <a:lnTo>
                    <a:pt x="5448729" y="1008315"/>
                  </a:lnTo>
                  <a:lnTo>
                    <a:pt x="5449389" y="1007119"/>
                  </a:lnTo>
                  <a:lnTo>
                    <a:pt x="5450050" y="987408"/>
                  </a:lnTo>
                  <a:lnTo>
                    <a:pt x="5450710" y="956155"/>
                  </a:lnTo>
                  <a:lnTo>
                    <a:pt x="5451371" y="966391"/>
                  </a:lnTo>
                  <a:lnTo>
                    <a:pt x="5452032" y="958616"/>
                  </a:lnTo>
                  <a:lnTo>
                    <a:pt x="5452692" y="974812"/>
                  </a:lnTo>
                  <a:lnTo>
                    <a:pt x="5453353" y="1007668"/>
                  </a:lnTo>
                  <a:lnTo>
                    <a:pt x="5454013" y="1010798"/>
                  </a:lnTo>
                  <a:lnTo>
                    <a:pt x="5454674" y="1005411"/>
                  </a:lnTo>
                  <a:lnTo>
                    <a:pt x="5455334" y="1010641"/>
                  </a:lnTo>
                  <a:lnTo>
                    <a:pt x="5455995" y="1012962"/>
                  </a:lnTo>
                  <a:lnTo>
                    <a:pt x="5456655" y="1003370"/>
                  </a:lnTo>
                  <a:lnTo>
                    <a:pt x="5457316" y="1006242"/>
                  </a:lnTo>
                  <a:lnTo>
                    <a:pt x="5457976" y="1013517"/>
                  </a:lnTo>
                  <a:lnTo>
                    <a:pt x="5458637" y="1027253"/>
                  </a:lnTo>
                  <a:lnTo>
                    <a:pt x="5459297" y="1004059"/>
                  </a:lnTo>
                  <a:lnTo>
                    <a:pt x="5459958" y="978098"/>
                  </a:lnTo>
                  <a:lnTo>
                    <a:pt x="5460618" y="970551"/>
                  </a:lnTo>
                  <a:lnTo>
                    <a:pt x="5461279" y="950577"/>
                  </a:lnTo>
                  <a:lnTo>
                    <a:pt x="5461939" y="968015"/>
                  </a:lnTo>
                  <a:lnTo>
                    <a:pt x="5462600" y="973922"/>
                  </a:lnTo>
                  <a:lnTo>
                    <a:pt x="5463261" y="986532"/>
                  </a:lnTo>
                  <a:lnTo>
                    <a:pt x="5463921" y="995187"/>
                  </a:lnTo>
                  <a:lnTo>
                    <a:pt x="5464582" y="995468"/>
                  </a:lnTo>
                  <a:lnTo>
                    <a:pt x="5465242" y="1018164"/>
                  </a:lnTo>
                  <a:lnTo>
                    <a:pt x="5465903" y="1037847"/>
                  </a:lnTo>
                  <a:lnTo>
                    <a:pt x="5466563" y="1025448"/>
                  </a:lnTo>
                  <a:lnTo>
                    <a:pt x="5467224" y="1009063"/>
                  </a:lnTo>
                  <a:lnTo>
                    <a:pt x="5467884" y="1019416"/>
                  </a:lnTo>
                  <a:lnTo>
                    <a:pt x="5468545" y="1033203"/>
                  </a:lnTo>
                  <a:lnTo>
                    <a:pt x="5469205" y="1019416"/>
                  </a:lnTo>
                  <a:lnTo>
                    <a:pt x="5469866" y="1003786"/>
                  </a:lnTo>
                  <a:lnTo>
                    <a:pt x="5470526" y="1011580"/>
                  </a:lnTo>
                  <a:lnTo>
                    <a:pt x="5471187" y="1019427"/>
                  </a:lnTo>
                  <a:lnTo>
                    <a:pt x="5471847" y="1022052"/>
                  </a:lnTo>
                  <a:lnTo>
                    <a:pt x="5472508" y="1038740"/>
                  </a:lnTo>
                  <a:lnTo>
                    <a:pt x="5473169" y="1037744"/>
                  </a:lnTo>
                  <a:lnTo>
                    <a:pt x="5473829" y="1025463"/>
                  </a:lnTo>
                  <a:lnTo>
                    <a:pt x="5474490" y="1016983"/>
                  </a:lnTo>
                  <a:lnTo>
                    <a:pt x="5475150" y="1016558"/>
                  </a:lnTo>
                  <a:lnTo>
                    <a:pt x="5475811" y="1029473"/>
                  </a:lnTo>
                  <a:lnTo>
                    <a:pt x="5476471" y="1029294"/>
                  </a:lnTo>
                  <a:lnTo>
                    <a:pt x="5477132" y="1025912"/>
                  </a:lnTo>
                  <a:lnTo>
                    <a:pt x="5477792" y="1030181"/>
                  </a:lnTo>
                  <a:lnTo>
                    <a:pt x="5478453" y="1006965"/>
                  </a:lnTo>
                  <a:lnTo>
                    <a:pt x="5479113" y="1000412"/>
                  </a:lnTo>
                  <a:lnTo>
                    <a:pt x="5479774" y="1010496"/>
                  </a:lnTo>
                  <a:lnTo>
                    <a:pt x="5480434" y="1007009"/>
                  </a:lnTo>
                  <a:lnTo>
                    <a:pt x="5481095" y="1002098"/>
                  </a:lnTo>
                  <a:lnTo>
                    <a:pt x="5481755" y="1006635"/>
                  </a:lnTo>
                  <a:lnTo>
                    <a:pt x="5482416" y="1014717"/>
                  </a:lnTo>
                  <a:lnTo>
                    <a:pt x="5483077" y="1009902"/>
                  </a:lnTo>
                  <a:lnTo>
                    <a:pt x="5483737" y="1007009"/>
                  </a:lnTo>
                  <a:lnTo>
                    <a:pt x="5484398" y="1006120"/>
                  </a:lnTo>
                  <a:lnTo>
                    <a:pt x="5485058" y="1018794"/>
                  </a:lnTo>
                  <a:lnTo>
                    <a:pt x="5485719" y="1039730"/>
                  </a:lnTo>
                  <a:lnTo>
                    <a:pt x="5486379" y="1032173"/>
                  </a:lnTo>
                  <a:lnTo>
                    <a:pt x="5487040" y="1024418"/>
                  </a:lnTo>
                  <a:lnTo>
                    <a:pt x="5487700" y="1009324"/>
                  </a:lnTo>
                  <a:lnTo>
                    <a:pt x="5488361" y="1013819"/>
                  </a:lnTo>
                  <a:lnTo>
                    <a:pt x="5489021" y="1018386"/>
                  </a:lnTo>
                  <a:lnTo>
                    <a:pt x="5489682" y="1022766"/>
                  </a:lnTo>
                  <a:lnTo>
                    <a:pt x="5490342" y="1023598"/>
                  </a:lnTo>
                  <a:lnTo>
                    <a:pt x="5491003" y="1026372"/>
                  </a:lnTo>
                  <a:lnTo>
                    <a:pt x="5491663" y="1041733"/>
                  </a:lnTo>
                  <a:lnTo>
                    <a:pt x="5492324" y="1027969"/>
                  </a:lnTo>
                  <a:lnTo>
                    <a:pt x="5492984" y="1036587"/>
                  </a:lnTo>
                  <a:lnTo>
                    <a:pt x="5493645" y="1038646"/>
                  </a:lnTo>
                  <a:lnTo>
                    <a:pt x="5494306" y="1003953"/>
                  </a:lnTo>
                  <a:lnTo>
                    <a:pt x="5494966" y="974886"/>
                  </a:lnTo>
                  <a:lnTo>
                    <a:pt x="5495627" y="978849"/>
                  </a:lnTo>
                  <a:lnTo>
                    <a:pt x="5496287" y="974540"/>
                  </a:lnTo>
                  <a:lnTo>
                    <a:pt x="5496948" y="986851"/>
                  </a:lnTo>
                  <a:lnTo>
                    <a:pt x="5497608" y="992669"/>
                  </a:lnTo>
                  <a:lnTo>
                    <a:pt x="5498269" y="996676"/>
                  </a:lnTo>
                  <a:lnTo>
                    <a:pt x="5498929" y="979325"/>
                  </a:lnTo>
                  <a:lnTo>
                    <a:pt x="5499590" y="995083"/>
                  </a:lnTo>
                  <a:lnTo>
                    <a:pt x="5500250" y="1020114"/>
                  </a:lnTo>
                  <a:lnTo>
                    <a:pt x="5500911" y="1032885"/>
                  </a:lnTo>
                  <a:lnTo>
                    <a:pt x="5501571" y="1020497"/>
                  </a:lnTo>
                  <a:lnTo>
                    <a:pt x="5502232" y="1014044"/>
                  </a:lnTo>
                  <a:lnTo>
                    <a:pt x="5502892" y="1014998"/>
                  </a:lnTo>
                  <a:lnTo>
                    <a:pt x="5503553" y="1024034"/>
                  </a:lnTo>
                  <a:lnTo>
                    <a:pt x="5504214" y="1021966"/>
                  </a:lnTo>
                  <a:lnTo>
                    <a:pt x="5504874" y="1010692"/>
                  </a:lnTo>
                  <a:lnTo>
                    <a:pt x="5505535" y="1016551"/>
                  </a:lnTo>
                  <a:lnTo>
                    <a:pt x="5506195" y="1017366"/>
                  </a:lnTo>
                  <a:lnTo>
                    <a:pt x="5506856" y="1011144"/>
                  </a:lnTo>
                  <a:lnTo>
                    <a:pt x="5507516" y="1021090"/>
                  </a:lnTo>
                  <a:lnTo>
                    <a:pt x="5508177" y="1035442"/>
                  </a:lnTo>
                  <a:lnTo>
                    <a:pt x="5508837" y="1037880"/>
                  </a:lnTo>
                  <a:lnTo>
                    <a:pt x="5509498" y="991464"/>
                  </a:lnTo>
                  <a:lnTo>
                    <a:pt x="5510158" y="994861"/>
                  </a:lnTo>
                  <a:lnTo>
                    <a:pt x="5510819" y="1004564"/>
                  </a:lnTo>
                  <a:lnTo>
                    <a:pt x="5511479" y="1004580"/>
                  </a:lnTo>
                  <a:lnTo>
                    <a:pt x="5512140" y="1010470"/>
                  </a:lnTo>
                  <a:lnTo>
                    <a:pt x="5512800" y="1024651"/>
                  </a:lnTo>
                  <a:lnTo>
                    <a:pt x="5513461" y="1016330"/>
                  </a:lnTo>
                  <a:lnTo>
                    <a:pt x="5514122" y="1015621"/>
                  </a:lnTo>
                  <a:lnTo>
                    <a:pt x="5514782" y="1016622"/>
                  </a:lnTo>
                  <a:lnTo>
                    <a:pt x="5515443" y="974027"/>
                  </a:lnTo>
                  <a:lnTo>
                    <a:pt x="5516103" y="970002"/>
                  </a:lnTo>
                  <a:lnTo>
                    <a:pt x="5516764" y="975367"/>
                  </a:lnTo>
                  <a:lnTo>
                    <a:pt x="5517424" y="989393"/>
                  </a:lnTo>
                  <a:lnTo>
                    <a:pt x="5518085" y="995044"/>
                  </a:lnTo>
                  <a:lnTo>
                    <a:pt x="5518745" y="978628"/>
                  </a:lnTo>
                  <a:lnTo>
                    <a:pt x="5519406" y="974027"/>
                  </a:lnTo>
                  <a:lnTo>
                    <a:pt x="5520066" y="1008426"/>
                  </a:lnTo>
                  <a:lnTo>
                    <a:pt x="5520727" y="1015252"/>
                  </a:lnTo>
                  <a:lnTo>
                    <a:pt x="5521387" y="1003548"/>
                  </a:lnTo>
                  <a:lnTo>
                    <a:pt x="5522048" y="1010553"/>
                  </a:lnTo>
                  <a:lnTo>
                    <a:pt x="5522708" y="1015932"/>
                  </a:lnTo>
                  <a:lnTo>
                    <a:pt x="5523369" y="1015104"/>
                  </a:lnTo>
                  <a:lnTo>
                    <a:pt x="5524030" y="1005700"/>
                  </a:lnTo>
                  <a:lnTo>
                    <a:pt x="5524690" y="1000716"/>
                  </a:lnTo>
                  <a:lnTo>
                    <a:pt x="5525351" y="1013944"/>
                  </a:lnTo>
                  <a:lnTo>
                    <a:pt x="5526011" y="1009836"/>
                  </a:lnTo>
                  <a:lnTo>
                    <a:pt x="5526672" y="1038412"/>
                  </a:lnTo>
                  <a:lnTo>
                    <a:pt x="5527332" y="1038031"/>
                  </a:lnTo>
                  <a:lnTo>
                    <a:pt x="5527993" y="1015347"/>
                  </a:lnTo>
                  <a:lnTo>
                    <a:pt x="5528653" y="1029133"/>
                  </a:lnTo>
                  <a:lnTo>
                    <a:pt x="5529314" y="1016599"/>
                  </a:lnTo>
                  <a:lnTo>
                    <a:pt x="5529974" y="1006245"/>
                  </a:lnTo>
                  <a:lnTo>
                    <a:pt x="5530635" y="1016223"/>
                  </a:lnTo>
                  <a:lnTo>
                    <a:pt x="5531295" y="1012627"/>
                  </a:lnTo>
                  <a:lnTo>
                    <a:pt x="5531956" y="989422"/>
                  </a:lnTo>
                  <a:lnTo>
                    <a:pt x="5532616" y="997673"/>
                  </a:lnTo>
                  <a:lnTo>
                    <a:pt x="5533277" y="1004864"/>
                  </a:lnTo>
                  <a:lnTo>
                    <a:pt x="5533937" y="1011623"/>
                  </a:lnTo>
                  <a:lnTo>
                    <a:pt x="5534598" y="994536"/>
                  </a:lnTo>
                  <a:lnTo>
                    <a:pt x="5535259" y="986424"/>
                  </a:lnTo>
                  <a:lnTo>
                    <a:pt x="5535919" y="998748"/>
                  </a:lnTo>
                  <a:lnTo>
                    <a:pt x="5536580" y="1000118"/>
                  </a:lnTo>
                  <a:lnTo>
                    <a:pt x="5537240" y="994233"/>
                  </a:lnTo>
                  <a:lnTo>
                    <a:pt x="5537901" y="1001565"/>
                  </a:lnTo>
                  <a:lnTo>
                    <a:pt x="5538561" y="1007879"/>
                  </a:lnTo>
                  <a:lnTo>
                    <a:pt x="5539222" y="992959"/>
                  </a:lnTo>
                  <a:lnTo>
                    <a:pt x="5539882" y="986460"/>
                  </a:lnTo>
                  <a:lnTo>
                    <a:pt x="5540543" y="991551"/>
                  </a:lnTo>
                  <a:lnTo>
                    <a:pt x="5541203" y="999488"/>
                  </a:lnTo>
                  <a:lnTo>
                    <a:pt x="5541864" y="1012914"/>
                  </a:lnTo>
                  <a:lnTo>
                    <a:pt x="5542524" y="1009768"/>
                  </a:lnTo>
                  <a:lnTo>
                    <a:pt x="5543185" y="994861"/>
                  </a:lnTo>
                  <a:lnTo>
                    <a:pt x="5543845" y="1002710"/>
                  </a:lnTo>
                  <a:lnTo>
                    <a:pt x="5544506" y="1021276"/>
                  </a:lnTo>
                  <a:lnTo>
                    <a:pt x="5545167" y="1030012"/>
                  </a:lnTo>
                  <a:lnTo>
                    <a:pt x="5545827" y="1029011"/>
                  </a:lnTo>
                  <a:lnTo>
                    <a:pt x="5546488" y="1025211"/>
                  </a:lnTo>
                  <a:lnTo>
                    <a:pt x="5547148" y="1018148"/>
                  </a:lnTo>
                  <a:lnTo>
                    <a:pt x="5547809" y="1015621"/>
                  </a:lnTo>
                  <a:lnTo>
                    <a:pt x="5548469" y="1017989"/>
                  </a:lnTo>
                  <a:lnTo>
                    <a:pt x="5549130" y="1040586"/>
                  </a:lnTo>
                  <a:lnTo>
                    <a:pt x="5549790" y="1029231"/>
                  </a:lnTo>
                  <a:lnTo>
                    <a:pt x="5550451" y="1016364"/>
                  </a:lnTo>
                  <a:lnTo>
                    <a:pt x="5551111" y="1027379"/>
                  </a:lnTo>
                  <a:lnTo>
                    <a:pt x="5551772" y="1009481"/>
                  </a:lnTo>
                  <a:lnTo>
                    <a:pt x="5552432" y="998435"/>
                  </a:lnTo>
                  <a:lnTo>
                    <a:pt x="5553093" y="1012898"/>
                  </a:lnTo>
                  <a:lnTo>
                    <a:pt x="5553753" y="1019500"/>
                  </a:lnTo>
                  <a:lnTo>
                    <a:pt x="5554414" y="1006747"/>
                  </a:lnTo>
                  <a:lnTo>
                    <a:pt x="5555075" y="1002146"/>
                  </a:lnTo>
                  <a:lnTo>
                    <a:pt x="5555735" y="1000777"/>
                  </a:lnTo>
                  <a:lnTo>
                    <a:pt x="5556396" y="1004174"/>
                  </a:lnTo>
                  <a:lnTo>
                    <a:pt x="5557056" y="1004174"/>
                  </a:lnTo>
                  <a:lnTo>
                    <a:pt x="5557717" y="1004174"/>
                  </a:lnTo>
                  <a:lnTo>
                    <a:pt x="5558377" y="1006747"/>
                  </a:lnTo>
                  <a:lnTo>
                    <a:pt x="5559038" y="1006238"/>
                  </a:lnTo>
                  <a:lnTo>
                    <a:pt x="5559698" y="988102"/>
                  </a:lnTo>
                  <a:lnTo>
                    <a:pt x="5560359" y="978478"/>
                  </a:lnTo>
                  <a:lnTo>
                    <a:pt x="5561019" y="1002999"/>
                  </a:lnTo>
                  <a:lnTo>
                    <a:pt x="5561680" y="998276"/>
                  </a:lnTo>
                  <a:lnTo>
                    <a:pt x="5562340" y="985467"/>
                  </a:lnTo>
                  <a:lnTo>
                    <a:pt x="5563001" y="998276"/>
                  </a:lnTo>
                  <a:lnTo>
                    <a:pt x="5563661" y="1004369"/>
                  </a:lnTo>
                  <a:lnTo>
                    <a:pt x="5564322" y="1017596"/>
                  </a:lnTo>
                  <a:lnTo>
                    <a:pt x="5564982" y="1026544"/>
                  </a:lnTo>
                  <a:lnTo>
                    <a:pt x="5565643" y="1006942"/>
                  </a:lnTo>
                  <a:lnTo>
                    <a:pt x="5566304" y="980100"/>
                  </a:lnTo>
                  <a:lnTo>
                    <a:pt x="5566964" y="980100"/>
                  </a:lnTo>
                  <a:lnTo>
                    <a:pt x="5567625" y="999875"/>
                  </a:lnTo>
                  <a:lnTo>
                    <a:pt x="5568285" y="996137"/>
                  </a:lnTo>
                  <a:lnTo>
                    <a:pt x="5568946" y="991152"/>
                  </a:lnTo>
                  <a:lnTo>
                    <a:pt x="5569606" y="1012218"/>
                  </a:lnTo>
                  <a:lnTo>
                    <a:pt x="5570267" y="1006942"/>
                  </a:lnTo>
                  <a:lnTo>
                    <a:pt x="5570927" y="1007889"/>
                  </a:lnTo>
                  <a:lnTo>
                    <a:pt x="5571588" y="1007889"/>
                  </a:lnTo>
                  <a:lnTo>
                    <a:pt x="5572248" y="1005316"/>
                  </a:lnTo>
                  <a:lnTo>
                    <a:pt x="5572909" y="1011698"/>
                  </a:lnTo>
                  <a:lnTo>
                    <a:pt x="5573569" y="1010845"/>
                  </a:lnTo>
                  <a:lnTo>
                    <a:pt x="5574230" y="1004293"/>
                  </a:lnTo>
                  <a:lnTo>
                    <a:pt x="5574890" y="1006865"/>
                  </a:lnTo>
                  <a:lnTo>
                    <a:pt x="5575551" y="995966"/>
                  </a:lnTo>
                  <a:lnTo>
                    <a:pt x="5576212" y="1006708"/>
                  </a:lnTo>
                  <a:lnTo>
                    <a:pt x="5576872" y="1018544"/>
                  </a:lnTo>
                  <a:lnTo>
                    <a:pt x="5577533" y="1048590"/>
                  </a:lnTo>
                  <a:lnTo>
                    <a:pt x="5578193" y="1040495"/>
                  </a:lnTo>
                  <a:lnTo>
                    <a:pt x="5578854" y="1017020"/>
                  </a:lnTo>
                  <a:lnTo>
                    <a:pt x="5579514" y="1032695"/>
                  </a:lnTo>
                  <a:lnTo>
                    <a:pt x="5580175" y="1026681"/>
                  </a:lnTo>
                  <a:lnTo>
                    <a:pt x="5580835" y="1023519"/>
                  </a:lnTo>
                  <a:lnTo>
                    <a:pt x="5581496" y="1019388"/>
                  </a:lnTo>
                  <a:lnTo>
                    <a:pt x="5582156" y="1016796"/>
                  </a:lnTo>
                  <a:lnTo>
                    <a:pt x="5582817" y="1015035"/>
                  </a:lnTo>
                  <a:lnTo>
                    <a:pt x="5583477" y="1015221"/>
                  </a:lnTo>
                  <a:lnTo>
                    <a:pt x="5584138" y="1031757"/>
                  </a:lnTo>
                  <a:lnTo>
                    <a:pt x="5584798" y="1033124"/>
                  </a:lnTo>
                  <a:lnTo>
                    <a:pt x="5585459" y="1023519"/>
                  </a:lnTo>
                  <a:lnTo>
                    <a:pt x="5586120" y="1013166"/>
                  </a:lnTo>
                  <a:lnTo>
                    <a:pt x="5586780" y="1005316"/>
                  </a:lnTo>
                  <a:lnTo>
                    <a:pt x="5587441" y="995221"/>
                  </a:lnTo>
                  <a:lnTo>
                    <a:pt x="5588101" y="1005316"/>
                  </a:lnTo>
                  <a:lnTo>
                    <a:pt x="5588762" y="1000823"/>
                  </a:lnTo>
                  <a:lnTo>
                    <a:pt x="5589422" y="1007889"/>
                  </a:lnTo>
                  <a:lnTo>
                    <a:pt x="5590083" y="1015035"/>
                  </a:lnTo>
                  <a:lnTo>
                    <a:pt x="5590743" y="1018136"/>
                  </a:lnTo>
                  <a:lnTo>
                    <a:pt x="5591404" y="1029344"/>
                  </a:lnTo>
                  <a:lnTo>
                    <a:pt x="5592064" y="1029729"/>
                  </a:lnTo>
                  <a:lnTo>
                    <a:pt x="5592725" y="998345"/>
                  </a:lnTo>
                  <a:lnTo>
                    <a:pt x="5593385" y="1022828"/>
                  </a:lnTo>
                  <a:lnTo>
                    <a:pt x="5594046" y="1036829"/>
                  </a:lnTo>
                  <a:lnTo>
                    <a:pt x="5594706" y="1023537"/>
                  </a:lnTo>
                  <a:lnTo>
                    <a:pt x="5595367" y="1002695"/>
                  </a:lnTo>
                  <a:lnTo>
                    <a:pt x="5596028" y="986027"/>
                  </a:lnTo>
                  <a:lnTo>
                    <a:pt x="5596688" y="983967"/>
                  </a:lnTo>
                  <a:lnTo>
                    <a:pt x="5597349" y="998200"/>
                  </a:lnTo>
                  <a:lnTo>
                    <a:pt x="5598009" y="975100"/>
                  </a:lnTo>
                  <a:lnTo>
                    <a:pt x="5598670" y="966696"/>
                  </a:lnTo>
                  <a:lnTo>
                    <a:pt x="5599330" y="968319"/>
                  </a:lnTo>
                  <a:lnTo>
                    <a:pt x="5599991" y="984645"/>
                  </a:lnTo>
                  <a:lnTo>
                    <a:pt x="5600651" y="1009183"/>
                  </a:lnTo>
                  <a:lnTo>
                    <a:pt x="5601312" y="1039516"/>
                  </a:lnTo>
                  <a:lnTo>
                    <a:pt x="5601972" y="1018246"/>
                  </a:lnTo>
                  <a:lnTo>
                    <a:pt x="5602633" y="991282"/>
                  </a:lnTo>
                  <a:lnTo>
                    <a:pt x="5603293" y="1000949"/>
                  </a:lnTo>
                  <a:lnTo>
                    <a:pt x="5603954" y="1024837"/>
                  </a:lnTo>
                  <a:lnTo>
                    <a:pt x="5604614" y="999827"/>
                  </a:lnTo>
                  <a:lnTo>
                    <a:pt x="5605275" y="980816"/>
                  </a:lnTo>
                  <a:lnTo>
                    <a:pt x="5605935" y="978354"/>
                  </a:lnTo>
                  <a:lnTo>
                    <a:pt x="5606596" y="983251"/>
                  </a:lnTo>
                  <a:lnTo>
                    <a:pt x="5607257" y="993403"/>
                  </a:lnTo>
                  <a:lnTo>
                    <a:pt x="5607917" y="996800"/>
                  </a:lnTo>
                  <a:lnTo>
                    <a:pt x="5608578" y="1023865"/>
                  </a:lnTo>
                  <a:lnTo>
                    <a:pt x="5609238" y="1035901"/>
                  </a:lnTo>
                  <a:lnTo>
                    <a:pt x="5609899" y="1032589"/>
                  </a:lnTo>
                  <a:lnTo>
                    <a:pt x="5610559" y="1029624"/>
                  </a:lnTo>
                  <a:lnTo>
                    <a:pt x="5611220" y="1006603"/>
                  </a:lnTo>
                  <a:lnTo>
                    <a:pt x="5611880" y="1017583"/>
                  </a:lnTo>
                  <a:lnTo>
                    <a:pt x="5612541" y="995598"/>
                  </a:lnTo>
                  <a:lnTo>
                    <a:pt x="5613201" y="1009660"/>
                  </a:lnTo>
                  <a:lnTo>
                    <a:pt x="5613862" y="1040274"/>
                  </a:lnTo>
                  <a:lnTo>
                    <a:pt x="5614522" y="997830"/>
                  </a:lnTo>
                  <a:lnTo>
                    <a:pt x="5615183" y="988734"/>
                  </a:lnTo>
                  <a:lnTo>
                    <a:pt x="5615843" y="979366"/>
                  </a:lnTo>
                  <a:lnTo>
                    <a:pt x="5616504" y="947235"/>
                  </a:lnTo>
                  <a:lnTo>
                    <a:pt x="5617165" y="949921"/>
                  </a:lnTo>
                  <a:lnTo>
                    <a:pt x="5617825" y="940891"/>
                  </a:lnTo>
                  <a:lnTo>
                    <a:pt x="5618486" y="896463"/>
                  </a:lnTo>
                  <a:lnTo>
                    <a:pt x="5619146" y="892073"/>
                  </a:lnTo>
                  <a:lnTo>
                    <a:pt x="5619807" y="883325"/>
                  </a:lnTo>
                  <a:lnTo>
                    <a:pt x="5620467" y="869449"/>
                  </a:lnTo>
                  <a:lnTo>
                    <a:pt x="5621128" y="859202"/>
                  </a:lnTo>
                  <a:lnTo>
                    <a:pt x="5621788" y="826638"/>
                  </a:lnTo>
                  <a:lnTo>
                    <a:pt x="5622449" y="829020"/>
                  </a:lnTo>
                  <a:lnTo>
                    <a:pt x="5623109" y="827922"/>
                  </a:lnTo>
                  <a:lnTo>
                    <a:pt x="5623770" y="918434"/>
                  </a:lnTo>
                  <a:lnTo>
                    <a:pt x="5624430" y="963050"/>
                  </a:lnTo>
                  <a:lnTo>
                    <a:pt x="5625091" y="946530"/>
                  </a:lnTo>
                  <a:lnTo>
                    <a:pt x="5625751" y="952902"/>
                  </a:lnTo>
                  <a:lnTo>
                    <a:pt x="5626412" y="916885"/>
                  </a:lnTo>
                  <a:lnTo>
                    <a:pt x="5627073" y="929291"/>
                  </a:lnTo>
                  <a:lnTo>
                    <a:pt x="5627733" y="978736"/>
                  </a:lnTo>
                  <a:lnTo>
                    <a:pt x="5628394" y="1020157"/>
                  </a:lnTo>
                  <a:lnTo>
                    <a:pt x="5629054" y="1031153"/>
                  </a:lnTo>
                  <a:lnTo>
                    <a:pt x="5629715" y="1028276"/>
                  </a:lnTo>
                  <a:lnTo>
                    <a:pt x="5630375" y="977438"/>
                  </a:lnTo>
                  <a:lnTo>
                    <a:pt x="5631036" y="972870"/>
                  </a:lnTo>
                  <a:lnTo>
                    <a:pt x="5631696" y="1018941"/>
                  </a:lnTo>
                  <a:lnTo>
                    <a:pt x="5632357" y="1042114"/>
                  </a:lnTo>
                  <a:lnTo>
                    <a:pt x="5633017" y="1033094"/>
                  </a:lnTo>
                  <a:lnTo>
                    <a:pt x="5633678" y="1005662"/>
                  </a:lnTo>
                  <a:lnTo>
                    <a:pt x="5634338" y="1006411"/>
                  </a:lnTo>
                  <a:lnTo>
                    <a:pt x="5634999" y="1005159"/>
                  </a:lnTo>
                  <a:lnTo>
                    <a:pt x="5635659" y="1020419"/>
                  </a:lnTo>
                  <a:lnTo>
                    <a:pt x="5636320" y="1008569"/>
                  </a:lnTo>
                  <a:lnTo>
                    <a:pt x="5636980" y="1011614"/>
                  </a:lnTo>
                  <a:lnTo>
                    <a:pt x="5637641" y="1016521"/>
                  </a:lnTo>
                  <a:lnTo>
                    <a:pt x="5638302" y="1007039"/>
                  </a:lnTo>
                  <a:lnTo>
                    <a:pt x="5638962" y="1017958"/>
                  </a:lnTo>
                  <a:lnTo>
                    <a:pt x="5639623" y="1020838"/>
                  </a:lnTo>
                  <a:lnTo>
                    <a:pt x="5640283" y="1009706"/>
                  </a:lnTo>
                  <a:lnTo>
                    <a:pt x="5640944" y="1035660"/>
                  </a:lnTo>
                  <a:lnTo>
                    <a:pt x="5641604" y="1045566"/>
                  </a:lnTo>
                  <a:lnTo>
                    <a:pt x="5642265" y="1044659"/>
                  </a:lnTo>
                  <a:lnTo>
                    <a:pt x="5642925" y="1031852"/>
                  </a:lnTo>
                  <a:lnTo>
                    <a:pt x="5643586" y="999431"/>
                  </a:lnTo>
                  <a:lnTo>
                    <a:pt x="5644246" y="1023542"/>
                  </a:lnTo>
                  <a:lnTo>
                    <a:pt x="5644907" y="1035025"/>
                  </a:lnTo>
                  <a:lnTo>
                    <a:pt x="5645567" y="1005204"/>
                  </a:lnTo>
                  <a:lnTo>
                    <a:pt x="5646228" y="991997"/>
                  </a:lnTo>
                  <a:lnTo>
                    <a:pt x="5646888" y="980288"/>
                  </a:lnTo>
                  <a:lnTo>
                    <a:pt x="5647549" y="980262"/>
                  </a:lnTo>
                  <a:lnTo>
                    <a:pt x="5648210" y="996350"/>
                  </a:lnTo>
                  <a:lnTo>
                    <a:pt x="5648870" y="1006492"/>
                  </a:lnTo>
                  <a:lnTo>
                    <a:pt x="5649531" y="996350"/>
                  </a:lnTo>
                  <a:lnTo>
                    <a:pt x="5650191" y="990128"/>
                  </a:lnTo>
                  <a:lnTo>
                    <a:pt x="5650852" y="970275"/>
                  </a:lnTo>
                  <a:lnTo>
                    <a:pt x="5651512" y="955095"/>
                  </a:lnTo>
                  <a:lnTo>
                    <a:pt x="5652173" y="966770"/>
                  </a:lnTo>
                  <a:lnTo>
                    <a:pt x="5652833" y="980662"/>
                  </a:lnTo>
                  <a:lnTo>
                    <a:pt x="5653494" y="975926"/>
                  </a:lnTo>
                  <a:lnTo>
                    <a:pt x="5654154" y="979238"/>
                  </a:lnTo>
                  <a:lnTo>
                    <a:pt x="5654815" y="987808"/>
                  </a:lnTo>
                  <a:lnTo>
                    <a:pt x="5655475" y="989104"/>
                  </a:lnTo>
                  <a:lnTo>
                    <a:pt x="5656136" y="972648"/>
                  </a:lnTo>
                  <a:lnTo>
                    <a:pt x="5656796" y="966502"/>
                  </a:lnTo>
                  <a:lnTo>
                    <a:pt x="5657457" y="970768"/>
                  </a:lnTo>
                  <a:lnTo>
                    <a:pt x="5658118" y="964038"/>
                  </a:lnTo>
                  <a:lnTo>
                    <a:pt x="5658778" y="959375"/>
                  </a:lnTo>
                  <a:lnTo>
                    <a:pt x="5659439" y="957345"/>
                  </a:lnTo>
                  <a:lnTo>
                    <a:pt x="5660099" y="949790"/>
                  </a:lnTo>
                  <a:lnTo>
                    <a:pt x="5660760" y="950496"/>
                  </a:lnTo>
                  <a:lnTo>
                    <a:pt x="5661420" y="939095"/>
                  </a:lnTo>
                  <a:lnTo>
                    <a:pt x="5662081" y="919545"/>
                  </a:lnTo>
                  <a:lnTo>
                    <a:pt x="5662741" y="915082"/>
                  </a:lnTo>
                  <a:lnTo>
                    <a:pt x="5663402" y="935022"/>
                  </a:lnTo>
                  <a:lnTo>
                    <a:pt x="5664062" y="941643"/>
                  </a:lnTo>
                  <a:lnTo>
                    <a:pt x="5664723" y="939383"/>
                  </a:lnTo>
                  <a:lnTo>
                    <a:pt x="5665383" y="976557"/>
                  </a:lnTo>
                  <a:lnTo>
                    <a:pt x="5666044" y="977231"/>
                  </a:lnTo>
                  <a:lnTo>
                    <a:pt x="5666704" y="926730"/>
                  </a:lnTo>
                  <a:lnTo>
                    <a:pt x="5667365" y="893183"/>
                  </a:lnTo>
                  <a:lnTo>
                    <a:pt x="5668026" y="891221"/>
                  </a:lnTo>
                  <a:lnTo>
                    <a:pt x="5668686" y="908234"/>
                  </a:lnTo>
                  <a:lnTo>
                    <a:pt x="5669347" y="900276"/>
                  </a:lnTo>
                  <a:lnTo>
                    <a:pt x="5670007" y="866869"/>
                  </a:lnTo>
                  <a:lnTo>
                    <a:pt x="5670668" y="863059"/>
                  </a:lnTo>
                  <a:lnTo>
                    <a:pt x="5671328" y="854899"/>
                  </a:lnTo>
                  <a:lnTo>
                    <a:pt x="5671989" y="865594"/>
                  </a:lnTo>
                  <a:lnTo>
                    <a:pt x="5672649" y="863108"/>
                  </a:lnTo>
                  <a:lnTo>
                    <a:pt x="5673310" y="880976"/>
                  </a:lnTo>
                  <a:lnTo>
                    <a:pt x="5673970" y="861430"/>
                  </a:lnTo>
                  <a:lnTo>
                    <a:pt x="5674631" y="888205"/>
                  </a:lnTo>
                  <a:lnTo>
                    <a:pt x="5675291" y="884892"/>
                  </a:lnTo>
                  <a:lnTo>
                    <a:pt x="5675952" y="880568"/>
                  </a:lnTo>
                  <a:lnTo>
                    <a:pt x="5676612" y="871642"/>
                  </a:lnTo>
                  <a:lnTo>
                    <a:pt x="5677273" y="857445"/>
                  </a:lnTo>
                  <a:lnTo>
                    <a:pt x="5677933" y="847243"/>
                  </a:lnTo>
                  <a:lnTo>
                    <a:pt x="5678594" y="819795"/>
                  </a:lnTo>
                  <a:lnTo>
                    <a:pt x="5679255" y="803876"/>
                  </a:lnTo>
                  <a:lnTo>
                    <a:pt x="5679915" y="760460"/>
                  </a:lnTo>
                  <a:lnTo>
                    <a:pt x="5680576" y="725431"/>
                  </a:lnTo>
                  <a:lnTo>
                    <a:pt x="5681236" y="694816"/>
                  </a:lnTo>
                  <a:lnTo>
                    <a:pt x="5681897" y="687277"/>
                  </a:lnTo>
                  <a:lnTo>
                    <a:pt x="5682557" y="661198"/>
                  </a:lnTo>
                  <a:lnTo>
                    <a:pt x="5683218" y="659169"/>
                  </a:lnTo>
                  <a:lnTo>
                    <a:pt x="5683878" y="656992"/>
                  </a:lnTo>
                  <a:lnTo>
                    <a:pt x="5684539" y="662496"/>
                  </a:lnTo>
                  <a:lnTo>
                    <a:pt x="5685199" y="667849"/>
                  </a:lnTo>
                  <a:lnTo>
                    <a:pt x="5685860" y="702899"/>
                  </a:lnTo>
                  <a:lnTo>
                    <a:pt x="5686520" y="735729"/>
                  </a:lnTo>
                  <a:lnTo>
                    <a:pt x="5687181" y="742811"/>
                  </a:lnTo>
                  <a:lnTo>
                    <a:pt x="5687841" y="787723"/>
                  </a:lnTo>
                  <a:lnTo>
                    <a:pt x="5688502" y="786615"/>
                  </a:lnTo>
                  <a:lnTo>
                    <a:pt x="5689163" y="823806"/>
                  </a:lnTo>
                  <a:lnTo>
                    <a:pt x="5689823" y="830811"/>
                  </a:lnTo>
                  <a:lnTo>
                    <a:pt x="5690484" y="830839"/>
                  </a:lnTo>
                  <a:lnTo>
                    <a:pt x="5691144" y="846757"/>
                  </a:lnTo>
                  <a:lnTo>
                    <a:pt x="5691805" y="855818"/>
                  </a:lnTo>
                  <a:lnTo>
                    <a:pt x="5692465" y="867789"/>
                  </a:lnTo>
                  <a:lnTo>
                    <a:pt x="5693126" y="878837"/>
                  </a:lnTo>
                  <a:lnTo>
                    <a:pt x="5693786" y="894303"/>
                  </a:lnTo>
                  <a:lnTo>
                    <a:pt x="5694447" y="975448"/>
                  </a:lnTo>
                  <a:lnTo>
                    <a:pt x="5695107" y="941056"/>
                  </a:lnTo>
                  <a:lnTo>
                    <a:pt x="5695768" y="947749"/>
                  </a:lnTo>
                  <a:lnTo>
                    <a:pt x="5696428" y="944593"/>
                  </a:lnTo>
                  <a:lnTo>
                    <a:pt x="5697089" y="955762"/>
                  </a:lnTo>
                  <a:lnTo>
                    <a:pt x="5697749" y="973747"/>
                  </a:lnTo>
                  <a:lnTo>
                    <a:pt x="5698410" y="982737"/>
                  </a:lnTo>
                  <a:lnTo>
                    <a:pt x="5699071" y="957243"/>
                  </a:lnTo>
                  <a:lnTo>
                    <a:pt x="5699731" y="955663"/>
                  </a:lnTo>
                  <a:lnTo>
                    <a:pt x="5700392" y="952023"/>
                  </a:lnTo>
                  <a:lnTo>
                    <a:pt x="5701052" y="941405"/>
                  </a:lnTo>
                  <a:lnTo>
                    <a:pt x="5701713" y="941097"/>
                  </a:lnTo>
                  <a:lnTo>
                    <a:pt x="5702373" y="919958"/>
                  </a:lnTo>
                  <a:lnTo>
                    <a:pt x="5703034" y="925445"/>
                  </a:lnTo>
                  <a:lnTo>
                    <a:pt x="5703694" y="934647"/>
                  </a:lnTo>
                  <a:lnTo>
                    <a:pt x="5704355" y="934736"/>
                  </a:lnTo>
                  <a:lnTo>
                    <a:pt x="5705015" y="945206"/>
                  </a:lnTo>
                  <a:lnTo>
                    <a:pt x="5705676" y="945206"/>
                  </a:lnTo>
                  <a:lnTo>
                    <a:pt x="5706336" y="948763"/>
                  </a:lnTo>
                  <a:lnTo>
                    <a:pt x="5706997" y="979162"/>
                  </a:lnTo>
                  <a:lnTo>
                    <a:pt x="5707657" y="986915"/>
                  </a:lnTo>
                  <a:lnTo>
                    <a:pt x="5708318" y="968074"/>
                  </a:lnTo>
                  <a:lnTo>
                    <a:pt x="5708978" y="964686"/>
                  </a:lnTo>
                  <a:lnTo>
                    <a:pt x="5709639" y="963007"/>
                  </a:lnTo>
                  <a:lnTo>
                    <a:pt x="5710300" y="966072"/>
                  </a:lnTo>
                  <a:lnTo>
                    <a:pt x="5710960" y="978495"/>
                  </a:lnTo>
                  <a:lnTo>
                    <a:pt x="5711621" y="984377"/>
                  </a:lnTo>
                  <a:lnTo>
                    <a:pt x="5712281" y="974922"/>
                  </a:lnTo>
                  <a:lnTo>
                    <a:pt x="5712942" y="941414"/>
                  </a:lnTo>
                  <a:lnTo>
                    <a:pt x="5713602" y="935091"/>
                  </a:lnTo>
                  <a:lnTo>
                    <a:pt x="5714263" y="946320"/>
                  </a:lnTo>
                  <a:lnTo>
                    <a:pt x="5714923" y="950982"/>
                  </a:lnTo>
                  <a:lnTo>
                    <a:pt x="5715584" y="957284"/>
                  </a:lnTo>
                  <a:lnTo>
                    <a:pt x="5716244" y="948393"/>
                  </a:lnTo>
                  <a:lnTo>
                    <a:pt x="5716905" y="921956"/>
                  </a:lnTo>
                  <a:lnTo>
                    <a:pt x="5717565" y="924341"/>
                  </a:lnTo>
                  <a:lnTo>
                    <a:pt x="5718226" y="896143"/>
                  </a:lnTo>
                  <a:lnTo>
                    <a:pt x="5718886" y="882220"/>
                  </a:lnTo>
                  <a:lnTo>
                    <a:pt x="5719547" y="911127"/>
                  </a:lnTo>
                  <a:lnTo>
                    <a:pt x="5720208" y="915104"/>
                  </a:lnTo>
                  <a:lnTo>
                    <a:pt x="5720868" y="916211"/>
                  </a:lnTo>
                  <a:lnTo>
                    <a:pt x="5721529" y="899841"/>
                  </a:lnTo>
                  <a:lnTo>
                    <a:pt x="5722189" y="870715"/>
                  </a:lnTo>
                  <a:lnTo>
                    <a:pt x="5722850" y="867285"/>
                  </a:lnTo>
                  <a:lnTo>
                    <a:pt x="5723510" y="882281"/>
                  </a:lnTo>
                  <a:lnTo>
                    <a:pt x="5724171" y="929447"/>
                  </a:lnTo>
                  <a:lnTo>
                    <a:pt x="5724831" y="976874"/>
                  </a:lnTo>
                  <a:lnTo>
                    <a:pt x="5725492" y="970409"/>
                  </a:lnTo>
                  <a:lnTo>
                    <a:pt x="5726152" y="952095"/>
                  </a:lnTo>
                  <a:lnTo>
                    <a:pt x="5726813" y="967343"/>
                  </a:lnTo>
                  <a:lnTo>
                    <a:pt x="5727473" y="969051"/>
                  </a:lnTo>
                  <a:lnTo>
                    <a:pt x="5728134" y="948335"/>
                  </a:lnTo>
                  <a:lnTo>
                    <a:pt x="5728794" y="957504"/>
                  </a:lnTo>
                  <a:lnTo>
                    <a:pt x="5729455" y="956866"/>
                  </a:lnTo>
                  <a:lnTo>
                    <a:pt x="5730116" y="959654"/>
                  </a:lnTo>
                  <a:lnTo>
                    <a:pt x="5730776" y="962537"/>
                  </a:lnTo>
                  <a:lnTo>
                    <a:pt x="5731437" y="961770"/>
                  </a:lnTo>
                  <a:lnTo>
                    <a:pt x="5732097" y="974102"/>
                  </a:lnTo>
                  <a:lnTo>
                    <a:pt x="5732758" y="964389"/>
                  </a:lnTo>
                  <a:lnTo>
                    <a:pt x="5733418" y="966528"/>
                  </a:lnTo>
                  <a:lnTo>
                    <a:pt x="5734079" y="977237"/>
                  </a:lnTo>
                  <a:lnTo>
                    <a:pt x="5734739" y="987647"/>
                  </a:lnTo>
                  <a:lnTo>
                    <a:pt x="5735400" y="988246"/>
                  </a:lnTo>
                  <a:lnTo>
                    <a:pt x="5736060" y="972067"/>
                  </a:lnTo>
                  <a:lnTo>
                    <a:pt x="5736721" y="970791"/>
                  </a:lnTo>
                  <a:lnTo>
                    <a:pt x="5737381" y="1001135"/>
                  </a:lnTo>
                  <a:lnTo>
                    <a:pt x="5738042" y="1013025"/>
                  </a:lnTo>
                  <a:lnTo>
                    <a:pt x="5738702" y="1023472"/>
                  </a:lnTo>
                  <a:lnTo>
                    <a:pt x="5739363" y="993893"/>
                  </a:lnTo>
                  <a:lnTo>
                    <a:pt x="5740024" y="982794"/>
                  </a:lnTo>
                  <a:lnTo>
                    <a:pt x="5740684" y="940078"/>
                  </a:lnTo>
                  <a:lnTo>
                    <a:pt x="5741345" y="950362"/>
                  </a:lnTo>
                  <a:lnTo>
                    <a:pt x="5742005" y="965661"/>
                  </a:lnTo>
                  <a:lnTo>
                    <a:pt x="5742666" y="947911"/>
                  </a:lnTo>
                  <a:lnTo>
                    <a:pt x="5743326" y="917108"/>
                  </a:lnTo>
                  <a:lnTo>
                    <a:pt x="5743987" y="913048"/>
                  </a:lnTo>
                  <a:lnTo>
                    <a:pt x="5744647" y="855321"/>
                  </a:lnTo>
                  <a:lnTo>
                    <a:pt x="5745308" y="832168"/>
                  </a:lnTo>
                  <a:lnTo>
                    <a:pt x="5745968" y="835030"/>
                  </a:lnTo>
                  <a:lnTo>
                    <a:pt x="5746629" y="877159"/>
                  </a:lnTo>
                  <a:lnTo>
                    <a:pt x="5747289" y="957250"/>
                  </a:lnTo>
                  <a:lnTo>
                    <a:pt x="5747950" y="960795"/>
                  </a:lnTo>
                  <a:lnTo>
                    <a:pt x="5748610" y="962373"/>
                  </a:lnTo>
                  <a:lnTo>
                    <a:pt x="5749271" y="947940"/>
                  </a:lnTo>
                  <a:lnTo>
                    <a:pt x="5749931" y="958402"/>
                  </a:lnTo>
                  <a:lnTo>
                    <a:pt x="5750592" y="987458"/>
                  </a:lnTo>
                  <a:lnTo>
                    <a:pt x="5751253" y="1010385"/>
                  </a:lnTo>
                  <a:lnTo>
                    <a:pt x="5751913" y="1001668"/>
                  </a:lnTo>
                  <a:lnTo>
                    <a:pt x="5752574" y="1018094"/>
                  </a:lnTo>
                  <a:lnTo>
                    <a:pt x="5753234" y="1004862"/>
                  </a:lnTo>
                  <a:lnTo>
                    <a:pt x="5753895" y="1016960"/>
                  </a:lnTo>
                  <a:lnTo>
                    <a:pt x="5754555" y="1036060"/>
                  </a:lnTo>
                  <a:lnTo>
                    <a:pt x="5755216" y="1027493"/>
                  </a:lnTo>
                  <a:lnTo>
                    <a:pt x="5755876" y="1024181"/>
                  </a:lnTo>
                  <a:lnTo>
                    <a:pt x="5756537" y="1039815"/>
                  </a:lnTo>
                  <a:lnTo>
                    <a:pt x="5757197" y="1041667"/>
                  </a:lnTo>
                  <a:lnTo>
                    <a:pt x="5757858" y="1051633"/>
                  </a:lnTo>
                  <a:lnTo>
                    <a:pt x="5758518" y="1055751"/>
                  </a:lnTo>
                  <a:lnTo>
                    <a:pt x="5759179" y="1047181"/>
                  </a:lnTo>
                  <a:lnTo>
                    <a:pt x="5759839" y="1026908"/>
                  </a:lnTo>
                  <a:lnTo>
                    <a:pt x="5760500" y="1035126"/>
                  </a:lnTo>
                  <a:lnTo>
                    <a:pt x="5761161" y="1059806"/>
                  </a:lnTo>
                  <a:lnTo>
                    <a:pt x="5761821" y="1057562"/>
                  </a:lnTo>
                  <a:lnTo>
                    <a:pt x="5762482" y="1025966"/>
                  </a:lnTo>
                  <a:lnTo>
                    <a:pt x="5763142" y="1037989"/>
                  </a:lnTo>
                  <a:lnTo>
                    <a:pt x="5763803" y="1026781"/>
                  </a:lnTo>
                  <a:lnTo>
                    <a:pt x="5764463" y="1036150"/>
                  </a:lnTo>
                  <a:lnTo>
                    <a:pt x="5765124" y="1047024"/>
                  </a:lnTo>
                  <a:lnTo>
                    <a:pt x="5765784" y="1035027"/>
                  </a:lnTo>
                  <a:lnTo>
                    <a:pt x="5766445" y="1026079"/>
                  </a:lnTo>
                  <a:lnTo>
                    <a:pt x="5767105" y="1038143"/>
                  </a:lnTo>
                  <a:lnTo>
                    <a:pt x="5767766" y="1019195"/>
                  </a:lnTo>
                  <a:lnTo>
                    <a:pt x="5768426" y="1041288"/>
                  </a:lnTo>
                  <a:lnTo>
                    <a:pt x="5769087" y="1049647"/>
                  </a:lnTo>
                  <a:lnTo>
                    <a:pt x="5769747" y="1030087"/>
                  </a:lnTo>
                  <a:lnTo>
                    <a:pt x="5770408" y="1044617"/>
                  </a:lnTo>
                  <a:lnTo>
                    <a:pt x="5771069" y="1020755"/>
                  </a:lnTo>
                  <a:lnTo>
                    <a:pt x="5771729" y="1019687"/>
                  </a:lnTo>
                  <a:lnTo>
                    <a:pt x="5772390" y="1023967"/>
                  </a:lnTo>
                  <a:lnTo>
                    <a:pt x="5773050" y="1022035"/>
                  </a:lnTo>
                  <a:lnTo>
                    <a:pt x="5773711" y="1020237"/>
                  </a:lnTo>
                  <a:lnTo>
                    <a:pt x="5774371" y="1033758"/>
                  </a:lnTo>
                  <a:lnTo>
                    <a:pt x="5775032" y="1039671"/>
                  </a:lnTo>
                  <a:lnTo>
                    <a:pt x="5775692" y="995931"/>
                  </a:lnTo>
                  <a:lnTo>
                    <a:pt x="5776353" y="969181"/>
                  </a:lnTo>
                  <a:lnTo>
                    <a:pt x="5777013" y="994081"/>
                  </a:lnTo>
                  <a:lnTo>
                    <a:pt x="5777674" y="1024811"/>
                  </a:lnTo>
                  <a:lnTo>
                    <a:pt x="5778334" y="1029786"/>
                  </a:lnTo>
                  <a:lnTo>
                    <a:pt x="5778995" y="1024811"/>
                  </a:lnTo>
                  <a:lnTo>
                    <a:pt x="5779655" y="1025655"/>
                  </a:lnTo>
                  <a:lnTo>
                    <a:pt x="5780316" y="1035611"/>
                  </a:lnTo>
                  <a:lnTo>
                    <a:pt x="5780976" y="1030201"/>
                  </a:lnTo>
                  <a:lnTo>
                    <a:pt x="5781637" y="1010334"/>
                  </a:lnTo>
                  <a:lnTo>
                    <a:pt x="5782298" y="1014970"/>
                  </a:lnTo>
                  <a:lnTo>
                    <a:pt x="5782958" y="1013768"/>
                  </a:lnTo>
                  <a:lnTo>
                    <a:pt x="5783619" y="993114"/>
                  </a:lnTo>
                  <a:lnTo>
                    <a:pt x="5784279" y="994947"/>
                  </a:lnTo>
                  <a:lnTo>
                    <a:pt x="5784940" y="1007666"/>
                  </a:lnTo>
                  <a:lnTo>
                    <a:pt x="5785600" y="1005605"/>
                  </a:lnTo>
                  <a:lnTo>
                    <a:pt x="5786261" y="1015380"/>
                  </a:lnTo>
                  <a:lnTo>
                    <a:pt x="5786921" y="1017249"/>
                  </a:lnTo>
                  <a:lnTo>
                    <a:pt x="5787582" y="1006750"/>
                  </a:lnTo>
                  <a:lnTo>
                    <a:pt x="5788242" y="985724"/>
                  </a:lnTo>
                  <a:lnTo>
                    <a:pt x="5788903" y="969461"/>
                  </a:lnTo>
                  <a:lnTo>
                    <a:pt x="5789563" y="982671"/>
                  </a:lnTo>
                  <a:lnTo>
                    <a:pt x="5790224" y="987804"/>
                  </a:lnTo>
                  <a:lnTo>
                    <a:pt x="5790884" y="1008891"/>
                  </a:lnTo>
                  <a:lnTo>
                    <a:pt x="5791545" y="1000085"/>
                  </a:lnTo>
                  <a:lnTo>
                    <a:pt x="5792206" y="994826"/>
                  </a:lnTo>
                  <a:lnTo>
                    <a:pt x="5792866" y="995484"/>
                  </a:lnTo>
                  <a:lnTo>
                    <a:pt x="5793527" y="967025"/>
                  </a:lnTo>
                  <a:lnTo>
                    <a:pt x="5794187" y="924343"/>
                  </a:lnTo>
                  <a:lnTo>
                    <a:pt x="5794848" y="925227"/>
                  </a:lnTo>
                  <a:lnTo>
                    <a:pt x="5795508" y="941607"/>
                  </a:lnTo>
                  <a:lnTo>
                    <a:pt x="5796169" y="966127"/>
                  </a:lnTo>
                  <a:lnTo>
                    <a:pt x="5796829" y="964581"/>
                  </a:lnTo>
                  <a:lnTo>
                    <a:pt x="5797490" y="977790"/>
                  </a:lnTo>
                  <a:lnTo>
                    <a:pt x="5798150" y="974228"/>
                  </a:lnTo>
                  <a:lnTo>
                    <a:pt x="5798811" y="994291"/>
                  </a:lnTo>
                  <a:lnTo>
                    <a:pt x="5799471" y="1032644"/>
                  </a:lnTo>
                  <a:lnTo>
                    <a:pt x="5800132" y="1022134"/>
                  </a:lnTo>
                  <a:lnTo>
                    <a:pt x="5800792" y="986604"/>
                  </a:lnTo>
                  <a:lnTo>
                    <a:pt x="5801453" y="979011"/>
                  </a:lnTo>
                  <a:lnTo>
                    <a:pt x="5802114" y="968881"/>
                  </a:lnTo>
                  <a:lnTo>
                    <a:pt x="5802774" y="963788"/>
                  </a:lnTo>
                  <a:lnTo>
                    <a:pt x="5803435" y="939037"/>
                  </a:lnTo>
                  <a:lnTo>
                    <a:pt x="5804095" y="966424"/>
                  </a:lnTo>
                  <a:lnTo>
                    <a:pt x="5804756" y="978612"/>
                  </a:lnTo>
                  <a:lnTo>
                    <a:pt x="5805416" y="985049"/>
                  </a:lnTo>
                  <a:lnTo>
                    <a:pt x="5806077" y="1000091"/>
                  </a:lnTo>
                  <a:lnTo>
                    <a:pt x="5806737" y="1020319"/>
                  </a:lnTo>
                  <a:lnTo>
                    <a:pt x="5807398" y="1015824"/>
                  </a:lnTo>
                  <a:lnTo>
                    <a:pt x="5808058" y="1007572"/>
                  </a:lnTo>
                  <a:lnTo>
                    <a:pt x="5808719" y="1028706"/>
                  </a:lnTo>
                  <a:lnTo>
                    <a:pt x="5809379" y="1031106"/>
                  </a:lnTo>
                  <a:lnTo>
                    <a:pt x="5810040" y="1011476"/>
                  </a:lnTo>
                  <a:lnTo>
                    <a:pt x="5810700" y="1014602"/>
                  </a:lnTo>
                  <a:lnTo>
                    <a:pt x="5811361" y="1022743"/>
                  </a:lnTo>
                  <a:lnTo>
                    <a:pt x="5812022" y="1015388"/>
                  </a:lnTo>
                  <a:lnTo>
                    <a:pt x="5812682" y="1011496"/>
                  </a:lnTo>
                  <a:lnTo>
                    <a:pt x="5813343" y="1011573"/>
                  </a:lnTo>
                  <a:lnTo>
                    <a:pt x="5814003" y="983508"/>
                  </a:lnTo>
                  <a:lnTo>
                    <a:pt x="5814664" y="958754"/>
                  </a:lnTo>
                  <a:lnTo>
                    <a:pt x="5815324" y="958504"/>
                  </a:lnTo>
                  <a:lnTo>
                    <a:pt x="5815985" y="949524"/>
                  </a:lnTo>
                  <a:lnTo>
                    <a:pt x="5816645" y="925543"/>
                  </a:lnTo>
                  <a:lnTo>
                    <a:pt x="5817306" y="920949"/>
                  </a:lnTo>
                  <a:lnTo>
                    <a:pt x="5817966" y="934688"/>
                  </a:lnTo>
                  <a:lnTo>
                    <a:pt x="5818627" y="951199"/>
                  </a:lnTo>
                  <a:lnTo>
                    <a:pt x="5819287" y="958178"/>
                  </a:lnTo>
                  <a:lnTo>
                    <a:pt x="5819948" y="958178"/>
                  </a:lnTo>
                  <a:lnTo>
                    <a:pt x="5820608" y="953085"/>
                  </a:lnTo>
                  <a:lnTo>
                    <a:pt x="5821269" y="958178"/>
                  </a:lnTo>
                  <a:lnTo>
                    <a:pt x="5821929" y="958178"/>
                  </a:lnTo>
                  <a:lnTo>
                    <a:pt x="5822590" y="960481"/>
                  </a:lnTo>
                  <a:lnTo>
                    <a:pt x="5823251" y="968758"/>
                  </a:lnTo>
                  <a:lnTo>
                    <a:pt x="5823911" y="968466"/>
                  </a:lnTo>
                  <a:lnTo>
                    <a:pt x="5824572" y="992561"/>
                  </a:lnTo>
                  <a:lnTo>
                    <a:pt x="5825232" y="1028998"/>
                  </a:lnTo>
                  <a:lnTo>
                    <a:pt x="5825893" y="1025400"/>
                  </a:lnTo>
                  <a:lnTo>
                    <a:pt x="5826553" y="1011791"/>
                  </a:lnTo>
                  <a:lnTo>
                    <a:pt x="5827214" y="1005344"/>
                  </a:lnTo>
                  <a:lnTo>
                    <a:pt x="5827874" y="993915"/>
                  </a:lnTo>
                  <a:lnTo>
                    <a:pt x="5828535" y="972402"/>
                  </a:lnTo>
                  <a:lnTo>
                    <a:pt x="5829195" y="972402"/>
                  </a:lnTo>
                  <a:lnTo>
                    <a:pt x="5829856" y="972402"/>
                  </a:lnTo>
                  <a:lnTo>
                    <a:pt x="5830516" y="992188"/>
                  </a:lnTo>
                  <a:lnTo>
                    <a:pt x="5831177" y="1008197"/>
                  </a:lnTo>
                  <a:lnTo>
                    <a:pt x="5831837" y="996482"/>
                  </a:lnTo>
                  <a:lnTo>
                    <a:pt x="5832498" y="1010086"/>
                  </a:lnTo>
                  <a:lnTo>
                    <a:pt x="5833159" y="1017798"/>
                  </a:lnTo>
                  <a:lnTo>
                    <a:pt x="5833819" y="996521"/>
                  </a:lnTo>
                  <a:lnTo>
                    <a:pt x="5834480" y="971913"/>
                  </a:lnTo>
                  <a:lnTo>
                    <a:pt x="5835140" y="965036"/>
                  </a:lnTo>
                  <a:lnTo>
                    <a:pt x="5835801" y="951264"/>
                  </a:lnTo>
                  <a:lnTo>
                    <a:pt x="5836461" y="964948"/>
                  </a:lnTo>
                  <a:lnTo>
                    <a:pt x="5837122" y="970055"/>
                  </a:lnTo>
                  <a:lnTo>
                    <a:pt x="5837782" y="959855"/>
                  </a:lnTo>
                  <a:lnTo>
                    <a:pt x="5838443" y="959855"/>
                  </a:lnTo>
                  <a:lnTo>
                    <a:pt x="5839103" y="970128"/>
                  </a:lnTo>
                  <a:lnTo>
                    <a:pt x="5839764" y="970195"/>
                  </a:lnTo>
                  <a:lnTo>
                    <a:pt x="5840424" y="970195"/>
                  </a:lnTo>
                  <a:lnTo>
                    <a:pt x="5841085" y="968411"/>
                  </a:lnTo>
                  <a:lnTo>
                    <a:pt x="5841745" y="978903"/>
                  </a:lnTo>
                  <a:lnTo>
                    <a:pt x="5842406" y="978612"/>
                  </a:lnTo>
                  <a:lnTo>
                    <a:pt x="5843067" y="983609"/>
                  </a:lnTo>
                  <a:lnTo>
                    <a:pt x="5843727" y="979211"/>
                  </a:lnTo>
                  <a:lnTo>
                    <a:pt x="5844388" y="968533"/>
                  </a:lnTo>
                  <a:lnTo>
                    <a:pt x="5845048" y="972109"/>
                  </a:lnTo>
                  <a:lnTo>
                    <a:pt x="5845709" y="988992"/>
                  </a:lnTo>
                  <a:lnTo>
                    <a:pt x="5846369" y="982042"/>
                  </a:lnTo>
                  <a:lnTo>
                    <a:pt x="5847030" y="985230"/>
                  </a:lnTo>
                  <a:lnTo>
                    <a:pt x="5847690" y="988919"/>
                  </a:lnTo>
                  <a:lnTo>
                    <a:pt x="5848351" y="1005811"/>
                  </a:lnTo>
                  <a:lnTo>
                    <a:pt x="5849011" y="1022686"/>
                  </a:lnTo>
                  <a:lnTo>
                    <a:pt x="5849672" y="1005997"/>
                  </a:lnTo>
                  <a:lnTo>
                    <a:pt x="5850332" y="985932"/>
                  </a:lnTo>
                  <a:lnTo>
                    <a:pt x="5850993" y="980824"/>
                  </a:lnTo>
                  <a:lnTo>
                    <a:pt x="5851653" y="985932"/>
                  </a:lnTo>
                  <a:lnTo>
                    <a:pt x="5852314" y="992881"/>
                  </a:lnTo>
                  <a:lnTo>
                    <a:pt x="5852974" y="992881"/>
                  </a:lnTo>
                  <a:lnTo>
                    <a:pt x="5853635" y="1006015"/>
                  </a:lnTo>
                  <a:lnTo>
                    <a:pt x="5854296" y="942638"/>
                  </a:lnTo>
                  <a:lnTo>
                    <a:pt x="5854956" y="935715"/>
                  </a:lnTo>
                  <a:lnTo>
                    <a:pt x="5855617" y="935715"/>
                  </a:lnTo>
                  <a:lnTo>
                    <a:pt x="5856277" y="935715"/>
                  </a:lnTo>
                  <a:lnTo>
                    <a:pt x="5856938" y="935715"/>
                  </a:lnTo>
                  <a:lnTo>
                    <a:pt x="5857598" y="938418"/>
                  </a:lnTo>
                  <a:lnTo>
                    <a:pt x="5858259" y="959994"/>
                  </a:lnTo>
                  <a:lnTo>
                    <a:pt x="5858919" y="975396"/>
                  </a:lnTo>
                  <a:lnTo>
                    <a:pt x="5859580" y="1011198"/>
                  </a:lnTo>
                  <a:lnTo>
                    <a:pt x="5860240" y="1018927"/>
                  </a:lnTo>
                  <a:lnTo>
                    <a:pt x="5860901" y="998592"/>
                  </a:lnTo>
                  <a:lnTo>
                    <a:pt x="5861561" y="987077"/>
                  </a:lnTo>
                  <a:lnTo>
                    <a:pt x="5862222" y="990291"/>
                  </a:lnTo>
                  <a:lnTo>
                    <a:pt x="5862882" y="1008681"/>
                  </a:lnTo>
                  <a:lnTo>
                    <a:pt x="5863543" y="1009097"/>
                  </a:lnTo>
                  <a:lnTo>
                    <a:pt x="5864204" y="1002738"/>
                  </a:lnTo>
                  <a:lnTo>
                    <a:pt x="5864864" y="1011356"/>
                  </a:lnTo>
                  <a:lnTo>
                    <a:pt x="5865525" y="1025897"/>
                  </a:lnTo>
                  <a:lnTo>
                    <a:pt x="5866185" y="1023576"/>
                  </a:lnTo>
                  <a:lnTo>
                    <a:pt x="5866846" y="1032021"/>
                  </a:lnTo>
                  <a:lnTo>
                    <a:pt x="5867506" y="1018602"/>
                  </a:lnTo>
                  <a:lnTo>
                    <a:pt x="5868167" y="1016030"/>
                  </a:lnTo>
                  <a:lnTo>
                    <a:pt x="5868827" y="1022583"/>
                  </a:lnTo>
                  <a:lnTo>
                    <a:pt x="5869488" y="1021159"/>
                  </a:lnTo>
                  <a:lnTo>
                    <a:pt x="5870148" y="1020368"/>
                  </a:lnTo>
                  <a:lnTo>
                    <a:pt x="5870809" y="1018602"/>
                  </a:lnTo>
                  <a:lnTo>
                    <a:pt x="5871469" y="1010720"/>
                  </a:lnTo>
                  <a:lnTo>
                    <a:pt x="5872130" y="1006260"/>
                  </a:lnTo>
                  <a:lnTo>
                    <a:pt x="5872790" y="991195"/>
                  </a:lnTo>
                  <a:lnTo>
                    <a:pt x="5873451" y="1025825"/>
                  </a:lnTo>
                  <a:lnTo>
                    <a:pt x="5874112" y="1017883"/>
                  </a:lnTo>
                  <a:lnTo>
                    <a:pt x="5874772" y="999831"/>
                  </a:lnTo>
                  <a:lnTo>
                    <a:pt x="5875433" y="999959"/>
                  </a:lnTo>
                  <a:lnTo>
                    <a:pt x="5876093" y="993326"/>
                  </a:lnTo>
                  <a:lnTo>
                    <a:pt x="5876754" y="997346"/>
                  </a:lnTo>
                  <a:lnTo>
                    <a:pt x="5877414" y="1021679"/>
                  </a:lnTo>
                  <a:lnTo>
                    <a:pt x="5878075" y="1020567"/>
                  </a:lnTo>
                  <a:lnTo>
                    <a:pt x="5878735" y="992115"/>
                  </a:lnTo>
                  <a:lnTo>
                    <a:pt x="5879396" y="992115"/>
                  </a:lnTo>
                  <a:lnTo>
                    <a:pt x="5880056" y="991905"/>
                  </a:lnTo>
                  <a:lnTo>
                    <a:pt x="5880717" y="992793"/>
                  </a:lnTo>
                  <a:lnTo>
                    <a:pt x="5881377" y="1006901"/>
                  </a:lnTo>
                  <a:lnTo>
                    <a:pt x="5882038" y="997503"/>
                  </a:lnTo>
                  <a:lnTo>
                    <a:pt x="5882698" y="992549"/>
                  </a:lnTo>
                  <a:lnTo>
                    <a:pt x="5883359" y="955937"/>
                  </a:lnTo>
                  <a:lnTo>
                    <a:pt x="5884020" y="969365"/>
                  </a:lnTo>
                  <a:lnTo>
                    <a:pt x="5884680" y="956008"/>
                  </a:lnTo>
                  <a:lnTo>
                    <a:pt x="5885341" y="950310"/>
                  </a:lnTo>
                  <a:lnTo>
                    <a:pt x="5886001" y="950310"/>
                  </a:lnTo>
                  <a:lnTo>
                    <a:pt x="5886662" y="912385"/>
                  </a:lnTo>
                  <a:lnTo>
                    <a:pt x="5887322" y="848633"/>
                  </a:lnTo>
                  <a:lnTo>
                    <a:pt x="5887983" y="827574"/>
                  </a:lnTo>
                  <a:lnTo>
                    <a:pt x="5888643" y="827574"/>
                  </a:lnTo>
                  <a:lnTo>
                    <a:pt x="5889304" y="858490"/>
                  </a:lnTo>
                  <a:lnTo>
                    <a:pt x="5889964" y="958615"/>
                  </a:lnTo>
                  <a:lnTo>
                    <a:pt x="5890625" y="983323"/>
                  </a:lnTo>
                  <a:lnTo>
                    <a:pt x="5891285" y="980637"/>
                  </a:lnTo>
                  <a:lnTo>
                    <a:pt x="5891946" y="963976"/>
                  </a:lnTo>
                  <a:lnTo>
                    <a:pt x="5892606" y="958436"/>
                  </a:lnTo>
                  <a:lnTo>
                    <a:pt x="5893267" y="988340"/>
                  </a:lnTo>
                  <a:lnTo>
                    <a:pt x="5893927" y="945930"/>
                  </a:lnTo>
                  <a:lnTo>
                    <a:pt x="5894588" y="937590"/>
                  </a:lnTo>
                  <a:lnTo>
                    <a:pt x="5895249" y="854793"/>
                  </a:lnTo>
                  <a:lnTo>
                    <a:pt x="5895909" y="835714"/>
                  </a:lnTo>
                  <a:lnTo>
                    <a:pt x="5896570" y="834429"/>
                  </a:lnTo>
                  <a:lnTo>
                    <a:pt x="5897230" y="861805"/>
                  </a:lnTo>
                  <a:lnTo>
                    <a:pt x="5897891" y="911802"/>
                  </a:lnTo>
                  <a:lnTo>
                    <a:pt x="5898551" y="939841"/>
                  </a:lnTo>
                  <a:lnTo>
                    <a:pt x="5899212" y="953778"/>
                  </a:lnTo>
                  <a:lnTo>
                    <a:pt x="5899872" y="949110"/>
                  </a:lnTo>
                  <a:lnTo>
                    <a:pt x="5900533" y="944608"/>
                  </a:lnTo>
                  <a:lnTo>
                    <a:pt x="5901193" y="956434"/>
                  </a:lnTo>
                  <a:lnTo>
                    <a:pt x="5901854" y="968954"/>
                  </a:lnTo>
                  <a:lnTo>
                    <a:pt x="5902514" y="1006187"/>
                  </a:lnTo>
                  <a:lnTo>
                    <a:pt x="5903175" y="981560"/>
                  </a:lnTo>
                  <a:lnTo>
                    <a:pt x="5903835" y="979967"/>
                  </a:lnTo>
                  <a:lnTo>
                    <a:pt x="5904496" y="1022333"/>
                  </a:lnTo>
                  <a:lnTo>
                    <a:pt x="5905157" y="995765"/>
                  </a:lnTo>
                  <a:lnTo>
                    <a:pt x="5905817" y="991725"/>
                  </a:lnTo>
                  <a:lnTo>
                    <a:pt x="5906478" y="991387"/>
                  </a:lnTo>
                  <a:lnTo>
                    <a:pt x="5907138" y="1000425"/>
                  </a:lnTo>
                  <a:lnTo>
                    <a:pt x="5907799" y="993274"/>
                  </a:lnTo>
                  <a:lnTo>
                    <a:pt x="5908459" y="967119"/>
                  </a:lnTo>
                  <a:lnTo>
                    <a:pt x="5909120" y="970023"/>
                  </a:lnTo>
                  <a:lnTo>
                    <a:pt x="5909780" y="988216"/>
                  </a:lnTo>
                  <a:lnTo>
                    <a:pt x="5910441" y="999998"/>
                  </a:lnTo>
                  <a:lnTo>
                    <a:pt x="5911101" y="989752"/>
                  </a:lnTo>
                  <a:lnTo>
                    <a:pt x="5911762" y="983013"/>
                  </a:lnTo>
                  <a:lnTo>
                    <a:pt x="5912422" y="973203"/>
                  </a:lnTo>
                  <a:lnTo>
                    <a:pt x="5913083" y="962705"/>
                  </a:lnTo>
                  <a:lnTo>
                    <a:pt x="5913743" y="972368"/>
                  </a:lnTo>
                  <a:lnTo>
                    <a:pt x="5914404" y="965301"/>
                  </a:lnTo>
                  <a:lnTo>
                    <a:pt x="5915065" y="969772"/>
                  </a:lnTo>
                  <a:lnTo>
                    <a:pt x="5915725" y="961435"/>
                  </a:lnTo>
                  <a:lnTo>
                    <a:pt x="5916386" y="964957"/>
                  </a:lnTo>
                  <a:lnTo>
                    <a:pt x="5917046" y="955103"/>
                  </a:lnTo>
                  <a:lnTo>
                    <a:pt x="5917707" y="976197"/>
                  </a:lnTo>
                  <a:lnTo>
                    <a:pt x="5918367" y="1003143"/>
                  </a:lnTo>
                  <a:lnTo>
                    <a:pt x="5919028" y="1015644"/>
                  </a:lnTo>
                  <a:lnTo>
                    <a:pt x="5919688" y="1035479"/>
                  </a:lnTo>
                  <a:lnTo>
                    <a:pt x="5920349" y="1016896"/>
                  </a:lnTo>
                  <a:lnTo>
                    <a:pt x="5921009" y="1018555"/>
                  </a:lnTo>
                  <a:lnTo>
                    <a:pt x="5921670" y="1015525"/>
                  </a:lnTo>
                  <a:lnTo>
                    <a:pt x="5922330" y="1008353"/>
                  </a:lnTo>
                  <a:lnTo>
                    <a:pt x="5922991" y="1016522"/>
                  </a:lnTo>
                  <a:lnTo>
                    <a:pt x="5923651" y="1016014"/>
                  </a:lnTo>
                  <a:lnTo>
                    <a:pt x="5924312" y="1024379"/>
                  </a:lnTo>
                  <a:lnTo>
                    <a:pt x="5924972" y="1024527"/>
                  </a:lnTo>
                  <a:lnTo>
                    <a:pt x="5925633" y="1011016"/>
                  </a:lnTo>
                  <a:lnTo>
                    <a:pt x="5926294" y="992254"/>
                  </a:lnTo>
                  <a:lnTo>
                    <a:pt x="5926954" y="1006730"/>
                  </a:lnTo>
                  <a:lnTo>
                    <a:pt x="5927615" y="1008329"/>
                  </a:lnTo>
                  <a:lnTo>
                    <a:pt x="5928275" y="995241"/>
                  </a:lnTo>
                  <a:lnTo>
                    <a:pt x="5928936" y="1004832"/>
                  </a:lnTo>
                  <a:lnTo>
                    <a:pt x="5929596" y="1022138"/>
                  </a:lnTo>
                  <a:lnTo>
                    <a:pt x="5930257" y="1016430"/>
                  </a:lnTo>
                  <a:lnTo>
                    <a:pt x="5930917" y="998634"/>
                  </a:lnTo>
                  <a:lnTo>
                    <a:pt x="5931578" y="961890"/>
                  </a:lnTo>
                  <a:lnTo>
                    <a:pt x="5932238" y="961890"/>
                  </a:lnTo>
                  <a:lnTo>
                    <a:pt x="5932899" y="961890"/>
                  </a:lnTo>
                  <a:lnTo>
                    <a:pt x="5933559" y="978538"/>
                  </a:lnTo>
                  <a:lnTo>
                    <a:pt x="5934220" y="971795"/>
                  </a:lnTo>
                  <a:lnTo>
                    <a:pt x="5934880" y="987230"/>
                  </a:lnTo>
                  <a:lnTo>
                    <a:pt x="5935541" y="1007575"/>
                  </a:lnTo>
                  <a:lnTo>
                    <a:pt x="5936202" y="1008093"/>
                  </a:lnTo>
                  <a:lnTo>
                    <a:pt x="5936862" y="1002234"/>
                  </a:lnTo>
                  <a:lnTo>
                    <a:pt x="5937523" y="1016670"/>
                  </a:lnTo>
                  <a:lnTo>
                    <a:pt x="5938183" y="1009996"/>
                  </a:lnTo>
                  <a:lnTo>
                    <a:pt x="5938844" y="970166"/>
                  </a:lnTo>
                  <a:lnTo>
                    <a:pt x="5939504" y="973386"/>
                  </a:lnTo>
                  <a:lnTo>
                    <a:pt x="5940165" y="992818"/>
                  </a:lnTo>
                  <a:lnTo>
                    <a:pt x="5940825" y="1013697"/>
                  </a:lnTo>
                  <a:lnTo>
                    <a:pt x="5941486" y="1000178"/>
                  </a:lnTo>
                  <a:lnTo>
                    <a:pt x="5942146" y="966232"/>
                  </a:lnTo>
                  <a:lnTo>
                    <a:pt x="5942807" y="941303"/>
                  </a:lnTo>
                  <a:lnTo>
                    <a:pt x="5943467" y="950414"/>
                  </a:lnTo>
                  <a:lnTo>
                    <a:pt x="5944128" y="993810"/>
                  </a:lnTo>
                  <a:lnTo>
                    <a:pt x="5944788" y="1014692"/>
                  </a:lnTo>
                  <a:lnTo>
                    <a:pt x="5945449" y="999751"/>
                  </a:lnTo>
                  <a:lnTo>
                    <a:pt x="5946110" y="969661"/>
                  </a:lnTo>
                  <a:lnTo>
                    <a:pt x="5946770" y="970299"/>
                  </a:lnTo>
                  <a:lnTo>
                    <a:pt x="5947431" y="996299"/>
                  </a:lnTo>
                  <a:lnTo>
                    <a:pt x="5948091" y="994249"/>
                  </a:lnTo>
                  <a:lnTo>
                    <a:pt x="5948752" y="990852"/>
                  </a:lnTo>
                  <a:lnTo>
                    <a:pt x="5949412" y="995145"/>
                  </a:lnTo>
                  <a:lnTo>
                    <a:pt x="5950073" y="991207"/>
                  </a:lnTo>
                  <a:lnTo>
                    <a:pt x="5950733" y="983314"/>
                  </a:lnTo>
                  <a:lnTo>
                    <a:pt x="5951394" y="968374"/>
                  </a:lnTo>
                  <a:lnTo>
                    <a:pt x="5952054" y="971927"/>
                  </a:lnTo>
                  <a:lnTo>
                    <a:pt x="5952715" y="987532"/>
                  </a:lnTo>
                  <a:lnTo>
                    <a:pt x="5953375" y="992426"/>
                  </a:lnTo>
                  <a:lnTo>
                    <a:pt x="5954036" y="972993"/>
                  </a:lnTo>
                  <a:lnTo>
                    <a:pt x="5954696" y="998006"/>
                  </a:lnTo>
                  <a:lnTo>
                    <a:pt x="5955357" y="992970"/>
                  </a:lnTo>
                  <a:lnTo>
                    <a:pt x="5956018" y="968190"/>
                  </a:lnTo>
                  <a:lnTo>
                    <a:pt x="5956678" y="968111"/>
                  </a:lnTo>
                  <a:lnTo>
                    <a:pt x="5957339" y="967952"/>
                  </a:lnTo>
                  <a:lnTo>
                    <a:pt x="5957999" y="967952"/>
                  </a:lnTo>
                  <a:lnTo>
                    <a:pt x="5958660" y="968855"/>
                  </a:lnTo>
                  <a:lnTo>
                    <a:pt x="5959320" y="970265"/>
                  </a:lnTo>
                  <a:lnTo>
                    <a:pt x="5959981" y="974258"/>
                  </a:lnTo>
                  <a:lnTo>
                    <a:pt x="5960641" y="974604"/>
                  </a:lnTo>
                  <a:lnTo>
                    <a:pt x="5961302" y="969185"/>
                  </a:lnTo>
                  <a:lnTo>
                    <a:pt x="5961962" y="970352"/>
                  </a:lnTo>
                  <a:lnTo>
                    <a:pt x="5962623" y="956428"/>
                  </a:lnTo>
                  <a:lnTo>
                    <a:pt x="5963283" y="943393"/>
                  </a:lnTo>
                  <a:lnTo>
                    <a:pt x="5963944" y="965570"/>
                  </a:lnTo>
                  <a:lnTo>
                    <a:pt x="5964604" y="958072"/>
                  </a:lnTo>
                  <a:lnTo>
                    <a:pt x="5965265" y="963751"/>
                  </a:lnTo>
                  <a:lnTo>
                    <a:pt x="5965925" y="964487"/>
                  </a:lnTo>
                  <a:lnTo>
                    <a:pt x="5966586" y="961509"/>
                  </a:lnTo>
                  <a:lnTo>
                    <a:pt x="5967247" y="956728"/>
                  </a:lnTo>
                  <a:lnTo>
                    <a:pt x="5967907" y="907651"/>
                  </a:lnTo>
                  <a:lnTo>
                    <a:pt x="5968568" y="903949"/>
                  </a:lnTo>
                  <a:lnTo>
                    <a:pt x="5969228" y="904137"/>
                  </a:lnTo>
                  <a:lnTo>
                    <a:pt x="5969889" y="907839"/>
                  </a:lnTo>
                  <a:lnTo>
                    <a:pt x="5970549" y="937712"/>
                  </a:lnTo>
                  <a:lnTo>
                    <a:pt x="5971210" y="937712"/>
                  </a:lnTo>
                  <a:lnTo>
                    <a:pt x="5971870" y="954271"/>
                  </a:lnTo>
                  <a:lnTo>
                    <a:pt x="5972531" y="964437"/>
                  </a:lnTo>
                  <a:lnTo>
                    <a:pt x="5973191" y="981197"/>
                  </a:lnTo>
                  <a:lnTo>
                    <a:pt x="5973852" y="985130"/>
                  </a:lnTo>
                  <a:lnTo>
                    <a:pt x="5974512" y="985130"/>
                  </a:lnTo>
                  <a:lnTo>
                    <a:pt x="5975173" y="980636"/>
                  </a:lnTo>
                  <a:lnTo>
                    <a:pt x="5975833" y="963618"/>
                  </a:lnTo>
                  <a:lnTo>
                    <a:pt x="5976494" y="955599"/>
                  </a:lnTo>
                  <a:lnTo>
                    <a:pt x="5977155" y="936843"/>
                  </a:lnTo>
                  <a:lnTo>
                    <a:pt x="5977815" y="906970"/>
                  </a:lnTo>
                  <a:lnTo>
                    <a:pt x="5978476" y="906782"/>
                  </a:lnTo>
                  <a:lnTo>
                    <a:pt x="5979136" y="926015"/>
                  </a:lnTo>
                  <a:lnTo>
                    <a:pt x="5979797" y="955599"/>
                  </a:lnTo>
                  <a:lnTo>
                    <a:pt x="5980457" y="993716"/>
                  </a:lnTo>
                  <a:lnTo>
                    <a:pt x="5981118" y="994175"/>
                  </a:lnTo>
                  <a:lnTo>
                    <a:pt x="5981778" y="966722"/>
                  </a:lnTo>
                  <a:lnTo>
                    <a:pt x="5982439" y="965062"/>
                  </a:lnTo>
                  <a:lnTo>
                    <a:pt x="5983099" y="946305"/>
                  </a:lnTo>
                  <a:lnTo>
                    <a:pt x="5983760" y="958703"/>
                  </a:lnTo>
                  <a:lnTo>
                    <a:pt x="5984420" y="963744"/>
                  </a:lnTo>
                  <a:lnTo>
                    <a:pt x="5985081" y="937200"/>
                  </a:lnTo>
                  <a:lnTo>
                    <a:pt x="5985741" y="937200"/>
                  </a:lnTo>
                  <a:lnTo>
                    <a:pt x="5986402" y="948027"/>
                  </a:lnTo>
                  <a:lnTo>
                    <a:pt x="5987063" y="937200"/>
                  </a:lnTo>
                  <a:lnTo>
                    <a:pt x="5987723" y="937200"/>
                  </a:lnTo>
                  <a:lnTo>
                    <a:pt x="5988384" y="965432"/>
                  </a:lnTo>
                  <a:lnTo>
                    <a:pt x="5989044" y="965140"/>
                  </a:lnTo>
                  <a:lnTo>
                    <a:pt x="5989705" y="958083"/>
                  </a:lnTo>
                  <a:lnTo>
                    <a:pt x="5990365" y="963175"/>
                  </a:lnTo>
                  <a:lnTo>
                    <a:pt x="5991026" y="971478"/>
                  </a:lnTo>
                  <a:lnTo>
                    <a:pt x="5991686" y="972479"/>
                  </a:lnTo>
                  <a:lnTo>
                    <a:pt x="5992347" y="975457"/>
                  </a:lnTo>
                  <a:lnTo>
                    <a:pt x="5993007" y="995273"/>
                  </a:lnTo>
                  <a:lnTo>
                    <a:pt x="5993668" y="996163"/>
                  </a:lnTo>
                  <a:lnTo>
                    <a:pt x="5994328" y="967232"/>
                  </a:lnTo>
                  <a:lnTo>
                    <a:pt x="5994989" y="969917"/>
                  </a:lnTo>
                  <a:lnTo>
                    <a:pt x="5995649" y="983192"/>
                  </a:lnTo>
                  <a:lnTo>
                    <a:pt x="5996310" y="989864"/>
                  </a:lnTo>
                  <a:lnTo>
                    <a:pt x="5996970" y="964391"/>
                  </a:lnTo>
                  <a:lnTo>
                    <a:pt x="5997631" y="970265"/>
                  </a:lnTo>
                  <a:lnTo>
                    <a:pt x="5998292" y="975585"/>
                  </a:lnTo>
                  <a:lnTo>
                    <a:pt x="5998952" y="984370"/>
                  </a:lnTo>
                  <a:lnTo>
                    <a:pt x="5999613" y="1000103"/>
                  </a:lnTo>
                  <a:lnTo>
                    <a:pt x="6000273" y="1025095"/>
                  </a:lnTo>
                  <a:lnTo>
                    <a:pt x="6000934" y="1016185"/>
                  </a:lnTo>
                  <a:lnTo>
                    <a:pt x="6001594" y="973760"/>
                  </a:lnTo>
                  <a:lnTo>
                    <a:pt x="6002255" y="1007889"/>
                  </a:lnTo>
                  <a:lnTo>
                    <a:pt x="6002915" y="997558"/>
                  </a:lnTo>
                  <a:lnTo>
                    <a:pt x="6003576" y="998135"/>
                  </a:lnTo>
                  <a:lnTo>
                    <a:pt x="6004236" y="990515"/>
                  </a:lnTo>
                  <a:lnTo>
                    <a:pt x="6004897" y="973703"/>
                  </a:lnTo>
                  <a:lnTo>
                    <a:pt x="6005557" y="956282"/>
                  </a:lnTo>
                  <a:lnTo>
                    <a:pt x="6006218" y="942855"/>
                  </a:lnTo>
                  <a:lnTo>
                    <a:pt x="6006878" y="1004665"/>
                  </a:lnTo>
                  <a:lnTo>
                    <a:pt x="6007539" y="997861"/>
                  </a:lnTo>
                  <a:lnTo>
                    <a:pt x="6008200" y="985458"/>
                  </a:lnTo>
                  <a:lnTo>
                    <a:pt x="6008860" y="866936"/>
                  </a:lnTo>
                  <a:lnTo>
                    <a:pt x="6009521" y="825421"/>
                  </a:lnTo>
                  <a:lnTo>
                    <a:pt x="6010181" y="823727"/>
                  </a:lnTo>
                  <a:lnTo>
                    <a:pt x="6010842" y="829756"/>
                  </a:lnTo>
                  <a:lnTo>
                    <a:pt x="6011502" y="884560"/>
                  </a:lnTo>
                  <a:lnTo>
                    <a:pt x="6012163" y="930222"/>
                  </a:lnTo>
                  <a:lnTo>
                    <a:pt x="6012823" y="943608"/>
                  </a:lnTo>
                  <a:lnTo>
                    <a:pt x="6013484" y="957093"/>
                  </a:lnTo>
                  <a:lnTo>
                    <a:pt x="6014144" y="951089"/>
                  </a:lnTo>
                  <a:lnTo>
                    <a:pt x="6014805" y="942248"/>
                  </a:lnTo>
                  <a:lnTo>
                    <a:pt x="6015465" y="986758"/>
                  </a:lnTo>
                  <a:lnTo>
                    <a:pt x="6016126" y="1005160"/>
                  </a:lnTo>
                  <a:lnTo>
                    <a:pt x="6016786" y="1017284"/>
                  </a:lnTo>
                  <a:lnTo>
                    <a:pt x="6017447" y="1009113"/>
                  </a:lnTo>
                  <a:lnTo>
                    <a:pt x="6018108" y="1003046"/>
                  </a:lnTo>
                  <a:lnTo>
                    <a:pt x="6018768" y="1013765"/>
                  </a:lnTo>
                  <a:lnTo>
                    <a:pt x="6019429" y="999238"/>
                  </a:lnTo>
                  <a:lnTo>
                    <a:pt x="6020089" y="986447"/>
                  </a:lnTo>
                  <a:lnTo>
                    <a:pt x="6020750" y="1009948"/>
                  </a:lnTo>
                  <a:lnTo>
                    <a:pt x="6021410" y="1004390"/>
                  </a:lnTo>
                  <a:lnTo>
                    <a:pt x="6022071" y="982705"/>
                  </a:lnTo>
                  <a:lnTo>
                    <a:pt x="6022731" y="977473"/>
                  </a:lnTo>
                  <a:lnTo>
                    <a:pt x="6023392" y="962102"/>
                  </a:lnTo>
                  <a:lnTo>
                    <a:pt x="6024052" y="975495"/>
                  </a:lnTo>
                  <a:lnTo>
                    <a:pt x="6024713" y="1023633"/>
                  </a:lnTo>
                  <a:lnTo>
                    <a:pt x="6025373" y="1046539"/>
                  </a:lnTo>
                  <a:lnTo>
                    <a:pt x="6026034" y="1030642"/>
                  </a:lnTo>
                  <a:lnTo>
                    <a:pt x="6026694" y="1027988"/>
                  </a:lnTo>
                  <a:lnTo>
                    <a:pt x="6027355" y="1017822"/>
                  </a:lnTo>
                  <a:lnTo>
                    <a:pt x="6028016" y="1031997"/>
                  </a:lnTo>
                  <a:lnTo>
                    <a:pt x="6028676" y="1036814"/>
                  </a:lnTo>
                  <a:lnTo>
                    <a:pt x="6029337" y="1027866"/>
                  </a:lnTo>
                  <a:lnTo>
                    <a:pt x="6029997" y="1019118"/>
                  </a:lnTo>
                  <a:lnTo>
                    <a:pt x="6030658" y="1024358"/>
                  </a:lnTo>
                  <a:lnTo>
                    <a:pt x="6031318" y="1031956"/>
                  </a:lnTo>
                  <a:lnTo>
                    <a:pt x="6031979" y="1027825"/>
                  </a:lnTo>
                  <a:lnTo>
                    <a:pt x="6032639" y="1025457"/>
                  </a:lnTo>
                  <a:lnTo>
                    <a:pt x="6033300" y="1040294"/>
                  </a:lnTo>
                  <a:lnTo>
                    <a:pt x="6033960" y="1034870"/>
                  </a:lnTo>
                  <a:lnTo>
                    <a:pt x="6034621" y="1020854"/>
                  </a:lnTo>
                  <a:lnTo>
                    <a:pt x="6035281" y="1028463"/>
                  </a:lnTo>
                  <a:lnTo>
                    <a:pt x="6035942" y="1037180"/>
                  </a:lnTo>
                  <a:lnTo>
                    <a:pt x="6036602" y="1031956"/>
                  </a:lnTo>
                  <a:lnTo>
                    <a:pt x="6037263" y="1024985"/>
                  </a:lnTo>
                  <a:lnTo>
                    <a:pt x="6037923" y="1022221"/>
                  </a:lnTo>
                  <a:lnTo>
                    <a:pt x="6038584" y="1023427"/>
                  </a:lnTo>
                  <a:lnTo>
                    <a:pt x="6039245" y="1032457"/>
                  </a:lnTo>
                  <a:lnTo>
                    <a:pt x="6039905" y="1037847"/>
                  </a:lnTo>
                  <a:lnTo>
                    <a:pt x="6040566" y="1024272"/>
                  </a:lnTo>
                  <a:lnTo>
                    <a:pt x="6041226" y="1026639"/>
                  </a:lnTo>
                  <a:lnTo>
                    <a:pt x="6041887" y="1045823"/>
                  </a:lnTo>
                  <a:lnTo>
                    <a:pt x="6042547" y="1030770"/>
                  </a:lnTo>
                  <a:lnTo>
                    <a:pt x="6043208" y="1024272"/>
                  </a:lnTo>
                  <a:lnTo>
                    <a:pt x="6043868" y="1040655"/>
                  </a:lnTo>
                  <a:lnTo>
                    <a:pt x="6044529" y="1040909"/>
                  </a:lnTo>
                  <a:lnTo>
                    <a:pt x="6045189" y="1035150"/>
                  </a:lnTo>
                  <a:lnTo>
                    <a:pt x="6045850" y="1025795"/>
                  </a:lnTo>
                  <a:lnTo>
                    <a:pt x="6046510" y="1040694"/>
                  </a:lnTo>
                  <a:lnTo>
                    <a:pt x="6047171" y="1041119"/>
                  </a:lnTo>
                  <a:lnTo>
                    <a:pt x="6047831" y="1022473"/>
                  </a:lnTo>
                  <a:lnTo>
                    <a:pt x="6048492" y="1023728"/>
                  </a:lnTo>
                  <a:lnTo>
                    <a:pt x="6049153" y="1023020"/>
                  </a:lnTo>
                  <a:lnTo>
                    <a:pt x="6049813" y="1024544"/>
                  </a:lnTo>
                  <a:lnTo>
                    <a:pt x="6050474" y="1034224"/>
                  </a:lnTo>
                  <a:lnTo>
                    <a:pt x="6051134" y="1030372"/>
                  </a:lnTo>
                  <a:lnTo>
                    <a:pt x="6051795" y="1036595"/>
                  </a:lnTo>
                  <a:lnTo>
                    <a:pt x="6052455" y="1032999"/>
                  </a:lnTo>
                  <a:lnTo>
                    <a:pt x="6053116" y="1039403"/>
                  </a:lnTo>
                  <a:lnTo>
                    <a:pt x="6053776" y="1026573"/>
                  </a:lnTo>
                  <a:lnTo>
                    <a:pt x="6054437" y="1025832"/>
                  </a:lnTo>
                  <a:lnTo>
                    <a:pt x="6055097" y="1035716"/>
                  </a:lnTo>
                  <a:lnTo>
                    <a:pt x="6055758" y="1025832"/>
                  </a:lnTo>
                  <a:lnTo>
                    <a:pt x="6056418" y="1025432"/>
                  </a:lnTo>
                  <a:lnTo>
                    <a:pt x="6057079" y="1009100"/>
                  </a:lnTo>
                  <a:lnTo>
                    <a:pt x="6057739" y="1011627"/>
                  </a:lnTo>
                  <a:lnTo>
                    <a:pt x="6058400" y="1028508"/>
                  </a:lnTo>
                  <a:lnTo>
                    <a:pt x="6059061" y="1043319"/>
                  </a:lnTo>
                  <a:lnTo>
                    <a:pt x="6059721" y="1031997"/>
                  </a:lnTo>
                  <a:lnTo>
                    <a:pt x="6060382" y="1017822"/>
                  </a:lnTo>
                  <a:lnTo>
                    <a:pt x="6061042" y="1024358"/>
                  </a:lnTo>
                  <a:lnTo>
                    <a:pt x="6061703" y="1038086"/>
                  </a:lnTo>
                  <a:lnTo>
                    <a:pt x="6062363" y="1039987"/>
                  </a:lnTo>
                  <a:lnTo>
                    <a:pt x="6063024" y="1005133"/>
                  </a:lnTo>
                  <a:lnTo>
                    <a:pt x="6063684" y="1007174"/>
                  </a:lnTo>
                  <a:lnTo>
                    <a:pt x="6064345" y="1043853"/>
                  </a:lnTo>
                  <a:lnTo>
                    <a:pt x="6065005" y="1046848"/>
                  </a:lnTo>
                  <a:lnTo>
                    <a:pt x="6065666" y="1036402"/>
                  </a:lnTo>
                  <a:lnTo>
                    <a:pt x="6066326" y="1026214"/>
                  </a:lnTo>
                  <a:lnTo>
                    <a:pt x="6066987" y="1017730"/>
                  </a:lnTo>
                  <a:lnTo>
                    <a:pt x="6067647" y="1026214"/>
                  </a:lnTo>
                  <a:lnTo>
                    <a:pt x="6068308" y="1019987"/>
                  </a:lnTo>
                  <a:lnTo>
                    <a:pt x="6068968" y="1018422"/>
                  </a:lnTo>
                  <a:lnTo>
                    <a:pt x="6069629" y="1035653"/>
                  </a:lnTo>
                  <a:lnTo>
                    <a:pt x="6070290" y="1034005"/>
                  </a:lnTo>
                  <a:lnTo>
                    <a:pt x="6070950" y="1014850"/>
                  </a:lnTo>
                  <a:lnTo>
                    <a:pt x="6071611" y="1040797"/>
                  </a:lnTo>
                  <a:lnTo>
                    <a:pt x="6072271" y="1033308"/>
                  </a:lnTo>
                  <a:lnTo>
                    <a:pt x="6072932" y="1002582"/>
                  </a:lnTo>
                  <a:lnTo>
                    <a:pt x="6073592" y="993986"/>
                  </a:lnTo>
                  <a:lnTo>
                    <a:pt x="6074253" y="1022364"/>
                  </a:lnTo>
                  <a:lnTo>
                    <a:pt x="6074913" y="1018115"/>
                  </a:lnTo>
                  <a:lnTo>
                    <a:pt x="6075574" y="966780"/>
                  </a:lnTo>
                  <a:lnTo>
                    <a:pt x="6076234" y="921886"/>
                  </a:lnTo>
                  <a:lnTo>
                    <a:pt x="6076895" y="935402"/>
                  </a:lnTo>
                  <a:lnTo>
                    <a:pt x="6077555" y="968023"/>
                  </a:lnTo>
                  <a:lnTo>
                    <a:pt x="6078216" y="934552"/>
                  </a:lnTo>
                  <a:lnTo>
                    <a:pt x="6078876" y="834759"/>
                  </a:lnTo>
                  <a:lnTo>
                    <a:pt x="6079537" y="833046"/>
                  </a:lnTo>
                  <a:lnTo>
                    <a:pt x="6080198" y="834759"/>
                  </a:lnTo>
                  <a:lnTo>
                    <a:pt x="6080858" y="829060"/>
                  </a:lnTo>
                  <a:lnTo>
                    <a:pt x="6081519" y="829720"/>
                  </a:lnTo>
                  <a:lnTo>
                    <a:pt x="6082179" y="829720"/>
                  </a:lnTo>
                  <a:lnTo>
                    <a:pt x="6082840" y="829720"/>
                  </a:lnTo>
                  <a:lnTo>
                    <a:pt x="6083500" y="871037"/>
                  </a:lnTo>
                  <a:lnTo>
                    <a:pt x="6084161" y="923065"/>
                  </a:lnTo>
                  <a:lnTo>
                    <a:pt x="6084821" y="948856"/>
                  </a:lnTo>
                  <a:lnTo>
                    <a:pt x="6085482" y="938959"/>
                  </a:lnTo>
                  <a:lnTo>
                    <a:pt x="6086142" y="989542"/>
                  </a:lnTo>
                  <a:lnTo>
                    <a:pt x="6086803" y="986614"/>
                  </a:lnTo>
                  <a:lnTo>
                    <a:pt x="6087463" y="999376"/>
                  </a:lnTo>
                  <a:lnTo>
                    <a:pt x="6088124" y="1007529"/>
                  </a:lnTo>
                  <a:lnTo>
                    <a:pt x="6088784" y="1013505"/>
                  </a:lnTo>
                  <a:lnTo>
                    <a:pt x="6089445" y="1019895"/>
                  </a:lnTo>
                  <a:lnTo>
                    <a:pt x="6090106" y="990738"/>
                  </a:lnTo>
                  <a:lnTo>
                    <a:pt x="6090766" y="995530"/>
                  </a:lnTo>
                  <a:lnTo>
                    <a:pt x="6091427" y="1001862"/>
                  </a:lnTo>
                  <a:lnTo>
                    <a:pt x="6092087" y="1022692"/>
                  </a:lnTo>
                  <a:lnTo>
                    <a:pt x="6092748" y="1033537"/>
                  </a:lnTo>
                  <a:lnTo>
                    <a:pt x="6093408" y="1036888"/>
                  </a:lnTo>
                  <a:lnTo>
                    <a:pt x="6094069" y="1042398"/>
                  </a:lnTo>
                  <a:lnTo>
                    <a:pt x="6094729" y="1038677"/>
                  </a:lnTo>
                  <a:lnTo>
                    <a:pt x="6095390" y="1009765"/>
                  </a:lnTo>
                  <a:lnTo>
                    <a:pt x="6096050" y="1006620"/>
                  </a:lnTo>
                  <a:lnTo>
                    <a:pt x="6096711" y="1000357"/>
                  </a:lnTo>
                  <a:lnTo>
                    <a:pt x="6097371" y="1009924"/>
                  </a:lnTo>
                  <a:lnTo>
                    <a:pt x="6098032" y="1032075"/>
                  </a:lnTo>
                  <a:lnTo>
                    <a:pt x="6098692" y="1046544"/>
                  </a:lnTo>
                  <a:lnTo>
                    <a:pt x="6099353" y="1048473"/>
                  </a:lnTo>
                  <a:lnTo>
                    <a:pt x="6100014" y="1042047"/>
                  </a:lnTo>
                  <a:lnTo>
                    <a:pt x="6100674" y="1056281"/>
                  </a:lnTo>
                  <a:lnTo>
                    <a:pt x="6101335" y="1055957"/>
                  </a:lnTo>
                  <a:lnTo>
                    <a:pt x="6101995" y="1036918"/>
                  </a:lnTo>
                  <a:lnTo>
                    <a:pt x="6102656" y="1033898"/>
                  </a:lnTo>
                  <a:lnTo>
                    <a:pt x="6103316" y="1011302"/>
                  </a:lnTo>
                  <a:lnTo>
                    <a:pt x="6103977" y="1010948"/>
                  </a:lnTo>
                  <a:lnTo>
                    <a:pt x="6104637" y="1021644"/>
                  </a:lnTo>
                  <a:lnTo>
                    <a:pt x="6105298" y="1030879"/>
                  </a:lnTo>
                  <a:lnTo>
                    <a:pt x="6105958" y="1032310"/>
                  </a:lnTo>
                  <a:lnTo>
                    <a:pt x="6106619" y="1041450"/>
                  </a:lnTo>
                  <a:lnTo>
                    <a:pt x="6107279" y="1043271"/>
                  </a:lnTo>
                  <a:lnTo>
                    <a:pt x="6107940" y="1025997"/>
                  </a:lnTo>
                  <a:lnTo>
                    <a:pt x="6108600" y="1030879"/>
                  </a:lnTo>
                  <a:lnTo>
                    <a:pt x="6109261" y="1043797"/>
                  </a:lnTo>
                  <a:lnTo>
                    <a:pt x="6109921" y="1046440"/>
                  </a:lnTo>
                  <a:lnTo>
                    <a:pt x="6110582" y="1038955"/>
                  </a:lnTo>
                  <a:lnTo>
                    <a:pt x="6111243" y="1040947"/>
                  </a:lnTo>
                  <a:lnTo>
                    <a:pt x="6111903" y="1046902"/>
                  </a:lnTo>
                  <a:lnTo>
                    <a:pt x="6112564" y="1030972"/>
                  </a:lnTo>
                  <a:lnTo>
                    <a:pt x="6113224" y="1042198"/>
                  </a:lnTo>
                  <a:lnTo>
                    <a:pt x="6113885" y="1048170"/>
                  </a:lnTo>
                  <a:lnTo>
                    <a:pt x="6114545" y="1049861"/>
                  </a:lnTo>
                  <a:lnTo>
                    <a:pt x="6115206" y="1041007"/>
                  </a:lnTo>
                  <a:lnTo>
                    <a:pt x="6115866" y="1038864"/>
                  </a:lnTo>
                  <a:lnTo>
                    <a:pt x="6116527" y="1049002"/>
                  </a:lnTo>
                  <a:lnTo>
                    <a:pt x="6117187" y="1039512"/>
                  </a:lnTo>
                  <a:lnTo>
                    <a:pt x="6117848" y="1035016"/>
                  </a:lnTo>
                  <a:lnTo>
                    <a:pt x="6118508" y="1043624"/>
                  </a:lnTo>
                  <a:lnTo>
                    <a:pt x="6119169" y="1040637"/>
                  </a:lnTo>
                  <a:lnTo>
                    <a:pt x="6119829" y="1034095"/>
                  </a:lnTo>
                  <a:lnTo>
                    <a:pt x="6120490" y="1042818"/>
                  </a:lnTo>
                  <a:lnTo>
                    <a:pt x="6121151" y="1043858"/>
                  </a:lnTo>
                  <a:lnTo>
                    <a:pt x="6121811" y="1047971"/>
                  </a:lnTo>
                  <a:lnTo>
                    <a:pt x="6122472" y="1052735"/>
                  </a:lnTo>
                  <a:lnTo>
                    <a:pt x="6123132" y="1052549"/>
                  </a:lnTo>
                  <a:lnTo>
                    <a:pt x="6123793" y="1047971"/>
                  </a:lnTo>
                  <a:lnTo>
                    <a:pt x="6124453" y="1043351"/>
                  </a:lnTo>
                  <a:lnTo>
                    <a:pt x="6125114" y="1041534"/>
                  </a:lnTo>
                  <a:lnTo>
                    <a:pt x="6125774" y="1048677"/>
                  </a:lnTo>
                  <a:lnTo>
                    <a:pt x="6126435" y="1045025"/>
                  </a:lnTo>
                  <a:lnTo>
                    <a:pt x="6127095" y="1035550"/>
                  </a:lnTo>
                  <a:lnTo>
                    <a:pt x="6127756" y="1042480"/>
                  </a:lnTo>
                  <a:lnTo>
                    <a:pt x="6128416" y="1045244"/>
                  </a:lnTo>
                  <a:lnTo>
                    <a:pt x="6129077" y="1050123"/>
                  </a:lnTo>
                  <a:lnTo>
                    <a:pt x="6129737" y="1037893"/>
                  </a:lnTo>
                  <a:lnTo>
                    <a:pt x="6130398" y="1034688"/>
                  </a:lnTo>
                  <a:lnTo>
                    <a:pt x="6131059" y="1034876"/>
                  </a:lnTo>
                  <a:lnTo>
                    <a:pt x="6131719" y="1037870"/>
                  </a:lnTo>
                  <a:lnTo>
                    <a:pt x="6132380" y="1039107"/>
                  </a:lnTo>
                  <a:lnTo>
                    <a:pt x="6133040" y="1040117"/>
                  </a:lnTo>
                  <a:lnTo>
                    <a:pt x="6133701" y="1040135"/>
                  </a:lnTo>
                  <a:lnTo>
                    <a:pt x="6134361" y="1034727"/>
                  </a:lnTo>
                  <a:lnTo>
                    <a:pt x="6135022" y="1016432"/>
                  </a:lnTo>
                  <a:lnTo>
                    <a:pt x="6135682" y="1009770"/>
                  </a:lnTo>
                  <a:lnTo>
                    <a:pt x="6136343" y="1013213"/>
                  </a:lnTo>
                  <a:lnTo>
                    <a:pt x="6137003" y="1002437"/>
                  </a:lnTo>
                  <a:lnTo>
                    <a:pt x="6137664" y="990183"/>
                  </a:lnTo>
                  <a:lnTo>
                    <a:pt x="6138324" y="974791"/>
                  </a:lnTo>
                  <a:lnTo>
                    <a:pt x="6138985" y="954265"/>
                  </a:lnTo>
                  <a:lnTo>
                    <a:pt x="6139645" y="977695"/>
                  </a:lnTo>
                  <a:lnTo>
                    <a:pt x="6140306" y="987575"/>
                  </a:lnTo>
                  <a:lnTo>
                    <a:pt x="6140966" y="993325"/>
                  </a:lnTo>
                  <a:lnTo>
                    <a:pt x="6141627" y="1015458"/>
                  </a:lnTo>
                  <a:lnTo>
                    <a:pt x="6142288" y="1019257"/>
                  </a:lnTo>
                  <a:lnTo>
                    <a:pt x="6142948" y="1024591"/>
                  </a:lnTo>
                  <a:lnTo>
                    <a:pt x="6143609" y="1033671"/>
                  </a:lnTo>
                  <a:lnTo>
                    <a:pt x="6144269" y="1015895"/>
                  </a:lnTo>
                  <a:lnTo>
                    <a:pt x="6144930" y="1019025"/>
                  </a:lnTo>
                  <a:lnTo>
                    <a:pt x="6145590" y="1033230"/>
                  </a:lnTo>
                  <a:lnTo>
                    <a:pt x="6146251" y="1047068"/>
                  </a:lnTo>
                  <a:lnTo>
                    <a:pt x="6146911" y="1039531"/>
                  </a:lnTo>
                  <a:lnTo>
                    <a:pt x="6147572" y="1038989"/>
                  </a:lnTo>
                  <a:lnTo>
                    <a:pt x="6148232" y="1035545"/>
                  </a:lnTo>
                  <a:lnTo>
                    <a:pt x="6148893" y="1020981"/>
                  </a:lnTo>
                  <a:lnTo>
                    <a:pt x="6149553" y="1025956"/>
                  </a:lnTo>
                  <a:lnTo>
                    <a:pt x="6150214" y="1034509"/>
                  </a:lnTo>
                  <a:lnTo>
                    <a:pt x="6150874" y="1033852"/>
                  </a:lnTo>
                  <a:lnTo>
                    <a:pt x="6151535" y="1031629"/>
                  </a:lnTo>
                  <a:lnTo>
                    <a:pt x="6152196" y="1022002"/>
                  </a:lnTo>
                  <a:lnTo>
                    <a:pt x="6152856" y="1028501"/>
                  </a:lnTo>
                  <a:lnTo>
                    <a:pt x="6153517" y="1028308"/>
                  </a:lnTo>
                  <a:lnTo>
                    <a:pt x="6154177" y="1019824"/>
                  </a:lnTo>
                  <a:lnTo>
                    <a:pt x="6154838" y="1011649"/>
                  </a:lnTo>
                  <a:lnTo>
                    <a:pt x="6155498" y="1017144"/>
                  </a:lnTo>
                  <a:lnTo>
                    <a:pt x="6156159" y="1026487"/>
                  </a:lnTo>
                  <a:lnTo>
                    <a:pt x="6156819" y="1015841"/>
                  </a:lnTo>
                  <a:lnTo>
                    <a:pt x="6157480" y="1027662"/>
                  </a:lnTo>
                  <a:lnTo>
                    <a:pt x="6158140" y="1020906"/>
                  </a:lnTo>
                  <a:lnTo>
                    <a:pt x="6158801" y="1021163"/>
                  </a:lnTo>
                  <a:lnTo>
                    <a:pt x="6159461" y="1042998"/>
                  </a:lnTo>
                  <a:lnTo>
                    <a:pt x="6160122" y="1045094"/>
                  </a:lnTo>
                  <a:lnTo>
                    <a:pt x="6160782" y="1034334"/>
                  </a:lnTo>
                  <a:lnTo>
                    <a:pt x="6161443" y="1020605"/>
                  </a:lnTo>
                  <a:lnTo>
                    <a:pt x="6162104" y="1031582"/>
                  </a:lnTo>
                  <a:lnTo>
                    <a:pt x="6162764" y="1040123"/>
                  </a:lnTo>
                  <a:lnTo>
                    <a:pt x="6163425" y="1017534"/>
                  </a:lnTo>
                  <a:lnTo>
                    <a:pt x="6164085" y="1002981"/>
                  </a:lnTo>
                  <a:lnTo>
                    <a:pt x="6164746" y="993031"/>
                  </a:lnTo>
                  <a:lnTo>
                    <a:pt x="6165406" y="990335"/>
                  </a:lnTo>
                  <a:lnTo>
                    <a:pt x="6166067" y="978348"/>
                  </a:lnTo>
                  <a:lnTo>
                    <a:pt x="6166727" y="973016"/>
                  </a:lnTo>
                  <a:lnTo>
                    <a:pt x="6167388" y="992986"/>
                  </a:lnTo>
                  <a:lnTo>
                    <a:pt x="6168048" y="1002328"/>
                  </a:lnTo>
                  <a:lnTo>
                    <a:pt x="6168709" y="1043339"/>
                  </a:lnTo>
                  <a:lnTo>
                    <a:pt x="6169369" y="1042417"/>
                  </a:lnTo>
                  <a:lnTo>
                    <a:pt x="6170030" y="1027733"/>
                  </a:lnTo>
                  <a:lnTo>
                    <a:pt x="6170690" y="1012156"/>
                  </a:lnTo>
                  <a:lnTo>
                    <a:pt x="6171351" y="1015933"/>
                  </a:lnTo>
                  <a:lnTo>
                    <a:pt x="6172012" y="1030459"/>
                  </a:lnTo>
                  <a:lnTo>
                    <a:pt x="6172672" y="1033180"/>
                  </a:lnTo>
                  <a:lnTo>
                    <a:pt x="6173333" y="1006627"/>
                  </a:lnTo>
                  <a:lnTo>
                    <a:pt x="6173993" y="1004818"/>
                  </a:lnTo>
                  <a:lnTo>
                    <a:pt x="6174654" y="1007332"/>
                  </a:lnTo>
                  <a:lnTo>
                    <a:pt x="6175314" y="1030993"/>
                  </a:lnTo>
                  <a:lnTo>
                    <a:pt x="6175975" y="1027662"/>
                  </a:lnTo>
                  <a:lnTo>
                    <a:pt x="6176635" y="1017308"/>
                  </a:lnTo>
                  <a:lnTo>
                    <a:pt x="6177296" y="1016012"/>
                  </a:lnTo>
                  <a:lnTo>
                    <a:pt x="6177956" y="1021871"/>
                  </a:lnTo>
                  <a:lnTo>
                    <a:pt x="6178617" y="1041582"/>
                  </a:lnTo>
                  <a:lnTo>
                    <a:pt x="6179277" y="1040024"/>
                  </a:lnTo>
                  <a:lnTo>
                    <a:pt x="6179938" y="1032411"/>
                  </a:lnTo>
                  <a:lnTo>
                    <a:pt x="6180598" y="1019733"/>
                  </a:lnTo>
                  <a:lnTo>
                    <a:pt x="6181259" y="1019547"/>
                  </a:lnTo>
                  <a:lnTo>
                    <a:pt x="6181919" y="1016381"/>
                  </a:lnTo>
                  <a:lnTo>
                    <a:pt x="6182580" y="1009828"/>
                  </a:lnTo>
                  <a:lnTo>
                    <a:pt x="6183241" y="1042617"/>
                  </a:lnTo>
                  <a:lnTo>
                    <a:pt x="6183901" y="1028031"/>
                  </a:lnTo>
                  <a:lnTo>
                    <a:pt x="6184562" y="1023900"/>
                  </a:lnTo>
                  <a:lnTo>
                    <a:pt x="6185222" y="1039536"/>
                  </a:lnTo>
                  <a:lnTo>
                    <a:pt x="6185883" y="1045199"/>
                  </a:lnTo>
                  <a:lnTo>
                    <a:pt x="6186543" y="1031484"/>
                  </a:lnTo>
                  <a:lnTo>
                    <a:pt x="6187204" y="1033856"/>
                  </a:lnTo>
                  <a:lnTo>
                    <a:pt x="6187864" y="1022211"/>
                  </a:lnTo>
                  <a:lnTo>
                    <a:pt x="6188525" y="1021532"/>
                  </a:lnTo>
                  <a:lnTo>
                    <a:pt x="6189185" y="1047084"/>
                  </a:lnTo>
                  <a:lnTo>
                    <a:pt x="6189846" y="1035715"/>
                  </a:lnTo>
                  <a:lnTo>
                    <a:pt x="6190506" y="1038974"/>
                  </a:lnTo>
                  <a:lnTo>
                    <a:pt x="6191167" y="1047902"/>
                  </a:lnTo>
                  <a:lnTo>
                    <a:pt x="6191827" y="1042523"/>
                  </a:lnTo>
                  <a:lnTo>
                    <a:pt x="6192488" y="1020753"/>
                  </a:lnTo>
                  <a:lnTo>
                    <a:pt x="6193149" y="1010848"/>
                  </a:lnTo>
                  <a:lnTo>
                    <a:pt x="6193809" y="1017229"/>
                  </a:lnTo>
                  <a:lnTo>
                    <a:pt x="6194470" y="1036127"/>
                  </a:lnTo>
                  <a:lnTo>
                    <a:pt x="6195130" y="1048166"/>
                  </a:lnTo>
                  <a:lnTo>
                    <a:pt x="6195791" y="1032531"/>
                  </a:lnTo>
                  <a:lnTo>
                    <a:pt x="6196451" y="1017229"/>
                  </a:lnTo>
                  <a:lnTo>
                    <a:pt x="6197112" y="1040148"/>
                  </a:lnTo>
                  <a:lnTo>
                    <a:pt x="6197772" y="1049385"/>
                  </a:lnTo>
                  <a:lnTo>
                    <a:pt x="6198433" y="1036943"/>
                  </a:lnTo>
                  <a:lnTo>
                    <a:pt x="6199093" y="1042084"/>
                  </a:lnTo>
                  <a:lnTo>
                    <a:pt x="6199754" y="1036632"/>
                  </a:lnTo>
                  <a:lnTo>
                    <a:pt x="6200414" y="1019580"/>
                  </a:lnTo>
                  <a:lnTo>
                    <a:pt x="6201075" y="1014191"/>
                  </a:lnTo>
                  <a:lnTo>
                    <a:pt x="6201735" y="1027519"/>
                  </a:lnTo>
                  <a:lnTo>
                    <a:pt x="6202396" y="1032172"/>
                  </a:lnTo>
                  <a:lnTo>
                    <a:pt x="6203057" y="1017981"/>
                  </a:lnTo>
                  <a:lnTo>
                    <a:pt x="6203717" y="1038116"/>
                  </a:lnTo>
                  <a:lnTo>
                    <a:pt x="6204378" y="1054707"/>
                  </a:lnTo>
                  <a:lnTo>
                    <a:pt x="6205038" y="1054146"/>
                  </a:lnTo>
                  <a:lnTo>
                    <a:pt x="6205699" y="1047586"/>
                  </a:lnTo>
                  <a:lnTo>
                    <a:pt x="6206359" y="1030654"/>
                  </a:lnTo>
                  <a:lnTo>
                    <a:pt x="6207020" y="1025679"/>
                  </a:lnTo>
                  <a:lnTo>
                    <a:pt x="6207680" y="1022356"/>
                  </a:lnTo>
                  <a:lnTo>
                    <a:pt x="6208341" y="1053073"/>
                  </a:lnTo>
                  <a:lnTo>
                    <a:pt x="6209001" y="1055325"/>
                  </a:lnTo>
                  <a:lnTo>
                    <a:pt x="6209662" y="1046138"/>
                  </a:lnTo>
                  <a:lnTo>
                    <a:pt x="6210322" y="1037731"/>
                  </a:lnTo>
                  <a:lnTo>
                    <a:pt x="6210983" y="1041941"/>
                  </a:lnTo>
                  <a:lnTo>
                    <a:pt x="6211643" y="1034134"/>
                  </a:lnTo>
                  <a:lnTo>
                    <a:pt x="6212304" y="1041941"/>
                  </a:lnTo>
                  <a:lnTo>
                    <a:pt x="6212964" y="1037731"/>
                  </a:lnTo>
                  <a:lnTo>
                    <a:pt x="6213625" y="1051335"/>
                  </a:lnTo>
                  <a:lnTo>
                    <a:pt x="6214286" y="1039751"/>
                  </a:lnTo>
                  <a:lnTo>
                    <a:pt x="6214946" y="1025679"/>
                  </a:lnTo>
                  <a:lnTo>
                    <a:pt x="6215607" y="1023933"/>
                  </a:lnTo>
                  <a:lnTo>
                    <a:pt x="6216267" y="1041719"/>
                  </a:lnTo>
                  <a:lnTo>
                    <a:pt x="6216928" y="1021949"/>
                  </a:lnTo>
                  <a:lnTo>
                    <a:pt x="6217588" y="1034860"/>
                  </a:lnTo>
                  <a:lnTo>
                    <a:pt x="6218249" y="1045215"/>
                  </a:lnTo>
                  <a:lnTo>
                    <a:pt x="6218909" y="1054422"/>
                  </a:lnTo>
                  <a:lnTo>
                    <a:pt x="6219570" y="1037509"/>
                  </a:lnTo>
                  <a:lnTo>
                    <a:pt x="6220230" y="1026301"/>
                  </a:lnTo>
                  <a:lnTo>
                    <a:pt x="6220891" y="1037076"/>
                  </a:lnTo>
                  <a:lnTo>
                    <a:pt x="6221551" y="1032661"/>
                  </a:lnTo>
                  <a:lnTo>
                    <a:pt x="6222212" y="1040021"/>
                  </a:lnTo>
                  <a:lnTo>
                    <a:pt x="6222872" y="1048013"/>
                  </a:lnTo>
                  <a:lnTo>
                    <a:pt x="6223533" y="1027743"/>
                  </a:lnTo>
                  <a:lnTo>
                    <a:pt x="6224194" y="1037050"/>
                  </a:lnTo>
                  <a:lnTo>
                    <a:pt x="6224854" y="1051597"/>
                  </a:lnTo>
                  <a:lnTo>
                    <a:pt x="6225515" y="1035783"/>
                  </a:lnTo>
                  <a:lnTo>
                    <a:pt x="6226175" y="1025457"/>
                  </a:lnTo>
                  <a:lnTo>
                    <a:pt x="6226836" y="1014433"/>
                  </a:lnTo>
                  <a:lnTo>
                    <a:pt x="6227496" y="999305"/>
                  </a:lnTo>
                  <a:lnTo>
                    <a:pt x="6228157" y="1011063"/>
                  </a:lnTo>
                  <a:lnTo>
                    <a:pt x="6228817" y="1046204"/>
                  </a:lnTo>
                  <a:lnTo>
                    <a:pt x="6229478" y="1052481"/>
                  </a:lnTo>
                  <a:lnTo>
                    <a:pt x="6230138" y="1047549"/>
                  </a:lnTo>
                  <a:lnTo>
                    <a:pt x="6230799" y="1019003"/>
                  </a:lnTo>
                  <a:lnTo>
                    <a:pt x="6231459" y="1017027"/>
                  </a:lnTo>
                  <a:lnTo>
                    <a:pt x="6232120" y="1038202"/>
                  </a:lnTo>
                  <a:lnTo>
                    <a:pt x="6232780" y="1037603"/>
                  </a:lnTo>
                  <a:lnTo>
                    <a:pt x="6233441" y="1016381"/>
                  </a:lnTo>
                  <a:lnTo>
                    <a:pt x="6234102" y="1028624"/>
                  </a:lnTo>
                  <a:lnTo>
                    <a:pt x="6234762" y="1043115"/>
                  </a:lnTo>
                  <a:lnTo>
                    <a:pt x="6235423" y="1038790"/>
                  </a:lnTo>
                  <a:lnTo>
                    <a:pt x="6236083" y="1026785"/>
                  </a:lnTo>
                  <a:lnTo>
                    <a:pt x="6236744" y="999038"/>
                  </a:lnTo>
                  <a:lnTo>
                    <a:pt x="6237404" y="955273"/>
                  </a:lnTo>
                  <a:lnTo>
                    <a:pt x="6238065" y="939558"/>
                  </a:lnTo>
                  <a:lnTo>
                    <a:pt x="6238725" y="961895"/>
                  </a:lnTo>
                  <a:lnTo>
                    <a:pt x="6239386" y="990743"/>
                  </a:lnTo>
                  <a:lnTo>
                    <a:pt x="6240046" y="990743"/>
                  </a:lnTo>
                  <a:lnTo>
                    <a:pt x="6240707" y="995237"/>
                  </a:lnTo>
                  <a:lnTo>
                    <a:pt x="6241367" y="996113"/>
                  </a:lnTo>
                  <a:lnTo>
                    <a:pt x="6242028" y="1023710"/>
                  </a:lnTo>
                  <a:lnTo>
                    <a:pt x="6242688" y="1016248"/>
                  </a:lnTo>
                  <a:lnTo>
                    <a:pt x="6243349" y="1021679"/>
                  </a:lnTo>
                  <a:lnTo>
                    <a:pt x="6244010" y="1035494"/>
                  </a:lnTo>
                  <a:lnTo>
                    <a:pt x="6244670" y="1029656"/>
                  </a:lnTo>
                  <a:lnTo>
                    <a:pt x="6245331" y="1025798"/>
                  </a:lnTo>
                  <a:lnTo>
                    <a:pt x="6245991" y="1019569"/>
                  </a:lnTo>
                  <a:lnTo>
                    <a:pt x="6246652" y="1034603"/>
                  </a:lnTo>
                  <a:lnTo>
                    <a:pt x="6247312" y="1036343"/>
                  </a:lnTo>
                  <a:lnTo>
                    <a:pt x="6247973" y="1015075"/>
                  </a:lnTo>
                  <a:lnTo>
                    <a:pt x="6248633" y="1032750"/>
                  </a:lnTo>
                  <a:lnTo>
                    <a:pt x="6249294" y="1046928"/>
                  </a:lnTo>
                  <a:lnTo>
                    <a:pt x="6249954" y="1031870"/>
                  </a:lnTo>
                  <a:lnTo>
                    <a:pt x="6250615" y="1038722"/>
                  </a:lnTo>
                  <a:lnTo>
                    <a:pt x="6251275" y="1030959"/>
                  </a:lnTo>
                  <a:lnTo>
                    <a:pt x="6251936" y="1004465"/>
                  </a:lnTo>
                  <a:lnTo>
                    <a:pt x="6252596" y="998372"/>
                  </a:lnTo>
                  <a:lnTo>
                    <a:pt x="6253257" y="1011018"/>
                  </a:lnTo>
                  <a:lnTo>
                    <a:pt x="6253917" y="1011300"/>
                  </a:lnTo>
                  <a:lnTo>
                    <a:pt x="6254578" y="1026990"/>
                  </a:lnTo>
                  <a:lnTo>
                    <a:pt x="6255239" y="1015309"/>
                  </a:lnTo>
                  <a:lnTo>
                    <a:pt x="6255899" y="1018632"/>
                  </a:lnTo>
                  <a:lnTo>
                    <a:pt x="6256560" y="1011018"/>
                  </a:lnTo>
                  <a:lnTo>
                    <a:pt x="6257220" y="1035601"/>
                  </a:lnTo>
                  <a:lnTo>
                    <a:pt x="6257881" y="1048278"/>
                  </a:lnTo>
                  <a:lnTo>
                    <a:pt x="6258541" y="1048092"/>
                  </a:lnTo>
                  <a:lnTo>
                    <a:pt x="6259202" y="1023607"/>
                  </a:lnTo>
                  <a:lnTo>
                    <a:pt x="6259862" y="1012314"/>
                  </a:lnTo>
                  <a:lnTo>
                    <a:pt x="6260523" y="1034293"/>
                  </a:lnTo>
                  <a:lnTo>
                    <a:pt x="6261183" y="1036733"/>
                  </a:lnTo>
                  <a:lnTo>
                    <a:pt x="6261844" y="1039462"/>
                  </a:lnTo>
                  <a:lnTo>
                    <a:pt x="6262504" y="1043736"/>
                  </a:lnTo>
                  <a:lnTo>
                    <a:pt x="6263165" y="1036862"/>
                  </a:lnTo>
                  <a:lnTo>
                    <a:pt x="6263825" y="1024535"/>
                  </a:lnTo>
                  <a:lnTo>
                    <a:pt x="6264486" y="1017073"/>
                  </a:lnTo>
                  <a:lnTo>
                    <a:pt x="6265147" y="1018038"/>
                  </a:lnTo>
                  <a:lnTo>
                    <a:pt x="6265807" y="1015531"/>
                  </a:lnTo>
                  <a:lnTo>
                    <a:pt x="6266468" y="1029582"/>
                  </a:lnTo>
                  <a:lnTo>
                    <a:pt x="6267128" y="1045722"/>
                  </a:lnTo>
                  <a:lnTo>
                    <a:pt x="6267789" y="1040672"/>
                  </a:lnTo>
                  <a:lnTo>
                    <a:pt x="6268449" y="1032869"/>
                  </a:lnTo>
                  <a:lnTo>
                    <a:pt x="6269110" y="1023829"/>
                  </a:lnTo>
                  <a:lnTo>
                    <a:pt x="6269770" y="1030905"/>
                  </a:lnTo>
                  <a:lnTo>
                    <a:pt x="6270431" y="1037380"/>
                  </a:lnTo>
                  <a:lnTo>
                    <a:pt x="6271091" y="1010045"/>
                  </a:lnTo>
                  <a:lnTo>
                    <a:pt x="6271752" y="999169"/>
                  </a:lnTo>
                  <a:lnTo>
                    <a:pt x="6272412" y="983647"/>
                  </a:lnTo>
                  <a:lnTo>
                    <a:pt x="6273073" y="1010045"/>
                  </a:lnTo>
                  <a:lnTo>
                    <a:pt x="6273733" y="995303"/>
                  </a:lnTo>
                  <a:lnTo>
                    <a:pt x="6274394" y="979494"/>
                  </a:lnTo>
                  <a:lnTo>
                    <a:pt x="6275055" y="944266"/>
                  </a:lnTo>
                  <a:lnTo>
                    <a:pt x="6275715" y="926007"/>
                  </a:lnTo>
                  <a:lnTo>
                    <a:pt x="6276376" y="937618"/>
                  </a:lnTo>
                  <a:lnTo>
                    <a:pt x="6277036" y="938089"/>
                  </a:lnTo>
                  <a:lnTo>
                    <a:pt x="6277697" y="936714"/>
                  </a:lnTo>
                  <a:lnTo>
                    <a:pt x="6278357" y="959594"/>
                  </a:lnTo>
                  <a:lnTo>
                    <a:pt x="6279018" y="1008207"/>
                  </a:lnTo>
                  <a:lnTo>
                    <a:pt x="6279678" y="1005634"/>
                  </a:lnTo>
                  <a:lnTo>
                    <a:pt x="6280339" y="1010043"/>
                  </a:lnTo>
                  <a:lnTo>
                    <a:pt x="6280999" y="1005634"/>
                  </a:lnTo>
                  <a:lnTo>
                    <a:pt x="6281660" y="1014214"/>
                  </a:lnTo>
                  <a:lnTo>
                    <a:pt x="6282320" y="1039626"/>
                  </a:lnTo>
                  <a:lnTo>
                    <a:pt x="6282981" y="1036890"/>
                  </a:lnTo>
                  <a:lnTo>
                    <a:pt x="6283641" y="1000172"/>
                  </a:lnTo>
                  <a:lnTo>
                    <a:pt x="6284302" y="996229"/>
                  </a:lnTo>
                  <a:lnTo>
                    <a:pt x="6284962" y="1016478"/>
                  </a:lnTo>
                  <a:lnTo>
                    <a:pt x="6285623" y="1015353"/>
                  </a:lnTo>
                  <a:lnTo>
                    <a:pt x="6286284" y="1020645"/>
                  </a:lnTo>
                  <a:lnTo>
                    <a:pt x="6286944" y="1001141"/>
                  </a:lnTo>
                  <a:lnTo>
                    <a:pt x="6287605" y="1013483"/>
                  </a:lnTo>
                  <a:lnTo>
                    <a:pt x="6288265" y="1033816"/>
                  </a:lnTo>
                  <a:lnTo>
                    <a:pt x="6288926" y="1029556"/>
                  </a:lnTo>
                  <a:lnTo>
                    <a:pt x="6289586" y="1018549"/>
                  </a:lnTo>
                  <a:lnTo>
                    <a:pt x="6290247" y="1020646"/>
                  </a:lnTo>
                  <a:lnTo>
                    <a:pt x="6290907" y="1035269"/>
                  </a:lnTo>
                  <a:lnTo>
                    <a:pt x="6291568" y="1024776"/>
                  </a:lnTo>
                  <a:lnTo>
                    <a:pt x="6292228" y="1015353"/>
                  </a:lnTo>
                  <a:lnTo>
                    <a:pt x="6292889" y="1024776"/>
                  </a:lnTo>
                  <a:lnTo>
                    <a:pt x="6293549" y="1039191"/>
                  </a:lnTo>
                  <a:lnTo>
                    <a:pt x="6294210" y="1032238"/>
                  </a:lnTo>
                  <a:lnTo>
                    <a:pt x="6294870" y="1017433"/>
                  </a:lnTo>
                  <a:lnTo>
                    <a:pt x="6295531" y="1010242"/>
                  </a:lnTo>
                  <a:lnTo>
                    <a:pt x="6296192" y="989368"/>
                  </a:lnTo>
                  <a:lnTo>
                    <a:pt x="6296852" y="979026"/>
                  </a:lnTo>
                  <a:lnTo>
                    <a:pt x="6297513" y="998739"/>
                  </a:lnTo>
                  <a:lnTo>
                    <a:pt x="6298173" y="1014214"/>
                  </a:lnTo>
                  <a:lnTo>
                    <a:pt x="6298834" y="1031330"/>
                  </a:lnTo>
                  <a:lnTo>
                    <a:pt x="6299494" y="1037075"/>
                  </a:lnTo>
                  <a:lnTo>
                    <a:pt x="6300155" y="1033409"/>
                  </a:lnTo>
                  <a:lnTo>
                    <a:pt x="6300815" y="1048593"/>
                  </a:lnTo>
                  <a:lnTo>
                    <a:pt x="6301476" y="1048891"/>
                  </a:lnTo>
                  <a:lnTo>
                    <a:pt x="6302136" y="1031853"/>
                  </a:lnTo>
                  <a:lnTo>
                    <a:pt x="6302797" y="1015353"/>
                  </a:lnTo>
                  <a:lnTo>
                    <a:pt x="6303457" y="1035787"/>
                  </a:lnTo>
                  <a:lnTo>
                    <a:pt x="6304118" y="1050110"/>
                  </a:lnTo>
                  <a:lnTo>
                    <a:pt x="6304778" y="1041512"/>
                  </a:lnTo>
                  <a:lnTo>
                    <a:pt x="6305439" y="1020645"/>
                  </a:lnTo>
                  <a:lnTo>
                    <a:pt x="6306100" y="1033076"/>
                  </a:lnTo>
                  <a:lnTo>
                    <a:pt x="6306760" y="1039157"/>
                  </a:lnTo>
                  <a:lnTo>
                    <a:pt x="6307421" y="1050726"/>
                  </a:lnTo>
                  <a:lnTo>
                    <a:pt x="6308081" y="1046995"/>
                  </a:lnTo>
                  <a:lnTo>
                    <a:pt x="6308742" y="1028256"/>
                  </a:lnTo>
                  <a:lnTo>
                    <a:pt x="6309402" y="1005634"/>
                  </a:lnTo>
                  <a:lnTo>
                    <a:pt x="6310063" y="1022122"/>
                  </a:lnTo>
                  <a:lnTo>
                    <a:pt x="6310723" y="1033495"/>
                  </a:lnTo>
                  <a:lnTo>
                    <a:pt x="6311384" y="1012639"/>
                  </a:lnTo>
                  <a:lnTo>
                    <a:pt x="6312044" y="1018277"/>
                  </a:lnTo>
                  <a:lnTo>
                    <a:pt x="6312705" y="1030986"/>
                  </a:lnTo>
                  <a:lnTo>
                    <a:pt x="6313365" y="1041300"/>
                  </a:lnTo>
                  <a:lnTo>
                    <a:pt x="6314026" y="1025516"/>
                  </a:lnTo>
                  <a:lnTo>
                    <a:pt x="6314686" y="1022653"/>
                  </a:lnTo>
                  <a:lnTo>
                    <a:pt x="6315347" y="1025130"/>
                  </a:lnTo>
                  <a:lnTo>
                    <a:pt x="6316008" y="1046687"/>
                  </a:lnTo>
                  <a:lnTo>
                    <a:pt x="6316668" y="1044711"/>
                  </a:lnTo>
                  <a:lnTo>
                    <a:pt x="6317329" y="1023524"/>
                  </a:lnTo>
                  <a:lnTo>
                    <a:pt x="6317989" y="1048542"/>
                  </a:lnTo>
                  <a:lnTo>
                    <a:pt x="6318650" y="1050054"/>
                  </a:lnTo>
                  <a:lnTo>
                    <a:pt x="6319310" y="1039157"/>
                  </a:lnTo>
                  <a:lnTo>
                    <a:pt x="6319971" y="1031853"/>
                  </a:lnTo>
                  <a:lnTo>
                    <a:pt x="6320631" y="1046146"/>
                  </a:lnTo>
                  <a:lnTo>
                    <a:pt x="6321292" y="1039157"/>
                  </a:lnTo>
                  <a:lnTo>
                    <a:pt x="6321952" y="1024776"/>
                  </a:lnTo>
                  <a:lnTo>
                    <a:pt x="6322613" y="1036570"/>
                  </a:lnTo>
                  <a:lnTo>
                    <a:pt x="6323273" y="1038320"/>
                  </a:lnTo>
                  <a:lnTo>
                    <a:pt x="6323934" y="1026665"/>
                  </a:lnTo>
                  <a:lnTo>
                    <a:pt x="6324594" y="1030630"/>
                  </a:lnTo>
                  <a:lnTo>
                    <a:pt x="6325255" y="1027176"/>
                  </a:lnTo>
                  <a:lnTo>
                    <a:pt x="6325915" y="1029507"/>
                  </a:lnTo>
                  <a:lnTo>
                    <a:pt x="6326576" y="1042095"/>
                  </a:lnTo>
                  <a:lnTo>
                    <a:pt x="6327237" y="1044469"/>
                  </a:lnTo>
                  <a:lnTo>
                    <a:pt x="6327897" y="1045771"/>
                  </a:lnTo>
                  <a:lnTo>
                    <a:pt x="6328558" y="1030673"/>
                  </a:lnTo>
                  <a:lnTo>
                    <a:pt x="6329218" y="1040528"/>
                  </a:lnTo>
                  <a:lnTo>
                    <a:pt x="6329879" y="1047931"/>
                  </a:lnTo>
                  <a:lnTo>
                    <a:pt x="6330539" y="1026433"/>
                  </a:lnTo>
                  <a:lnTo>
                    <a:pt x="6331200" y="1018828"/>
                  </a:lnTo>
                  <a:lnTo>
                    <a:pt x="6331860" y="1025779"/>
                  </a:lnTo>
                  <a:lnTo>
                    <a:pt x="6332521" y="1032610"/>
                  </a:lnTo>
                  <a:lnTo>
                    <a:pt x="6333181" y="1033545"/>
                  </a:lnTo>
                  <a:lnTo>
                    <a:pt x="6333842" y="1033185"/>
                  </a:lnTo>
                  <a:lnTo>
                    <a:pt x="6334502" y="1043213"/>
                  </a:lnTo>
                  <a:lnTo>
                    <a:pt x="6335163" y="1047668"/>
                  </a:lnTo>
                  <a:lnTo>
                    <a:pt x="6335823" y="1027977"/>
                  </a:lnTo>
                  <a:lnTo>
                    <a:pt x="6336484" y="1035891"/>
                  </a:lnTo>
                  <a:lnTo>
                    <a:pt x="6337145" y="1046203"/>
                  </a:lnTo>
                  <a:lnTo>
                    <a:pt x="6337805" y="1029616"/>
                  </a:lnTo>
                  <a:lnTo>
                    <a:pt x="6338466" y="1020561"/>
                  </a:lnTo>
                  <a:lnTo>
                    <a:pt x="6339126" y="1018100"/>
                  </a:lnTo>
                  <a:lnTo>
                    <a:pt x="6339787" y="1017291"/>
                  </a:lnTo>
                  <a:lnTo>
                    <a:pt x="6340447" y="1038033"/>
                  </a:lnTo>
                  <a:lnTo>
                    <a:pt x="6341108" y="1046834"/>
                  </a:lnTo>
                  <a:lnTo>
                    <a:pt x="6341768" y="1031172"/>
                  </a:lnTo>
                  <a:lnTo>
                    <a:pt x="6342429" y="1013446"/>
                  </a:lnTo>
                  <a:lnTo>
                    <a:pt x="6343089" y="1019974"/>
                  </a:lnTo>
                  <a:lnTo>
                    <a:pt x="6343750" y="1001870"/>
                  </a:lnTo>
                  <a:lnTo>
                    <a:pt x="6344410" y="993687"/>
                  </a:lnTo>
                  <a:lnTo>
                    <a:pt x="6345071" y="999780"/>
                  </a:lnTo>
                  <a:lnTo>
                    <a:pt x="6345731" y="1025169"/>
                  </a:lnTo>
                  <a:lnTo>
                    <a:pt x="6346392" y="1025004"/>
                  </a:lnTo>
                  <a:lnTo>
                    <a:pt x="6347053" y="1022782"/>
                  </a:lnTo>
                  <a:lnTo>
                    <a:pt x="6347713" y="1042753"/>
                  </a:lnTo>
                  <a:lnTo>
                    <a:pt x="6348374" y="1035500"/>
                  </a:lnTo>
                  <a:lnTo>
                    <a:pt x="6349034" y="1015468"/>
                  </a:lnTo>
                  <a:lnTo>
                    <a:pt x="6349695" y="1000457"/>
                  </a:lnTo>
                  <a:lnTo>
                    <a:pt x="6350355" y="1000104"/>
                  </a:lnTo>
                  <a:lnTo>
                    <a:pt x="6351016" y="1019891"/>
                  </a:lnTo>
                  <a:lnTo>
                    <a:pt x="6351676" y="1025067"/>
                  </a:lnTo>
                  <a:lnTo>
                    <a:pt x="6352337" y="1016698"/>
                  </a:lnTo>
                  <a:lnTo>
                    <a:pt x="6352997" y="1011668"/>
                  </a:lnTo>
                  <a:lnTo>
                    <a:pt x="6353658" y="1020143"/>
                  </a:lnTo>
                  <a:lnTo>
                    <a:pt x="6354318" y="1019868"/>
                  </a:lnTo>
                  <a:lnTo>
                    <a:pt x="6354979" y="1017150"/>
                  </a:lnTo>
                  <a:lnTo>
                    <a:pt x="6355639" y="996103"/>
                  </a:lnTo>
                  <a:lnTo>
                    <a:pt x="6356300" y="991056"/>
                  </a:lnTo>
                  <a:lnTo>
                    <a:pt x="6356960" y="992263"/>
                  </a:lnTo>
                  <a:lnTo>
                    <a:pt x="6357621" y="1013309"/>
                  </a:lnTo>
                  <a:lnTo>
                    <a:pt x="6358282" y="996457"/>
                  </a:lnTo>
                  <a:lnTo>
                    <a:pt x="6358942" y="927356"/>
                  </a:lnTo>
                  <a:lnTo>
                    <a:pt x="6359603" y="942363"/>
                  </a:lnTo>
                  <a:lnTo>
                    <a:pt x="6360263" y="915546"/>
                  </a:lnTo>
                  <a:lnTo>
                    <a:pt x="6360924" y="883667"/>
                  </a:lnTo>
                  <a:lnTo>
                    <a:pt x="6361584" y="834601"/>
                  </a:lnTo>
                  <a:lnTo>
                    <a:pt x="6362245" y="811646"/>
                  </a:lnTo>
                  <a:lnTo>
                    <a:pt x="6362905" y="816320"/>
                  </a:lnTo>
                  <a:lnTo>
                    <a:pt x="6363566" y="848190"/>
                  </a:lnTo>
                  <a:lnTo>
                    <a:pt x="6364226" y="896660"/>
                  </a:lnTo>
                  <a:lnTo>
                    <a:pt x="6364887" y="917123"/>
                  </a:lnTo>
                  <a:lnTo>
                    <a:pt x="6365547" y="927386"/>
                  </a:lnTo>
                  <a:lnTo>
                    <a:pt x="6366208" y="934711"/>
                  </a:lnTo>
                  <a:lnTo>
                    <a:pt x="6366868" y="967583"/>
                  </a:lnTo>
                  <a:lnTo>
                    <a:pt x="6367529" y="1001930"/>
                  </a:lnTo>
                  <a:lnTo>
                    <a:pt x="6368190" y="992504"/>
                  </a:lnTo>
                  <a:lnTo>
                    <a:pt x="6368850" y="993348"/>
                  </a:lnTo>
                  <a:lnTo>
                    <a:pt x="6369511" y="998584"/>
                  </a:lnTo>
                  <a:lnTo>
                    <a:pt x="6370171" y="992288"/>
                  </a:lnTo>
                  <a:lnTo>
                    <a:pt x="6370832" y="1003356"/>
                  </a:lnTo>
                  <a:lnTo>
                    <a:pt x="6371492" y="997718"/>
                  </a:lnTo>
                  <a:lnTo>
                    <a:pt x="6372153" y="991558"/>
                  </a:lnTo>
                  <a:lnTo>
                    <a:pt x="6372813" y="997677"/>
                  </a:lnTo>
                  <a:lnTo>
                    <a:pt x="6373474" y="1002935"/>
                  </a:lnTo>
                  <a:lnTo>
                    <a:pt x="6374134" y="999896"/>
                  </a:lnTo>
                  <a:lnTo>
                    <a:pt x="6374795" y="1005986"/>
                  </a:lnTo>
                  <a:lnTo>
                    <a:pt x="6375455" y="1025522"/>
                  </a:lnTo>
                  <a:lnTo>
                    <a:pt x="6376116" y="1020531"/>
                  </a:lnTo>
                  <a:lnTo>
                    <a:pt x="6376776" y="1012660"/>
                  </a:lnTo>
                  <a:lnTo>
                    <a:pt x="6377437" y="1010898"/>
                  </a:lnTo>
                  <a:lnTo>
                    <a:pt x="6378098" y="1029463"/>
                  </a:lnTo>
                  <a:lnTo>
                    <a:pt x="6378758" y="1036842"/>
                  </a:lnTo>
                  <a:lnTo>
                    <a:pt x="6379419" y="1022922"/>
                  </a:lnTo>
                  <a:lnTo>
                    <a:pt x="6380079" y="1001359"/>
                  </a:lnTo>
                  <a:lnTo>
                    <a:pt x="6380740" y="1017138"/>
                  </a:lnTo>
                  <a:lnTo>
                    <a:pt x="6381400" y="1015922"/>
                  </a:lnTo>
                  <a:lnTo>
                    <a:pt x="6382061" y="993834"/>
                  </a:lnTo>
                  <a:lnTo>
                    <a:pt x="6382721" y="994018"/>
                  </a:lnTo>
                  <a:lnTo>
                    <a:pt x="6383382" y="1039514"/>
                  </a:lnTo>
                  <a:lnTo>
                    <a:pt x="6384042" y="1041689"/>
                  </a:lnTo>
                  <a:lnTo>
                    <a:pt x="6384703" y="1020763"/>
                  </a:lnTo>
                  <a:lnTo>
                    <a:pt x="6385363" y="988080"/>
                  </a:lnTo>
                  <a:lnTo>
                    <a:pt x="6386024" y="982345"/>
                  </a:lnTo>
                  <a:lnTo>
                    <a:pt x="6386684" y="998765"/>
                  </a:lnTo>
                  <a:lnTo>
                    <a:pt x="6387345" y="1016275"/>
                  </a:lnTo>
                  <a:lnTo>
                    <a:pt x="6388006" y="1009977"/>
                  </a:lnTo>
                  <a:lnTo>
                    <a:pt x="6388666" y="1006194"/>
                  </a:lnTo>
                  <a:lnTo>
                    <a:pt x="6389327" y="1026935"/>
                  </a:lnTo>
                  <a:lnTo>
                    <a:pt x="6389987" y="996651"/>
                  </a:lnTo>
                  <a:lnTo>
                    <a:pt x="6390648" y="989310"/>
                  </a:lnTo>
                  <a:lnTo>
                    <a:pt x="6391308" y="995836"/>
                  </a:lnTo>
                  <a:lnTo>
                    <a:pt x="6391969" y="1007601"/>
                  </a:lnTo>
                  <a:lnTo>
                    <a:pt x="6392629" y="1016915"/>
                  </a:lnTo>
                  <a:lnTo>
                    <a:pt x="6393290" y="1037210"/>
                  </a:lnTo>
                  <a:lnTo>
                    <a:pt x="6393950" y="997495"/>
                  </a:lnTo>
                  <a:lnTo>
                    <a:pt x="6394611" y="998715"/>
                  </a:lnTo>
                  <a:lnTo>
                    <a:pt x="6395271" y="1033018"/>
                  </a:lnTo>
                  <a:lnTo>
                    <a:pt x="6395932" y="1025683"/>
                  </a:lnTo>
                  <a:lnTo>
                    <a:pt x="6396592" y="995127"/>
                  </a:lnTo>
                  <a:lnTo>
                    <a:pt x="6397253" y="989310"/>
                  </a:lnTo>
                  <a:lnTo>
                    <a:pt x="6397913" y="1015063"/>
                  </a:lnTo>
                  <a:lnTo>
                    <a:pt x="6398574" y="1006757"/>
                  </a:lnTo>
                  <a:lnTo>
                    <a:pt x="6399235" y="985667"/>
                  </a:lnTo>
                  <a:lnTo>
                    <a:pt x="6399895" y="967092"/>
                  </a:lnTo>
                  <a:lnTo>
                    <a:pt x="6400556" y="999080"/>
                  </a:lnTo>
                  <a:lnTo>
                    <a:pt x="6401216" y="1022788"/>
                  </a:lnTo>
                  <a:lnTo>
                    <a:pt x="6401877" y="993906"/>
                  </a:lnTo>
                  <a:lnTo>
                    <a:pt x="6402537" y="967946"/>
                  </a:lnTo>
                  <a:lnTo>
                    <a:pt x="6403198" y="958389"/>
                  </a:lnTo>
                  <a:lnTo>
                    <a:pt x="6403858" y="948507"/>
                  </a:lnTo>
                  <a:lnTo>
                    <a:pt x="6404519" y="949153"/>
                  </a:lnTo>
                  <a:lnTo>
                    <a:pt x="6405179" y="976840"/>
                  </a:lnTo>
                  <a:lnTo>
                    <a:pt x="6405840" y="998116"/>
                  </a:lnTo>
                  <a:lnTo>
                    <a:pt x="6406500" y="1020010"/>
                  </a:lnTo>
                  <a:lnTo>
                    <a:pt x="6407161" y="1006748"/>
                  </a:lnTo>
                  <a:lnTo>
                    <a:pt x="6407821" y="986946"/>
                  </a:lnTo>
                  <a:lnTo>
                    <a:pt x="6408482" y="999352"/>
                  </a:lnTo>
                  <a:lnTo>
                    <a:pt x="6409143" y="991945"/>
                  </a:lnTo>
                  <a:lnTo>
                    <a:pt x="6409803" y="961447"/>
                  </a:lnTo>
                  <a:lnTo>
                    <a:pt x="6410464" y="968521"/>
                  </a:lnTo>
                  <a:lnTo>
                    <a:pt x="6411124" y="981260"/>
                  </a:lnTo>
                  <a:lnTo>
                    <a:pt x="6411785" y="964002"/>
                  </a:lnTo>
                  <a:lnTo>
                    <a:pt x="6412445" y="941229"/>
                  </a:lnTo>
                  <a:lnTo>
                    <a:pt x="6413106" y="947450"/>
                  </a:lnTo>
                  <a:lnTo>
                    <a:pt x="6413766" y="922649"/>
                  </a:lnTo>
                  <a:lnTo>
                    <a:pt x="6414427" y="892384"/>
                  </a:lnTo>
                  <a:lnTo>
                    <a:pt x="6415087" y="874588"/>
                  </a:lnTo>
                  <a:lnTo>
                    <a:pt x="6415748" y="883046"/>
                  </a:lnTo>
                  <a:lnTo>
                    <a:pt x="6416408" y="881243"/>
                  </a:lnTo>
                  <a:lnTo>
                    <a:pt x="6417069" y="847499"/>
                  </a:lnTo>
                  <a:lnTo>
                    <a:pt x="6417729" y="846088"/>
                  </a:lnTo>
                  <a:lnTo>
                    <a:pt x="6418390" y="849434"/>
                  </a:lnTo>
                  <a:lnTo>
                    <a:pt x="6419051" y="807291"/>
                  </a:lnTo>
                  <a:lnTo>
                    <a:pt x="6419711" y="774417"/>
                  </a:lnTo>
                  <a:lnTo>
                    <a:pt x="6420372" y="735918"/>
                  </a:lnTo>
                  <a:lnTo>
                    <a:pt x="6421032" y="722440"/>
                  </a:lnTo>
                  <a:lnTo>
                    <a:pt x="6421693" y="687440"/>
                  </a:lnTo>
                  <a:lnTo>
                    <a:pt x="6422353" y="689214"/>
                  </a:lnTo>
                  <a:lnTo>
                    <a:pt x="6423014" y="706266"/>
                  </a:lnTo>
                  <a:lnTo>
                    <a:pt x="6423674" y="697610"/>
                  </a:lnTo>
                  <a:lnTo>
                    <a:pt x="6424335" y="713002"/>
                  </a:lnTo>
                  <a:lnTo>
                    <a:pt x="6424995" y="751918"/>
                  </a:lnTo>
                  <a:lnTo>
                    <a:pt x="6425656" y="796499"/>
                  </a:lnTo>
                  <a:lnTo>
                    <a:pt x="6426316" y="826018"/>
                  </a:lnTo>
                  <a:lnTo>
                    <a:pt x="6426977" y="847399"/>
                  </a:lnTo>
                  <a:lnTo>
                    <a:pt x="6427637" y="877729"/>
                  </a:lnTo>
                  <a:lnTo>
                    <a:pt x="6428298" y="901260"/>
                  </a:lnTo>
                  <a:lnTo>
                    <a:pt x="6428958" y="885327"/>
                  </a:lnTo>
                  <a:lnTo>
                    <a:pt x="6429619" y="908097"/>
                  </a:lnTo>
                  <a:lnTo>
                    <a:pt x="6430280" y="926421"/>
                  </a:lnTo>
                  <a:lnTo>
                    <a:pt x="6430940" y="928109"/>
                  </a:lnTo>
                  <a:lnTo>
                    <a:pt x="6431601" y="909014"/>
                  </a:lnTo>
                  <a:lnTo>
                    <a:pt x="6432261" y="978155"/>
                  </a:lnTo>
                  <a:lnTo>
                    <a:pt x="6432922" y="987829"/>
                  </a:lnTo>
                  <a:lnTo>
                    <a:pt x="6433582" y="970404"/>
                  </a:lnTo>
                  <a:lnTo>
                    <a:pt x="6434243" y="938072"/>
                  </a:lnTo>
                  <a:lnTo>
                    <a:pt x="6434903" y="936802"/>
                  </a:lnTo>
                  <a:lnTo>
                    <a:pt x="6435564" y="966994"/>
                  </a:lnTo>
                  <a:lnTo>
                    <a:pt x="6436224" y="987590"/>
                  </a:lnTo>
                  <a:lnTo>
                    <a:pt x="6436885" y="962460"/>
                  </a:lnTo>
                  <a:lnTo>
                    <a:pt x="6437545" y="941011"/>
                  </a:lnTo>
                  <a:lnTo>
                    <a:pt x="6438206" y="949197"/>
                  </a:lnTo>
                  <a:lnTo>
                    <a:pt x="6438866" y="944924"/>
                  </a:lnTo>
                  <a:lnTo>
                    <a:pt x="6439527" y="928586"/>
                  </a:lnTo>
                  <a:lnTo>
                    <a:pt x="6440188" y="874356"/>
                  </a:lnTo>
                  <a:lnTo>
                    <a:pt x="6440848" y="826881"/>
                  </a:lnTo>
                  <a:lnTo>
                    <a:pt x="6441509" y="836701"/>
                  </a:lnTo>
                  <a:lnTo>
                    <a:pt x="6442169" y="888079"/>
                  </a:lnTo>
                  <a:lnTo>
                    <a:pt x="6442830" y="962561"/>
                  </a:lnTo>
                  <a:lnTo>
                    <a:pt x="6443490" y="974224"/>
                  </a:lnTo>
                  <a:lnTo>
                    <a:pt x="6444151" y="946003"/>
                  </a:lnTo>
                  <a:lnTo>
                    <a:pt x="6444811" y="949790"/>
                  </a:lnTo>
                  <a:lnTo>
                    <a:pt x="6445472" y="939592"/>
                  </a:lnTo>
                  <a:lnTo>
                    <a:pt x="6446132" y="951291"/>
                  </a:lnTo>
                  <a:lnTo>
                    <a:pt x="6446793" y="965494"/>
                  </a:lnTo>
                  <a:lnTo>
                    <a:pt x="6447453" y="990272"/>
                  </a:lnTo>
                  <a:lnTo>
                    <a:pt x="6448114" y="983765"/>
                  </a:lnTo>
                  <a:lnTo>
                    <a:pt x="6448774" y="982094"/>
                  </a:lnTo>
                  <a:lnTo>
                    <a:pt x="6449435" y="1000793"/>
                  </a:lnTo>
                  <a:lnTo>
                    <a:pt x="6450096" y="998082"/>
                  </a:lnTo>
                  <a:lnTo>
                    <a:pt x="6450756" y="985180"/>
                  </a:lnTo>
                  <a:lnTo>
                    <a:pt x="6451417" y="978711"/>
                  </a:lnTo>
                  <a:lnTo>
                    <a:pt x="6452077" y="969704"/>
                  </a:lnTo>
                  <a:lnTo>
                    <a:pt x="6452738" y="979020"/>
                  </a:lnTo>
                  <a:lnTo>
                    <a:pt x="6453398" y="994362"/>
                  </a:lnTo>
                  <a:lnTo>
                    <a:pt x="6454059" y="1006127"/>
                  </a:lnTo>
                  <a:lnTo>
                    <a:pt x="6454719" y="997982"/>
                  </a:lnTo>
                  <a:lnTo>
                    <a:pt x="6455380" y="1030719"/>
                  </a:lnTo>
                  <a:lnTo>
                    <a:pt x="6456040" y="1018289"/>
                  </a:lnTo>
                  <a:lnTo>
                    <a:pt x="6456701" y="1014930"/>
                  </a:lnTo>
                  <a:lnTo>
                    <a:pt x="6457361" y="1008898"/>
                  </a:lnTo>
                  <a:lnTo>
                    <a:pt x="6458022" y="987200"/>
                  </a:lnTo>
                  <a:lnTo>
                    <a:pt x="6458682" y="989512"/>
                  </a:lnTo>
                  <a:lnTo>
                    <a:pt x="6459343" y="1036308"/>
                  </a:lnTo>
                  <a:lnTo>
                    <a:pt x="6460004" y="1035884"/>
                  </a:lnTo>
                  <a:lnTo>
                    <a:pt x="6460664" y="1016013"/>
                  </a:lnTo>
                  <a:lnTo>
                    <a:pt x="6461325" y="1018603"/>
                  </a:lnTo>
                  <a:lnTo>
                    <a:pt x="6461985" y="989512"/>
                  </a:lnTo>
                  <a:lnTo>
                    <a:pt x="6462646" y="1004280"/>
                  </a:lnTo>
                  <a:lnTo>
                    <a:pt x="6463306" y="1013237"/>
                  </a:lnTo>
                  <a:lnTo>
                    <a:pt x="6463967" y="1002412"/>
                  </a:lnTo>
                  <a:lnTo>
                    <a:pt x="6464627" y="991783"/>
                  </a:lnTo>
                  <a:lnTo>
                    <a:pt x="6465288" y="1010576"/>
                  </a:lnTo>
                  <a:lnTo>
                    <a:pt x="6465948" y="1035199"/>
                  </a:lnTo>
                  <a:lnTo>
                    <a:pt x="6466609" y="1034399"/>
                  </a:lnTo>
                  <a:lnTo>
                    <a:pt x="6467269" y="1021710"/>
                  </a:lnTo>
                  <a:lnTo>
                    <a:pt x="6467930" y="1039210"/>
                  </a:lnTo>
                  <a:lnTo>
                    <a:pt x="6468590" y="1019724"/>
                  </a:lnTo>
                  <a:lnTo>
                    <a:pt x="6469251" y="997340"/>
                  </a:lnTo>
                  <a:lnTo>
                    <a:pt x="6469911" y="1009408"/>
                  </a:lnTo>
                  <a:lnTo>
                    <a:pt x="6470572" y="997742"/>
                  </a:lnTo>
                  <a:lnTo>
                    <a:pt x="6471233" y="1002535"/>
                  </a:lnTo>
                  <a:lnTo>
                    <a:pt x="6471893" y="1009001"/>
                  </a:lnTo>
                  <a:lnTo>
                    <a:pt x="6472554" y="1012063"/>
                  </a:lnTo>
                  <a:lnTo>
                    <a:pt x="6473214" y="1018939"/>
                  </a:lnTo>
                  <a:lnTo>
                    <a:pt x="6473875" y="997697"/>
                  </a:lnTo>
                  <a:lnTo>
                    <a:pt x="6474535" y="988031"/>
                  </a:lnTo>
                  <a:lnTo>
                    <a:pt x="6475196" y="984293"/>
                  </a:lnTo>
                  <a:lnTo>
                    <a:pt x="6475856" y="988031"/>
                  </a:lnTo>
                  <a:lnTo>
                    <a:pt x="6476517" y="1000863"/>
                  </a:lnTo>
                  <a:lnTo>
                    <a:pt x="6477177" y="997697"/>
                  </a:lnTo>
                  <a:lnTo>
                    <a:pt x="6477838" y="1000422"/>
                  </a:lnTo>
                  <a:lnTo>
                    <a:pt x="6478498" y="996526"/>
                  </a:lnTo>
                  <a:lnTo>
                    <a:pt x="6479159" y="1014336"/>
                  </a:lnTo>
                  <a:lnTo>
                    <a:pt x="6479819" y="1020386"/>
                  </a:lnTo>
                  <a:lnTo>
                    <a:pt x="6480480" y="1013492"/>
                  </a:lnTo>
                  <a:lnTo>
                    <a:pt x="6481141" y="1000422"/>
                  </a:lnTo>
                  <a:lnTo>
                    <a:pt x="6481801" y="1000422"/>
                  </a:lnTo>
                  <a:lnTo>
                    <a:pt x="6482462" y="1013492"/>
                  </a:lnTo>
                  <a:lnTo>
                    <a:pt x="6483122" y="1005488"/>
                  </a:lnTo>
                  <a:lnTo>
                    <a:pt x="6483783" y="989459"/>
                  </a:lnTo>
                  <a:lnTo>
                    <a:pt x="6484443" y="1000422"/>
                  </a:lnTo>
                  <a:lnTo>
                    <a:pt x="6485104" y="1012164"/>
                  </a:lnTo>
                  <a:lnTo>
                    <a:pt x="6485764" y="1003417"/>
                  </a:lnTo>
                  <a:lnTo>
                    <a:pt x="6486425" y="1000422"/>
                  </a:lnTo>
                  <a:lnTo>
                    <a:pt x="6487085" y="1021413"/>
                  </a:lnTo>
                  <a:lnTo>
                    <a:pt x="6487746" y="1024616"/>
                  </a:lnTo>
                  <a:lnTo>
                    <a:pt x="6488406" y="1025047"/>
                  </a:lnTo>
                  <a:lnTo>
                    <a:pt x="6489067" y="1028853"/>
                  </a:lnTo>
                  <a:lnTo>
                    <a:pt x="6489727" y="1000422"/>
                  </a:lnTo>
                  <a:lnTo>
                    <a:pt x="6490388" y="1003417"/>
                  </a:lnTo>
                  <a:lnTo>
                    <a:pt x="6491049" y="1019813"/>
                  </a:lnTo>
                  <a:lnTo>
                    <a:pt x="6491709" y="1011681"/>
                  </a:lnTo>
                  <a:lnTo>
                    <a:pt x="6492370" y="1016867"/>
                  </a:lnTo>
                  <a:lnTo>
                    <a:pt x="6493030" y="997697"/>
                  </a:lnTo>
                  <a:lnTo>
                    <a:pt x="6493691" y="1001881"/>
                  </a:lnTo>
                  <a:lnTo>
                    <a:pt x="6494351" y="1012800"/>
                  </a:lnTo>
                  <a:lnTo>
                    <a:pt x="6495012" y="1006048"/>
                  </a:lnTo>
                  <a:lnTo>
                    <a:pt x="6495672" y="1016280"/>
                  </a:lnTo>
                  <a:lnTo>
                    <a:pt x="6496333" y="997590"/>
                  </a:lnTo>
                  <a:lnTo>
                    <a:pt x="6496993" y="992417"/>
                  </a:lnTo>
                  <a:lnTo>
                    <a:pt x="6497654" y="1001881"/>
                  </a:lnTo>
                  <a:lnTo>
                    <a:pt x="6498314" y="1005204"/>
                  </a:lnTo>
                  <a:lnTo>
                    <a:pt x="6498975" y="1016280"/>
                  </a:lnTo>
                  <a:lnTo>
                    <a:pt x="6499635" y="1028140"/>
                  </a:lnTo>
                  <a:lnTo>
                    <a:pt x="6500296" y="1004360"/>
                  </a:lnTo>
                  <a:lnTo>
                    <a:pt x="6500956" y="992417"/>
                  </a:lnTo>
                  <a:lnTo>
                    <a:pt x="6501617" y="1012800"/>
                  </a:lnTo>
                  <a:lnTo>
                    <a:pt x="6502278" y="1005204"/>
                  </a:lnTo>
                  <a:lnTo>
                    <a:pt x="6502938" y="994570"/>
                  </a:lnTo>
                  <a:lnTo>
                    <a:pt x="6503599" y="994990"/>
                  </a:lnTo>
                  <a:lnTo>
                    <a:pt x="6504259" y="1000756"/>
                  </a:lnTo>
                  <a:lnTo>
                    <a:pt x="6504920" y="1010955"/>
                  </a:lnTo>
                  <a:lnTo>
                    <a:pt x="6505580" y="1012568"/>
                  </a:lnTo>
                  <a:lnTo>
                    <a:pt x="6506241" y="1020719"/>
                  </a:lnTo>
                  <a:lnTo>
                    <a:pt x="6506901" y="1003720"/>
                  </a:lnTo>
                  <a:lnTo>
                    <a:pt x="6507562" y="988815"/>
                  </a:lnTo>
                  <a:lnTo>
                    <a:pt x="6508222" y="996609"/>
                  </a:lnTo>
                  <a:lnTo>
                    <a:pt x="6508883" y="997905"/>
                  </a:lnTo>
                  <a:lnTo>
                    <a:pt x="6509543" y="1004441"/>
                  </a:lnTo>
                  <a:lnTo>
                    <a:pt x="6510204" y="1002696"/>
                  </a:lnTo>
                  <a:lnTo>
                    <a:pt x="6510864" y="994847"/>
                  </a:lnTo>
                  <a:lnTo>
                    <a:pt x="6511525" y="1012289"/>
                  </a:lnTo>
                  <a:lnTo>
                    <a:pt x="6512186" y="1007044"/>
                  </a:lnTo>
                  <a:lnTo>
                    <a:pt x="6512846" y="993595"/>
                  </a:lnTo>
                  <a:lnTo>
                    <a:pt x="6513507" y="1007809"/>
                  </a:lnTo>
                  <a:lnTo>
                    <a:pt x="6514167" y="999976"/>
                  </a:lnTo>
                  <a:lnTo>
                    <a:pt x="6514828" y="1001852"/>
                  </a:lnTo>
                  <a:lnTo>
                    <a:pt x="6515488" y="1012384"/>
                  </a:lnTo>
                  <a:lnTo>
                    <a:pt x="6516149" y="1014390"/>
                  </a:lnTo>
                  <a:lnTo>
                    <a:pt x="6516809" y="1020291"/>
                  </a:lnTo>
                  <a:lnTo>
                    <a:pt x="6517470" y="1012608"/>
                  </a:lnTo>
                  <a:lnTo>
                    <a:pt x="6518130" y="1006155"/>
                  </a:lnTo>
                  <a:lnTo>
                    <a:pt x="6518791" y="1007914"/>
                  </a:lnTo>
                  <a:lnTo>
                    <a:pt x="6519451" y="1006553"/>
                  </a:lnTo>
                  <a:lnTo>
                    <a:pt x="6520112" y="994028"/>
                  </a:lnTo>
                  <a:lnTo>
                    <a:pt x="6520772" y="1002682"/>
                  </a:lnTo>
                  <a:lnTo>
                    <a:pt x="6521433" y="1002653"/>
                  </a:lnTo>
                  <a:lnTo>
                    <a:pt x="6522094" y="986554"/>
                  </a:lnTo>
                  <a:lnTo>
                    <a:pt x="6522754" y="988509"/>
                  </a:lnTo>
                  <a:lnTo>
                    <a:pt x="6523415" y="990547"/>
                  </a:lnTo>
                  <a:lnTo>
                    <a:pt x="6524075" y="981970"/>
                  </a:lnTo>
                  <a:lnTo>
                    <a:pt x="6524736" y="938841"/>
                  </a:lnTo>
                  <a:lnTo>
                    <a:pt x="6525396" y="929397"/>
                  </a:lnTo>
                  <a:lnTo>
                    <a:pt x="6526057" y="965631"/>
                  </a:lnTo>
                  <a:lnTo>
                    <a:pt x="6526717" y="927146"/>
                  </a:lnTo>
                  <a:lnTo>
                    <a:pt x="6527378" y="887753"/>
                  </a:lnTo>
                  <a:lnTo>
                    <a:pt x="6528038" y="893098"/>
                  </a:lnTo>
                  <a:lnTo>
                    <a:pt x="6528699" y="886800"/>
                  </a:lnTo>
                  <a:lnTo>
                    <a:pt x="6529359" y="802814"/>
                  </a:lnTo>
                  <a:lnTo>
                    <a:pt x="6530020" y="792922"/>
                  </a:lnTo>
                  <a:lnTo>
                    <a:pt x="6530680" y="850867"/>
                  </a:lnTo>
                  <a:lnTo>
                    <a:pt x="6531341" y="872101"/>
                  </a:lnTo>
                  <a:lnTo>
                    <a:pt x="6532002" y="881652"/>
                  </a:lnTo>
                  <a:lnTo>
                    <a:pt x="6532662" y="887753"/>
                  </a:lnTo>
                  <a:lnTo>
                    <a:pt x="6533323" y="937914"/>
                  </a:lnTo>
                  <a:lnTo>
                    <a:pt x="6533983" y="977323"/>
                  </a:lnTo>
                  <a:lnTo>
                    <a:pt x="6534644" y="983285"/>
                  </a:lnTo>
                  <a:lnTo>
                    <a:pt x="6535304" y="977179"/>
                  </a:lnTo>
                  <a:lnTo>
                    <a:pt x="6535965" y="964445"/>
                  </a:lnTo>
                  <a:lnTo>
                    <a:pt x="6536625" y="985756"/>
                  </a:lnTo>
                  <a:lnTo>
                    <a:pt x="6537286" y="982608"/>
                  </a:lnTo>
                  <a:lnTo>
                    <a:pt x="6537946" y="984808"/>
                  </a:lnTo>
                  <a:lnTo>
                    <a:pt x="6538607" y="978303"/>
                  </a:lnTo>
                  <a:lnTo>
                    <a:pt x="6539267" y="990654"/>
                  </a:lnTo>
                  <a:lnTo>
                    <a:pt x="6539928" y="1011607"/>
                  </a:lnTo>
                  <a:lnTo>
                    <a:pt x="6540588" y="1007688"/>
                  </a:lnTo>
                  <a:lnTo>
                    <a:pt x="6541249" y="1006536"/>
                  </a:lnTo>
                  <a:lnTo>
                    <a:pt x="6541909" y="1001668"/>
                  </a:lnTo>
                  <a:lnTo>
                    <a:pt x="6542570" y="1005709"/>
                  </a:lnTo>
                  <a:lnTo>
                    <a:pt x="6543231" y="980996"/>
                  </a:lnTo>
                  <a:lnTo>
                    <a:pt x="6543891" y="981462"/>
                  </a:lnTo>
                  <a:lnTo>
                    <a:pt x="6544552" y="999607"/>
                  </a:lnTo>
                  <a:lnTo>
                    <a:pt x="6545212" y="989600"/>
                  </a:lnTo>
                  <a:lnTo>
                    <a:pt x="6545873" y="989489"/>
                  </a:lnTo>
                  <a:lnTo>
                    <a:pt x="6546533" y="993982"/>
                  </a:lnTo>
                  <a:lnTo>
                    <a:pt x="6547194" y="974538"/>
                  </a:lnTo>
                  <a:lnTo>
                    <a:pt x="6547854" y="954409"/>
                  </a:lnTo>
                  <a:lnTo>
                    <a:pt x="6548515" y="961806"/>
                  </a:lnTo>
                  <a:lnTo>
                    <a:pt x="6549175" y="972403"/>
                  </a:lnTo>
                  <a:lnTo>
                    <a:pt x="6549836" y="962778"/>
                  </a:lnTo>
                  <a:lnTo>
                    <a:pt x="6550496" y="962778"/>
                  </a:lnTo>
                  <a:lnTo>
                    <a:pt x="6551157" y="961913"/>
                  </a:lnTo>
                  <a:lnTo>
                    <a:pt x="6551817" y="943619"/>
                  </a:lnTo>
                  <a:lnTo>
                    <a:pt x="6552478" y="960921"/>
                  </a:lnTo>
                  <a:lnTo>
                    <a:pt x="6553139" y="993097"/>
                  </a:lnTo>
                  <a:lnTo>
                    <a:pt x="6553799" y="1016406"/>
                  </a:lnTo>
                  <a:lnTo>
                    <a:pt x="6554460" y="1030331"/>
                  </a:lnTo>
                  <a:lnTo>
                    <a:pt x="6555120" y="1006912"/>
                  </a:lnTo>
                  <a:lnTo>
                    <a:pt x="6555781" y="1011865"/>
                  </a:lnTo>
                  <a:lnTo>
                    <a:pt x="6556441" y="1003844"/>
                  </a:lnTo>
                  <a:lnTo>
                    <a:pt x="6557102" y="997075"/>
                  </a:lnTo>
                  <a:lnTo>
                    <a:pt x="6557762" y="999999"/>
                  </a:lnTo>
                  <a:lnTo>
                    <a:pt x="6558423" y="1010472"/>
                  </a:lnTo>
                  <a:lnTo>
                    <a:pt x="6559083" y="1000271"/>
                  </a:lnTo>
                  <a:lnTo>
                    <a:pt x="6559744" y="995823"/>
                  </a:lnTo>
                  <a:lnTo>
                    <a:pt x="6560404" y="1002151"/>
                  </a:lnTo>
                  <a:lnTo>
                    <a:pt x="6561065" y="980983"/>
                  </a:lnTo>
                  <a:lnTo>
                    <a:pt x="6561725" y="959665"/>
                  </a:lnTo>
                  <a:lnTo>
                    <a:pt x="6562386" y="956822"/>
                  </a:lnTo>
                  <a:lnTo>
                    <a:pt x="6563047" y="949741"/>
                  </a:lnTo>
                  <a:lnTo>
                    <a:pt x="6563707" y="954130"/>
                  </a:lnTo>
                  <a:lnTo>
                    <a:pt x="6564368" y="943109"/>
                  </a:lnTo>
                  <a:lnTo>
                    <a:pt x="6565028" y="956333"/>
                  </a:lnTo>
                  <a:lnTo>
                    <a:pt x="6565689" y="983234"/>
                  </a:lnTo>
                  <a:lnTo>
                    <a:pt x="6566349" y="986358"/>
                  </a:lnTo>
                  <a:lnTo>
                    <a:pt x="6567010" y="981204"/>
                  </a:lnTo>
                  <a:lnTo>
                    <a:pt x="6567670" y="981204"/>
                  </a:lnTo>
                  <a:lnTo>
                    <a:pt x="6568331" y="964596"/>
                  </a:lnTo>
                  <a:lnTo>
                    <a:pt x="6568991" y="958305"/>
                  </a:lnTo>
                  <a:lnTo>
                    <a:pt x="6569652" y="950044"/>
                  </a:lnTo>
                  <a:lnTo>
                    <a:pt x="6570312" y="940222"/>
                  </a:lnTo>
                  <a:lnTo>
                    <a:pt x="6570973" y="972052"/>
                  </a:lnTo>
                  <a:lnTo>
                    <a:pt x="6571633" y="1016345"/>
                  </a:lnTo>
                  <a:lnTo>
                    <a:pt x="6572294" y="1029177"/>
                  </a:lnTo>
                  <a:lnTo>
                    <a:pt x="6572954" y="1005611"/>
                  </a:lnTo>
                  <a:lnTo>
                    <a:pt x="6573615" y="1025430"/>
                  </a:lnTo>
                  <a:lnTo>
                    <a:pt x="6574276" y="1004662"/>
                  </a:lnTo>
                  <a:lnTo>
                    <a:pt x="6574936" y="1009207"/>
                  </a:lnTo>
                  <a:lnTo>
                    <a:pt x="6575597" y="1015951"/>
                  </a:lnTo>
                  <a:lnTo>
                    <a:pt x="6576257" y="998677"/>
                  </a:lnTo>
                  <a:lnTo>
                    <a:pt x="6576918" y="965046"/>
                  </a:lnTo>
                  <a:lnTo>
                    <a:pt x="6577578" y="970223"/>
                  </a:lnTo>
                  <a:lnTo>
                    <a:pt x="6578239" y="984874"/>
                  </a:lnTo>
                  <a:lnTo>
                    <a:pt x="6578899" y="987939"/>
                  </a:lnTo>
                  <a:lnTo>
                    <a:pt x="6579560" y="987768"/>
                  </a:lnTo>
                  <a:lnTo>
                    <a:pt x="6580220" y="989236"/>
                  </a:lnTo>
                  <a:lnTo>
                    <a:pt x="6580881" y="995553"/>
                  </a:lnTo>
                  <a:lnTo>
                    <a:pt x="6581541" y="1000054"/>
                  </a:lnTo>
                  <a:lnTo>
                    <a:pt x="6582202" y="970223"/>
                  </a:lnTo>
                  <a:lnTo>
                    <a:pt x="6582862" y="955909"/>
                  </a:lnTo>
                  <a:lnTo>
                    <a:pt x="6583523" y="955909"/>
                  </a:lnTo>
                  <a:lnTo>
                    <a:pt x="6584184" y="979137"/>
                  </a:lnTo>
                  <a:lnTo>
                    <a:pt x="6584844" y="979433"/>
                  </a:lnTo>
                  <a:lnTo>
                    <a:pt x="6585505" y="987509"/>
                  </a:lnTo>
                  <a:lnTo>
                    <a:pt x="6586165" y="996908"/>
                  </a:lnTo>
                  <a:lnTo>
                    <a:pt x="6586826" y="996483"/>
                  </a:lnTo>
                  <a:lnTo>
                    <a:pt x="6587486" y="962252"/>
                  </a:lnTo>
                  <a:lnTo>
                    <a:pt x="6588147" y="965096"/>
                  </a:lnTo>
                  <a:lnTo>
                    <a:pt x="6588807" y="993507"/>
                  </a:lnTo>
                  <a:lnTo>
                    <a:pt x="6589468" y="1001183"/>
                  </a:lnTo>
                  <a:lnTo>
                    <a:pt x="6590128" y="999780"/>
                  </a:lnTo>
                  <a:lnTo>
                    <a:pt x="6590789" y="984159"/>
                  </a:lnTo>
                  <a:lnTo>
                    <a:pt x="6591449" y="965062"/>
                  </a:lnTo>
                  <a:lnTo>
                    <a:pt x="6592110" y="967077"/>
                  </a:lnTo>
                  <a:lnTo>
                    <a:pt x="6592770" y="974006"/>
                  </a:lnTo>
                  <a:lnTo>
                    <a:pt x="6593431" y="979851"/>
                  </a:lnTo>
                  <a:lnTo>
                    <a:pt x="6594092" y="967063"/>
                  </a:lnTo>
                  <a:lnTo>
                    <a:pt x="6594752" y="989845"/>
                  </a:lnTo>
                  <a:lnTo>
                    <a:pt x="6595413" y="994136"/>
                  </a:lnTo>
                  <a:lnTo>
                    <a:pt x="6596073" y="979692"/>
                  </a:lnTo>
                  <a:lnTo>
                    <a:pt x="6596734" y="969698"/>
                  </a:lnTo>
                  <a:lnTo>
                    <a:pt x="6597394" y="971837"/>
                  </a:lnTo>
                  <a:lnTo>
                    <a:pt x="6598055" y="985410"/>
                  </a:lnTo>
                  <a:lnTo>
                    <a:pt x="6598715" y="991141"/>
                  </a:lnTo>
                  <a:lnTo>
                    <a:pt x="6599376" y="989674"/>
                  </a:lnTo>
                  <a:lnTo>
                    <a:pt x="6600036" y="986780"/>
                  </a:lnTo>
                  <a:lnTo>
                    <a:pt x="6600697" y="988334"/>
                  </a:lnTo>
                  <a:lnTo>
                    <a:pt x="6601357" y="993915"/>
                  </a:lnTo>
                  <a:lnTo>
                    <a:pt x="6602018" y="1000962"/>
                  </a:lnTo>
                  <a:lnTo>
                    <a:pt x="6602678" y="999117"/>
                  </a:lnTo>
                  <a:lnTo>
                    <a:pt x="6603339" y="989896"/>
                  </a:lnTo>
                  <a:lnTo>
                    <a:pt x="6604000" y="996422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269339" y="5211762"/>
              <a:ext cx="6605321" cy="0"/>
            </a:xfrm>
            <a:custGeom>
              <a:avLst/>
              <a:pathLst>
                <a:path w="6605321" h="0">
                  <a:moveTo>
                    <a:pt x="0" y="0"/>
                  </a:moveTo>
                  <a:lnTo>
                    <a:pt x="6605321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269339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920669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57200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22333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87466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929974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581304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32634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83964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535295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3000000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05839" y="3924428"/>
              <a:ext cx="0" cy="1055248"/>
            </a:xfrm>
            <a:custGeom>
              <a:avLst/>
              <a:pathLst>
                <a:path w="0" h="1055248">
                  <a:moveTo>
                    <a:pt x="0" y="105524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97967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462792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4399" y="427617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14399" y="392442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 rot="-5400000">
              <a:off x="681348" y="4923121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2353" y="4572376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1" name="tx40"/>
            <p:cNvSpPr/>
            <p:nvPr/>
          </p:nvSpPr>
          <p:spPr>
            <a:xfrm rot="-5400000">
              <a:off x="680269" y="4218543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680269" y="386679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3" name="pg42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chr19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7" name="pg46"/>
            <p:cNvSpPr/>
            <p:nvPr/>
          </p:nvSpPr>
          <p:spPr>
            <a:xfrm>
              <a:off x="1270000" y="4092023"/>
              <a:ext cx="6604000" cy="1063527"/>
            </a:xfrm>
            <a:custGeom>
              <a:avLst/>
              <a:pathLst>
                <a:path w="6604000" h="1063527">
                  <a:moveTo>
                    <a:pt x="0" y="653193"/>
                  </a:moveTo>
                  <a:lnTo>
                    <a:pt x="660" y="655011"/>
                  </a:lnTo>
                  <a:lnTo>
                    <a:pt x="1321" y="650746"/>
                  </a:lnTo>
                  <a:lnTo>
                    <a:pt x="1981" y="645290"/>
                  </a:lnTo>
                  <a:lnTo>
                    <a:pt x="2642" y="664079"/>
                  </a:lnTo>
                  <a:lnTo>
                    <a:pt x="3302" y="676875"/>
                  </a:lnTo>
                  <a:lnTo>
                    <a:pt x="3963" y="713119"/>
                  </a:lnTo>
                  <a:lnTo>
                    <a:pt x="4623" y="756438"/>
                  </a:lnTo>
                  <a:lnTo>
                    <a:pt x="5284" y="807617"/>
                  </a:lnTo>
                  <a:lnTo>
                    <a:pt x="5944" y="866349"/>
                  </a:lnTo>
                  <a:lnTo>
                    <a:pt x="6605" y="922684"/>
                  </a:lnTo>
                  <a:lnTo>
                    <a:pt x="7265" y="922679"/>
                  </a:lnTo>
                  <a:lnTo>
                    <a:pt x="7926" y="908669"/>
                  </a:lnTo>
                  <a:lnTo>
                    <a:pt x="8586" y="913628"/>
                  </a:lnTo>
                  <a:lnTo>
                    <a:pt x="9247" y="891202"/>
                  </a:lnTo>
                  <a:lnTo>
                    <a:pt x="9907" y="885330"/>
                  </a:lnTo>
                  <a:lnTo>
                    <a:pt x="10568" y="883299"/>
                  </a:lnTo>
                  <a:lnTo>
                    <a:pt x="11229" y="887414"/>
                  </a:lnTo>
                  <a:lnTo>
                    <a:pt x="11889" y="948729"/>
                  </a:lnTo>
                  <a:lnTo>
                    <a:pt x="12550" y="950194"/>
                  </a:lnTo>
                  <a:lnTo>
                    <a:pt x="13210" y="937690"/>
                  </a:lnTo>
                  <a:lnTo>
                    <a:pt x="13871" y="908703"/>
                  </a:lnTo>
                  <a:lnTo>
                    <a:pt x="14531" y="880578"/>
                  </a:lnTo>
                  <a:lnTo>
                    <a:pt x="15192" y="861817"/>
                  </a:lnTo>
                  <a:lnTo>
                    <a:pt x="15852" y="868321"/>
                  </a:lnTo>
                  <a:lnTo>
                    <a:pt x="16513" y="904253"/>
                  </a:lnTo>
                  <a:lnTo>
                    <a:pt x="17173" y="914382"/>
                  </a:lnTo>
                  <a:lnTo>
                    <a:pt x="17834" y="967301"/>
                  </a:lnTo>
                  <a:lnTo>
                    <a:pt x="18494" y="983282"/>
                  </a:lnTo>
                  <a:lnTo>
                    <a:pt x="19155" y="968973"/>
                  </a:lnTo>
                  <a:lnTo>
                    <a:pt x="19815" y="964319"/>
                  </a:lnTo>
                  <a:lnTo>
                    <a:pt x="20476" y="966080"/>
                  </a:lnTo>
                  <a:lnTo>
                    <a:pt x="21137" y="896693"/>
                  </a:lnTo>
                  <a:lnTo>
                    <a:pt x="21797" y="890960"/>
                  </a:lnTo>
                  <a:lnTo>
                    <a:pt x="22458" y="863687"/>
                  </a:lnTo>
                  <a:lnTo>
                    <a:pt x="23118" y="859050"/>
                  </a:lnTo>
                  <a:lnTo>
                    <a:pt x="23779" y="789822"/>
                  </a:lnTo>
                  <a:lnTo>
                    <a:pt x="24439" y="771434"/>
                  </a:lnTo>
                  <a:lnTo>
                    <a:pt x="25100" y="771608"/>
                  </a:lnTo>
                  <a:lnTo>
                    <a:pt x="25760" y="787408"/>
                  </a:lnTo>
                  <a:lnTo>
                    <a:pt x="26421" y="846562"/>
                  </a:lnTo>
                  <a:lnTo>
                    <a:pt x="27081" y="901582"/>
                  </a:lnTo>
                  <a:lnTo>
                    <a:pt x="27742" y="862316"/>
                  </a:lnTo>
                  <a:lnTo>
                    <a:pt x="28402" y="821652"/>
                  </a:lnTo>
                  <a:lnTo>
                    <a:pt x="29063" y="821652"/>
                  </a:lnTo>
                  <a:lnTo>
                    <a:pt x="29723" y="821652"/>
                  </a:lnTo>
                  <a:lnTo>
                    <a:pt x="30384" y="821866"/>
                  </a:lnTo>
                  <a:lnTo>
                    <a:pt x="31045" y="875396"/>
                  </a:lnTo>
                  <a:lnTo>
                    <a:pt x="31705" y="862531"/>
                  </a:lnTo>
                  <a:lnTo>
                    <a:pt x="32366" y="874995"/>
                  </a:lnTo>
                  <a:lnTo>
                    <a:pt x="33026" y="866264"/>
                  </a:lnTo>
                  <a:lnTo>
                    <a:pt x="33687" y="843711"/>
                  </a:lnTo>
                  <a:lnTo>
                    <a:pt x="34347" y="845164"/>
                  </a:lnTo>
                  <a:lnTo>
                    <a:pt x="35008" y="871932"/>
                  </a:lnTo>
                  <a:lnTo>
                    <a:pt x="35668" y="887265"/>
                  </a:lnTo>
                  <a:lnTo>
                    <a:pt x="36329" y="874571"/>
                  </a:lnTo>
                  <a:lnTo>
                    <a:pt x="36989" y="844989"/>
                  </a:lnTo>
                  <a:lnTo>
                    <a:pt x="37650" y="844989"/>
                  </a:lnTo>
                  <a:lnTo>
                    <a:pt x="38310" y="844801"/>
                  </a:lnTo>
                  <a:lnTo>
                    <a:pt x="38971" y="854661"/>
                  </a:lnTo>
                  <a:lnTo>
                    <a:pt x="39631" y="888806"/>
                  </a:lnTo>
                  <a:lnTo>
                    <a:pt x="40292" y="899634"/>
                  </a:lnTo>
                  <a:lnTo>
                    <a:pt x="40952" y="888806"/>
                  </a:lnTo>
                  <a:lnTo>
                    <a:pt x="41613" y="888806"/>
                  </a:lnTo>
                  <a:lnTo>
                    <a:pt x="42274" y="901896"/>
                  </a:lnTo>
                  <a:lnTo>
                    <a:pt x="42934" y="920754"/>
                  </a:lnTo>
                  <a:lnTo>
                    <a:pt x="43595" y="938994"/>
                  </a:lnTo>
                  <a:lnTo>
                    <a:pt x="44255" y="938994"/>
                  </a:lnTo>
                  <a:lnTo>
                    <a:pt x="44916" y="932735"/>
                  </a:lnTo>
                  <a:lnTo>
                    <a:pt x="45576" y="938828"/>
                  </a:lnTo>
                  <a:lnTo>
                    <a:pt x="46237" y="922821"/>
                  </a:lnTo>
                  <a:lnTo>
                    <a:pt x="46897" y="906113"/>
                  </a:lnTo>
                  <a:lnTo>
                    <a:pt x="47558" y="920824"/>
                  </a:lnTo>
                  <a:lnTo>
                    <a:pt x="48218" y="931652"/>
                  </a:lnTo>
                  <a:lnTo>
                    <a:pt x="48879" y="931652"/>
                  </a:lnTo>
                  <a:lnTo>
                    <a:pt x="49539" y="926164"/>
                  </a:lnTo>
                  <a:lnTo>
                    <a:pt x="50200" y="931652"/>
                  </a:lnTo>
                  <a:lnTo>
                    <a:pt x="50860" y="936485"/>
                  </a:lnTo>
                  <a:lnTo>
                    <a:pt x="51521" y="945230"/>
                  </a:lnTo>
                  <a:lnTo>
                    <a:pt x="52182" y="952501"/>
                  </a:lnTo>
                  <a:lnTo>
                    <a:pt x="52842" y="943226"/>
                  </a:lnTo>
                  <a:lnTo>
                    <a:pt x="53503" y="953100"/>
                  </a:lnTo>
                  <a:lnTo>
                    <a:pt x="54163" y="953573"/>
                  </a:lnTo>
                  <a:lnTo>
                    <a:pt x="54824" y="957536"/>
                  </a:lnTo>
                  <a:lnTo>
                    <a:pt x="55484" y="953083"/>
                  </a:lnTo>
                  <a:lnTo>
                    <a:pt x="56145" y="923835"/>
                  </a:lnTo>
                  <a:lnTo>
                    <a:pt x="56805" y="917145"/>
                  </a:lnTo>
                  <a:lnTo>
                    <a:pt x="57466" y="917145"/>
                  </a:lnTo>
                  <a:lnTo>
                    <a:pt x="58126" y="919746"/>
                  </a:lnTo>
                  <a:lnTo>
                    <a:pt x="58787" y="924198"/>
                  </a:lnTo>
                  <a:lnTo>
                    <a:pt x="59447" y="933446"/>
                  </a:lnTo>
                  <a:lnTo>
                    <a:pt x="60108" y="948415"/>
                  </a:lnTo>
                  <a:lnTo>
                    <a:pt x="60768" y="970251"/>
                  </a:lnTo>
                  <a:lnTo>
                    <a:pt x="61429" y="963071"/>
                  </a:lnTo>
                  <a:lnTo>
                    <a:pt x="62090" y="911336"/>
                  </a:lnTo>
                  <a:lnTo>
                    <a:pt x="62750" y="884844"/>
                  </a:lnTo>
                  <a:lnTo>
                    <a:pt x="63411" y="832074"/>
                  </a:lnTo>
                  <a:lnTo>
                    <a:pt x="64071" y="835258"/>
                  </a:lnTo>
                  <a:lnTo>
                    <a:pt x="64732" y="834758"/>
                  </a:lnTo>
                  <a:lnTo>
                    <a:pt x="65392" y="834758"/>
                  </a:lnTo>
                  <a:lnTo>
                    <a:pt x="66053" y="829665"/>
                  </a:lnTo>
                  <a:lnTo>
                    <a:pt x="66713" y="800298"/>
                  </a:lnTo>
                  <a:lnTo>
                    <a:pt x="67374" y="773858"/>
                  </a:lnTo>
                  <a:lnTo>
                    <a:pt x="68034" y="760559"/>
                  </a:lnTo>
                  <a:lnTo>
                    <a:pt x="68695" y="758975"/>
                  </a:lnTo>
                  <a:lnTo>
                    <a:pt x="69355" y="835235"/>
                  </a:lnTo>
                  <a:lnTo>
                    <a:pt x="70016" y="948160"/>
                  </a:lnTo>
                  <a:lnTo>
                    <a:pt x="70676" y="898302"/>
                  </a:lnTo>
                  <a:lnTo>
                    <a:pt x="71337" y="901382"/>
                  </a:lnTo>
                  <a:lnTo>
                    <a:pt x="71997" y="906384"/>
                  </a:lnTo>
                  <a:lnTo>
                    <a:pt x="72658" y="932421"/>
                  </a:lnTo>
                  <a:lnTo>
                    <a:pt x="73319" y="941337"/>
                  </a:lnTo>
                  <a:lnTo>
                    <a:pt x="73979" y="1001213"/>
                  </a:lnTo>
                  <a:lnTo>
                    <a:pt x="74640" y="1033082"/>
                  </a:lnTo>
                  <a:lnTo>
                    <a:pt x="75300" y="1022381"/>
                  </a:lnTo>
                  <a:lnTo>
                    <a:pt x="75961" y="978815"/>
                  </a:lnTo>
                  <a:lnTo>
                    <a:pt x="76621" y="964603"/>
                  </a:lnTo>
                  <a:lnTo>
                    <a:pt x="77282" y="1001930"/>
                  </a:lnTo>
                  <a:lnTo>
                    <a:pt x="77942" y="1014454"/>
                  </a:lnTo>
                  <a:lnTo>
                    <a:pt x="78603" y="1023571"/>
                  </a:lnTo>
                  <a:lnTo>
                    <a:pt x="79263" y="1027056"/>
                  </a:lnTo>
                  <a:lnTo>
                    <a:pt x="79924" y="1011031"/>
                  </a:lnTo>
                  <a:lnTo>
                    <a:pt x="80584" y="993076"/>
                  </a:lnTo>
                  <a:lnTo>
                    <a:pt x="81245" y="988052"/>
                  </a:lnTo>
                  <a:lnTo>
                    <a:pt x="81905" y="998882"/>
                  </a:lnTo>
                  <a:lnTo>
                    <a:pt x="82566" y="963143"/>
                  </a:lnTo>
                  <a:lnTo>
                    <a:pt x="83227" y="941099"/>
                  </a:lnTo>
                  <a:lnTo>
                    <a:pt x="83887" y="954844"/>
                  </a:lnTo>
                  <a:lnTo>
                    <a:pt x="84548" y="952098"/>
                  </a:lnTo>
                  <a:lnTo>
                    <a:pt x="85208" y="907593"/>
                  </a:lnTo>
                  <a:lnTo>
                    <a:pt x="85869" y="860499"/>
                  </a:lnTo>
                  <a:lnTo>
                    <a:pt x="86529" y="811623"/>
                  </a:lnTo>
                  <a:lnTo>
                    <a:pt x="87190" y="804959"/>
                  </a:lnTo>
                  <a:lnTo>
                    <a:pt x="87850" y="813728"/>
                  </a:lnTo>
                  <a:lnTo>
                    <a:pt x="88511" y="875405"/>
                  </a:lnTo>
                  <a:lnTo>
                    <a:pt x="89171" y="884387"/>
                  </a:lnTo>
                  <a:lnTo>
                    <a:pt x="89832" y="913825"/>
                  </a:lnTo>
                  <a:lnTo>
                    <a:pt x="90492" y="853082"/>
                  </a:lnTo>
                  <a:lnTo>
                    <a:pt x="91153" y="849620"/>
                  </a:lnTo>
                  <a:lnTo>
                    <a:pt x="91813" y="849620"/>
                  </a:lnTo>
                  <a:lnTo>
                    <a:pt x="92474" y="830258"/>
                  </a:lnTo>
                  <a:lnTo>
                    <a:pt x="93135" y="840963"/>
                  </a:lnTo>
                  <a:lnTo>
                    <a:pt x="93795" y="844768"/>
                  </a:lnTo>
                  <a:lnTo>
                    <a:pt x="94456" y="882618"/>
                  </a:lnTo>
                  <a:lnTo>
                    <a:pt x="95116" y="919866"/>
                  </a:lnTo>
                  <a:lnTo>
                    <a:pt x="95777" y="935035"/>
                  </a:lnTo>
                  <a:lnTo>
                    <a:pt x="96437" y="946855"/>
                  </a:lnTo>
                  <a:lnTo>
                    <a:pt x="97098" y="960082"/>
                  </a:lnTo>
                  <a:lnTo>
                    <a:pt x="97758" y="956345"/>
                  </a:lnTo>
                  <a:lnTo>
                    <a:pt x="98419" y="930530"/>
                  </a:lnTo>
                  <a:lnTo>
                    <a:pt x="99079" y="937129"/>
                  </a:lnTo>
                  <a:lnTo>
                    <a:pt x="99740" y="960892"/>
                  </a:lnTo>
                  <a:lnTo>
                    <a:pt x="100400" y="968804"/>
                  </a:lnTo>
                  <a:lnTo>
                    <a:pt x="101061" y="942035"/>
                  </a:lnTo>
                  <a:lnTo>
                    <a:pt x="101721" y="954952"/>
                  </a:lnTo>
                  <a:lnTo>
                    <a:pt x="102382" y="981827"/>
                  </a:lnTo>
                  <a:lnTo>
                    <a:pt x="103043" y="1001801"/>
                  </a:lnTo>
                  <a:lnTo>
                    <a:pt x="103703" y="1000957"/>
                  </a:lnTo>
                  <a:lnTo>
                    <a:pt x="104364" y="986993"/>
                  </a:lnTo>
                  <a:lnTo>
                    <a:pt x="105024" y="992137"/>
                  </a:lnTo>
                  <a:lnTo>
                    <a:pt x="105685" y="982471"/>
                  </a:lnTo>
                  <a:lnTo>
                    <a:pt x="106345" y="967683"/>
                  </a:lnTo>
                  <a:lnTo>
                    <a:pt x="107006" y="982282"/>
                  </a:lnTo>
                  <a:lnTo>
                    <a:pt x="107666" y="990948"/>
                  </a:lnTo>
                  <a:lnTo>
                    <a:pt x="108327" y="992293"/>
                  </a:lnTo>
                  <a:lnTo>
                    <a:pt x="108987" y="999549"/>
                  </a:lnTo>
                  <a:lnTo>
                    <a:pt x="109648" y="997834"/>
                  </a:lnTo>
                  <a:lnTo>
                    <a:pt x="110308" y="947625"/>
                  </a:lnTo>
                  <a:lnTo>
                    <a:pt x="110969" y="898934"/>
                  </a:lnTo>
                  <a:lnTo>
                    <a:pt x="111629" y="904761"/>
                  </a:lnTo>
                  <a:lnTo>
                    <a:pt x="112290" y="898202"/>
                  </a:lnTo>
                  <a:lnTo>
                    <a:pt x="112950" y="898367"/>
                  </a:lnTo>
                  <a:lnTo>
                    <a:pt x="113611" y="898367"/>
                  </a:lnTo>
                  <a:lnTo>
                    <a:pt x="114272" y="889986"/>
                  </a:lnTo>
                  <a:lnTo>
                    <a:pt x="114932" y="920815"/>
                  </a:lnTo>
                  <a:lnTo>
                    <a:pt x="115593" y="958712"/>
                  </a:lnTo>
                  <a:lnTo>
                    <a:pt x="116253" y="949578"/>
                  </a:lnTo>
                  <a:lnTo>
                    <a:pt x="116914" y="959864"/>
                  </a:lnTo>
                  <a:lnTo>
                    <a:pt x="117574" y="961463"/>
                  </a:lnTo>
                  <a:lnTo>
                    <a:pt x="118235" y="934668"/>
                  </a:lnTo>
                  <a:lnTo>
                    <a:pt x="118895" y="934204"/>
                  </a:lnTo>
                  <a:lnTo>
                    <a:pt x="119556" y="943179"/>
                  </a:lnTo>
                  <a:lnTo>
                    <a:pt x="120216" y="939782"/>
                  </a:lnTo>
                  <a:lnTo>
                    <a:pt x="120877" y="965851"/>
                  </a:lnTo>
                  <a:lnTo>
                    <a:pt x="121537" y="947238"/>
                  </a:lnTo>
                  <a:lnTo>
                    <a:pt x="122198" y="939703"/>
                  </a:lnTo>
                  <a:lnTo>
                    <a:pt x="122858" y="921515"/>
                  </a:lnTo>
                  <a:lnTo>
                    <a:pt x="123519" y="921716"/>
                  </a:lnTo>
                  <a:lnTo>
                    <a:pt x="124180" y="928319"/>
                  </a:lnTo>
                  <a:lnTo>
                    <a:pt x="124840" y="906404"/>
                  </a:lnTo>
                  <a:lnTo>
                    <a:pt x="125501" y="890668"/>
                  </a:lnTo>
                  <a:lnTo>
                    <a:pt x="126161" y="874898"/>
                  </a:lnTo>
                  <a:lnTo>
                    <a:pt x="126822" y="879817"/>
                  </a:lnTo>
                  <a:lnTo>
                    <a:pt x="127482" y="865761"/>
                  </a:lnTo>
                  <a:lnTo>
                    <a:pt x="128143" y="824870"/>
                  </a:lnTo>
                  <a:lnTo>
                    <a:pt x="128803" y="815273"/>
                  </a:lnTo>
                  <a:lnTo>
                    <a:pt x="129464" y="770170"/>
                  </a:lnTo>
                  <a:lnTo>
                    <a:pt x="130124" y="761937"/>
                  </a:lnTo>
                  <a:lnTo>
                    <a:pt x="130785" y="751358"/>
                  </a:lnTo>
                  <a:lnTo>
                    <a:pt x="131445" y="749234"/>
                  </a:lnTo>
                  <a:lnTo>
                    <a:pt x="132106" y="778692"/>
                  </a:lnTo>
                  <a:lnTo>
                    <a:pt x="132766" y="780898"/>
                  </a:lnTo>
                  <a:lnTo>
                    <a:pt x="133427" y="814033"/>
                  </a:lnTo>
                  <a:lnTo>
                    <a:pt x="134088" y="815916"/>
                  </a:lnTo>
                  <a:lnTo>
                    <a:pt x="134748" y="848292"/>
                  </a:lnTo>
                  <a:lnTo>
                    <a:pt x="135409" y="840234"/>
                  </a:lnTo>
                  <a:lnTo>
                    <a:pt x="136069" y="847133"/>
                  </a:lnTo>
                  <a:lnTo>
                    <a:pt x="136730" y="863115"/>
                  </a:lnTo>
                  <a:lnTo>
                    <a:pt x="137390" y="860489"/>
                  </a:lnTo>
                  <a:lnTo>
                    <a:pt x="138051" y="871430"/>
                  </a:lnTo>
                  <a:lnTo>
                    <a:pt x="138711" y="889395"/>
                  </a:lnTo>
                  <a:lnTo>
                    <a:pt x="139372" y="922919"/>
                  </a:lnTo>
                  <a:lnTo>
                    <a:pt x="140032" y="922534"/>
                  </a:lnTo>
                  <a:lnTo>
                    <a:pt x="140693" y="917385"/>
                  </a:lnTo>
                  <a:lnTo>
                    <a:pt x="141353" y="916061"/>
                  </a:lnTo>
                  <a:lnTo>
                    <a:pt x="142014" y="907965"/>
                  </a:lnTo>
                  <a:lnTo>
                    <a:pt x="142674" y="917415"/>
                  </a:lnTo>
                  <a:lnTo>
                    <a:pt x="143335" y="919180"/>
                  </a:lnTo>
                  <a:lnTo>
                    <a:pt x="143995" y="929920"/>
                  </a:lnTo>
                  <a:lnTo>
                    <a:pt x="144656" y="960489"/>
                  </a:lnTo>
                  <a:lnTo>
                    <a:pt x="145317" y="972349"/>
                  </a:lnTo>
                  <a:lnTo>
                    <a:pt x="145977" y="927840"/>
                  </a:lnTo>
                  <a:lnTo>
                    <a:pt x="146638" y="875638"/>
                  </a:lnTo>
                  <a:lnTo>
                    <a:pt x="147298" y="875638"/>
                  </a:lnTo>
                  <a:lnTo>
                    <a:pt x="147959" y="872095"/>
                  </a:lnTo>
                  <a:lnTo>
                    <a:pt x="148619" y="885330"/>
                  </a:lnTo>
                  <a:lnTo>
                    <a:pt x="149280" y="906702"/>
                  </a:lnTo>
                  <a:lnTo>
                    <a:pt x="149940" y="913639"/>
                  </a:lnTo>
                  <a:lnTo>
                    <a:pt x="150601" y="908767"/>
                  </a:lnTo>
                  <a:lnTo>
                    <a:pt x="151261" y="894126"/>
                  </a:lnTo>
                  <a:lnTo>
                    <a:pt x="151922" y="846011"/>
                  </a:lnTo>
                  <a:lnTo>
                    <a:pt x="152582" y="846011"/>
                  </a:lnTo>
                  <a:lnTo>
                    <a:pt x="153243" y="846011"/>
                  </a:lnTo>
                  <a:lnTo>
                    <a:pt x="153903" y="795472"/>
                  </a:lnTo>
                  <a:lnTo>
                    <a:pt x="154564" y="795472"/>
                  </a:lnTo>
                  <a:lnTo>
                    <a:pt x="155225" y="798566"/>
                  </a:lnTo>
                  <a:lnTo>
                    <a:pt x="155885" y="800518"/>
                  </a:lnTo>
                  <a:lnTo>
                    <a:pt x="156546" y="801318"/>
                  </a:lnTo>
                  <a:lnTo>
                    <a:pt x="157206" y="892265"/>
                  </a:lnTo>
                  <a:lnTo>
                    <a:pt x="157867" y="906324"/>
                  </a:lnTo>
                  <a:lnTo>
                    <a:pt x="158527" y="925836"/>
                  </a:lnTo>
                  <a:lnTo>
                    <a:pt x="159188" y="931008"/>
                  </a:lnTo>
                  <a:lnTo>
                    <a:pt x="159848" y="940097"/>
                  </a:lnTo>
                  <a:lnTo>
                    <a:pt x="160509" y="903117"/>
                  </a:lnTo>
                  <a:lnTo>
                    <a:pt x="161169" y="896113"/>
                  </a:lnTo>
                  <a:lnTo>
                    <a:pt x="161830" y="889119"/>
                  </a:lnTo>
                  <a:lnTo>
                    <a:pt x="162490" y="890691"/>
                  </a:lnTo>
                  <a:lnTo>
                    <a:pt x="163151" y="894521"/>
                  </a:lnTo>
                  <a:lnTo>
                    <a:pt x="163811" y="889911"/>
                  </a:lnTo>
                  <a:lnTo>
                    <a:pt x="164472" y="948394"/>
                  </a:lnTo>
                  <a:lnTo>
                    <a:pt x="165133" y="989759"/>
                  </a:lnTo>
                  <a:lnTo>
                    <a:pt x="165793" y="996707"/>
                  </a:lnTo>
                  <a:lnTo>
                    <a:pt x="166454" y="1010791"/>
                  </a:lnTo>
                  <a:lnTo>
                    <a:pt x="167114" y="995652"/>
                  </a:lnTo>
                  <a:lnTo>
                    <a:pt x="167775" y="932283"/>
                  </a:lnTo>
                  <a:lnTo>
                    <a:pt x="168435" y="932283"/>
                  </a:lnTo>
                  <a:lnTo>
                    <a:pt x="169096" y="946279"/>
                  </a:lnTo>
                  <a:lnTo>
                    <a:pt x="169756" y="966710"/>
                  </a:lnTo>
                  <a:lnTo>
                    <a:pt x="170417" y="945440"/>
                  </a:lnTo>
                  <a:lnTo>
                    <a:pt x="171077" y="918377"/>
                  </a:lnTo>
                  <a:lnTo>
                    <a:pt x="171738" y="932665"/>
                  </a:lnTo>
                  <a:lnTo>
                    <a:pt x="172398" y="936316"/>
                  </a:lnTo>
                  <a:lnTo>
                    <a:pt x="173059" y="954803"/>
                  </a:lnTo>
                  <a:lnTo>
                    <a:pt x="173719" y="985726"/>
                  </a:lnTo>
                  <a:lnTo>
                    <a:pt x="174380" y="986320"/>
                  </a:lnTo>
                  <a:lnTo>
                    <a:pt x="175041" y="934500"/>
                  </a:lnTo>
                  <a:lnTo>
                    <a:pt x="175701" y="934500"/>
                  </a:lnTo>
                  <a:lnTo>
                    <a:pt x="176362" y="947894"/>
                  </a:lnTo>
                  <a:lnTo>
                    <a:pt x="177022" y="942674"/>
                  </a:lnTo>
                  <a:lnTo>
                    <a:pt x="177683" y="929605"/>
                  </a:lnTo>
                  <a:lnTo>
                    <a:pt x="178343" y="925536"/>
                  </a:lnTo>
                  <a:lnTo>
                    <a:pt x="179004" y="943638"/>
                  </a:lnTo>
                  <a:lnTo>
                    <a:pt x="179664" y="933986"/>
                  </a:lnTo>
                  <a:lnTo>
                    <a:pt x="180325" y="932713"/>
                  </a:lnTo>
                  <a:lnTo>
                    <a:pt x="180985" y="947799"/>
                  </a:lnTo>
                  <a:lnTo>
                    <a:pt x="181646" y="954121"/>
                  </a:lnTo>
                  <a:lnTo>
                    <a:pt x="182306" y="982478"/>
                  </a:lnTo>
                  <a:lnTo>
                    <a:pt x="182967" y="986750"/>
                  </a:lnTo>
                  <a:lnTo>
                    <a:pt x="183627" y="954430"/>
                  </a:lnTo>
                  <a:lnTo>
                    <a:pt x="184288" y="944908"/>
                  </a:lnTo>
                  <a:lnTo>
                    <a:pt x="184948" y="953127"/>
                  </a:lnTo>
                  <a:lnTo>
                    <a:pt x="185609" y="954451"/>
                  </a:lnTo>
                  <a:lnTo>
                    <a:pt x="186270" y="967732"/>
                  </a:lnTo>
                  <a:lnTo>
                    <a:pt x="186930" y="960276"/>
                  </a:lnTo>
                  <a:lnTo>
                    <a:pt x="187591" y="958641"/>
                  </a:lnTo>
                  <a:lnTo>
                    <a:pt x="188251" y="972582"/>
                  </a:lnTo>
                  <a:lnTo>
                    <a:pt x="188912" y="986972"/>
                  </a:lnTo>
                  <a:lnTo>
                    <a:pt x="189572" y="1019746"/>
                  </a:lnTo>
                  <a:lnTo>
                    <a:pt x="190233" y="1003035"/>
                  </a:lnTo>
                  <a:lnTo>
                    <a:pt x="190893" y="967612"/>
                  </a:lnTo>
                  <a:lnTo>
                    <a:pt x="191554" y="976278"/>
                  </a:lnTo>
                  <a:lnTo>
                    <a:pt x="192214" y="985820"/>
                  </a:lnTo>
                  <a:lnTo>
                    <a:pt x="192875" y="963170"/>
                  </a:lnTo>
                  <a:lnTo>
                    <a:pt x="193535" y="946308"/>
                  </a:lnTo>
                  <a:lnTo>
                    <a:pt x="194196" y="975691"/>
                  </a:lnTo>
                  <a:lnTo>
                    <a:pt x="194856" y="1016787"/>
                  </a:lnTo>
                  <a:lnTo>
                    <a:pt x="195517" y="980007"/>
                  </a:lnTo>
                  <a:lnTo>
                    <a:pt x="196178" y="979336"/>
                  </a:lnTo>
                  <a:lnTo>
                    <a:pt x="196838" y="1021797"/>
                  </a:lnTo>
                  <a:lnTo>
                    <a:pt x="197499" y="1030046"/>
                  </a:lnTo>
                  <a:lnTo>
                    <a:pt x="198159" y="1005996"/>
                  </a:lnTo>
                  <a:lnTo>
                    <a:pt x="198820" y="983169"/>
                  </a:lnTo>
                  <a:lnTo>
                    <a:pt x="199480" y="981701"/>
                  </a:lnTo>
                  <a:lnTo>
                    <a:pt x="200141" y="969423"/>
                  </a:lnTo>
                  <a:lnTo>
                    <a:pt x="200801" y="965751"/>
                  </a:lnTo>
                  <a:lnTo>
                    <a:pt x="201462" y="965121"/>
                  </a:lnTo>
                  <a:lnTo>
                    <a:pt x="202122" y="977069"/>
                  </a:lnTo>
                  <a:lnTo>
                    <a:pt x="202783" y="959336"/>
                  </a:lnTo>
                  <a:lnTo>
                    <a:pt x="203443" y="931045"/>
                  </a:lnTo>
                  <a:lnTo>
                    <a:pt x="204104" y="920936"/>
                  </a:lnTo>
                  <a:lnTo>
                    <a:pt x="204764" y="916106"/>
                  </a:lnTo>
                  <a:lnTo>
                    <a:pt x="205425" y="915166"/>
                  </a:lnTo>
                  <a:lnTo>
                    <a:pt x="206086" y="899782"/>
                  </a:lnTo>
                  <a:lnTo>
                    <a:pt x="206746" y="898115"/>
                  </a:lnTo>
                  <a:lnTo>
                    <a:pt x="207407" y="910308"/>
                  </a:lnTo>
                  <a:lnTo>
                    <a:pt x="208067" y="917860"/>
                  </a:lnTo>
                  <a:lnTo>
                    <a:pt x="208728" y="880674"/>
                  </a:lnTo>
                  <a:lnTo>
                    <a:pt x="209388" y="857424"/>
                  </a:lnTo>
                  <a:lnTo>
                    <a:pt x="210049" y="861468"/>
                  </a:lnTo>
                  <a:lnTo>
                    <a:pt x="210709" y="850225"/>
                  </a:lnTo>
                  <a:lnTo>
                    <a:pt x="211370" y="868756"/>
                  </a:lnTo>
                  <a:lnTo>
                    <a:pt x="212030" y="850749"/>
                  </a:lnTo>
                  <a:lnTo>
                    <a:pt x="212691" y="866055"/>
                  </a:lnTo>
                  <a:lnTo>
                    <a:pt x="213351" y="814260"/>
                  </a:lnTo>
                  <a:lnTo>
                    <a:pt x="214012" y="788786"/>
                  </a:lnTo>
                  <a:lnTo>
                    <a:pt x="214672" y="811978"/>
                  </a:lnTo>
                  <a:lnTo>
                    <a:pt x="215333" y="808877"/>
                  </a:lnTo>
                  <a:lnTo>
                    <a:pt x="215993" y="809684"/>
                  </a:lnTo>
                  <a:lnTo>
                    <a:pt x="216654" y="814737"/>
                  </a:lnTo>
                  <a:lnTo>
                    <a:pt x="217315" y="820003"/>
                  </a:lnTo>
                  <a:lnTo>
                    <a:pt x="217975" y="833766"/>
                  </a:lnTo>
                  <a:lnTo>
                    <a:pt x="218636" y="821505"/>
                  </a:lnTo>
                  <a:lnTo>
                    <a:pt x="219296" y="822386"/>
                  </a:lnTo>
                  <a:lnTo>
                    <a:pt x="219957" y="785618"/>
                  </a:lnTo>
                  <a:lnTo>
                    <a:pt x="220617" y="771501"/>
                  </a:lnTo>
                  <a:lnTo>
                    <a:pt x="221278" y="771501"/>
                  </a:lnTo>
                  <a:lnTo>
                    <a:pt x="221938" y="775630"/>
                  </a:lnTo>
                  <a:lnTo>
                    <a:pt x="222599" y="790794"/>
                  </a:lnTo>
                  <a:lnTo>
                    <a:pt x="223259" y="831761"/>
                  </a:lnTo>
                  <a:lnTo>
                    <a:pt x="223920" y="831038"/>
                  </a:lnTo>
                  <a:lnTo>
                    <a:pt x="224580" y="824554"/>
                  </a:lnTo>
                  <a:lnTo>
                    <a:pt x="225241" y="785370"/>
                  </a:lnTo>
                  <a:lnTo>
                    <a:pt x="225901" y="823605"/>
                  </a:lnTo>
                  <a:lnTo>
                    <a:pt x="226562" y="875674"/>
                  </a:lnTo>
                  <a:lnTo>
                    <a:pt x="227223" y="891220"/>
                  </a:lnTo>
                  <a:lnTo>
                    <a:pt x="227883" y="873399"/>
                  </a:lnTo>
                  <a:lnTo>
                    <a:pt x="228544" y="859579"/>
                  </a:lnTo>
                  <a:lnTo>
                    <a:pt x="229204" y="874509"/>
                  </a:lnTo>
                  <a:lnTo>
                    <a:pt x="229865" y="919746"/>
                  </a:lnTo>
                  <a:lnTo>
                    <a:pt x="230525" y="933521"/>
                  </a:lnTo>
                  <a:lnTo>
                    <a:pt x="231186" y="937991"/>
                  </a:lnTo>
                  <a:lnTo>
                    <a:pt x="231846" y="928091"/>
                  </a:lnTo>
                  <a:lnTo>
                    <a:pt x="232507" y="889899"/>
                  </a:lnTo>
                  <a:lnTo>
                    <a:pt x="233167" y="839675"/>
                  </a:lnTo>
                  <a:lnTo>
                    <a:pt x="233828" y="802080"/>
                  </a:lnTo>
                  <a:lnTo>
                    <a:pt x="234488" y="802739"/>
                  </a:lnTo>
                  <a:lnTo>
                    <a:pt x="235149" y="800520"/>
                  </a:lnTo>
                  <a:lnTo>
                    <a:pt x="235809" y="799860"/>
                  </a:lnTo>
                  <a:lnTo>
                    <a:pt x="236470" y="881457"/>
                  </a:lnTo>
                  <a:lnTo>
                    <a:pt x="237131" y="926433"/>
                  </a:lnTo>
                  <a:lnTo>
                    <a:pt x="237791" y="931849"/>
                  </a:lnTo>
                  <a:lnTo>
                    <a:pt x="238452" y="930161"/>
                  </a:lnTo>
                  <a:lnTo>
                    <a:pt x="239112" y="895362"/>
                  </a:lnTo>
                  <a:lnTo>
                    <a:pt x="239773" y="877614"/>
                  </a:lnTo>
                  <a:lnTo>
                    <a:pt x="240433" y="870800"/>
                  </a:lnTo>
                  <a:lnTo>
                    <a:pt x="241094" y="876589"/>
                  </a:lnTo>
                  <a:lnTo>
                    <a:pt x="241754" y="893481"/>
                  </a:lnTo>
                  <a:lnTo>
                    <a:pt x="242415" y="889595"/>
                  </a:lnTo>
                  <a:lnTo>
                    <a:pt x="243075" y="881326"/>
                  </a:lnTo>
                  <a:lnTo>
                    <a:pt x="243736" y="879727"/>
                  </a:lnTo>
                  <a:lnTo>
                    <a:pt x="244396" y="895187"/>
                  </a:lnTo>
                  <a:lnTo>
                    <a:pt x="245057" y="893148"/>
                  </a:lnTo>
                  <a:lnTo>
                    <a:pt x="245717" y="887062"/>
                  </a:lnTo>
                  <a:lnTo>
                    <a:pt x="246378" y="860383"/>
                  </a:lnTo>
                  <a:lnTo>
                    <a:pt x="247039" y="882663"/>
                  </a:lnTo>
                  <a:lnTo>
                    <a:pt x="247699" y="962234"/>
                  </a:lnTo>
                  <a:lnTo>
                    <a:pt x="248360" y="964807"/>
                  </a:lnTo>
                  <a:lnTo>
                    <a:pt x="249020" y="988605"/>
                  </a:lnTo>
                  <a:lnTo>
                    <a:pt x="249681" y="995489"/>
                  </a:lnTo>
                  <a:lnTo>
                    <a:pt x="250341" y="979456"/>
                  </a:lnTo>
                  <a:lnTo>
                    <a:pt x="251002" y="1017255"/>
                  </a:lnTo>
                  <a:lnTo>
                    <a:pt x="251662" y="1022763"/>
                  </a:lnTo>
                  <a:lnTo>
                    <a:pt x="252323" y="1004180"/>
                  </a:lnTo>
                  <a:lnTo>
                    <a:pt x="252983" y="989813"/>
                  </a:lnTo>
                  <a:lnTo>
                    <a:pt x="253644" y="957976"/>
                  </a:lnTo>
                  <a:lnTo>
                    <a:pt x="254304" y="961603"/>
                  </a:lnTo>
                  <a:lnTo>
                    <a:pt x="254965" y="979238"/>
                  </a:lnTo>
                  <a:lnTo>
                    <a:pt x="255625" y="960049"/>
                  </a:lnTo>
                  <a:lnTo>
                    <a:pt x="256286" y="943805"/>
                  </a:lnTo>
                  <a:lnTo>
                    <a:pt x="256946" y="967540"/>
                  </a:lnTo>
                  <a:lnTo>
                    <a:pt x="257607" y="973015"/>
                  </a:lnTo>
                  <a:lnTo>
                    <a:pt x="258268" y="981722"/>
                  </a:lnTo>
                  <a:lnTo>
                    <a:pt x="258928" y="978845"/>
                  </a:lnTo>
                  <a:lnTo>
                    <a:pt x="259589" y="972323"/>
                  </a:lnTo>
                  <a:lnTo>
                    <a:pt x="260249" y="970120"/>
                  </a:lnTo>
                  <a:lnTo>
                    <a:pt x="260910" y="977064"/>
                  </a:lnTo>
                  <a:lnTo>
                    <a:pt x="261570" y="963054"/>
                  </a:lnTo>
                  <a:lnTo>
                    <a:pt x="262231" y="885221"/>
                  </a:lnTo>
                  <a:lnTo>
                    <a:pt x="262891" y="875361"/>
                  </a:lnTo>
                  <a:lnTo>
                    <a:pt x="263552" y="885178"/>
                  </a:lnTo>
                  <a:lnTo>
                    <a:pt x="264212" y="896977"/>
                  </a:lnTo>
                  <a:lnTo>
                    <a:pt x="264873" y="907413"/>
                  </a:lnTo>
                  <a:lnTo>
                    <a:pt x="265533" y="905960"/>
                  </a:lnTo>
                  <a:lnTo>
                    <a:pt x="266194" y="864044"/>
                  </a:lnTo>
                  <a:lnTo>
                    <a:pt x="266854" y="889104"/>
                  </a:lnTo>
                  <a:lnTo>
                    <a:pt x="267515" y="903027"/>
                  </a:lnTo>
                  <a:lnTo>
                    <a:pt x="268176" y="885657"/>
                  </a:lnTo>
                  <a:lnTo>
                    <a:pt x="268836" y="847696"/>
                  </a:lnTo>
                  <a:lnTo>
                    <a:pt x="269497" y="866424"/>
                  </a:lnTo>
                  <a:lnTo>
                    <a:pt x="270157" y="861281"/>
                  </a:lnTo>
                  <a:lnTo>
                    <a:pt x="270818" y="861281"/>
                  </a:lnTo>
                  <a:lnTo>
                    <a:pt x="271478" y="864599"/>
                  </a:lnTo>
                  <a:lnTo>
                    <a:pt x="272139" y="861188"/>
                  </a:lnTo>
                  <a:lnTo>
                    <a:pt x="272799" y="863228"/>
                  </a:lnTo>
                  <a:lnTo>
                    <a:pt x="273460" y="850597"/>
                  </a:lnTo>
                  <a:lnTo>
                    <a:pt x="274120" y="902533"/>
                  </a:lnTo>
                  <a:lnTo>
                    <a:pt x="274781" y="926195"/>
                  </a:lnTo>
                  <a:lnTo>
                    <a:pt x="275441" y="932502"/>
                  </a:lnTo>
                  <a:lnTo>
                    <a:pt x="276102" y="950580"/>
                  </a:lnTo>
                  <a:lnTo>
                    <a:pt x="276762" y="931643"/>
                  </a:lnTo>
                  <a:lnTo>
                    <a:pt x="277423" y="914175"/>
                  </a:lnTo>
                  <a:lnTo>
                    <a:pt x="278084" y="931661"/>
                  </a:lnTo>
                  <a:lnTo>
                    <a:pt x="278744" y="942715"/>
                  </a:lnTo>
                  <a:lnTo>
                    <a:pt x="279405" y="963451"/>
                  </a:lnTo>
                  <a:lnTo>
                    <a:pt x="280065" y="980349"/>
                  </a:lnTo>
                  <a:lnTo>
                    <a:pt x="280726" y="961918"/>
                  </a:lnTo>
                  <a:lnTo>
                    <a:pt x="281386" y="949209"/>
                  </a:lnTo>
                  <a:lnTo>
                    <a:pt x="282047" y="924959"/>
                  </a:lnTo>
                  <a:lnTo>
                    <a:pt x="282707" y="911240"/>
                  </a:lnTo>
                  <a:lnTo>
                    <a:pt x="283368" y="914099"/>
                  </a:lnTo>
                  <a:lnTo>
                    <a:pt x="284028" y="922222"/>
                  </a:lnTo>
                  <a:lnTo>
                    <a:pt x="284689" y="946503"/>
                  </a:lnTo>
                  <a:lnTo>
                    <a:pt x="285349" y="944166"/>
                  </a:lnTo>
                  <a:lnTo>
                    <a:pt x="286010" y="936345"/>
                  </a:lnTo>
                  <a:lnTo>
                    <a:pt x="286670" y="958922"/>
                  </a:lnTo>
                  <a:lnTo>
                    <a:pt x="287331" y="962518"/>
                  </a:lnTo>
                  <a:lnTo>
                    <a:pt x="287991" y="953067"/>
                  </a:lnTo>
                  <a:lnTo>
                    <a:pt x="288652" y="947405"/>
                  </a:lnTo>
                  <a:lnTo>
                    <a:pt x="289313" y="943888"/>
                  </a:lnTo>
                  <a:lnTo>
                    <a:pt x="289973" y="938036"/>
                  </a:lnTo>
                  <a:lnTo>
                    <a:pt x="290634" y="924236"/>
                  </a:lnTo>
                  <a:lnTo>
                    <a:pt x="291294" y="912569"/>
                  </a:lnTo>
                  <a:lnTo>
                    <a:pt x="291955" y="910540"/>
                  </a:lnTo>
                  <a:lnTo>
                    <a:pt x="292615" y="910540"/>
                  </a:lnTo>
                  <a:lnTo>
                    <a:pt x="293276" y="905431"/>
                  </a:lnTo>
                  <a:lnTo>
                    <a:pt x="293936" y="901826"/>
                  </a:lnTo>
                  <a:lnTo>
                    <a:pt x="294597" y="903856"/>
                  </a:lnTo>
                  <a:lnTo>
                    <a:pt x="295257" y="898645"/>
                  </a:lnTo>
                  <a:lnTo>
                    <a:pt x="295918" y="908125"/>
                  </a:lnTo>
                  <a:lnTo>
                    <a:pt x="296578" y="912150"/>
                  </a:lnTo>
                  <a:lnTo>
                    <a:pt x="297239" y="912150"/>
                  </a:lnTo>
                  <a:lnTo>
                    <a:pt x="297899" y="946324"/>
                  </a:lnTo>
                  <a:lnTo>
                    <a:pt x="298560" y="938861"/>
                  </a:lnTo>
                  <a:lnTo>
                    <a:pt x="299221" y="921034"/>
                  </a:lnTo>
                  <a:lnTo>
                    <a:pt x="299881" y="926075"/>
                  </a:lnTo>
                  <a:lnTo>
                    <a:pt x="300542" y="913508"/>
                  </a:lnTo>
                  <a:lnTo>
                    <a:pt x="301202" y="889507"/>
                  </a:lnTo>
                  <a:lnTo>
                    <a:pt x="301863" y="899451"/>
                  </a:lnTo>
                  <a:lnTo>
                    <a:pt x="302523" y="916927"/>
                  </a:lnTo>
                  <a:lnTo>
                    <a:pt x="303184" y="912231"/>
                  </a:lnTo>
                  <a:lnTo>
                    <a:pt x="303844" y="914490"/>
                  </a:lnTo>
                  <a:lnTo>
                    <a:pt x="304505" y="914132"/>
                  </a:lnTo>
                  <a:lnTo>
                    <a:pt x="305165" y="915494"/>
                  </a:lnTo>
                  <a:lnTo>
                    <a:pt x="305826" y="912698"/>
                  </a:lnTo>
                  <a:lnTo>
                    <a:pt x="306486" y="905754"/>
                  </a:lnTo>
                  <a:lnTo>
                    <a:pt x="307147" y="870539"/>
                  </a:lnTo>
                  <a:lnTo>
                    <a:pt x="307807" y="859275"/>
                  </a:lnTo>
                  <a:lnTo>
                    <a:pt x="308468" y="856066"/>
                  </a:lnTo>
                  <a:lnTo>
                    <a:pt x="309129" y="822798"/>
                  </a:lnTo>
                  <a:lnTo>
                    <a:pt x="309789" y="782849"/>
                  </a:lnTo>
                  <a:lnTo>
                    <a:pt x="310450" y="773671"/>
                  </a:lnTo>
                  <a:lnTo>
                    <a:pt x="311110" y="873912"/>
                  </a:lnTo>
                  <a:lnTo>
                    <a:pt x="311771" y="818700"/>
                  </a:lnTo>
                  <a:lnTo>
                    <a:pt x="312431" y="791547"/>
                  </a:lnTo>
                  <a:lnTo>
                    <a:pt x="313092" y="785609"/>
                  </a:lnTo>
                  <a:lnTo>
                    <a:pt x="313752" y="785609"/>
                  </a:lnTo>
                  <a:lnTo>
                    <a:pt x="314413" y="787156"/>
                  </a:lnTo>
                  <a:lnTo>
                    <a:pt x="315073" y="830608"/>
                  </a:lnTo>
                  <a:lnTo>
                    <a:pt x="315734" y="830970"/>
                  </a:lnTo>
                  <a:lnTo>
                    <a:pt x="316394" y="842451"/>
                  </a:lnTo>
                  <a:lnTo>
                    <a:pt x="317055" y="907404"/>
                  </a:lnTo>
                  <a:lnTo>
                    <a:pt x="317715" y="913444"/>
                  </a:lnTo>
                  <a:lnTo>
                    <a:pt x="318376" y="918715"/>
                  </a:lnTo>
                  <a:lnTo>
                    <a:pt x="319037" y="927087"/>
                  </a:lnTo>
                  <a:lnTo>
                    <a:pt x="319697" y="948690"/>
                  </a:lnTo>
                  <a:lnTo>
                    <a:pt x="320358" y="932266"/>
                  </a:lnTo>
                  <a:lnTo>
                    <a:pt x="321018" y="939388"/>
                  </a:lnTo>
                  <a:lnTo>
                    <a:pt x="321679" y="929096"/>
                  </a:lnTo>
                  <a:lnTo>
                    <a:pt x="322339" y="950517"/>
                  </a:lnTo>
                  <a:lnTo>
                    <a:pt x="323000" y="934668"/>
                  </a:lnTo>
                  <a:lnTo>
                    <a:pt x="323660" y="941656"/>
                  </a:lnTo>
                  <a:lnTo>
                    <a:pt x="324321" y="934801"/>
                  </a:lnTo>
                  <a:lnTo>
                    <a:pt x="324981" y="948686"/>
                  </a:lnTo>
                  <a:lnTo>
                    <a:pt x="325642" y="946026"/>
                  </a:lnTo>
                  <a:lnTo>
                    <a:pt x="326302" y="941214"/>
                  </a:lnTo>
                  <a:lnTo>
                    <a:pt x="326963" y="952279"/>
                  </a:lnTo>
                  <a:lnTo>
                    <a:pt x="327623" y="954357"/>
                  </a:lnTo>
                  <a:lnTo>
                    <a:pt x="328284" y="975416"/>
                  </a:lnTo>
                  <a:lnTo>
                    <a:pt x="328944" y="969106"/>
                  </a:lnTo>
                  <a:lnTo>
                    <a:pt x="329605" y="947161"/>
                  </a:lnTo>
                  <a:lnTo>
                    <a:pt x="330266" y="943214"/>
                  </a:lnTo>
                  <a:lnTo>
                    <a:pt x="330926" y="975869"/>
                  </a:lnTo>
                  <a:lnTo>
                    <a:pt x="331587" y="974275"/>
                  </a:lnTo>
                  <a:lnTo>
                    <a:pt x="332247" y="947657"/>
                  </a:lnTo>
                  <a:lnTo>
                    <a:pt x="332908" y="948511"/>
                  </a:lnTo>
                  <a:lnTo>
                    <a:pt x="333568" y="945227"/>
                  </a:lnTo>
                  <a:lnTo>
                    <a:pt x="334229" y="915335"/>
                  </a:lnTo>
                  <a:lnTo>
                    <a:pt x="334889" y="919111"/>
                  </a:lnTo>
                  <a:lnTo>
                    <a:pt x="335550" y="904046"/>
                  </a:lnTo>
                  <a:lnTo>
                    <a:pt x="336210" y="878969"/>
                  </a:lnTo>
                  <a:lnTo>
                    <a:pt x="336871" y="885173"/>
                  </a:lnTo>
                  <a:lnTo>
                    <a:pt x="337531" y="859876"/>
                  </a:lnTo>
                  <a:lnTo>
                    <a:pt x="338192" y="796312"/>
                  </a:lnTo>
                  <a:lnTo>
                    <a:pt x="338852" y="787902"/>
                  </a:lnTo>
                  <a:lnTo>
                    <a:pt x="339513" y="743719"/>
                  </a:lnTo>
                  <a:lnTo>
                    <a:pt x="340174" y="735221"/>
                  </a:lnTo>
                  <a:lnTo>
                    <a:pt x="340834" y="708045"/>
                  </a:lnTo>
                  <a:lnTo>
                    <a:pt x="341495" y="669128"/>
                  </a:lnTo>
                  <a:lnTo>
                    <a:pt x="342155" y="652723"/>
                  </a:lnTo>
                  <a:lnTo>
                    <a:pt x="342816" y="644520"/>
                  </a:lnTo>
                  <a:lnTo>
                    <a:pt x="343476" y="634799"/>
                  </a:lnTo>
                  <a:lnTo>
                    <a:pt x="344137" y="623034"/>
                  </a:lnTo>
                  <a:lnTo>
                    <a:pt x="344797" y="616103"/>
                  </a:lnTo>
                  <a:lnTo>
                    <a:pt x="345458" y="614535"/>
                  </a:lnTo>
                  <a:lnTo>
                    <a:pt x="346118" y="622788"/>
                  </a:lnTo>
                  <a:lnTo>
                    <a:pt x="346779" y="622788"/>
                  </a:lnTo>
                  <a:lnTo>
                    <a:pt x="347439" y="622788"/>
                  </a:lnTo>
                  <a:lnTo>
                    <a:pt x="348100" y="639384"/>
                  </a:lnTo>
                  <a:lnTo>
                    <a:pt x="348760" y="627759"/>
                  </a:lnTo>
                  <a:lnTo>
                    <a:pt x="349421" y="627759"/>
                  </a:lnTo>
                  <a:lnTo>
                    <a:pt x="350082" y="631415"/>
                  </a:lnTo>
                  <a:lnTo>
                    <a:pt x="350742" y="630940"/>
                  </a:lnTo>
                  <a:lnTo>
                    <a:pt x="351403" y="637258"/>
                  </a:lnTo>
                  <a:lnTo>
                    <a:pt x="352063" y="637258"/>
                  </a:lnTo>
                  <a:lnTo>
                    <a:pt x="352724" y="634543"/>
                  </a:lnTo>
                  <a:lnTo>
                    <a:pt x="353384" y="640193"/>
                  </a:lnTo>
                  <a:lnTo>
                    <a:pt x="354045" y="660282"/>
                  </a:lnTo>
                  <a:lnTo>
                    <a:pt x="354705" y="636809"/>
                  </a:lnTo>
                  <a:lnTo>
                    <a:pt x="355366" y="620498"/>
                  </a:lnTo>
                  <a:lnTo>
                    <a:pt x="356026" y="617607"/>
                  </a:lnTo>
                  <a:lnTo>
                    <a:pt x="356687" y="627292"/>
                  </a:lnTo>
                  <a:lnTo>
                    <a:pt x="357347" y="627292"/>
                  </a:lnTo>
                  <a:lnTo>
                    <a:pt x="358008" y="625475"/>
                  </a:lnTo>
                  <a:lnTo>
                    <a:pt x="358668" y="625475"/>
                  </a:lnTo>
                  <a:lnTo>
                    <a:pt x="359329" y="625475"/>
                  </a:lnTo>
                  <a:lnTo>
                    <a:pt x="359989" y="627292"/>
                  </a:lnTo>
                  <a:lnTo>
                    <a:pt x="360650" y="630837"/>
                  </a:lnTo>
                  <a:lnTo>
                    <a:pt x="361311" y="634341"/>
                  </a:lnTo>
                  <a:lnTo>
                    <a:pt x="361971" y="634341"/>
                  </a:lnTo>
                  <a:lnTo>
                    <a:pt x="362632" y="646304"/>
                  </a:lnTo>
                  <a:lnTo>
                    <a:pt x="363292" y="573838"/>
                  </a:lnTo>
                  <a:lnTo>
                    <a:pt x="363953" y="577371"/>
                  </a:lnTo>
                  <a:lnTo>
                    <a:pt x="364613" y="645582"/>
                  </a:lnTo>
                  <a:lnTo>
                    <a:pt x="365274" y="707487"/>
                  </a:lnTo>
                  <a:lnTo>
                    <a:pt x="365934" y="741500"/>
                  </a:lnTo>
                  <a:lnTo>
                    <a:pt x="366595" y="772502"/>
                  </a:lnTo>
                  <a:lnTo>
                    <a:pt x="367255" y="829393"/>
                  </a:lnTo>
                  <a:lnTo>
                    <a:pt x="367916" y="832910"/>
                  </a:lnTo>
                  <a:lnTo>
                    <a:pt x="368576" y="843600"/>
                  </a:lnTo>
                  <a:lnTo>
                    <a:pt x="369237" y="869026"/>
                  </a:lnTo>
                  <a:lnTo>
                    <a:pt x="369897" y="838667"/>
                  </a:lnTo>
                  <a:lnTo>
                    <a:pt x="370558" y="837281"/>
                  </a:lnTo>
                  <a:lnTo>
                    <a:pt x="371219" y="842842"/>
                  </a:lnTo>
                  <a:lnTo>
                    <a:pt x="371879" y="865798"/>
                  </a:lnTo>
                  <a:lnTo>
                    <a:pt x="372540" y="876394"/>
                  </a:lnTo>
                  <a:lnTo>
                    <a:pt x="373200" y="880408"/>
                  </a:lnTo>
                  <a:lnTo>
                    <a:pt x="373861" y="890128"/>
                  </a:lnTo>
                  <a:lnTo>
                    <a:pt x="374521" y="898020"/>
                  </a:lnTo>
                  <a:lnTo>
                    <a:pt x="375182" y="902084"/>
                  </a:lnTo>
                  <a:lnTo>
                    <a:pt x="375842" y="886243"/>
                  </a:lnTo>
                  <a:lnTo>
                    <a:pt x="376503" y="886243"/>
                  </a:lnTo>
                  <a:lnTo>
                    <a:pt x="377163" y="886243"/>
                  </a:lnTo>
                  <a:lnTo>
                    <a:pt x="377824" y="912927"/>
                  </a:lnTo>
                  <a:lnTo>
                    <a:pt x="378484" y="931934"/>
                  </a:lnTo>
                  <a:lnTo>
                    <a:pt x="379145" y="954411"/>
                  </a:lnTo>
                  <a:lnTo>
                    <a:pt x="379805" y="967557"/>
                  </a:lnTo>
                  <a:lnTo>
                    <a:pt x="380466" y="945344"/>
                  </a:lnTo>
                  <a:lnTo>
                    <a:pt x="381127" y="908194"/>
                  </a:lnTo>
                  <a:lnTo>
                    <a:pt x="381787" y="875769"/>
                  </a:lnTo>
                  <a:lnTo>
                    <a:pt x="382448" y="879878"/>
                  </a:lnTo>
                  <a:lnTo>
                    <a:pt x="383108" y="887842"/>
                  </a:lnTo>
                  <a:lnTo>
                    <a:pt x="383769" y="888602"/>
                  </a:lnTo>
                  <a:lnTo>
                    <a:pt x="384429" y="904517"/>
                  </a:lnTo>
                  <a:lnTo>
                    <a:pt x="385090" y="898794"/>
                  </a:lnTo>
                  <a:lnTo>
                    <a:pt x="385750" y="903686"/>
                  </a:lnTo>
                  <a:lnTo>
                    <a:pt x="386411" y="881518"/>
                  </a:lnTo>
                  <a:lnTo>
                    <a:pt x="387071" y="897097"/>
                  </a:lnTo>
                  <a:lnTo>
                    <a:pt x="387732" y="923855"/>
                  </a:lnTo>
                  <a:lnTo>
                    <a:pt x="388392" y="923855"/>
                  </a:lnTo>
                  <a:lnTo>
                    <a:pt x="389053" y="936040"/>
                  </a:lnTo>
                  <a:lnTo>
                    <a:pt x="389713" y="949499"/>
                  </a:lnTo>
                  <a:lnTo>
                    <a:pt x="390374" y="936624"/>
                  </a:lnTo>
                  <a:lnTo>
                    <a:pt x="391035" y="944873"/>
                  </a:lnTo>
                  <a:lnTo>
                    <a:pt x="391695" y="929846"/>
                  </a:lnTo>
                  <a:lnTo>
                    <a:pt x="392356" y="892330"/>
                  </a:lnTo>
                  <a:lnTo>
                    <a:pt x="393016" y="887176"/>
                  </a:lnTo>
                  <a:lnTo>
                    <a:pt x="393677" y="902085"/>
                  </a:lnTo>
                  <a:lnTo>
                    <a:pt x="394337" y="900856"/>
                  </a:lnTo>
                  <a:lnTo>
                    <a:pt x="394998" y="902781"/>
                  </a:lnTo>
                  <a:lnTo>
                    <a:pt x="395658" y="903719"/>
                  </a:lnTo>
                  <a:lnTo>
                    <a:pt x="396319" y="940124"/>
                  </a:lnTo>
                  <a:lnTo>
                    <a:pt x="396979" y="955317"/>
                  </a:lnTo>
                  <a:lnTo>
                    <a:pt x="397640" y="938302"/>
                  </a:lnTo>
                  <a:lnTo>
                    <a:pt x="398300" y="938302"/>
                  </a:lnTo>
                  <a:lnTo>
                    <a:pt x="398961" y="949571"/>
                  </a:lnTo>
                  <a:lnTo>
                    <a:pt x="399621" y="948905"/>
                  </a:lnTo>
                  <a:lnTo>
                    <a:pt x="400282" y="924346"/>
                  </a:lnTo>
                  <a:lnTo>
                    <a:pt x="400942" y="918825"/>
                  </a:lnTo>
                  <a:lnTo>
                    <a:pt x="401603" y="925569"/>
                  </a:lnTo>
                  <a:lnTo>
                    <a:pt x="402264" y="887197"/>
                  </a:lnTo>
                  <a:lnTo>
                    <a:pt x="402924" y="870348"/>
                  </a:lnTo>
                  <a:lnTo>
                    <a:pt x="403585" y="840287"/>
                  </a:lnTo>
                  <a:lnTo>
                    <a:pt x="404245" y="816417"/>
                  </a:lnTo>
                  <a:lnTo>
                    <a:pt x="404906" y="840287"/>
                  </a:lnTo>
                  <a:lnTo>
                    <a:pt x="405566" y="894056"/>
                  </a:lnTo>
                  <a:lnTo>
                    <a:pt x="406227" y="908219"/>
                  </a:lnTo>
                  <a:lnTo>
                    <a:pt x="406887" y="915220"/>
                  </a:lnTo>
                  <a:lnTo>
                    <a:pt x="407548" y="911152"/>
                  </a:lnTo>
                  <a:lnTo>
                    <a:pt x="408208" y="912605"/>
                  </a:lnTo>
                  <a:lnTo>
                    <a:pt x="408869" y="914508"/>
                  </a:lnTo>
                  <a:lnTo>
                    <a:pt x="409529" y="918778"/>
                  </a:lnTo>
                  <a:lnTo>
                    <a:pt x="410190" y="909040"/>
                  </a:lnTo>
                  <a:lnTo>
                    <a:pt x="410850" y="923087"/>
                  </a:lnTo>
                  <a:lnTo>
                    <a:pt x="411511" y="945831"/>
                  </a:lnTo>
                  <a:lnTo>
                    <a:pt x="412172" y="976618"/>
                  </a:lnTo>
                  <a:lnTo>
                    <a:pt x="412832" y="976618"/>
                  </a:lnTo>
                  <a:lnTo>
                    <a:pt x="413493" y="976695"/>
                  </a:lnTo>
                  <a:lnTo>
                    <a:pt x="414153" y="975651"/>
                  </a:lnTo>
                  <a:lnTo>
                    <a:pt x="414814" y="975651"/>
                  </a:lnTo>
                  <a:lnTo>
                    <a:pt x="415474" y="969551"/>
                  </a:lnTo>
                  <a:lnTo>
                    <a:pt x="416135" y="961659"/>
                  </a:lnTo>
                  <a:lnTo>
                    <a:pt x="416795" y="933988"/>
                  </a:lnTo>
                  <a:lnTo>
                    <a:pt x="417456" y="930653"/>
                  </a:lnTo>
                  <a:lnTo>
                    <a:pt x="418116" y="929069"/>
                  </a:lnTo>
                  <a:lnTo>
                    <a:pt x="418777" y="932156"/>
                  </a:lnTo>
                  <a:lnTo>
                    <a:pt x="419437" y="935491"/>
                  </a:lnTo>
                  <a:lnTo>
                    <a:pt x="420098" y="941683"/>
                  </a:lnTo>
                  <a:lnTo>
                    <a:pt x="420758" y="941423"/>
                  </a:lnTo>
                  <a:lnTo>
                    <a:pt x="421419" y="965041"/>
                  </a:lnTo>
                  <a:lnTo>
                    <a:pt x="422080" y="970297"/>
                  </a:lnTo>
                  <a:lnTo>
                    <a:pt x="422740" y="955090"/>
                  </a:lnTo>
                  <a:lnTo>
                    <a:pt x="423401" y="966435"/>
                  </a:lnTo>
                  <a:lnTo>
                    <a:pt x="424061" y="970297"/>
                  </a:lnTo>
                  <a:lnTo>
                    <a:pt x="424722" y="977837"/>
                  </a:lnTo>
                  <a:lnTo>
                    <a:pt x="425382" y="977710"/>
                  </a:lnTo>
                  <a:lnTo>
                    <a:pt x="426043" y="961883"/>
                  </a:lnTo>
                  <a:lnTo>
                    <a:pt x="426703" y="941631"/>
                  </a:lnTo>
                  <a:lnTo>
                    <a:pt x="427364" y="941466"/>
                  </a:lnTo>
                  <a:lnTo>
                    <a:pt x="428024" y="913467"/>
                  </a:lnTo>
                  <a:lnTo>
                    <a:pt x="428685" y="931525"/>
                  </a:lnTo>
                  <a:lnTo>
                    <a:pt x="429345" y="951537"/>
                  </a:lnTo>
                  <a:lnTo>
                    <a:pt x="430006" y="966158"/>
                  </a:lnTo>
                  <a:lnTo>
                    <a:pt x="430666" y="963087"/>
                  </a:lnTo>
                  <a:lnTo>
                    <a:pt x="431327" y="939949"/>
                  </a:lnTo>
                  <a:lnTo>
                    <a:pt x="431987" y="905142"/>
                  </a:lnTo>
                  <a:lnTo>
                    <a:pt x="432648" y="869654"/>
                  </a:lnTo>
                  <a:lnTo>
                    <a:pt x="433309" y="866319"/>
                  </a:lnTo>
                  <a:lnTo>
                    <a:pt x="433969" y="842532"/>
                  </a:lnTo>
                  <a:lnTo>
                    <a:pt x="434630" y="828609"/>
                  </a:lnTo>
                  <a:lnTo>
                    <a:pt x="435290" y="788722"/>
                  </a:lnTo>
                  <a:lnTo>
                    <a:pt x="435951" y="788722"/>
                  </a:lnTo>
                  <a:lnTo>
                    <a:pt x="436611" y="801698"/>
                  </a:lnTo>
                  <a:lnTo>
                    <a:pt x="437272" y="834855"/>
                  </a:lnTo>
                  <a:lnTo>
                    <a:pt x="437932" y="842032"/>
                  </a:lnTo>
                  <a:lnTo>
                    <a:pt x="438593" y="820932"/>
                  </a:lnTo>
                  <a:lnTo>
                    <a:pt x="439253" y="820744"/>
                  </a:lnTo>
                  <a:lnTo>
                    <a:pt x="439914" y="820744"/>
                  </a:lnTo>
                  <a:lnTo>
                    <a:pt x="440574" y="847625"/>
                  </a:lnTo>
                  <a:lnTo>
                    <a:pt x="441235" y="876231"/>
                  </a:lnTo>
                  <a:lnTo>
                    <a:pt x="441895" y="888762"/>
                  </a:lnTo>
                  <a:lnTo>
                    <a:pt x="442556" y="886948"/>
                  </a:lnTo>
                  <a:lnTo>
                    <a:pt x="443217" y="926974"/>
                  </a:lnTo>
                  <a:lnTo>
                    <a:pt x="443877" y="962945"/>
                  </a:lnTo>
                  <a:lnTo>
                    <a:pt x="444538" y="972884"/>
                  </a:lnTo>
                  <a:lnTo>
                    <a:pt x="445198" y="983942"/>
                  </a:lnTo>
                  <a:lnTo>
                    <a:pt x="445859" y="988649"/>
                  </a:lnTo>
                  <a:lnTo>
                    <a:pt x="446519" y="950185"/>
                  </a:lnTo>
                  <a:lnTo>
                    <a:pt x="447180" y="926613"/>
                  </a:lnTo>
                  <a:lnTo>
                    <a:pt x="447840" y="952334"/>
                  </a:lnTo>
                  <a:lnTo>
                    <a:pt x="448501" y="943302"/>
                  </a:lnTo>
                  <a:lnTo>
                    <a:pt x="449161" y="947380"/>
                  </a:lnTo>
                  <a:lnTo>
                    <a:pt x="449822" y="947380"/>
                  </a:lnTo>
                  <a:lnTo>
                    <a:pt x="450482" y="956350"/>
                  </a:lnTo>
                  <a:lnTo>
                    <a:pt x="451143" y="951358"/>
                  </a:lnTo>
                  <a:lnTo>
                    <a:pt x="451803" y="938301"/>
                  </a:lnTo>
                  <a:lnTo>
                    <a:pt x="452464" y="941663"/>
                  </a:lnTo>
                  <a:lnTo>
                    <a:pt x="453125" y="927739"/>
                  </a:lnTo>
                  <a:lnTo>
                    <a:pt x="453785" y="941663"/>
                  </a:lnTo>
                  <a:lnTo>
                    <a:pt x="454446" y="941663"/>
                  </a:lnTo>
                  <a:lnTo>
                    <a:pt x="455106" y="943571"/>
                  </a:lnTo>
                  <a:lnTo>
                    <a:pt x="455767" y="941233"/>
                  </a:lnTo>
                  <a:lnTo>
                    <a:pt x="456427" y="960137"/>
                  </a:lnTo>
                  <a:lnTo>
                    <a:pt x="457088" y="966345"/>
                  </a:lnTo>
                  <a:lnTo>
                    <a:pt x="457748" y="965684"/>
                  </a:lnTo>
                  <a:lnTo>
                    <a:pt x="458409" y="971679"/>
                  </a:lnTo>
                  <a:lnTo>
                    <a:pt x="459069" y="976077"/>
                  </a:lnTo>
                  <a:lnTo>
                    <a:pt x="459730" y="985025"/>
                  </a:lnTo>
                  <a:lnTo>
                    <a:pt x="460390" y="988091"/>
                  </a:lnTo>
                  <a:lnTo>
                    <a:pt x="461051" y="1013370"/>
                  </a:lnTo>
                  <a:lnTo>
                    <a:pt x="461711" y="989440"/>
                  </a:lnTo>
                  <a:lnTo>
                    <a:pt x="462372" y="963707"/>
                  </a:lnTo>
                  <a:lnTo>
                    <a:pt x="463033" y="936513"/>
                  </a:lnTo>
                  <a:lnTo>
                    <a:pt x="463693" y="936513"/>
                  </a:lnTo>
                  <a:lnTo>
                    <a:pt x="464354" y="939830"/>
                  </a:lnTo>
                  <a:lnTo>
                    <a:pt x="465014" y="960824"/>
                  </a:lnTo>
                  <a:lnTo>
                    <a:pt x="465675" y="987972"/>
                  </a:lnTo>
                  <a:lnTo>
                    <a:pt x="466335" y="989440"/>
                  </a:lnTo>
                  <a:lnTo>
                    <a:pt x="466996" y="988091"/>
                  </a:lnTo>
                  <a:lnTo>
                    <a:pt x="467656" y="981628"/>
                  </a:lnTo>
                  <a:lnTo>
                    <a:pt x="468317" y="978848"/>
                  </a:lnTo>
                  <a:lnTo>
                    <a:pt x="468977" y="975290"/>
                  </a:lnTo>
                  <a:lnTo>
                    <a:pt x="469638" y="986410"/>
                  </a:lnTo>
                  <a:lnTo>
                    <a:pt x="470298" y="988593"/>
                  </a:lnTo>
                  <a:lnTo>
                    <a:pt x="470959" y="991419"/>
                  </a:lnTo>
                  <a:lnTo>
                    <a:pt x="471619" y="986350"/>
                  </a:lnTo>
                  <a:lnTo>
                    <a:pt x="472280" y="995337"/>
                  </a:lnTo>
                  <a:lnTo>
                    <a:pt x="472940" y="990574"/>
                  </a:lnTo>
                  <a:lnTo>
                    <a:pt x="473601" y="965114"/>
                  </a:lnTo>
                  <a:lnTo>
                    <a:pt x="474262" y="960333"/>
                  </a:lnTo>
                  <a:lnTo>
                    <a:pt x="474922" y="940072"/>
                  </a:lnTo>
                  <a:lnTo>
                    <a:pt x="475583" y="957504"/>
                  </a:lnTo>
                  <a:lnTo>
                    <a:pt x="476243" y="979180"/>
                  </a:lnTo>
                  <a:lnTo>
                    <a:pt x="476904" y="987509"/>
                  </a:lnTo>
                  <a:lnTo>
                    <a:pt x="477564" y="987102"/>
                  </a:lnTo>
                  <a:lnTo>
                    <a:pt x="478225" y="982608"/>
                  </a:lnTo>
                  <a:lnTo>
                    <a:pt x="478885" y="991300"/>
                  </a:lnTo>
                  <a:lnTo>
                    <a:pt x="479546" y="988353"/>
                  </a:lnTo>
                  <a:lnTo>
                    <a:pt x="480206" y="960333"/>
                  </a:lnTo>
                  <a:lnTo>
                    <a:pt x="480867" y="954848"/>
                  </a:lnTo>
                  <a:lnTo>
                    <a:pt x="481527" y="964722"/>
                  </a:lnTo>
                  <a:lnTo>
                    <a:pt x="482188" y="959681"/>
                  </a:lnTo>
                  <a:lnTo>
                    <a:pt x="482848" y="954848"/>
                  </a:lnTo>
                  <a:lnTo>
                    <a:pt x="483509" y="951753"/>
                  </a:lnTo>
                  <a:lnTo>
                    <a:pt x="484170" y="954848"/>
                  </a:lnTo>
                  <a:lnTo>
                    <a:pt x="484830" y="955840"/>
                  </a:lnTo>
                  <a:lnTo>
                    <a:pt x="485491" y="944654"/>
                  </a:lnTo>
                  <a:lnTo>
                    <a:pt x="486151" y="944654"/>
                  </a:lnTo>
                  <a:lnTo>
                    <a:pt x="486812" y="944654"/>
                  </a:lnTo>
                  <a:lnTo>
                    <a:pt x="487472" y="952019"/>
                  </a:lnTo>
                  <a:lnTo>
                    <a:pt x="488133" y="944654"/>
                  </a:lnTo>
                  <a:lnTo>
                    <a:pt x="488793" y="955852"/>
                  </a:lnTo>
                  <a:lnTo>
                    <a:pt x="489454" y="958527"/>
                  </a:lnTo>
                  <a:lnTo>
                    <a:pt x="490114" y="958786"/>
                  </a:lnTo>
                  <a:lnTo>
                    <a:pt x="490775" y="960370"/>
                  </a:lnTo>
                  <a:lnTo>
                    <a:pt x="491435" y="961615"/>
                  </a:lnTo>
                  <a:lnTo>
                    <a:pt x="492096" y="955066"/>
                  </a:lnTo>
                  <a:lnTo>
                    <a:pt x="492756" y="955325"/>
                  </a:lnTo>
                  <a:lnTo>
                    <a:pt x="493417" y="950232"/>
                  </a:lnTo>
                  <a:lnTo>
                    <a:pt x="494078" y="942867"/>
                  </a:lnTo>
                  <a:lnTo>
                    <a:pt x="494738" y="950232"/>
                  </a:lnTo>
                  <a:lnTo>
                    <a:pt x="495399" y="940323"/>
                  </a:lnTo>
                  <a:lnTo>
                    <a:pt x="496059" y="940773"/>
                  </a:lnTo>
                  <a:lnTo>
                    <a:pt x="496720" y="943868"/>
                  </a:lnTo>
                  <a:lnTo>
                    <a:pt x="497380" y="947473"/>
                  </a:lnTo>
                  <a:lnTo>
                    <a:pt x="498041" y="954924"/>
                  </a:lnTo>
                  <a:lnTo>
                    <a:pt x="498701" y="942154"/>
                  </a:lnTo>
                  <a:lnTo>
                    <a:pt x="499362" y="931069"/>
                  </a:lnTo>
                  <a:lnTo>
                    <a:pt x="500022" y="970652"/>
                  </a:lnTo>
                  <a:lnTo>
                    <a:pt x="500683" y="968625"/>
                  </a:lnTo>
                  <a:lnTo>
                    <a:pt x="501343" y="950936"/>
                  </a:lnTo>
                  <a:lnTo>
                    <a:pt x="502004" y="964574"/>
                  </a:lnTo>
                  <a:lnTo>
                    <a:pt x="502664" y="948512"/>
                  </a:lnTo>
                  <a:lnTo>
                    <a:pt x="503325" y="925698"/>
                  </a:lnTo>
                  <a:lnTo>
                    <a:pt x="503985" y="952616"/>
                  </a:lnTo>
                  <a:lnTo>
                    <a:pt x="504646" y="999105"/>
                  </a:lnTo>
                  <a:lnTo>
                    <a:pt x="505307" y="1012700"/>
                  </a:lnTo>
                  <a:lnTo>
                    <a:pt x="505967" y="979139"/>
                  </a:lnTo>
                  <a:lnTo>
                    <a:pt x="506628" y="975190"/>
                  </a:lnTo>
                  <a:lnTo>
                    <a:pt x="507288" y="963645"/>
                  </a:lnTo>
                  <a:lnTo>
                    <a:pt x="507949" y="885690"/>
                  </a:lnTo>
                  <a:lnTo>
                    <a:pt x="508609" y="867187"/>
                  </a:lnTo>
                  <a:lnTo>
                    <a:pt x="509270" y="900275"/>
                  </a:lnTo>
                  <a:lnTo>
                    <a:pt x="509930" y="921889"/>
                  </a:lnTo>
                  <a:lnTo>
                    <a:pt x="510591" y="942992"/>
                  </a:lnTo>
                  <a:lnTo>
                    <a:pt x="511251" y="938324"/>
                  </a:lnTo>
                  <a:lnTo>
                    <a:pt x="511912" y="947593"/>
                  </a:lnTo>
                  <a:lnTo>
                    <a:pt x="512572" y="954096"/>
                  </a:lnTo>
                  <a:lnTo>
                    <a:pt x="513233" y="955066"/>
                  </a:lnTo>
                  <a:lnTo>
                    <a:pt x="513893" y="950232"/>
                  </a:lnTo>
                  <a:lnTo>
                    <a:pt x="514554" y="942867"/>
                  </a:lnTo>
                  <a:lnTo>
                    <a:pt x="515215" y="953927"/>
                  </a:lnTo>
                  <a:lnTo>
                    <a:pt x="515875" y="959846"/>
                  </a:lnTo>
                  <a:lnTo>
                    <a:pt x="516536" y="956446"/>
                  </a:lnTo>
                  <a:lnTo>
                    <a:pt x="517196" y="946877"/>
                  </a:lnTo>
                  <a:lnTo>
                    <a:pt x="517857" y="939512"/>
                  </a:lnTo>
                  <a:lnTo>
                    <a:pt x="518517" y="907151"/>
                  </a:lnTo>
                  <a:lnTo>
                    <a:pt x="519178" y="903228"/>
                  </a:lnTo>
                  <a:lnTo>
                    <a:pt x="519838" y="955748"/>
                  </a:lnTo>
                  <a:lnTo>
                    <a:pt x="520499" y="957256"/>
                  </a:lnTo>
                  <a:lnTo>
                    <a:pt x="521159" y="931027"/>
                  </a:lnTo>
                  <a:lnTo>
                    <a:pt x="521820" y="904304"/>
                  </a:lnTo>
                  <a:lnTo>
                    <a:pt x="522480" y="881021"/>
                  </a:lnTo>
                  <a:lnTo>
                    <a:pt x="523141" y="880833"/>
                  </a:lnTo>
                  <a:lnTo>
                    <a:pt x="523801" y="896633"/>
                  </a:lnTo>
                  <a:lnTo>
                    <a:pt x="524462" y="916355"/>
                  </a:lnTo>
                  <a:lnTo>
                    <a:pt x="525123" y="937644"/>
                  </a:lnTo>
                  <a:lnTo>
                    <a:pt x="525783" y="936864"/>
                  </a:lnTo>
                  <a:lnTo>
                    <a:pt x="526444" y="933813"/>
                  </a:lnTo>
                  <a:lnTo>
                    <a:pt x="527104" y="939317"/>
                  </a:lnTo>
                  <a:lnTo>
                    <a:pt x="527765" y="941563"/>
                  </a:lnTo>
                  <a:lnTo>
                    <a:pt x="528425" y="941563"/>
                  </a:lnTo>
                  <a:lnTo>
                    <a:pt x="529086" y="958291"/>
                  </a:lnTo>
                  <a:lnTo>
                    <a:pt x="529746" y="979539"/>
                  </a:lnTo>
                  <a:lnTo>
                    <a:pt x="530407" y="959612"/>
                  </a:lnTo>
                  <a:lnTo>
                    <a:pt x="531067" y="955680"/>
                  </a:lnTo>
                  <a:lnTo>
                    <a:pt x="531728" y="954375"/>
                  </a:lnTo>
                  <a:lnTo>
                    <a:pt x="532388" y="957108"/>
                  </a:lnTo>
                  <a:lnTo>
                    <a:pt x="533049" y="968072"/>
                  </a:lnTo>
                  <a:lnTo>
                    <a:pt x="533709" y="947623"/>
                  </a:lnTo>
                  <a:lnTo>
                    <a:pt x="534370" y="961978"/>
                  </a:lnTo>
                  <a:lnTo>
                    <a:pt x="535031" y="984148"/>
                  </a:lnTo>
                  <a:lnTo>
                    <a:pt x="535691" y="969857"/>
                  </a:lnTo>
                  <a:lnTo>
                    <a:pt x="536352" y="961945"/>
                  </a:lnTo>
                  <a:lnTo>
                    <a:pt x="537012" y="956497"/>
                  </a:lnTo>
                  <a:lnTo>
                    <a:pt x="537673" y="962323"/>
                  </a:lnTo>
                  <a:lnTo>
                    <a:pt x="538333" y="953668"/>
                  </a:lnTo>
                  <a:lnTo>
                    <a:pt x="538994" y="929871"/>
                  </a:lnTo>
                  <a:lnTo>
                    <a:pt x="539654" y="922505"/>
                  </a:lnTo>
                  <a:lnTo>
                    <a:pt x="540315" y="922505"/>
                  </a:lnTo>
                  <a:lnTo>
                    <a:pt x="540975" y="943794"/>
                  </a:lnTo>
                  <a:lnTo>
                    <a:pt x="541636" y="954917"/>
                  </a:lnTo>
                  <a:lnTo>
                    <a:pt x="542296" y="958706"/>
                  </a:lnTo>
                  <a:lnTo>
                    <a:pt x="542957" y="958706"/>
                  </a:lnTo>
                  <a:lnTo>
                    <a:pt x="543617" y="954073"/>
                  </a:lnTo>
                  <a:lnTo>
                    <a:pt x="544278" y="944580"/>
                  </a:lnTo>
                  <a:lnTo>
                    <a:pt x="544938" y="949673"/>
                  </a:lnTo>
                  <a:lnTo>
                    <a:pt x="545599" y="961525"/>
                  </a:lnTo>
                  <a:lnTo>
                    <a:pt x="546260" y="964713"/>
                  </a:lnTo>
                  <a:lnTo>
                    <a:pt x="546920" y="959436"/>
                  </a:lnTo>
                  <a:lnTo>
                    <a:pt x="547581" y="966326"/>
                  </a:lnTo>
                  <a:lnTo>
                    <a:pt x="548241" y="959603"/>
                  </a:lnTo>
                  <a:lnTo>
                    <a:pt x="548902" y="966714"/>
                  </a:lnTo>
                  <a:lnTo>
                    <a:pt x="549562" y="985246"/>
                  </a:lnTo>
                  <a:lnTo>
                    <a:pt x="550223" y="971427"/>
                  </a:lnTo>
                  <a:lnTo>
                    <a:pt x="550883" y="960626"/>
                  </a:lnTo>
                  <a:lnTo>
                    <a:pt x="551544" y="948411"/>
                  </a:lnTo>
                  <a:lnTo>
                    <a:pt x="552204" y="943292"/>
                  </a:lnTo>
                  <a:lnTo>
                    <a:pt x="552865" y="943292"/>
                  </a:lnTo>
                  <a:lnTo>
                    <a:pt x="553525" y="940771"/>
                  </a:lnTo>
                  <a:lnTo>
                    <a:pt x="554186" y="946395"/>
                  </a:lnTo>
                  <a:lnTo>
                    <a:pt x="554846" y="926651"/>
                  </a:lnTo>
                  <a:lnTo>
                    <a:pt x="555507" y="929243"/>
                  </a:lnTo>
                  <a:lnTo>
                    <a:pt x="556168" y="912576"/>
                  </a:lnTo>
                  <a:lnTo>
                    <a:pt x="556828" y="919941"/>
                  </a:lnTo>
                  <a:lnTo>
                    <a:pt x="557489" y="934136"/>
                  </a:lnTo>
                  <a:lnTo>
                    <a:pt x="558149" y="929043"/>
                  </a:lnTo>
                  <a:lnTo>
                    <a:pt x="558810" y="927372"/>
                  </a:lnTo>
                  <a:lnTo>
                    <a:pt x="559470" y="951888"/>
                  </a:lnTo>
                  <a:lnTo>
                    <a:pt x="560131" y="958957"/>
                  </a:lnTo>
                  <a:lnTo>
                    <a:pt x="560791" y="918635"/>
                  </a:lnTo>
                  <a:lnTo>
                    <a:pt x="561452" y="903455"/>
                  </a:lnTo>
                  <a:lnTo>
                    <a:pt x="562112" y="934378"/>
                  </a:lnTo>
                  <a:lnTo>
                    <a:pt x="562773" y="940666"/>
                  </a:lnTo>
                  <a:lnTo>
                    <a:pt x="563433" y="949376"/>
                  </a:lnTo>
                  <a:lnTo>
                    <a:pt x="564094" y="932901"/>
                  </a:lnTo>
                  <a:lnTo>
                    <a:pt x="564754" y="923388"/>
                  </a:lnTo>
                  <a:lnTo>
                    <a:pt x="565415" y="891510"/>
                  </a:lnTo>
                  <a:lnTo>
                    <a:pt x="566076" y="868252"/>
                  </a:lnTo>
                  <a:lnTo>
                    <a:pt x="566736" y="873178"/>
                  </a:lnTo>
                  <a:lnTo>
                    <a:pt x="567397" y="877309"/>
                  </a:lnTo>
                  <a:lnTo>
                    <a:pt x="568057" y="868422"/>
                  </a:lnTo>
                  <a:lnTo>
                    <a:pt x="568718" y="863609"/>
                  </a:lnTo>
                  <a:lnTo>
                    <a:pt x="569378" y="863609"/>
                  </a:lnTo>
                  <a:lnTo>
                    <a:pt x="570039" y="884319"/>
                  </a:lnTo>
                  <a:lnTo>
                    <a:pt x="570699" y="878022"/>
                  </a:lnTo>
                  <a:lnTo>
                    <a:pt x="571360" y="849840"/>
                  </a:lnTo>
                  <a:lnTo>
                    <a:pt x="572020" y="832713"/>
                  </a:lnTo>
                  <a:lnTo>
                    <a:pt x="572681" y="834297"/>
                  </a:lnTo>
                  <a:lnTo>
                    <a:pt x="573341" y="831837"/>
                  </a:lnTo>
                  <a:lnTo>
                    <a:pt x="574002" y="832497"/>
                  </a:lnTo>
                  <a:lnTo>
                    <a:pt x="574662" y="828879"/>
                  </a:lnTo>
                  <a:lnTo>
                    <a:pt x="575323" y="874531"/>
                  </a:lnTo>
                  <a:lnTo>
                    <a:pt x="575983" y="930856"/>
                  </a:lnTo>
                  <a:lnTo>
                    <a:pt x="576644" y="973897"/>
                  </a:lnTo>
                  <a:lnTo>
                    <a:pt x="577305" y="921090"/>
                  </a:lnTo>
                  <a:lnTo>
                    <a:pt x="577965" y="910399"/>
                  </a:lnTo>
                  <a:lnTo>
                    <a:pt x="578626" y="938042"/>
                  </a:lnTo>
                  <a:lnTo>
                    <a:pt x="579286" y="960812"/>
                  </a:lnTo>
                  <a:lnTo>
                    <a:pt x="579947" y="978330"/>
                  </a:lnTo>
                  <a:lnTo>
                    <a:pt x="580607" y="991910"/>
                  </a:lnTo>
                  <a:lnTo>
                    <a:pt x="581268" y="996115"/>
                  </a:lnTo>
                  <a:lnTo>
                    <a:pt x="581928" y="980455"/>
                  </a:lnTo>
                  <a:lnTo>
                    <a:pt x="582589" y="982270"/>
                  </a:lnTo>
                  <a:lnTo>
                    <a:pt x="583249" y="975370"/>
                  </a:lnTo>
                  <a:lnTo>
                    <a:pt x="583910" y="993498"/>
                  </a:lnTo>
                  <a:lnTo>
                    <a:pt x="584570" y="998162"/>
                  </a:lnTo>
                  <a:lnTo>
                    <a:pt x="585231" y="981125"/>
                  </a:lnTo>
                  <a:lnTo>
                    <a:pt x="585891" y="964807"/>
                  </a:lnTo>
                  <a:lnTo>
                    <a:pt x="586552" y="971010"/>
                  </a:lnTo>
                  <a:lnTo>
                    <a:pt x="587213" y="991432"/>
                  </a:lnTo>
                  <a:lnTo>
                    <a:pt x="587873" y="1012743"/>
                  </a:lnTo>
                  <a:lnTo>
                    <a:pt x="588534" y="1021207"/>
                  </a:lnTo>
                  <a:lnTo>
                    <a:pt x="589194" y="991302"/>
                  </a:lnTo>
                  <a:lnTo>
                    <a:pt x="589855" y="964780"/>
                  </a:lnTo>
                  <a:lnTo>
                    <a:pt x="590515" y="957247"/>
                  </a:lnTo>
                  <a:lnTo>
                    <a:pt x="591176" y="986181"/>
                  </a:lnTo>
                  <a:lnTo>
                    <a:pt x="591836" y="975631"/>
                  </a:lnTo>
                  <a:lnTo>
                    <a:pt x="592497" y="973932"/>
                  </a:lnTo>
                  <a:lnTo>
                    <a:pt x="593157" y="1011238"/>
                  </a:lnTo>
                  <a:lnTo>
                    <a:pt x="593818" y="1022015"/>
                  </a:lnTo>
                  <a:lnTo>
                    <a:pt x="594478" y="971912"/>
                  </a:lnTo>
                  <a:lnTo>
                    <a:pt x="595139" y="936605"/>
                  </a:lnTo>
                  <a:lnTo>
                    <a:pt x="595799" y="945624"/>
                  </a:lnTo>
                  <a:lnTo>
                    <a:pt x="596460" y="988632"/>
                  </a:lnTo>
                  <a:lnTo>
                    <a:pt x="597121" y="990599"/>
                  </a:lnTo>
                  <a:lnTo>
                    <a:pt x="597781" y="973046"/>
                  </a:lnTo>
                  <a:lnTo>
                    <a:pt x="598442" y="978005"/>
                  </a:lnTo>
                  <a:lnTo>
                    <a:pt x="599102" y="957852"/>
                  </a:lnTo>
                  <a:lnTo>
                    <a:pt x="599763" y="956426"/>
                  </a:lnTo>
                  <a:lnTo>
                    <a:pt x="600423" y="957852"/>
                  </a:lnTo>
                  <a:lnTo>
                    <a:pt x="601084" y="962379"/>
                  </a:lnTo>
                  <a:lnTo>
                    <a:pt x="601744" y="976417"/>
                  </a:lnTo>
                  <a:lnTo>
                    <a:pt x="602405" y="992909"/>
                  </a:lnTo>
                  <a:lnTo>
                    <a:pt x="603065" y="990599"/>
                  </a:lnTo>
                  <a:lnTo>
                    <a:pt x="603726" y="990599"/>
                  </a:lnTo>
                  <a:lnTo>
                    <a:pt x="604386" y="986753"/>
                  </a:lnTo>
                  <a:lnTo>
                    <a:pt x="605047" y="954079"/>
                  </a:lnTo>
                  <a:lnTo>
                    <a:pt x="605707" y="940577"/>
                  </a:lnTo>
                  <a:lnTo>
                    <a:pt x="606368" y="940577"/>
                  </a:lnTo>
                  <a:lnTo>
                    <a:pt x="607029" y="957914"/>
                  </a:lnTo>
                  <a:lnTo>
                    <a:pt x="607689" y="977364"/>
                  </a:lnTo>
                  <a:lnTo>
                    <a:pt x="608350" y="973367"/>
                  </a:lnTo>
                  <a:lnTo>
                    <a:pt x="609010" y="973367"/>
                  </a:lnTo>
                  <a:lnTo>
                    <a:pt x="609671" y="981561"/>
                  </a:lnTo>
                  <a:lnTo>
                    <a:pt x="610331" y="1000727"/>
                  </a:lnTo>
                  <a:lnTo>
                    <a:pt x="610992" y="1004631"/>
                  </a:lnTo>
                  <a:lnTo>
                    <a:pt x="611652" y="1008280"/>
                  </a:lnTo>
                  <a:lnTo>
                    <a:pt x="612313" y="982658"/>
                  </a:lnTo>
                  <a:lnTo>
                    <a:pt x="612973" y="991547"/>
                  </a:lnTo>
                  <a:lnTo>
                    <a:pt x="613634" y="994701"/>
                  </a:lnTo>
                  <a:lnTo>
                    <a:pt x="614294" y="986753"/>
                  </a:lnTo>
                  <a:lnTo>
                    <a:pt x="614955" y="975048"/>
                  </a:lnTo>
                  <a:lnTo>
                    <a:pt x="615615" y="981858"/>
                  </a:lnTo>
                  <a:lnTo>
                    <a:pt x="616276" y="984923"/>
                  </a:lnTo>
                  <a:lnTo>
                    <a:pt x="616936" y="982323"/>
                  </a:lnTo>
                  <a:lnTo>
                    <a:pt x="617597" y="984923"/>
                  </a:lnTo>
                  <a:lnTo>
                    <a:pt x="618258" y="986753"/>
                  </a:lnTo>
                  <a:lnTo>
                    <a:pt x="618918" y="995673"/>
                  </a:lnTo>
                  <a:lnTo>
                    <a:pt x="619579" y="989748"/>
                  </a:lnTo>
                  <a:lnTo>
                    <a:pt x="620239" y="993857"/>
                  </a:lnTo>
                  <a:lnTo>
                    <a:pt x="620900" y="991547"/>
                  </a:lnTo>
                  <a:lnTo>
                    <a:pt x="621560" y="989748"/>
                  </a:lnTo>
                  <a:lnTo>
                    <a:pt x="622221" y="988623"/>
                  </a:lnTo>
                  <a:lnTo>
                    <a:pt x="622881" y="989579"/>
                  </a:lnTo>
                  <a:lnTo>
                    <a:pt x="623542" y="984709"/>
                  </a:lnTo>
                  <a:lnTo>
                    <a:pt x="624202" y="977195"/>
                  </a:lnTo>
                  <a:lnTo>
                    <a:pt x="624863" y="971103"/>
                  </a:lnTo>
                  <a:lnTo>
                    <a:pt x="625523" y="971103"/>
                  </a:lnTo>
                  <a:lnTo>
                    <a:pt x="626184" y="977364"/>
                  </a:lnTo>
                  <a:lnTo>
                    <a:pt x="626844" y="977364"/>
                  </a:lnTo>
                  <a:lnTo>
                    <a:pt x="627505" y="982323"/>
                  </a:lnTo>
                  <a:lnTo>
                    <a:pt x="628166" y="981858"/>
                  </a:lnTo>
                  <a:lnTo>
                    <a:pt x="628826" y="984923"/>
                  </a:lnTo>
                  <a:lnTo>
                    <a:pt x="629487" y="1010663"/>
                  </a:lnTo>
                  <a:lnTo>
                    <a:pt x="630147" y="1013611"/>
                  </a:lnTo>
                  <a:lnTo>
                    <a:pt x="630808" y="1015203"/>
                  </a:lnTo>
                  <a:lnTo>
                    <a:pt x="631468" y="1004800"/>
                  </a:lnTo>
                  <a:lnTo>
                    <a:pt x="632129" y="984923"/>
                  </a:lnTo>
                  <a:lnTo>
                    <a:pt x="632789" y="1020329"/>
                  </a:lnTo>
                  <a:lnTo>
                    <a:pt x="633450" y="1011876"/>
                  </a:lnTo>
                  <a:lnTo>
                    <a:pt x="634110" y="1008280"/>
                  </a:lnTo>
                  <a:lnTo>
                    <a:pt x="634771" y="1003134"/>
                  </a:lnTo>
                  <a:lnTo>
                    <a:pt x="635431" y="989748"/>
                  </a:lnTo>
                  <a:lnTo>
                    <a:pt x="636092" y="994125"/>
                  </a:lnTo>
                  <a:lnTo>
                    <a:pt x="636752" y="972521"/>
                  </a:lnTo>
                  <a:lnTo>
                    <a:pt x="637413" y="966950"/>
                  </a:lnTo>
                  <a:lnTo>
                    <a:pt x="638074" y="988623"/>
                  </a:lnTo>
                  <a:lnTo>
                    <a:pt x="638734" y="1004800"/>
                  </a:lnTo>
                  <a:lnTo>
                    <a:pt x="639395" y="987827"/>
                  </a:lnTo>
                  <a:lnTo>
                    <a:pt x="640055" y="983396"/>
                  </a:lnTo>
                  <a:lnTo>
                    <a:pt x="640716" y="972516"/>
                  </a:lnTo>
                  <a:lnTo>
                    <a:pt x="641376" y="915682"/>
                  </a:lnTo>
                  <a:lnTo>
                    <a:pt x="642037" y="896079"/>
                  </a:lnTo>
                  <a:lnTo>
                    <a:pt x="642697" y="928971"/>
                  </a:lnTo>
                  <a:lnTo>
                    <a:pt x="643358" y="931756"/>
                  </a:lnTo>
                  <a:lnTo>
                    <a:pt x="644018" y="944039"/>
                  </a:lnTo>
                  <a:lnTo>
                    <a:pt x="644679" y="954195"/>
                  </a:lnTo>
                  <a:lnTo>
                    <a:pt x="645339" y="959931"/>
                  </a:lnTo>
                  <a:lnTo>
                    <a:pt x="646000" y="972181"/>
                  </a:lnTo>
                  <a:lnTo>
                    <a:pt x="646660" y="974816"/>
                  </a:lnTo>
                  <a:lnTo>
                    <a:pt x="647321" y="971605"/>
                  </a:lnTo>
                  <a:lnTo>
                    <a:pt x="647981" y="991975"/>
                  </a:lnTo>
                  <a:lnTo>
                    <a:pt x="648642" y="1004687"/>
                  </a:lnTo>
                  <a:lnTo>
                    <a:pt x="649303" y="952586"/>
                  </a:lnTo>
                  <a:lnTo>
                    <a:pt x="649963" y="943734"/>
                  </a:lnTo>
                  <a:lnTo>
                    <a:pt x="650624" y="953639"/>
                  </a:lnTo>
                  <a:lnTo>
                    <a:pt x="651284" y="959626"/>
                  </a:lnTo>
                  <a:lnTo>
                    <a:pt x="651945" y="971876"/>
                  </a:lnTo>
                  <a:lnTo>
                    <a:pt x="652605" y="974511"/>
                  </a:lnTo>
                  <a:lnTo>
                    <a:pt x="653266" y="971300"/>
                  </a:lnTo>
                  <a:lnTo>
                    <a:pt x="653926" y="989162"/>
                  </a:lnTo>
                  <a:lnTo>
                    <a:pt x="654587" y="1007862"/>
                  </a:lnTo>
                  <a:lnTo>
                    <a:pt x="655247" y="981135"/>
                  </a:lnTo>
                  <a:lnTo>
                    <a:pt x="655908" y="991838"/>
                  </a:lnTo>
                  <a:lnTo>
                    <a:pt x="656568" y="978144"/>
                  </a:lnTo>
                  <a:lnTo>
                    <a:pt x="657229" y="988903"/>
                  </a:lnTo>
                  <a:lnTo>
                    <a:pt x="657889" y="993856"/>
                  </a:lnTo>
                  <a:lnTo>
                    <a:pt x="658550" y="959958"/>
                  </a:lnTo>
                  <a:lnTo>
                    <a:pt x="659211" y="973305"/>
                  </a:lnTo>
                  <a:lnTo>
                    <a:pt x="659871" y="980764"/>
                  </a:lnTo>
                  <a:lnTo>
                    <a:pt x="660532" y="976274"/>
                  </a:lnTo>
                  <a:lnTo>
                    <a:pt x="661192" y="974924"/>
                  </a:lnTo>
                  <a:lnTo>
                    <a:pt x="661853" y="985059"/>
                  </a:lnTo>
                  <a:lnTo>
                    <a:pt x="662513" y="987815"/>
                  </a:lnTo>
                  <a:lnTo>
                    <a:pt x="663174" y="1000090"/>
                  </a:lnTo>
                  <a:lnTo>
                    <a:pt x="663834" y="1005820"/>
                  </a:lnTo>
                  <a:lnTo>
                    <a:pt x="664495" y="978417"/>
                  </a:lnTo>
                  <a:lnTo>
                    <a:pt x="665155" y="1005938"/>
                  </a:lnTo>
                  <a:lnTo>
                    <a:pt x="665816" y="999685"/>
                  </a:lnTo>
                  <a:lnTo>
                    <a:pt x="666476" y="966367"/>
                  </a:lnTo>
                  <a:lnTo>
                    <a:pt x="667137" y="960063"/>
                  </a:lnTo>
                  <a:lnTo>
                    <a:pt x="667797" y="955632"/>
                  </a:lnTo>
                  <a:lnTo>
                    <a:pt x="668458" y="960000"/>
                  </a:lnTo>
                  <a:lnTo>
                    <a:pt x="669119" y="969773"/>
                  </a:lnTo>
                  <a:lnTo>
                    <a:pt x="669779" y="955791"/>
                  </a:lnTo>
                  <a:lnTo>
                    <a:pt x="670440" y="961943"/>
                  </a:lnTo>
                  <a:lnTo>
                    <a:pt x="671100" y="953215"/>
                  </a:lnTo>
                  <a:lnTo>
                    <a:pt x="671761" y="949876"/>
                  </a:lnTo>
                  <a:lnTo>
                    <a:pt x="672421" y="930940"/>
                  </a:lnTo>
                  <a:lnTo>
                    <a:pt x="673082" y="905225"/>
                  </a:lnTo>
                  <a:lnTo>
                    <a:pt x="673742" y="920988"/>
                  </a:lnTo>
                  <a:lnTo>
                    <a:pt x="674403" y="905295"/>
                  </a:lnTo>
                  <a:lnTo>
                    <a:pt x="675063" y="919035"/>
                  </a:lnTo>
                  <a:lnTo>
                    <a:pt x="675724" y="900033"/>
                  </a:lnTo>
                  <a:lnTo>
                    <a:pt x="676384" y="869477"/>
                  </a:lnTo>
                  <a:lnTo>
                    <a:pt x="677045" y="848063"/>
                  </a:lnTo>
                  <a:lnTo>
                    <a:pt x="677705" y="764386"/>
                  </a:lnTo>
                  <a:lnTo>
                    <a:pt x="678366" y="760215"/>
                  </a:lnTo>
                  <a:lnTo>
                    <a:pt x="679027" y="765221"/>
                  </a:lnTo>
                  <a:lnTo>
                    <a:pt x="679687" y="765221"/>
                  </a:lnTo>
                  <a:lnTo>
                    <a:pt x="680348" y="765221"/>
                  </a:lnTo>
                  <a:lnTo>
                    <a:pt x="681008" y="763403"/>
                  </a:lnTo>
                  <a:lnTo>
                    <a:pt x="681669" y="788360"/>
                  </a:lnTo>
                  <a:lnTo>
                    <a:pt x="682329" y="796944"/>
                  </a:lnTo>
                  <a:lnTo>
                    <a:pt x="682990" y="829322"/>
                  </a:lnTo>
                  <a:lnTo>
                    <a:pt x="683650" y="844655"/>
                  </a:lnTo>
                  <a:lnTo>
                    <a:pt x="684311" y="852318"/>
                  </a:lnTo>
                  <a:lnTo>
                    <a:pt x="684971" y="850051"/>
                  </a:lnTo>
                  <a:lnTo>
                    <a:pt x="685632" y="833429"/>
                  </a:lnTo>
                  <a:lnTo>
                    <a:pt x="686292" y="838241"/>
                  </a:lnTo>
                  <a:lnTo>
                    <a:pt x="686953" y="873813"/>
                  </a:lnTo>
                  <a:lnTo>
                    <a:pt x="687613" y="883164"/>
                  </a:lnTo>
                  <a:lnTo>
                    <a:pt x="688274" y="905863"/>
                  </a:lnTo>
                  <a:lnTo>
                    <a:pt x="688934" y="897277"/>
                  </a:lnTo>
                  <a:lnTo>
                    <a:pt x="689595" y="873785"/>
                  </a:lnTo>
                  <a:lnTo>
                    <a:pt x="690256" y="886118"/>
                  </a:lnTo>
                  <a:lnTo>
                    <a:pt x="690916" y="912301"/>
                  </a:lnTo>
                  <a:lnTo>
                    <a:pt x="691577" y="883886"/>
                  </a:lnTo>
                  <a:lnTo>
                    <a:pt x="692237" y="897680"/>
                  </a:lnTo>
                  <a:lnTo>
                    <a:pt x="692898" y="920436"/>
                  </a:lnTo>
                  <a:lnTo>
                    <a:pt x="693558" y="928112"/>
                  </a:lnTo>
                  <a:lnTo>
                    <a:pt x="694219" y="935527"/>
                  </a:lnTo>
                  <a:lnTo>
                    <a:pt x="694879" y="948317"/>
                  </a:lnTo>
                  <a:lnTo>
                    <a:pt x="695540" y="949527"/>
                  </a:lnTo>
                  <a:lnTo>
                    <a:pt x="696200" y="955347"/>
                  </a:lnTo>
                  <a:lnTo>
                    <a:pt x="696861" y="939763"/>
                  </a:lnTo>
                  <a:lnTo>
                    <a:pt x="697521" y="919042"/>
                  </a:lnTo>
                  <a:lnTo>
                    <a:pt x="698182" y="929895"/>
                  </a:lnTo>
                  <a:lnTo>
                    <a:pt x="698842" y="927454"/>
                  </a:lnTo>
                  <a:lnTo>
                    <a:pt x="699503" y="922833"/>
                  </a:lnTo>
                  <a:lnTo>
                    <a:pt x="700164" y="937119"/>
                  </a:lnTo>
                  <a:lnTo>
                    <a:pt x="700824" y="947463"/>
                  </a:lnTo>
                  <a:lnTo>
                    <a:pt x="701485" y="953828"/>
                  </a:lnTo>
                  <a:lnTo>
                    <a:pt x="702145" y="966142"/>
                  </a:lnTo>
                  <a:lnTo>
                    <a:pt x="702806" y="956900"/>
                  </a:lnTo>
                  <a:lnTo>
                    <a:pt x="703466" y="952495"/>
                  </a:lnTo>
                  <a:lnTo>
                    <a:pt x="704127" y="951262"/>
                  </a:lnTo>
                  <a:lnTo>
                    <a:pt x="704787" y="946809"/>
                  </a:lnTo>
                  <a:lnTo>
                    <a:pt x="705448" y="942185"/>
                  </a:lnTo>
                  <a:lnTo>
                    <a:pt x="706108" y="944424"/>
                  </a:lnTo>
                  <a:lnTo>
                    <a:pt x="706769" y="944424"/>
                  </a:lnTo>
                  <a:lnTo>
                    <a:pt x="707429" y="941242"/>
                  </a:lnTo>
                  <a:lnTo>
                    <a:pt x="708090" y="920997"/>
                  </a:lnTo>
                  <a:lnTo>
                    <a:pt x="708750" y="914368"/>
                  </a:lnTo>
                  <a:lnTo>
                    <a:pt x="709411" y="906255"/>
                  </a:lnTo>
                  <a:lnTo>
                    <a:pt x="710072" y="924553"/>
                  </a:lnTo>
                  <a:lnTo>
                    <a:pt x="710732" y="925642"/>
                  </a:lnTo>
                  <a:lnTo>
                    <a:pt x="711393" y="938614"/>
                  </a:lnTo>
                  <a:lnTo>
                    <a:pt x="712053" y="940366"/>
                  </a:lnTo>
                  <a:lnTo>
                    <a:pt x="712714" y="970792"/>
                  </a:lnTo>
                  <a:lnTo>
                    <a:pt x="713374" y="934882"/>
                  </a:lnTo>
                  <a:lnTo>
                    <a:pt x="714035" y="936829"/>
                  </a:lnTo>
                  <a:lnTo>
                    <a:pt x="714695" y="927065"/>
                  </a:lnTo>
                  <a:lnTo>
                    <a:pt x="715356" y="908693"/>
                  </a:lnTo>
                  <a:lnTo>
                    <a:pt x="716016" y="896017"/>
                  </a:lnTo>
                  <a:lnTo>
                    <a:pt x="716677" y="897696"/>
                  </a:lnTo>
                  <a:lnTo>
                    <a:pt x="717337" y="901939"/>
                  </a:lnTo>
                  <a:lnTo>
                    <a:pt x="717998" y="890816"/>
                  </a:lnTo>
                  <a:lnTo>
                    <a:pt x="718658" y="905124"/>
                  </a:lnTo>
                  <a:lnTo>
                    <a:pt x="719319" y="903484"/>
                  </a:lnTo>
                  <a:lnTo>
                    <a:pt x="719979" y="892588"/>
                  </a:lnTo>
                  <a:lnTo>
                    <a:pt x="720640" y="892588"/>
                  </a:lnTo>
                  <a:lnTo>
                    <a:pt x="721301" y="887561"/>
                  </a:lnTo>
                  <a:lnTo>
                    <a:pt x="721961" y="887962"/>
                  </a:lnTo>
                  <a:lnTo>
                    <a:pt x="722622" y="890704"/>
                  </a:lnTo>
                  <a:lnTo>
                    <a:pt x="723282" y="894352"/>
                  </a:lnTo>
                  <a:lnTo>
                    <a:pt x="723943" y="912383"/>
                  </a:lnTo>
                  <a:lnTo>
                    <a:pt x="724603" y="908813"/>
                  </a:lnTo>
                  <a:lnTo>
                    <a:pt x="725264" y="902450"/>
                  </a:lnTo>
                  <a:lnTo>
                    <a:pt x="725924" y="886562"/>
                  </a:lnTo>
                  <a:lnTo>
                    <a:pt x="726585" y="886562"/>
                  </a:lnTo>
                  <a:lnTo>
                    <a:pt x="727245" y="861065"/>
                  </a:lnTo>
                  <a:lnTo>
                    <a:pt x="727906" y="855877"/>
                  </a:lnTo>
                  <a:lnTo>
                    <a:pt x="728566" y="881499"/>
                  </a:lnTo>
                  <a:lnTo>
                    <a:pt x="729227" y="896252"/>
                  </a:lnTo>
                  <a:lnTo>
                    <a:pt x="729887" y="875474"/>
                  </a:lnTo>
                  <a:lnTo>
                    <a:pt x="730548" y="867607"/>
                  </a:lnTo>
                  <a:lnTo>
                    <a:pt x="731209" y="866688"/>
                  </a:lnTo>
                  <a:lnTo>
                    <a:pt x="731869" y="857557"/>
                  </a:lnTo>
                  <a:lnTo>
                    <a:pt x="732530" y="851511"/>
                  </a:lnTo>
                  <a:lnTo>
                    <a:pt x="733190" y="854834"/>
                  </a:lnTo>
                  <a:lnTo>
                    <a:pt x="733851" y="817560"/>
                  </a:lnTo>
                  <a:lnTo>
                    <a:pt x="734511" y="820883"/>
                  </a:lnTo>
                  <a:lnTo>
                    <a:pt x="735172" y="804500"/>
                  </a:lnTo>
                  <a:lnTo>
                    <a:pt x="735832" y="812798"/>
                  </a:lnTo>
                  <a:lnTo>
                    <a:pt x="736493" y="806262"/>
                  </a:lnTo>
                  <a:lnTo>
                    <a:pt x="737153" y="803649"/>
                  </a:lnTo>
                  <a:lnTo>
                    <a:pt x="737814" y="806973"/>
                  </a:lnTo>
                  <a:lnTo>
                    <a:pt x="738474" y="798177"/>
                  </a:lnTo>
                  <a:lnTo>
                    <a:pt x="739135" y="806726"/>
                  </a:lnTo>
                  <a:lnTo>
                    <a:pt x="739795" y="805879"/>
                  </a:lnTo>
                  <a:lnTo>
                    <a:pt x="740456" y="810684"/>
                  </a:lnTo>
                  <a:lnTo>
                    <a:pt x="741117" y="759211"/>
                  </a:lnTo>
                  <a:lnTo>
                    <a:pt x="741777" y="761825"/>
                  </a:lnTo>
                  <a:lnTo>
                    <a:pt x="742438" y="755601"/>
                  </a:lnTo>
                  <a:lnTo>
                    <a:pt x="743098" y="772881"/>
                  </a:lnTo>
                  <a:lnTo>
                    <a:pt x="743759" y="786519"/>
                  </a:lnTo>
                  <a:lnTo>
                    <a:pt x="744419" y="779149"/>
                  </a:lnTo>
                  <a:lnTo>
                    <a:pt x="745080" y="779114"/>
                  </a:lnTo>
                  <a:lnTo>
                    <a:pt x="745740" y="767889"/>
                  </a:lnTo>
                  <a:lnTo>
                    <a:pt x="746401" y="771406"/>
                  </a:lnTo>
                  <a:lnTo>
                    <a:pt x="747061" y="787441"/>
                  </a:lnTo>
                  <a:lnTo>
                    <a:pt x="747722" y="805907"/>
                  </a:lnTo>
                  <a:lnTo>
                    <a:pt x="748382" y="833054"/>
                  </a:lnTo>
                  <a:lnTo>
                    <a:pt x="749043" y="830607"/>
                  </a:lnTo>
                  <a:lnTo>
                    <a:pt x="749703" y="796538"/>
                  </a:lnTo>
                  <a:lnTo>
                    <a:pt x="750364" y="796083"/>
                  </a:lnTo>
                  <a:lnTo>
                    <a:pt x="751025" y="785599"/>
                  </a:lnTo>
                  <a:lnTo>
                    <a:pt x="751685" y="788302"/>
                  </a:lnTo>
                  <a:lnTo>
                    <a:pt x="752346" y="816940"/>
                  </a:lnTo>
                  <a:lnTo>
                    <a:pt x="753006" y="791629"/>
                  </a:lnTo>
                  <a:lnTo>
                    <a:pt x="753667" y="781488"/>
                  </a:lnTo>
                  <a:lnTo>
                    <a:pt x="754327" y="781201"/>
                  </a:lnTo>
                  <a:lnTo>
                    <a:pt x="754988" y="781201"/>
                  </a:lnTo>
                  <a:lnTo>
                    <a:pt x="755648" y="779384"/>
                  </a:lnTo>
                  <a:lnTo>
                    <a:pt x="756309" y="781201"/>
                  </a:lnTo>
                  <a:lnTo>
                    <a:pt x="756969" y="780603"/>
                  </a:lnTo>
                  <a:lnTo>
                    <a:pt x="757630" y="780603"/>
                  </a:lnTo>
                  <a:lnTo>
                    <a:pt x="758290" y="780603"/>
                  </a:lnTo>
                  <a:lnTo>
                    <a:pt x="758951" y="780456"/>
                  </a:lnTo>
                  <a:lnTo>
                    <a:pt x="759611" y="790256"/>
                  </a:lnTo>
                  <a:lnTo>
                    <a:pt x="760272" y="811704"/>
                  </a:lnTo>
                  <a:lnTo>
                    <a:pt x="760932" y="860759"/>
                  </a:lnTo>
                  <a:lnTo>
                    <a:pt x="761593" y="854134"/>
                  </a:lnTo>
                  <a:lnTo>
                    <a:pt x="762254" y="828880"/>
                  </a:lnTo>
                  <a:lnTo>
                    <a:pt x="762914" y="815449"/>
                  </a:lnTo>
                  <a:lnTo>
                    <a:pt x="763575" y="798186"/>
                  </a:lnTo>
                  <a:lnTo>
                    <a:pt x="764235" y="794880"/>
                  </a:lnTo>
                  <a:lnTo>
                    <a:pt x="764896" y="792498"/>
                  </a:lnTo>
                  <a:lnTo>
                    <a:pt x="765556" y="782492"/>
                  </a:lnTo>
                  <a:lnTo>
                    <a:pt x="766217" y="770170"/>
                  </a:lnTo>
                  <a:lnTo>
                    <a:pt x="766877" y="774252"/>
                  </a:lnTo>
                  <a:lnTo>
                    <a:pt x="767538" y="760936"/>
                  </a:lnTo>
                  <a:lnTo>
                    <a:pt x="768198" y="760154"/>
                  </a:lnTo>
                  <a:lnTo>
                    <a:pt x="768859" y="757777"/>
                  </a:lnTo>
                  <a:lnTo>
                    <a:pt x="769519" y="810095"/>
                  </a:lnTo>
                  <a:lnTo>
                    <a:pt x="770180" y="801723"/>
                  </a:lnTo>
                  <a:lnTo>
                    <a:pt x="770840" y="792139"/>
                  </a:lnTo>
                  <a:lnTo>
                    <a:pt x="771501" y="795327"/>
                  </a:lnTo>
                  <a:lnTo>
                    <a:pt x="772162" y="804122"/>
                  </a:lnTo>
                  <a:lnTo>
                    <a:pt x="772822" y="800799"/>
                  </a:lnTo>
                  <a:lnTo>
                    <a:pt x="773483" y="806516"/>
                  </a:lnTo>
                  <a:lnTo>
                    <a:pt x="774143" y="803494"/>
                  </a:lnTo>
                  <a:lnTo>
                    <a:pt x="774804" y="785563"/>
                  </a:lnTo>
                  <a:lnTo>
                    <a:pt x="775464" y="769471"/>
                  </a:lnTo>
                  <a:lnTo>
                    <a:pt x="776125" y="760985"/>
                  </a:lnTo>
                  <a:lnTo>
                    <a:pt x="776785" y="822966"/>
                  </a:lnTo>
                  <a:lnTo>
                    <a:pt x="777446" y="815198"/>
                  </a:lnTo>
                  <a:lnTo>
                    <a:pt x="778106" y="827879"/>
                  </a:lnTo>
                  <a:lnTo>
                    <a:pt x="778767" y="780679"/>
                  </a:lnTo>
                  <a:lnTo>
                    <a:pt x="779427" y="789755"/>
                  </a:lnTo>
                  <a:lnTo>
                    <a:pt x="780088" y="785803"/>
                  </a:lnTo>
                  <a:lnTo>
                    <a:pt x="780748" y="780792"/>
                  </a:lnTo>
                  <a:lnTo>
                    <a:pt x="781409" y="761992"/>
                  </a:lnTo>
                  <a:lnTo>
                    <a:pt x="782070" y="770477"/>
                  </a:lnTo>
                  <a:lnTo>
                    <a:pt x="782730" y="770477"/>
                  </a:lnTo>
                  <a:lnTo>
                    <a:pt x="783391" y="776787"/>
                  </a:lnTo>
                  <a:lnTo>
                    <a:pt x="784051" y="776787"/>
                  </a:lnTo>
                  <a:lnTo>
                    <a:pt x="784712" y="770679"/>
                  </a:lnTo>
                  <a:lnTo>
                    <a:pt x="785372" y="770242"/>
                  </a:lnTo>
                  <a:lnTo>
                    <a:pt x="786033" y="782057"/>
                  </a:lnTo>
                  <a:lnTo>
                    <a:pt x="786693" y="816967"/>
                  </a:lnTo>
                  <a:lnTo>
                    <a:pt x="787354" y="835699"/>
                  </a:lnTo>
                  <a:lnTo>
                    <a:pt x="788014" y="855745"/>
                  </a:lnTo>
                  <a:lnTo>
                    <a:pt x="788675" y="852024"/>
                  </a:lnTo>
                  <a:lnTo>
                    <a:pt x="789335" y="876834"/>
                  </a:lnTo>
                  <a:lnTo>
                    <a:pt x="789996" y="862145"/>
                  </a:lnTo>
                  <a:lnTo>
                    <a:pt x="790656" y="837281"/>
                  </a:lnTo>
                  <a:lnTo>
                    <a:pt x="791317" y="797098"/>
                  </a:lnTo>
                  <a:lnTo>
                    <a:pt x="791977" y="769627"/>
                  </a:lnTo>
                  <a:lnTo>
                    <a:pt x="792638" y="762326"/>
                  </a:lnTo>
                  <a:lnTo>
                    <a:pt x="793299" y="757791"/>
                  </a:lnTo>
                  <a:lnTo>
                    <a:pt x="793959" y="813426"/>
                  </a:lnTo>
                  <a:lnTo>
                    <a:pt x="794620" y="831362"/>
                  </a:lnTo>
                  <a:lnTo>
                    <a:pt x="795280" y="845682"/>
                  </a:lnTo>
                  <a:lnTo>
                    <a:pt x="795941" y="855227"/>
                  </a:lnTo>
                  <a:lnTo>
                    <a:pt x="796601" y="847077"/>
                  </a:lnTo>
                  <a:lnTo>
                    <a:pt x="797262" y="782671"/>
                  </a:lnTo>
                  <a:lnTo>
                    <a:pt x="797922" y="784514"/>
                  </a:lnTo>
                  <a:lnTo>
                    <a:pt x="798583" y="785370"/>
                  </a:lnTo>
                  <a:lnTo>
                    <a:pt x="799243" y="795179"/>
                  </a:lnTo>
                  <a:lnTo>
                    <a:pt x="799904" y="816785"/>
                  </a:lnTo>
                  <a:lnTo>
                    <a:pt x="800564" y="867515"/>
                  </a:lnTo>
                  <a:lnTo>
                    <a:pt x="801225" y="869111"/>
                  </a:lnTo>
                  <a:lnTo>
                    <a:pt x="801885" y="875553"/>
                  </a:lnTo>
                  <a:lnTo>
                    <a:pt x="802546" y="884284"/>
                  </a:lnTo>
                  <a:lnTo>
                    <a:pt x="803207" y="909844"/>
                  </a:lnTo>
                  <a:lnTo>
                    <a:pt x="803867" y="919861"/>
                  </a:lnTo>
                  <a:lnTo>
                    <a:pt x="804528" y="909231"/>
                  </a:lnTo>
                  <a:lnTo>
                    <a:pt x="805188" y="901354"/>
                  </a:lnTo>
                  <a:lnTo>
                    <a:pt x="805849" y="895567"/>
                  </a:lnTo>
                  <a:lnTo>
                    <a:pt x="806509" y="896873"/>
                  </a:lnTo>
                  <a:lnTo>
                    <a:pt x="807170" y="890298"/>
                  </a:lnTo>
                  <a:lnTo>
                    <a:pt x="807830" y="898477"/>
                  </a:lnTo>
                  <a:lnTo>
                    <a:pt x="808491" y="897642"/>
                  </a:lnTo>
                  <a:lnTo>
                    <a:pt x="809151" y="902447"/>
                  </a:lnTo>
                  <a:lnTo>
                    <a:pt x="809812" y="891757"/>
                  </a:lnTo>
                  <a:lnTo>
                    <a:pt x="810472" y="894418"/>
                  </a:lnTo>
                  <a:lnTo>
                    <a:pt x="811133" y="896835"/>
                  </a:lnTo>
                  <a:lnTo>
                    <a:pt x="811793" y="889945"/>
                  </a:lnTo>
                  <a:lnTo>
                    <a:pt x="812454" y="892621"/>
                  </a:lnTo>
                  <a:lnTo>
                    <a:pt x="813115" y="913968"/>
                  </a:lnTo>
                  <a:lnTo>
                    <a:pt x="813775" y="860075"/>
                  </a:lnTo>
                  <a:lnTo>
                    <a:pt x="814436" y="877474"/>
                  </a:lnTo>
                  <a:lnTo>
                    <a:pt x="815096" y="875392"/>
                  </a:lnTo>
                  <a:lnTo>
                    <a:pt x="815757" y="841432"/>
                  </a:lnTo>
                  <a:lnTo>
                    <a:pt x="816417" y="815597"/>
                  </a:lnTo>
                  <a:lnTo>
                    <a:pt x="817078" y="817942"/>
                  </a:lnTo>
                  <a:lnTo>
                    <a:pt x="817738" y="823213"/>
                  </a:lnTo>
                  <a:lnTo>
                    <a:pt x="818399" y="804584"/>
                  </a:lnTo>
                  <a:lnTo>
                    <a:pt x="819059" y="790989"/>
                  </a:lnTo>
                  <a:lnTo>
                    <a:pt x="819720" y="778696"/>
                  </a:lnTo>
                  <a:lnTo>
                    <a:pt x="820380" y="770793"/>
                  </a:lnTo>
                  <a:lnTo>
                    <a:pt x="821041" y="761982"/>
                  </a:lnTo>
                  <a:lnTo>
                    <a:pt x="821701" y="753341"/>
                  </a:lnTo>
                  <a:lnTo>
                    <a:pt x="822362" y="757069"/>
                  </a:lnTo>
                  <a:lnTo>
                    <a:pt x="823023" y="757069"/>
                  </a:lnTo>
                  <a:lnTo>
                    <a:pt x="823683" y="757069"/>
                  </a:lnTo>
                  <a:lnTo>
                    <a:pt x="824344" y="760614"/>
                  </a:lnTo>
                  <a:lnTo>
                    <a:pt x="825004" y="757069"/>
                  </a:lnTo>
                  <a:lnTo>
                    <a:pt x="825665" y="757069"/>
                  </a:lnTo>
                  <a:lnTo>
                    <a:pt x="826325" y="757069"/>
                  </a:lnTo>
                  <a:lnTo>
                    <a:pt x="826986" y="750372"/>
                  </a:lnTo>
                  <a:lnTo>
                    <a:pt x="827646" y="748554"/>
                  </a:lnTo>
                  <a:lnTo>
                    <a:pt x="828307" y="746883"/>
                  </a:lnTo>
                  <a:lnTo>
                    <a:pt x="828967" y="760478"/>
                  </a:lnTo>
                  <a:lnTo>
                    <a:pt x="829628" y="760478"/>
                  </a:lnTo>
                  <a:lnTo>
                    <a:pt x="830288" y="760478"/>
                  </a:lnTo>
                  <a:lnTo>
                    <a:pt x="830949" y="756999"/>
                  </a:lnTo>
                  <a:lnTo>
                    <a:pt x="831609" y="766401"/>
                  </a:lnTo>
                  <a:lnTo>
                    <a:pt x="832270" y="771020"/>
                  </a:lnTo>
                  <a:lnTo>
                    <a:pt x="832930" y="790114"/>
                  </a:lnTo>
                  <a:lnTo>
                    <a:pt x="833591" y="771016"/>
                  </a:lnTo>
                  <a:lnTo>
                    <a:pt x="834252" y="765653"/>
                  </a:lnTo>
                  <a:lnTo>
                    <a:pt x="834912" y="771016"/>
                  </a:lnTo>
                  <a:lnTo>
                    <a:pt x="835573" y="774904"/>
                  </a:lnTo>
                  <a:lnTo>
                    <a:pt x="836233" y="779741"/>
                  </a:lnTo>
                  <a:lnTo>
                    <a:pt x="836894" y="777502"/>
                  </a:lnTo>
                  <a:lnTo>
                    <a:pt x="837554" y="770625"/>
                  </a:lnTo>
                  <a:lnTo>
                    <a:pt x="838215" y="744159"/>
                  </a:lnTo>
                  <a:lnTo>
                    <a:pt x="838875" y="742310"/>
                  </a:lnTo>
                  <a:lnTo>
                    <a:pt x="839536" y="784492"/>
                  </a:lnTo>
                  <a:lnTo>
                    <a:pt x="840196" y="836195"/>
                  </a:lnTo>
                  <a:lnTo>
                    <a:pt x="840857" y="815397"/>
                  </a:lnTo>
                  <a:lnTo>
                    <a:pt x="841517" y="815214"/>
                  </a:lnTo>
                  <a:lnTo>
                    <a:pt x="842178" y="819352"/>
                  </a:lnTo>
                  <a:lnTo>
                    <a:pt x="842838" y="804729"/>
                  </a:lnTo>
                  <a:lnTo>
                    <a:pt x="843499" y="835455"/>
                  </a:lnTo>
                  <a:lnTo>
                    <a:pt x="844160" y="855865"/>
                  </a:lnTo>
                  <a:lnTo>
                    <a:pt x="844820" y="865871"/>
                  </a:lnTo>
                  <a:lnTo>
                    <a:pt x="845481" y="821855"/>
                  </a:lnTo>
                  <a:lnTo>
                    <a:pt x="846141" y="828671"/>
                  </a:lnTo>
                  <a:lnTo>
                    <a:pt x="846802" y="828671"/>
                  </a:lnTo>
                  <a:lnTo>
                    <a:pt x="847462" y="803373"/>
                  </a:lnTo>
                  <a:lnTo>
                    <a:pt x="848123" y="812088"/>
                  </a:lnTo>
                  <a:lnTo>
                    <a:pt x="848783" y="845069"/>
                  </a:lnTo>
                  <a:lnTo>
                    <a:pt x="849444" y="834155"/>
                  </a:lnTo>
                  <a:lnTo>
                    <a:pt x="850104" y="816288"/>
                  </a:lnTo>
                  <a:lnTo>
                    <a:pt x="850765" y="800580"/>
                  </a:lnTo>
                  <a:lnTo>
                    <a:pt x="851425" y="789682"/>
                  </a:lnTo>
                  <a:lnTo>
                    <a:pt x="852086" y="798603"/>
                  </a:lnTo>
                  <a:lnTo>
                    <a:pt x="852746" y="792384"/>
                  </a:lnTo>
                  <a:lnTo>
                    <a:pt x="853407" y="813501"/>
                  </a:lnTo>
                  <a:lnTo>
                    <a:pt x="854068" y="764145"/>
                  </a:lnTo>
                  <a:lnTo>
                    <a:pt x="854728" y="825855"/>
                  </a:lnTo>
                  <a:lnTo>
                    <a:pt x="855389" y="720336"/>
                  </a:lnTo>
                  <a:lnTo>
                    <a:pt x="856049" y="723426"/>
                  </a:lnTo>
                  <a:lnTo>
                    <a:pt x="856710" y="715022"/>
                  </a:lnTo>
                  <a:lnTo>
                    <a:pt x="857370" y="781646"/>
                  </a:lnTo>
                  <a:lnTo>
                    <a:pt x="858031" y="772100"/>
                  </a:lnTo>
                  <a:lnTo>
                    <a:pt x="858691" y="692380"/>
                  </a:lnTo>
                  <a:lnTo>
                    <a:pt x="859352" y="692380"/>
                  </a:lnTo>
                  <a:lnTo>
                    <a:pt x="860012" y="684945"/>
                  </a:lnTo>
                  <a:lnTo>
                    <a:pt x="860673" y="667133"/>
                  </a:lnTo>
                  <a:lnTo>
                    <a:pt x="861333" y="658492"/>
                  </a:lnTo>
                  <a:lnTo>
                    <a:pt x="861994" y="662286"/>
                  </a:lnTo>
                  <a:lnTo>
                    <a:pt x="862654" y="684746"/>
                  </a:lnTo>
                  <a:lnTo>
                    <a:pt x="863315" y="684746"/>
                  </a:lnTo>
                  <a:lnTo>
                    <a:pt x="863975" y="709680"/>
                  </a:lnTo>
                  <a:lnTo>
                    <a:pt x="864636" y="713862"/>
                  </a:lnTo>
                  <a:lnTo>
                    <a:pt x="865297" y="716813"/>
                  </a:lnTo>
                  <a:lnTo>
                    <a:pt x="865957" y="720967"/>
                  </a:lnTo>
                  <a:lnTo>
                    <a:pt x="866618" y="749095"/>
                  </a:lnTo>
                  <a:lnTo>
                    <a:pt x="867278" y="791061"/>
                  </a:lnTo>
                  <a:lnTo>
                    <a:pt x="867939" y="825732"/>
                  </a:lnTo>
                  <a:lnTo>
                    <a:pt x="868599" y="828080"/>
                  </a:lnTo>
                  <a:lnTo>
                    <a:pt x="869260" y="850607"/>
                  </a:lnTo>
                  <a:lnTo>
                    <a:pt x="869920" y="886924"/>
                  </a:lnTo>
                  <a:lnTo>
                    <a:pt x="870581" y="856410"/>
                  </a:lnTo>
                  <a:lnTo>
                    <a:pt x="871241" y="863933"/>
                  </a:lnTo>
                  <a:lnTo>
                    <a:pt x="871902" y="871057"/>
                  </a:lnTo>
                  <a:lnTo>
                    <a:pt x="872562" y="850898"/>
                  </a:lnTo>
                  <a:lnTo>
                    <a:pt x="873223" y="850051"/>
                  </a:lnTo>
                  <a:lnTo>
                    <a:pt x="873883" y="845553"/>
                  </a:lnTo>
                  <a:lnTo>
                    <a:pt x="874544" y="839308"/>
                  </a:lnTo>
                  <a:lnTo>
                    <a:pt x="875205" y="837629"/>
                  </a:lnTo>
                  <a:lnTo>
                    <a:pt x="875865" y="824852"/>
                  </a:lnTo>
                  <a:lnTo>
                    <a:pt x="876526" y="803487"/>
                  </a:lnTo>
                  <a:lnTo>
                    <a:pt x="877186" y="796096"/>
                  </a:lnTo>
                  <a:lnTo>
                    <a:pt x="877847" y="789689"/>
                  </a:lnTo>
                  <a:lnTo>
                    <a:pt x="878507" y="762737"/>
                  </a:lnTo>
                  <a:lnTo>
                    <a:pt x="879168" y="726665"/>
                  </a:lnTo>
                  <a:lnTo>
                    <a:pt x="879828" y="694154"/>
                  </a:lnTo>
                  <a:lnTo>
                    <a:pt x="880489" y="689011"/>
                  </a:lnTo>
                  <a:lnTo>
                    <a:pt x="881149" y="668090"/>
                  </a:lnTo>
                  <a:lnTo>
                    <a:pt x="881810" y="662063"/>
                  </a:lnTo>
                  <a:lnTo>
                    <a:pt x="882470" y="653440"/>
                  </a:lnTo>
                  <a:lnTo>
                    <a:pt x="883131" y="646512"/>
                  </a:lnTo>
                  <a:lnTo>
                    <a:pt x="883791" y="644379"/>
                  </a:lnTo>
                  <a:lnTo>
                    <a:pt x="884452" y="657994"/>
                  </a:lnTo>
                  <a:lnTo>
                    <a:pt x="885113" y="700115"/>
                  </a:lnTo>
                  <a:lnTo>
                    <a:pt x="885773" y="700115"/>
                  </a:lnTo>
                  <a:lnTo>
                    <a:pt x="886434" y="739711"/>
                  </a:lnTo>
                  <a:lnTo>
                    <a:pt x="887094" y="736671"/>
                  </a:lnTo>
                  <a:lnTo>
                    <a:pt x="887755" y="710952"/>
                  </a:lnTo>
                  <a:lnTo>
                    <a:pt x="888415" y="706419"/>
                  </a:lnTo>
                  <a:lnTo>
                    <a:pt x="889076" y="702625"/>
                  </a:lnTo>
                  <a:lnTo>
                    <a:pt x="889736" y="711266"/>
                  </a:lnTo>
                  <a:lnTo>
                    <a:pt x="890397" y="747804"/>
                  </a:lnTo>
                  <a:lnTo>
                    <a:pt x="891057" y="771501"/>
                  </a:lnTo>
                  <a:lnTo>
                    <a:pt x="891718" y="779734"/>
                  </a:lnTo>
                  <a:lnTo>
                    <a:pt x="892378" y="836974"/>
                  </a:lnTo>
                  <a:lnTo>
                    <a:pt x="893039" y="844983"/>
                  </a:lnTo>
                  <a:lnTo>
                    <a:pt x="893699" y="835565"/>
                  </a:lnTo>
                  <a:lnTo>
                    <a:pt x="894360" y="757342"/>
                  </a:lnTo>
                  <a:lnTo>
                    <a:pt x="895021" y="771600"/>
                  </a:lnTo>
                  <a:lnTo>
                    <a:pt x="895681" y="761213"/>
                  </a:lnTo>
                  <a:lnTo>
                    <a:pt x="896342" y="803053"/>
                  </a:lnTo>
                  <a:lnTo>
                    <a:pt x="897002" y="805373"/>
                  </a:lnTo>
                  <a:lnTo>
                    <a:pt x="897663" y="824762"/>
                  </a:lnTo>
                  <a:lnTo>
                    <a:pt x="898323" y="824762"/>
                  </a:lnTo>
                  <a:lnTo>
                    <a:pt x="898984" y="849571"/>
                  </a:lnTo>
                  <a:lnTo>
                    <a:pt x="899644" y="886824"/>
                  </a:lnTo>
                  <a:lnTo>
                    <a:pt x="900305" y="850797"/>
                  </a:lnTo>
                  <a:lnTo>
                    <a:pt x="900965" y="855556"/>
                  </a:lnTo>
                  <a:lnTo>
                    <a:pt x="901626" y="843085"/>
                  </a:lnTo>
                  <a:lnTo>
                    <a:pt x="902286" y="857633"/>
                  </a:lnTo>
                  <a:lnTo>
                    <a:pt x="902947" y="871083"/>
                  </a:lnTo>
                  <a:lnTo>
                    <a:pt x="903607" y="899273"/>
                  </a:lnTo>
                  <a:lnTo>
                    <a:pt x="904268" y="856444"/>
                  </a:lnTo>
                  <a:lnTo>
                    <a:pt x="904928" y="821461"/>
                  </a:lnTo>
                  <a:lnTo>
                    <a:pt x="905589" y="801542"/>
                  </a:lnTo>
                  <a:lnTo>
                    <a:pt x="906250" y="784785"/>
                  </a:lnTo>
                  <a:lnTo>
                    <a:pt x="906910" y="780523"/>
                  </a:lnTo>
                  <a:lnTo>
                    <a:pt x="907571" y="780622"/>
                  </a:lnTo>
                  <a:lnTo>
                    <a:pt x="908231" y="780622"/>
                  </a:lnTo>
                  <a:lnTo>
                    <a:pt x="908892" y="788845"/>
                  </a:lnTo>
                  <a:lnTo>
                    <a:pt x="909552" y="795348"/>
                  </a:lnTo>
                  <a:lnTo>
                    <a:pt x="910213" y="794700"/>
                  </a:lnTo>
                  <a:lnTo>
                    <a:pt x="910873" y="807803"/>
                  </a:lnTo>
                  <a:lnTo>
                    <a:pt x="911534" y="836915"/>
                  </a:lnTo>
                  <a:lnTo>
                    <a:pt x="912194" y="871578"/>
                  </a:lnTo>
                  <a:lnTo>
                    <a:pt x="912855" y="891121"/>
                  </a:lnTo>
                  <a:lnTo>
                    <a:pt x="913515" y="878457"/>
                  </a:lnTo>
                  <a:lnTo>
                    <a:pt x="914176" y="896484"/>
                  </a:lnTo>
                  <a:lnTo>
                    <a:pt x="914836" y="891011"/>
                  </a:lnTo>
                  <a:lnTo>
                    <a:pt x="915497" y="927020"/>
                  </a:lnTo>
                  <a:lnTo>
                    <a:pt x="916158" y="925254"/>
                  </a:lnTo>
                  <a:lnTo>
                    <a:pt x="916818" y="926259"/>
                  </a:lnTo>
                  <a:lnTo>
                    <a:pt x="917479" y="919723"/>
                  </a:lnTo>
                  <a:lnTo>
                    <a:pt x="918139" y="883061"/>
                  </a:lnTo>
                  <a:lnTo>
                    <a:pt x="918800" y="885553"/>
                  </a:lnTo>
                  <a:lnTo>
                    <a:pt x="919460" y="874317"/>
                  </a:lnTo>
                  <a:lnTo>
                    <a:pt x="920121" y="874928"/>
                  </a:lnTo>
                  <a:lnTo>
                    <a:pt x="920781" y="864475"/>
                  </a:lnTo>
                  <a:lnTo>
                    <a:pt x="921442" y="869631"/>
                  </a:lnTo>
                  <a:lnTo>
                    <a:pt x="922102" y="870129"/>
                  </a:lnTo>
                  <a:lnTo>
                    <a:pt x="922763" y="849684"/>
                  </a:lnTo>
                  <a:lnTo>
                    <a:pt x="923423" y="849671"/>
                  </a:lnTo>
                  <a:lnTo>
                    <a:pt x="924084" y="849469"/>
                  </a:lnTo>
                  <a:lnTo>
                    <a:pt x="924744" y="840033"/>
                  </a:lnTo>
                  <a:lnTo>
                    <a:pt x="925405" y="850591"/>
                  </a:lnTo>
                  <a:lnTo>
                    <a:pt x="926066" y="841392"/>
                  </a:lnTo>
                  <a:lnTo>
                    <a:pt x="926726" y="850204"/>
                  </a:lnTo>
                  <a:lnTo>
                    <a:pt x="927387" y="876500"/>
                  </a:lnTo>
                  <a:lnTo>
                    <a:pt x="928047" y="877496"/>
                  </a:lnTo>
                  <a:lnTo>
                    <a:pt x="928708" y="875607"/>
                  </a:lnTo>
                  <a:lnTo>
                    <a:pt x="929368" y="873370"/>
                  </a:lnTo>
                  <a:lnTo>
                    <a:pt x="930029" y="879922"/>
                  </a:lnTo>
                  <a:lnTo>
                    <a:pt x="930689" y="892336"/>
                  </a:lnTo>
                  <a:lnTo>
                    <a:pt x="931350" y="877843"/>
                  </a:lnTo>
                  <a:lnTo>
                    <a:pt x="932010" y="880163"/>
                  </a:lnTo>
                  <a:lnTo>
                    <a:pt x="932671" y="870933"/>
                  </a:lnTo>
                  <a:lnTo>
                    <a:pt x="933331" y="862001"/>
                  </a:lnTo>
                  <a:lnTo>
                    <a:pt x="933992" y="858206"/>
                  </a:lnTo>
                  <a:lnTo>
                    <a:pt x="934652" y="845760"/>
                  </a:lnTo>
                  <a:lnTo>
                    <a:pt x="935313" y="845542"/>
                  </a:lnTo>
                  <a:lnTo>
                    <a:pt x="935973" y="825808"/>
                  </a:lnTo>
                  <a:lnTo>
                    <a:pt x="936634" y="830969"/>
                  </a:lnTo>
                  <a:lnTo>
                    <a:pt x="937295" y="832435"/>
                  </a:lnTo>
                  <a:lnTo>
                    <a:pt x="937955" y="821056"/>
                  </a:lnTo>
                  <a:lnTo>
                    <a:pt x="938616" y="827566"/>
                  </a:lnTo>
                  <a:lnTo>
                    <a:pt x="939276" y="798967"/>
                  </a:lnTo>
                  <a:lnTo>
                    <a:pt x="939937" y="807268"/>
                  </a:lnTo>
                  <a:lnTo>
                    <a:pt x="940597" y="786087"/>
                  </a:lnTo>
                  <a:lnTo>
                    <a:pt x="941258" y="736465"/>
                  </a:lnTo>
                  <a:lnTo>
                    <a:pt x="941918" y="710509"/>
                  </a:lnTo>
                  <a:lnTo>
                    <a:pt x="942579" y="686770"/>
                  </a:lnTo>
                  <a:lnTo>
                    <a:pt x="943239" y="675754"/>
                  </a:lnTo>
                  <a:lnTo>
                    <a:pt x="943900" y="675754"/>
                  </a:lnTo>
                  <a:lnTo>
                    <a:pt x="944560" y="681314"/>
                  </a:lnTo>
                  <a:lnTo>
                    <a:pt x="945221" y="706964"/>
                  </a:lnTo>
                  <a:lnTo>
                    <a:pt x="945881" y="718226"/>
                  </a:lnTo>
                  <a:lnTo>
                    <a:pt x="946542" y="726802"/>
                  </a:lnTo>
                  <a:lnTo>
                    <a:pt x="947203" y="708448"/>
                  </a:lnTo>
                  <a:lnTo>
                    <a:pt x="947863" y="721014"/>
                  </a:lnTo>
                  <a:lnTo>
                    <a:pt x="948524" y="747665"/>
                  </a:lnTo>
                  <a:lnTo>
                    <a:pt x="949184" y="743510"/>
                  </a:lnTo>
                  <a:lnTo>
                    <a:pt x="949845" y="784902"/>
                  </a:lnTo>
                  <a:lnTo>
                    <a:pt x="950505" y="794867"/>
                  </a:lnTo>
                  <a:lnTo>
                    <a:pt x="951166" y="800902"/>
                  </a:lnTo>
                  <a:lnTo>
                    <a:pt x="951826" y="834482"/>
                  </a:lnTo>
                  <a:lnTo>
                    <a:pt x="952487" y="833243"/>
                  </a:lnTo>
                  <a:lnTo>
                    <a:pt x="953147" y="845812"/>
                  </a:lnTo>
                  <a:lnTo>
                    <a:pt x="953808" y="858754"/>
                  </a:lnTo>
                  <a:lnTo>
                    <a:pt x="954468" y="861431"/>
                  </a:lnTo>
                  <a:lnTo>
                    <a:pt x="955129" y="868063"/>
                  </a:lnTo>
                  <a:lnTo>
                    <a:pt x="955789" y="868063"/>
                  </a:lnTo>
                  <a:lnTo>
                    <a:pt x="956450" y="873818"/>
                  </a:lnTo>
                  <a:lnTo>
                    <a:pt x="957111" y="879551"/>
                  </a:lnTo>
                  <a:lnTo>
                    <a:pt x="957771" y="883337"/>
                  </a:lnTo>
                  <a:lnTo>
                    <a:pt x="958432" y="898331"/>
                  </a:lnTo>
                  <a:lnTo>
                    <a:pt x="959092" y="893710"/>
                  </a:lnTo>
                  <a:lnTo>
                    <a:pt x="959753" y="893710"/>
                  </a:lnTo>
                  <a:lnTo>
                    <a:pt x="960413" y="885748"/>
                  </a:lnTo>
                  <a:lnTo>
                    <a:pt x="961074" y="887597"/>
                  </a:lnTo>
                  <a:lnTo>
                    <a:pt x="961734" y="884086"/>
                  </a:lnTo>
                  <a:lnTo>
                    <a:pt x="962395" y="881671"/>
                  </a:lnTo>
                  <a:lnTo>
                    <a:pt x="963055" y="893920"/>
                  </a:lnTo>
                  <a:lnTo>
                    <a:pt x="963716" y="882594"/>
                  </a:lnTo>
                  <a:lnTo>
                    <a:pt x="964376" y="884759"/>
                  </a:lnTo>
                  <a:lnTo>
                    <a:pt x="965037" y="877122"/>
                  </a:lnTo>
                  <a:lnTo>
                    <a:pt x="965697" y="879102"/>
                  </a:lnTo>
                  <a:lnTo>
                    <a:pt x="966358" y="878966"/>
                  </a:lnTo>
                  <a:lnTo>
                    <a:pt x="967019" y="877873"/>
                  </a:lnTo>
                  <a:lnTo>
                    <a:pt x="967679" y="874614"/>
                  </a:lnTo>
                  <a:lnTo>
                    <a:pt x="968340" y="873920"/>
                  </a:lnTo>
                  <a:lnTo>
                    <a:pt x="969000" y="880529"/>
                  </a:lnTo>
                  <a:lnTo>
                    <a:pt x="969661" y="872745"/>
                  </a:lnTo>
                  <a:lnTo>
                    <a:pt x="970321" y="883564"/>
                  </a:lnTo>
                  <a:lnTo>
                    <a:pt x="970982" y="882671"/>
                  </a:lnTo>
                  <a:lnTo>
                    <a:pt x="971642" y="826362"/>
                  </a:lnTo>
                  <a:lnTo>
                    <a:pt x="972303" y="826362"/>
                  </a:lnTo>
                  <a:lnTo>
                    <a:pt x="972963" y="839783"/>
                  </a:lnTo>
                  <a:lnTo>
                    <a:pt x="973624" y="844781"/>
                  </a:lnTo>
                  <a:lnTo>
                    <a:pt x="974284" y="840172"/>
                  </a:lnTo>
                  <a:lnTo>
                    <a:pt x="974945" y="824454"/>
                  </a:lnTo>
                  <a:lnTo>
                    <a:pt x="975605" y="854448"/>
                  </a:lnTo>
                  <a:lnTo>
                    <a:pt x="976266" y="849306"/>
                  </a:lnTo>
                  <a:lnTo>
                    <a:pt x="976926" y="872546"/>
                  </a:lnTo>
                  <a:lnTo>
                    <a:pt x="977587" y="901332"/>
                  </a:lnTo>
                  <a:lnTo>
                    <a:pt x="978248" y="915212"/>
                  </a:lnTo>
                  <a:lnTo>
                    <a:pt x="978908" y="899561"/>
                  </a:lnTo>
                  <a:lnTo>
                    <a:pt x="979569" y="884503"/>
                  </a:lnTo>
                  <a:lnTo>
                    <a:pt x="980229" y="894076"/>
                  </a:lnTo>
                  <a:lnTo>
                    <a:pt x="980890" y="921497"/>
                  </a:lnTo>
                  <a:lnTo>
                    <a:pt x="981550" y="889462"/>
                  </a:lnTo>
                  <a:lnTo>
                    <a:pt x="982211" y="882174"/>
                  </a:lnTo>
                  <a:lnTo>
                    <a:pt x="982871" y="898737"/>
                  </a:lnTo>
                  <a:lnTo>
                    <a:pt x="983532" y="937134"/>
                  </a:lnTo>
                  <a:lnTo>
                    <a:pt x="984192" y="887460"/>
                  </a:lnTo>
                  <a:lnTo>
                    <a:pt x="984853" y="849108"/>
                  </a:lnTo>
                  <a:lnTo>
                    <a:pt x="985513" y="845690"/>
                  </a:lnTo>
                  <a:lnTo>
                    <a:pt x="986174" y="851517"/>
                  </a:lnTo>
                  <a:lnTo>
                    <a:pt x="986834" y="851788"/>
                  </a:lnTo>
                  <a:lnTo>
                    <a:pt x="987495" y="849604"/>
                  </a:lnTo>
                  <a:lnTo>
                    <a:pt x="988156" y="849604"/>
                  </a:lnTo>
                  <a:lnTo>
                    <a:pt x="988816" y="805320"/>
                  </a:lnTo>
                  <a:lnTo>
                    <a:pt x="989477" y="752053"/>
                  </a:lnTo>
                  <a:lnTo>
                    <a:pt x="990137" y="752053"/>
                  </a:lnTo>
                  <a:lnTo>
                    <a:pt x="990798" y="779881"/>
                  </a:lnTo>
                  <a:lnTo>
                    <a:pt x="991458" y="764656"/>
                  </a:lnTo>
                  <a:lnTo>
                    <a:pt x="992119" y="773034"/>
                  </a:lnTo>
                  <a:lnTo>
                    <a:pt x="992779" y="811091"/>
                  </a:lnTo>
                  <a:lnTo>
                    <a:pt x="993440" y="783729"/>
                  </a:lnTo>
                  <a:lnTo>
                    <a:pt x="994100" y="771324"/>
                  </a:lnTo>
                  <a:lnTo>
                    <a:pt x="994761" y="801612"/>
                  </a:lnTo>
                  <a:lnTo>
                    <a:pt x="995421" y="842416"/>
                  </a:lnTo>
                  <a:lnTo>
                    <a:pt x="996082" y="862213"/>
                  </a:lnTo>
                  <a:lnTo>
                    <a:pt x="996742" y="846217"/>
                  </a:lnTo>
                  <a:lnTo>
                    <a:pt x="997403" y="873215"/>
                  </a:lnTo>
                  <a:lnTo>
                    <a:pt x="998064" y="876894"/>
                  </a:lnTo>
                  <a:lnTo>
                    <a:pt x="998724" y="843830"/>
                  </a:lnTo>
                  <a:lnTo>
                    <a:pt x="999385" y="885332"/>
                  </a:lnTo>
                  <a:lnTo>
                    <a:pt x="1000045" y="927855"/>
                  </a:lnTo>
                  <a:lnTo>
                    <a:pt x="1000706" y="939944"/>
                  </a:lnTo>
                  <a:lnTo>
                    <a:pt x="1001366" y="989635"/>
                  </a:lnTo>
                  <a:lnTo>
                    <a:pt x="1002027" y="991750"/>
                  </a:lnTo>
                  <a:lnTo>
                    <a:pt x="1002687" y="1007283"/>
                  </a:lnTo>
                  <a:lnTo>
                    <a:pt x="1003348" y="982310"/>
                  </a:lnTo>
                  <a:lnTo>
                    <a:pt x="1004008" y="954487"/>
                  </a:lnTo>
                  <a:lnTo>
                    <a:pt x="1004669" y="951198"/>
                  </a:lnTo>
                  <a:lnTo>
                    <a:pt x="1005329" y="936852"/>
                  </a:lnTo>
                  <a:lnTo>
                    <a:pt x="1005990" y="920905"/>
                  </a:lnTo>
                  <a:lnTo>
                    <a:pt x="1006650" y="932859"/>
                  </a:lnTo>
                  <a:lnTo>
                    <a:pt x="1007311" y="948117"/>
                  </a:lnTo>
                  <a:lnTo>
                    <a:pt x="1007971" y="950717"/>
                  </a:lnTo>
                  <a:lnTo>
                    <a:pt x="1008632" y="977748"/>
                  </a:lnTo>
                  <a:lnTo>
                    <a:pt x="1009293" y="950848"/>
                  </a:lnTo>
                  <a:lnTo>
                    <a:pt x="1009953" y="946232"/>
                  </a:lnTo>
                  <a:lnTo>
                    <a:pt x="1010614" y="946778"/>
                  </a:lnTo>
                  <a:lnTo>
                    <a:pt x="1011274" y="942205"/>
                  </a:lnTo>
                  <a:lnTo>
                    <a:pt x="1011935" y="945602"/>
                  </a:lnTo>
                  <a:lnTo>
                    <a:pt x="1012595" y="953227"/>
                  </a:lnTo>
                  <a:lnTo>
                    <a:pt x="1013256" y="950058"/>
                  </a:lnTo>
                  <a:lnTo>
                    <a:pt x="1013916" y="930133"/>
                  </a:lnTo>
                  <a:lnTo>
                    <a:pt x="1014577" y="902917"/>
                  </a:lnTo>
                  <a:lnTo>
                    <a:pt x="1015237" y="933005"/>
                  </a:lnTo>
                  <a:lnTo>
                    <a:pt x="1015898" y="945639"/>
                  </a:lnTo>
                  <a:lnTo>
                    <a:pt x="1016558" y="910718"/>
                  </a:lnTo>
                  <a:lnTo>
                    <a:pt x="1017219" y="896911"/>
                  </a:lnTo>
                  <a:lnTo>
                    <a:pt x="1017879" y="885570"/>
                  </a:lnTo>
                  <a:lnTo>
                    <a:pt x="1018540" y="892886"/>
                  </a:lnTo>
                  <a:lnTo>
                    <a:pt x="1019201" y="903987"/>
                  </a:lnTo>
                  <a:lnTo>
                    <a:pt x="1019861" y="914071"/>
                  </a:lnTo>
                  <a:lnTo>
                    <a:pt x="1020522" y="882299"/>
                  </a:lnTo>
                  <a:lnTo>
                    <a:pt x="1021182" y="833939"/>
                  </a:lnTo>
                  <a:lnTo>
                    <a:pt x="1021843" y="720633"/>
                  </a:lnTo>
                  <a:lnTo>
                    <a:pt x="1022503" y="738067"/>
                  </a:lnTo>
                  <a:lnTo>
                    <a:pt x="1023164" y="696585"/>
                  </a:lnTo>
                  <a:lnTo>
                    <a:pt x="1023824" y="694553"/>
                  </a:lnTo>
                  <a:lnTo>
                    <a:pt x="1024485" y="685487"/>
                  </a:lnTo>
                  <a:lnTo>
                    <a:pt x="1025145" y="679685"/>
                  </a:lnTo>
                  <a:lnTo>
                    <a:pt x="1025806" y="679685"/>
                  </a:lnTo>
                  <a:lnTo>
                    <a:pt x="1026466" y="679087"/>
                  </a:lnTo>
                  <a:lnTo>
                    <a:pt x="1027127" y="682210"/>
                  </a:lnTo>
                  <a:lnTo>
                    <a:pt x="1027787" y="683478"/>
                  </a:lnTo>
                  <a:lnTo>
                    <a:pt x="1028448" y="709179"/>
                  </a:lnTo>
                  <a:lnTo>
                    <a:pt x="1029109" y="704346"/>
                  </a:lnTo>
                  <a:lnTo>
                    <a:pt x="1029769" y="752137"/>
                  </a:lnTo>
                  <a:lnTo>
                    <a:pt x="1030430" y="772661"/>
                  </a:lnTo>
                  <a:lnTo>
                    <a:pt x="1031090" y="736399"/>
                  </a:lnTo>
                  <a:lnTo>
                    <a:pt x="1031751" y="739121"/>
                  </a:lnTo>
                  <a:lnTo>
                    <a:pt x="1032411" y="736704"/>
                  </a:lnTo>
                  <a:lnTo>
                    <a:pt x="1033072" y="740727"/>
                  </a:lnTo>
                  <a:lnTo>
                    <a:pt x="1033732" y="756694"/>
                  </a:lnTo>
                  <a:lnTo>
                    <a:pt x="1034393" y="773031"/>
                  </a:lnTo>
                  <a:lnTo>
                    <a:pt x="1035053" y="787835"/>
                  </a:lnTo>
                  <a:lnTo>
                    <a:pt x="1035714" y="787769"/>
                  </a:lnTo>
                  <a:lnTo>
                    <a:pt x="1036374" y="786208"/>
                  </a:lnTo>
                  <a:lnTo>
                    <a:pt x="1037035" y="806610"/>
                  </a:lnTo>
                  <a:lnTo>
                    <a:pt x="1037695" y="851776"/>
                  </a:lnTo>
                  <a:lnTo>
                    <a:pt x="1038356" y="890978"/>
                  </a:lnTo>
                  <a:lnTo>
                    <a:pt x="1039017" y="896937"/>
                  </a:lnTo>
                  <a:lnTo>
                    <a:pt x="1039677" y="890230"/>
                  </a:lnTo>
                  <a:lnTo>
                    <a:pt x="1040338" y="884891"/>
                  </a:lnTo>
                  <a:lnTo>
                    <a:pt x="1040998" y="844655"/>
                  </a:lnTo>
                  <a:lnTo>
                    <a:pt x="1041659" y="793569"/>
                  </a:lnTo>
                  <a:lnTo>
                    <a:pt x="1042319" y="792207"/>
                  </a:lnTo>
                  <a:lnTo>
                    <a:pt x="1042980" y="793569"/>
                  </a:lnTo>
                  <a:lnTo>
                    <a:pt x="1043640" y="844655"/>
                  </a:lnTo>
                  <a:lnTo>
                    <a:pt x="1044301" y="844655"/>
                  </a:lnTo>
                  <a:lnTo>
                    <a:pt x="1044961" y="841053"/>
                  </a:lnTo>
                  <a:lnTo>
                    <a:pt x="1045622" y="841150"/>
                  </a:lnTo>
                  <a:lnTo>
                    <a:pt x="1046282" y="873734"/>
                  </a:lnTo>
                  <a:lnTo>
                    <a:pt x="1046943" y="887622"/>
                  </a:lnTo>
                  <a:lnTo>
                    <a:pt x="1047603" y="896911"/>
                  </a:lnTo>
                  <a:lnTo>
                    <a:pt x="1048264" y="920195"/>
                  </a:lnTo>
                  <a:lnTo>
                    <a:pt x="1048924" y="926534"/>
                  </a:lnTo>
                  <a:lnTo>
                    <a:pt x="1049585" y="919556"/>
                  </a:lnTo>
                  <a:lnTo>
                    <a:pt x="1050246" y="924764"/>
                  </a:lnTo>
                  <a:lnTo>
                    <a:pt x="1050906" y="917567"/>
                  </a:lnTo>
                  <a:lnTo>
                    <a:pt x="1051567" y="870846"/>
                  </a:lnTo>
                  <a:lnTo>
                    <a:pt x="1052227" y="851830"/>
                  </a:lnTo>
                  <a:lnTo>
                    <a:pt x="1052888" y="866033"/>
                  </a:lnTo>
                  <a:lnTo>
                    <a:pt x="1053548" y="869959"/>
                  </a:lnTo>
                  <a:lnTo>
                    <a:pt x="1054209" y="934614"/>
                  </a:lnTo>
                  <a:lnTo>
                    <a:pt x="1054869" y="926134"/>
                  </a:lnTo>
                  <a:lnTo>
                    <a:pt x="1055530" y="916794"/>
                  </a:lnTo>
                  <a:lnTo>
                    <a:pt x="1056190" y="925955"/>
                  </a:lnTo>
                  <a:lnTo>
                    <a:pt x="1056851" y="950578"/>
                  </a:lnTo>
                  <a:lnTo>
                    <a:pt x="1057511" y="953906"/>
                  </a:lnTo>
                  <a:lnTo>
                    <a:pt x="1058172" y="966846"/>
                  </a:lnTo>
                  <a:lnTo>
                    <a:pt x="1058832" y="950163"/>
                  </a:lnTo>
                  <a:lnTo>
                    <a:pt x="1059493" y="948819"/>
                  </a:lnTo>
                  <a:lnTo>
                    <a:pt x="1060154" y="940031"/>
                  </a:lnTo>
                  <a:lnTo>
                    <a:pt x="1060814" y="920150"/>
                  </a:lnTo>
                  <a:lnTo>
                    <a:pt x="1061475" y="918586"/>
                  </a:lnTo>
                  <a:lnTo>
                    <a:pt x="1062135" y="902507"/>
                  </a:lnTo>
                  <a:lnTo>
                    <a:pt x="1062796" y="897992"/>
                  </a:lnTo>
                  <a:lnTo>
                    <a:pt x="1063456" y="893138"/>
                  </a:lnTo>
                  <a:lnTo>
                    <a:pt x="1064117" y="898869"/>
                  </a:lnTo>
                  <a:lnTo>
                    <a:pt x="1064777" y="930838"/>
                  </a:lnTo>
                  <a:lnTo>
                    <a:pt x="1065438" y="945675"/>
                  </a:lnTo>
                  <a:lnTo>
                    <a:pt x="1066098" y="902600"/>
                  </a:lnTo>
                  <a:lnTo>
                    <a:pt x="1066759" y="899029"/>
                  </a:lnTo>
                  <a:lnTo>
                    <a:pt x="1067419" y="904721"/>
                  </a:lnTo>
                  <a:lnTo>
                    <a:pt x="1068080" y="927898"/>
                  </a:lnTo>
                  <a:lnTo>
                    <a:pt x="1068740" y="920690"/>
                  </a:lnTo>
                  <a:lnTo>
                    <a:pt x="1069401" y="954283"/>
                  </a:lnTo>
                  <a:lnTo>
                    <a:pt x="1070062" y="961075"/>
                  </a:lnTo>
                  <a:lnTo>
                    <a:pt x="1070722" y="922294"/>
                  </a:lnTo>
                  <a:lnTo>
                    <a:pt x="1071383" y="919305"/>
                  </a:lnTo>
                  <a:lnTo>
                    <a:pt x="1072043" y="902571"/>
                  </a:lnTo>
                  <a:lnTo>
                    <a:pt x="1072704" y="845466"/>
                  </a:lnTo>
                  <a:lnTo>
                    <a:pt x="1073364" y="850686"/>
                  </a:lnTo>
                  <a:lnTo>
                    <a:pt x="1074025" y="873621"/>
                  </a:lnTo>
                  <a:lnTo>
                    <a:pt x="1074685" y="906519"/>
                  </a:lnTo>
                  <a:lnTo>
                    <a:pt x="1075346" y="914132"/>
                  </a:lnTo>
                  <a:lnTo>
                    <a:pt x="1076006" y="902725"/>
                  </a:lnTo>
                  <a:lnTo>
                    <a:pt x="1076667" y="949365"/>
                  </a:lnTo>
                  <a:lnTo>
                    <a:pt x="1077327" y="957991"/>
                  </a:lnTo>
                  <a:lnTo>
                    <a:pt x="1077988" y="960591"/>
                  </a:lnTo>
                  <a:lnTo>
                    <a:pt x="1078648" y="948582"/>
                  </a:lnTo>
                  <a:lnTo>
                    <a:pt x="1079309" y="946625"/>
                  </a:lnTo>
                  <a:lnTo>
                    <a:pt x="1079969" y="927665"/>
                  </a:lnTo>
                  <a:lnTo>
                    <a:pt x="1080630" y="945550"/>
                  </a:lnTo>
                  <a:lnTo>
                    <a:pt x="1081291" y="988708"/>
                  </a:lnTo>
                  <a:lnTo>
                    <a:pt x="1081951" y="974716"/>
                  </a:lnTo>
                  <a:lnTo>
                    <a:pt x="1082612" y="957197"/>
                  </a:lnTo>
                  <a:lnTo>
                    <a:pt x="1083272" y="940022"/>
                  </a:lnTo>
                  <a:lnTo>
                    <a:pt x="1083933" y="947623"/>
                  </a:lnTo>
                  <a:lnTo>
                    <a:pt x="1084593" y="957071"/>
                  </a:lnTo>
                  <a:lnTo>
                    <a:pt x="1085254" y="968443"/>
                  </a:lnTo>
                  <a:lnTo>
                    <a:pt x="1085914" y="999607"/>
                  </a:lnTo>
                  <a:lnTo>
                    <a:pt x="1086575" y="989325"/>
                  </a:lnTo>
                  <a:lnTo>
                    <a:pt x="1087235" y="997996"/>
                  </a:lnTo>
                  <a:lnTo>
                    <a:pt x="1087896" y="1010500"/>
                  </a:lnTo>
                  <a:lnTo>
                    <a:pt x="1088556" y="978791"/>
                  </a:lnTo>
                  <a:lnTo>
                    <a:pt x="1089217" y="962274"/>
                  </a:lnTo>
                  <a:lnTo>
                    <a:pt x="1089877" y="961809"/>
                  </a:lnTo>
                  <a:lnTo>
                    <a:pt x="1090538" y="972166"/>
                  </a:lnTo>
                  <a:lnTo>
                    <a:pt x="1091199" y="948279"/>
                  </a:lnTo>
                  <a:lnTo>
                    <a:pt x="1091859" y="959345"/>
                  </a:lnTo>
                  <a:lnTo>
                    <a:pt x="1092520" y="972304"/>
                  </a:lnTo>
                  <a:lnTo>
                    <a:pt x="1093180" y="972304"/>
                  </a:lnTo>
                  <a:lnTo>
                    <a:pt x="1093841" y="956401"/>
                  </a:lnTo>
                  <a:lnTo>
                    <a:pt x="1094501" y="936214"/>
                  </a:lnTo>
                  <a:lnTo>
                    <a:pt x="1095162" y="940498"/>
                  </a:lnTo>
                  <a:lnTo>
                    <a:pt x="1095822" y="953419"/>
                  </a:lnTo>
                  <a:lnTo>
                    <a:pt x="1096483" y="985859"/>
                  </a:lnTo>
                  <a:lnTo>
                    <a:pt x="1097143" y="1002845"/>
                  </a:lnTo>
                  <a:lnTo>
                    <a:pt x="1097804" y="1012237"/>
                  </a:lnTo>
                  <a:lnTo>
                    <a:pt x="1098464" y="999390"/>
                  </a:lnTo>
                  <a:lnTo>
                    <a:pt x="1099125" y="999390"/>
                  </a:lnTo>
                  <a:lnTo>
                    <a:pt x="1099785" y="978480"/>
                  </a:lnTo>
                  <a:lnTo>
                    <a:pt x="1100446" y="972359"/>
                  </a:lnTo>
                  <a:lnTo>
                    <a:pt x="1101107" y="972359"/>
                  </a:lnTo>
                  <a:lnTo>
                    <a:pt x="1101767" y="940319"/>
                  </a:lnTo>
                  <a:lnTo>
                    <a:pt x="1102428" y="921272"/>
                  </a:lnTo>
                  <a:lnTo>
                    <a:pt x="1103088" y="946125"/>
                  </a:lnTo>
                  <a:lnTo>
                    <a:pt x="1103749" y="954111"/>
                  </a:lnTo>
                  <a:lnTo>
                    <a:pt x="1104409" y="954989"/>
                  </a:lnTo>
                  <a:lnTo>
                    <a:pt x="1105070" y="969521"/>
                  </a:lnTo>
                  <a:lnTo>
                    <a:pt x="1105730" y="982126"/>
                  </a:lnTo>
                  <a:lnTo>
                    <a:pt x="1106391" y="975983"/>
                  </a:lnTo>
                  <a:lnTo>
                    <a:pt x="1107051" y="973996"/>
                  </a:lnTo>
                  <a:lnTo>
                    <a:pt x="1107712" y="975228"/>
                  </a:lnTo>
                  <a:lnTo>
                    <a:pt x="1108372" y="957109"/>
                  </a:lnTo>
                  <a:lnTo>
                    <a:pt x="1109033" y="950117"/>
                  </a:lnTo>
                  <a:lnTo>
                    <a:pt x="1109693" y="956860"/>
                  </a:lnTo>
                  <a:lnTo>
                    <a:pt x="1110354" y="956860"/>
                  </a:lnTo>
                  <a:lnTo>
                    <a:pt x="1111015" y="981851"/>
                  </a:lnTo>
                  <a:lnTo>
                    <a:pt x="1111675" y="998832"/>
                  </a:lnTo>
                  <a:lnTo>
                    <a:pt x="1112336" y="1002338"/>
                  </a:lnTo>
                  <a:lnTo>
                    <a:pt x="1112996" y="994655"/>
                  </a:lnTo>
                  <a:lnTo>
                    <a:pt x="1113657" y="1014405"/>
                  </a:lnTo>
                  <a:lnTo>
                    <a:pt x="1114317" y="989902"/>
                  </a:lnTo>
                  <a:lnTo>
                    <a:pt x="1114978" y="977766"/>
                  </a:lnTo>
                  <a:lnTo>
                    <a:pt x="1115638" y="994702"/>
                  </a:lnTo>
                  <a:lnTo>
                    <a:pt x="1116299" y="994104"/>
                  </a:lnTo>
                  <a:lnTo>
                    <a:pt x="1116959" y="990272"/>
                  </a:lnTo>
                  <a:lnTo>
                    <a:pt x="1117620" y="987699"/>
                  </a:lnTo>
                  <a:lnTo>
                    <a:pt x="1118280" y="990272"/>
                  </a:lnTo>
                  <a:lnTo>
                    <a:pt x="1118941" y="983304"/>
                  </a:lnTo>
                  <a:lnTo>
                    <a:pt x="1119601" y="972656"/>
                  </a:lnTo>
                  <a:lnTo>
                    <a:pt x="1120262" y="981657"/>
                  </a:lnTo>
                  <a:lnTo>
                    <a:pt x="1120922" y="993858"/>
                  </a:lnTo>
                  <a:lnTo>
                    <a:pt x="1121583" y="995727"/>
                  </a:lnTo>
                  <a:lnTo>
                    <a:pt x="1122244" y="976809"/>
                  </a:lnTo>
                  <a:lnTo>
                    <a:pt x="1122904" y="966668"/>
                  </a:lnTo>
                  <a:lnTo>
                    <a:pt x="1123565" y="978135"/>
                  </a:lnTo>
                  <a:lnTo>
                    <a:pt x="1124225" y="982909"/>
                  </a:lnTo>
                  <a:lnTo>
                    <a:pt x="1124886" y="966668"/>
                  </a:lnTo>
                  <a:lnTo>
                    <a:pt x="1125546" y="962359"/>
                  </a:lnTo>
                  <a:lnTo>
                    <a:pt x="1126207" y="953377"/>
                  </a:lnTo>
                  <a:lnTo>
                    <a:pt x="1126867" y="970948"/>
                  </a:lnTo>
                  <a:lnTo>
                    <a:pt x="1127528" y="996325"/>
                  </a:lnTo>
                  <a:lnTo>
                    <a:pt x="1128188" y="1010647"/>
                  </a:lnTo>
                  <a:lnTo>
                    <a:pt x="1128849" y="1015002"/>
                  </a:lnTo>
                  <a:lnTo>
                    <a:pt x="1129509" y="1022922"/>
                  </a:lnTo>
                  <a:lnTo>
                    <a:pt x="1130170" y="999662"/>
                  </a:lnTo>
                  <a:lnTo>
                    <a:pt x="1130830" y="1000787"/>
                  </a:lnTo>
                  <a:lnTo>
                    <a:pt x="1131491" y="1015846"/>
                  </a:lnTo>
                  <a:lnTo>
                    <a:pt x="1132152" y="1018482"/>
                  </a:lnTo>
                  <a:lnTo>
                    <a:pt x="1132812" y="1009177"/>
                  </a:lnTo>
                  <a:lnTo>
                    <a:pt x="1133473" y="1000883"/>
                  </a:lnTo>
                  <a:lnTo>
                    <a:pt x="1134133" y="992312"/>
                  </a:lnTo>
                  <a:lnTo>
                    <a:pt x="1134794" y="993779"/>
                  </a:lnTo>
                  <a:lnTo>
                    <a:pt x="1135454" y="1007223"/>
                  </a:lnTo>
                  <a:lnTo>
                    <a:pt x="1136115" y="1006385"/>
                  </a:lnTo>
                  <a:lnTo>
                    <a:pt x="1136775" y="988172"/>
                  </a:lnTo>
                  <a:lnTo>
                    <a:pt x="1137436" y="989639"/>
                  </a:lnTo>
                  <a:lnTo>
                    <a:pt x="1138096" y="993440"/>
                  </a:lnTo>
                  <a:lnTo>
                    <a:pt x="1138757" y="1016676"/>
                  </a:lnTo>
                  <a:lnTo>
                    <a:pt x="1139417" y="1012474"/>
                  </a:lnTo>
                  <a:lnTo>
                    <a:pt x="1140078" y="992634"/>
                  </a:lnTo>
                  <a:lnTo>
                    <a:pt x="1140738" y="991790"/>
                  </a:lnTo>
                  <a:lnTo>
                    <a:pt x="1141399" y="994008"/>
                  </a:lnTo>
                  <a:lnTo>
                    <a:pt x="1142060" y="992634"/>
                  </a:lnTo>
                  <a:lnTo>
                    <a:pt x="1142720" y="984744"/>
                  </a:lnTo>
                  <a:lnTo>
                    <a:pt x="1143381" y="980250"/>
                  </a:lnTo>
                  <a:lnTo>
                    <a:pt x="1144041" y="996743"/>
                  </a:lnTo>
                  <a:lnTo>
                    <a:pt x="1144702" y="1009922"/>
                  </a:lnTo>
                  <a:lnTo>
                    <a:pt x="1145362" y="985209"/>
                  </a:lnTo>
                  <a:lnTo>
                    <a:pt x="1146023" y="981839"/>
                  </a:lnTo>
                  <a:lnTo>
                    <a:pt x="1146683" y="991509"/>
                  </a:lnTo>
                  <a:lnTo>
                    <a:pt x="1147344" y="981839"/>
                  </a:lnTo>
                  <a:lnTo>
                    <a:pt x="1148004" y="994433"/>
                  </a:lnTo>
                  <a:lnTo>
                    <a:pt x="1148665" y="1000185"/>
                  </a:lnTo>
                  <a:lnTo>
                    <a:pt x="1149325" y="991576"/>
                  </a:lnTo>
                  <a:lnTo>
                    <a:pt x="1149986" y="985547"/>
                  </a:lnTo>
                  <a:lnTo>
                    <a:pt x="1150646" y="977254"/>
                  </a:lnTo>
                  <a:lnTo>
                    <a:pt x="1151307" y="980272"/>
                  </a:lnTo>
                  <a:lnTo>
                    <a:pt x="1151967" y="971786"/>
                  </a:lnTo>
                  <a:lnTo>
                    <a:pt x="1152628" y="986443"/>
                  </a:lnTo>
                  <a:lnTo>
                    <a:pt x="1153289" y="988242"/>
                  </a:lnTo>
                  <a:lnTo>
                    <a:pt x="1153949" y="991912"/>
                  </a:lnTo>
                  <a:lnTo>
                    <a:pt x="1154610" y="993350"/>
                  </a:lnTo>
                  <a:lnTo>
                    <a:pt x="1155270" y="1010944"/>
                  </a:lnTo>
                  <a:lnTo>
                    <a:pt x="1155931" y="985492"/>
                  </a:lnTo>
                  <a:lnTo>
                    <a:pt x="1156591" y="988135"/>
                  </a:lnTo>
                  <a:lnTo>
                    <a:pt x="1157252" y="978010"/>
                  </a:lnTo>
                  <a:lnTo>
                    <a:pt x="1157912" y="976576"/>
                  </a:lnTo>
                  <a:lnTo>
                    <a:pt x="1158573" y="998278"/>
                  </a:lnTo>
                  <a:lnTo>
                    <a:pt x="1159233" y="1018962"/>
                  </a:lnTo>
                  <a:lnTo>
                    <a:pt x="1159894" y="1006766"/>
                  </a:lnTo>
                  <a:lnTo>
                    <a:pt x="1160554" y="1013782"/>
                  </a:lnTo>
                  <a:lnTo>
                    <a:pt x="1161215" y="1012203"/>
                  </a:lnTo>
                  <a:lnTo>
                    <a:pt x="1161875" y="996158"/>
                  </a:lnTo>
                  <a:lnTo>
                    <a:pt x="1162536" y="976874"/>
                  </a:lnTo>
                  <a:lnTo>
                    <a:pt x="1163197" y="979630"/>
                  </a:lnTo>
                  <a:lnTo>
                    <a:pt x="1163857" y="954544"/>
                  </a:lnTo>
                  <a:lnTo>
                    <a:pt x="1164518" y="966176"/>
                  </a:lnTo>
                  <a:lnTo>
                    <a:pt x="1165178" y="962879"/>
                  </a:lnTo>
                  <a:lnTo>
                    <a:pt x="1165839" y="944122"/>
                  </a:lnTo>
                  <a:lnTo>
                    <a:pt x="1166499" y="957882"/>
                  </a:lnTo>
                  <a:lnTo>
                    <a:pt x="1167160" y="946969"/>
                  </a:lnTo>
                  <a:lnTo>
                    <a:pt x="1167820" y="918642"/>
                  </a:lnTo>
                  <a:lnTo>
                    <a:pt x="1168481" y="916042"/>
                  </a:lnTo>
                  <a:lnTo>
                    <a:pt x="1169141" y="901690"/>
                  </a:lnTo>
                  <a:lnTo>
                    <a:pt x="1169802" y="829103"/>
                  </a:lnTo>
                  <a:lnTo>
                    <a:pt x="1170462" y="814980"/>
                  </a:lnTo>
                  <a:lnTo>
                    <a:pt x="1171123" y="820771"/>
                  </a:lnTo>
                  <a:lnTo>
                    <a:pt x="1171783" y="814850"/>
                  </a:lnTo>
                  <a:lnTo>
                    <a:pt x="1172444" y="818038"/>
                  </a:lnTo>
                  <a:lnTo>
                    <a:pt x="1173105" y="855601"/>
                  </a:lnTo>
                  <a:lnTo>
                    <a:pt x="1173765" y="873997"/>
                  </a:lnTo>
                  <a:lnTo>
                    <a:pt x="1174426" y="916534"/>
                  </a:lnTo>
                  <a:lnTo>
                    <a:pt x="1175086" y="955419"/>
                  </a:lnTo>
                  <a:lnTo>
                    <a:pt x="1175747" y="958280"/>
                  </a:lnTo>
                  <a:lnTo>
                    <a:pt x="1176407" y="983468"/>
                  </a:lnTo>
                  <a:lnTo>
                    <a:pt x="1177068" y="984489"/>
                  </a:lnTo>
                  <a:lnTo>
                    <a:pt x="1177728" y="986276"/>
                  </a:lnTo>
                  <a:lnTo>
                    <a:pt x="1178389" y="1009622"/>
                  </a:lnTo>
                  <a:lnTo>
                    <a:pt x="1179049" y="1010405"/>
                  </a:lnTo>
                  <a:lnTo>
                    <a:pt x="1179710" y="1013350"/>
                  </a:lnTo>
                  <a:lnTo>
                    <a:pt x="1180370" y="958596"/>
                  </a:lnTo>
                  <a:lnTo>
                    <a:pt x="1181031" y="951965"/>
                  </a:lnTo>
                  <a:lnTo>
                    <a:pt x="1181691" y="1009991"/>
                  </a:lnTo>
                  <a:lnTo>
                    <a:pt x="1182352" y="1022289"/>
                  </a:lnTo>
                  <a:lnTo>
                    <a:pt x="1183013" y="1017151"/>
                  </a:lnTo>
                  <a:lnTo>
                    <a:pt x="1183673" y="981581"/>
                  </a:lnTo>
                  <a:lnTo>
                    <a:pt x="1184334" y="954718"/>
                  </a:lnTo>
                  <a:lnTo>
                    <a:pt x="1184994" y="958830"/>
                  </a:lnTo>
                  <a:lnTo>
                    <a:pt x="1185655" y="985215"/>
                  </a:lnTo>
                  <a:lnTo>
                    <a:pt x="1186315" y="962405"/>
                  </a:lnTo>
                  <a:lnTo>
                    <a:pt x="1186976" y="977322"/>
                  </a:lnTo>
                  <a:lnTo>
                    <a:pt x="1187636" y="973611"/>
                  </a:lnTo>
                  <a:lnTo>
                    <a:pt x="1188297" y="919153"/>
                  </a:lnTo>
                  <a:lnTo>
                    <a:pt x="1188957" y="906324"/>
                  </a:lnTo>
                  <a:lnTo>
                    <a:pt x="1189618" y="882698"/>
                  </a:lnTo>
                  <a:lnTo>
                    <a:pt x="1190278" y="863202"/>
                  </a:lnTo>
                  <a:lnTo>
                    <a:pt x="1190939" y="832784"/>
                  </a:lnTo>
                  <a:lnTo>
                    <a:pt x="1191599" y="851994"/>
                  </a:lnTo>
                  <a:lnTo>
                    <a:pt x="1192260" y="852613"/>
                  </a:lnTo>
                  <a:lnTo>
                    <a:pt x="1192920" y="889288"/>
                  </a:lnTo>
                  <a:lnTo>
                    <a:pt x="1193581" y="806326"/>
                  </a:lnTo>
                  <a:lnTo>
                    <a:pt x="1194242" y="815980"/>
                  </a:lnTo>
                  <a:lnTo>
                    <a:pt x="1194902" y="825680"/>
                  </a:lnTo>
                  <a:lnTo>
                    <a:pt x="1195563" y="823786"/>
                  </a:lnTo>
                  <a:lnTo>
                    <a:pt x="1196223" y="837681"/>
                  </a:lnTo>
                  <a:lnTo>
                    <a:pt x="1196884" y="837475"/>
                  </a:lnTo>
                  <a:lnTo>
                    <a:pt x="1197544" y="838280"/>
                  </a:lnTo>
                  <a:lnTo>
                    <a:pt x="1198205" y="842478"/>
                  </a:lnTo>
                  <a:lnTo>
                    <a:pt x="1198865" y="837345"/>
                  </a:lnTo>
                  <a:lnTo>
                    <a:pt x="1199526" y="828194"/>
                  </a:lnTo>
                  <a:lnTo>
                    <a:pt x="1200186" y="862712"/>
                  </a:lnTo>
                  <a:lnTo>
                    <a:pt x="1200847" y="935330"/>
                  </a:lnTo>
                  <a:lnTo>
                    <a:pt x="1201507" y="929715"/>
                  </a:lnTo>
                  <a:lnTo>
                    <a:pt x="1202168" y="912631"/>
                  </a:lnTo>
                  <a:lnTo>
                    <a:pt x="1202828" y="975464"/>
                  </a:lnTo>
                  <a:lnTo>
                    <a:pt x="1203489" y="986266"/>
                  </a:lnTo>
                  <a:lnTo>
                    <a:pt x="1204150" y="942343"/>
                  </a:lnTo>
                  <a:lnTo>
                    <a:pt x="1204810" y="958774"/>
                  </a:lnTo>
                  <a:lnTo>
                    <a:pt x="1205471" y="963185"/>
                  </a:lnTo>
                  <a:lnTo>
                    <a:pt x="1206131" y="939495"/>
                  </a:lnTo>
                  <a:lnTo>
                    <a:pt x="1206792" y="929109"/>
                  </a:lnTo>
                  <a:lnTo>
                    <a:pt x="1207452" y="936416"/>
                  </a:lnTo>
                  <a:lnTo>
                    <a:pt x="1208113" y="965879"/>
                  </a:lnTo>
                  <a:lnTo>
                    <a:pt x="1208773" y="976294"/>
                  </a:lnTo>
                  <a:lnTo>
                    <a:pt x="1209434" y="951973"/>
                  </a:lnTo>
                  <a:lnTo>
                    <a:pt x="1210094" y="954781"/>
                  </a:lnTo>
                  <a:lnTo>
                    <a:pt x="1210755" y="956476"/>
                  </a:lnTo>
                  <a:lnTo>
                    <a:pt x="1211415" y="994065"/>
                  </a:lnTo>
                  <a:lnTo>
                    <a:pt x="1212076" y="994065"/>
                  </a:lnTo>
                  <a:lnTo>
                    <a:pt x="1212736" y="946337"/>
                  </a:lnTo>
                  <a:lnTo>
                    <a:pt x="1213397" y="959411"/>
                  </a:lnTo>
                  <a:lnTo>
                    <a:pt x="1214058" y="998715"/>
                  </a:lnTo>
                  <a:lnTo>
                    <a:pt x="1214718" y="976191"/>
                  </a:lnTo>
                  <a:lnTo>
                    <a:pt x="1215379" y="966381"/>
                  </a:lnTo>
                  <a:lnTo>
                    <a:pt x="1216039" y="950118"/>
                  </a:lnTo>
                  <a:lnTo>
                    <a:pt x="1216700" y="950537"/>
                  </a:lnTo>
                  <a:lnTo>
                    <a:pt x="1217360" y="944257"/>
                  </a:lnTo>
                  <a:lnTo>
                    <a:pt x="1218021" y="934734"/>
                  </a:lnTo>
                  <a:lnTo>
                    <a:pt x="1218681" y="941081"/>
                  </a:lnTo>
                  <a:lnTo>
                    <a:pt x="1219342" y="946751"/>
                  </a:lnTo>
                  <a:lnTo>
                    <a:pt x="1220002" y="961808"/>
                  </a:lnTo>
                  <a:lnTo>
                    <a:pt x="1220663" y="911152"/>
                  </a:lnTo>
                  <a:lnTo>
                    <a:pt x="1221323" y="916787"/>
                  </a:lnTo>
                  <a:lnTo>
                    <a:pt x="1221984" y="907921"/>
                  </a:lnTo>
                  <a:lnTo>
                    <a:pt x="1222644" y="903590"/>
                  </a:lnTo>
                  <a:lnTo>
                    <a:pt x="1223305" y="887612"/>
                  </a:lnTo>
                  <a:lnTo>
                    <a:pt x="1223965" y="902130"/>
                  </a:lnTo>
                  <a:lnTo>
                    <a:pt x="1224626" y="890325"/>
                  </a:lnTo>
                  <a:lnTo>
                    <a:pt x="1225287" y="931255"/>
                  </a:lnTo>
                  <a:lnTo>
                    <a:pt x="1225947" y="998830"/>
                  </a:lnTo>
                  <a:lnTo>
                    <a:pt x="1226608" y="1022190"/>
                  </a:lnTo>
                  <a:lnTo>
                    <a:pt x="1227268" y="986927"/>
                  </a:lnTo>
                  <a:lnTo>
                    <a:pt x="1227929" y="963510"/>
                  </a:lnTo>
                  <a:lnTo>
                    <a:pt x="1228589" y="962465"/>
                  </a:lnTo>
                  <a:lnTo>
                    <a:pt x="1229250" y="986968"/>
                  </a:lnTo>
                  <a:lnTo>
                    <a:pt x="1229910" y="977930"/>
                  </a:lnTo>
                  <a:lnTo>
                    <a:pt x="1230571" y="983335"/>
                  </a:lnTo>
                  <a:lnTo>
                    <a:pt x="1231231" y="943536"/>
                  </a:lnTo>
                  <a:lnTo>
                    <a:pt x="1231892" y="939640"/>
                  </a:lnTo>
                  <a:lnTo>
                    <a:pt x="1232552" y="950150"/>
                  </a:lnTo>
                  <a:lnTo>
                    <a:pt x="1233213" y="942977"/>
                  </a:lnTo>
                  <a:lnTo>
                    <a:pt x="1233873" y="944387"/>
                  </a:lnTo>
                  <a:lnTo>
                    <a:pt x="1234534" y="968150"/>
                  </a:lnTo>
                  <a:lnTo>
                    <a:pt x="1235195" y="969395"/>
                  </a:lnTo>
                  <a:lnTo>
                    <a:pt x="1235855" y="964457"/>
                  </a:lnTo>
                  <a:lnTo>
                    <a:pt x="1236516" y="1001063"/>
                  </a:lnTo>
                  <a:lnTo>
                    <a:pt x="1237176" y="1000681"/>
                  </a:lnTo>
                  <a:lnTo>
                    <a:pt x="1237837" y="989474"/>
                  </a:lnTo>
                  <a:lnTo>
                    <a:pt x="1238497" y="1036903"/>
                  </a:lnTo>
                  <a:lnTo>
                    <a:pt x="1239158" y="1036615"/>
                  </a:lnTo>
                  <a:lnTo>
                    <a:pt x="1239818" y="1036615"/>
                  </a:lnTo>
                  <a:lnTo>
                    <a:pt x="1240479" y="1019236"/>
                  </a:lnTo>
                  <a:lnTo>
                    <a:pt x="1241139" y="1000672"/>
                  </a:lnTo>
                  <a:lnTo>
                    <a:pt x="1241800" y="1021718"/>
                  </a:lnTo>
                  <a:lnTo>
                    <a:pt x="1242460" y="989146"/>
                  </a:lnTo>
                  <a:lnTo>
                    <a:pt x="1243121" y="980326"/>
                  </a:lnTo>
                  <a:lnTo>
                    <a:pt x="1243781" y="989036"/>
                  </a:lnTo>
                  <a:lnTo>
                    <a:pt x="1244442" y="933218"/>
                  </a:lnTo>
                  <a:lnTo>
                    <a:pt x="1245103" y="913860"/>
                  </a:lnTo>
                  <a:lnTo>
                    <a:pt x="1245763" y="916882"/>
                  </a:lnTo>
                  <a:lnTo>
                    <a:pt x="1246424" y="939009"/>
                  </a:lnTo>
                  <a:lnTo>
                    <a:pt x="1247084" y="923278"/>
                  </a:lnTo>
                  <a:lnTo>
                    <a:pt x="1247745" y="913278"/>
                  </a:lnTo>
                  <a:lnTo>
                    <a:pt x="1248405" y="956536"/>
                  </a:lnTo>
                  <a:lnTo>
                    <a:pt x="1249066" y="957657"/>
                  </a:lnTo>
                  <a:lnTo>
                    <a:pt x="1249726" y="958875"/>
                  </a:lnTo>
                  <a:lnTo>
                    <a:pt x="1250387" y="957908"/>
                  </a:lnTo>
                  <a:lnTo>
                    <a:pt x="1251047" y="950757"/>
                  </a:lnTo>
                  <a:lnTo>
                    <a:pt x="1251708" y="946371"/>
                  </a:lnTo>
                  <a:lnTo>
                    <a:pt x="1252368" y="949212"/>
                  </a:lnTo>
                  <a:lnTo>
                    <a:pt x="1253029" y="948627"/>
                  </a:lnTo>
                  <a:lnTo>
                    <a:pt x="1253689" y="953878"/>
                  </a:lnTo>
                  <a:lnTo>
                    <a:pt x="1254350" y="955432"/>
                  </a:lnTo>
                  <a:lnTo>
                    <a:pt x="1255011" y="958212"/>
                  </a:lnTo>
                  <a:lnTo>
                    <a:pt x="1255671" y="936978"/>
                  </a:lnTo>
                  <a:lnTo>
                    <a:pt x="1256332" y="937033"/>
                  </a:lnTo>
                  <a:lnTo>
                    <a:pt x="1256992" y="936061"/>
                  </a:lnTo>
                  <a:lnTo>
                    <a:pt x="1257653" y="959708"/>
                  </a:lnTo>
                  <a:lnTo>
                    <a:pt x="1258313" y="944613"/>
                  </a:lnTo>
                  <a:lnTo>
                    <a:pt x="1258974" y="925533"/>
                  </a:lnTo>
                  <a:lnTo>
                    <a:pt x="1259634" y="940526"/>
                  </a:lnTo>
                  <a:lnTo>
                    <a:pt x="1260295" y="956370"/>
                  </a:lnTo>
                  <a:lnTo>
                    <a:pt x="1260955" y="954309"/>
                  </a:lnTo>
                  <a:lnTo>
                    <a:pt x="1261616" y="958964"/>
                  </a:lnTo>
                  <a:lnTo>
                    <a:pt x="1262276" y="920570"/>
                  </a:lnTo>
                  <a:lnTo>
                    <a:pt x="1262937" y="890575"/>
                  </a:lnTo>
                  <a:lnTo>
                    <a:pt x="1263597" y="869282"/>
                  </a:lnTo>
                  <a:lnTo>
                    <a:pt x="1264258" y="860418"/>
                  </a:lnTo>
                  <a:lnTo>
                    <a:pt x="1264918" y="849776"/>
                  </a:lnTo>
                  <a:lnTo>
                    <a:pt x="1265579" y="817704"/>
                  </a:lnTo>
                  <a:lnTo>
                    <a:pt x="1266240" y="764563"/>
                  </a:lnTo>
                  <a:lnTo>
                    <a:pt x="1266900" y="756989"/>
                  </a:lnTo>
                  <a:lnTo>
                    <a:pt x="1267561" y="750641"/>
                  </a:lnTo>
                  <a:lnTo>
                    <a:pt x="1268221" y="801721"/>
                  </a:lnTo>
                  <a:lnTo>
                    <a:pt x="1268882" y="841092"/>
                  </a:lnTo>
                  <a:lnTo>
                    <a:pt x="1269542" y="850140"/>
                  </a:lnTo>
                  <a:lnTo>
                    <a:pt x="1270203" y="874754"/>
                  </a:lnTo>
                  <a:lnTo>
                    <a:pt x="1270863" y="889168"/>
                  </a:lnTo>
                  <a:lnTo>
                    <a:pt x="1271524" y="894902"/>
                  </a:lnTo>
                  <a:lnTo>
                    <a:pt x="1272184" y="915003"/>
                  </a:lnTo>
                  <a:lnTo>
                    <a:pt x="1272845" y="909835"/>
                  </a:lnTo>
                  <a:lnTo>
                    <a:pt x="1273505" y="883955"/>
                  </a:lnTo>
                  <a:lnTo>
                    <a:pt x="1274166" y="879842"/>
                  </a:lnTo>
                  <a:lnTo>
                    <a:pt x="1274826" y="890713"/>
                  </a:lnTo>
                  <a:lnTo>
                    <a:pt x="1275487" y="911812"/>
                  </a:lnTo>
                  <a:lnTo>
                    <a:pt x="1276148" y="910586"/>
                  </a:lnTo>
                  <a:lnTo>
                    <a:pt x="1276808" y="913756"/>
                  </a:lnTo>
                  <a:lnTo>
                    <a:pt x="1277469" y="901102"/>
                  </a:lnTo>
                  <a:lnTo>
                    <a:pt x="1278129" y="920068"/>
                  </a:lnTo>
                  <a:lnTo>
                    <a:pt x="1278790" y="907213"/>
                  </a:lnTo>
                  <a:lnTo>
                    <a:pt x="1279450" y="902064"/>
                  </a:lnTo>
                  <a:lnTo>
                    <a:pt x="1280111" y="900996"/>
                  </a:lnTo>
                  <a:lnTo>
                    <a:pt x="1280771" y="907223"/>
                  </a:lnTo>
                  <a:lnTo>
                    <a:pt x="1281432" y="896418"/>
                  </a:lnTo>
                  <a:lnTo>
                    <a:pt x="1282092" y="899819"/>
                  </a:lnTo>
                  <a:lnTo>
                    <a:pt x="1282753" y="874652"/>
                  </a:lnTo>
                  <a:lnTo>
                    <a:pt x="1283413" y="870377"/>
                  </a:lnTo>
                  <a:lnTo>
                    <a:pt x="1284074" y="883117"/>
                  </a:lnTo>
                  <a:lnTo>
                    <a:pt x="1284734" y="900968"/>
                  </a:lnTo>
                  <a:lnTo>
                    <a:pt x="1285395" y="888929"/>
                  </a:lnTo>
                  <a:lnTo>
                    <a:pt x="1286056" y="890050"/>
                  </a:lnTo>
                  <a:lnTo>
                    <a:pt x="1286716" y="923403"/>
                  </a:lnTo>
                  <a:lnTo>
                    <a:pt x="1287377" y="912646"/>
                  </a:lnTo>
                  <a:lnTo>
                    <a:pt x="1288037" y="892808"/>
                  </a:lnTo>
                  <a:lnTo>
                    <a:pt x="1288698" y="892672"/>
                  </a:lnTo>
                  <a:lnTo>
                    <a:pt x="1289358" y="870498"/>
                  </a:lnTo>
                  <a:lnTo>
                    <a:pt x="1290019" y="833568"/>
                  </a:lnTo>
                  <a:lnTo>
                    <a:pt x="1290679" y="847590"/>
                  </a:lnTo>
                  <a:lnTo>
                    <a:pt x="1291340" y="893808"/>
                  </a:lnTo>
                  <a:lnTo>
                    <a:pt x="1292000" y="920345"/>
                  </a:lnTo>
                  <a:lnTo>
                    <a:pt x="1292661" y="933769"/>
                  </a:lnTo>
                  <a:lnTo>
                    <a:pt x="1293321" y="953338"/>
                  </a:lnTo>
                  <a:lnTo>
                    <a:pt x="1293982" y="917819"/>
                  </a:lnTo>
                  <a:lnTo>
                    <a:pt x="1294642" y="866569"/>
                  </a:lnTo>
                  <a:lnTo>
                    <a:pt x="1295303" y="837491"/>
                  </a:lnTo>
                  <a:lnTo>
                    <a:pt x="1295963" y="850389"/>
                  </a:lnTo>
                  <a:lnTo>
                    <a:pt x="1296624" y="840409"/>
                  </a:lnTo>
                  <a:lnTo>
                    <a:pt x="1297285" y="826717"/>
                  </a:lnTo>
                  <a:lnTo>
                    <a:pt x="1297945" y="806412"/>
                  </a:lnTo>
                  <a:lnTo>
                    <a:pt x="1298606" y="785546"/>
                  </a:lnTo>
                  <a:lnTo>
                    <a:pt x="1299266" y="759409"/>
                  </a:lnTo>
                  <a:lnTo>
                    <a:pt x="1299927" y="770285"/>
                  </a:lnTo>
                  <a:lnTo>
                    <a:pt x="1300587" y="765485"/>
                  </a:lnTo>
                  <a:lnTo>
                    <a:pt x="1301248" y="764673"/>
                  </a:lnTo>
                  <a:lnTo>
                    <a:pt x="1301908" y="797537"/>
                  </a:lnTo>
                  <a:lnTo>
                    <a:pt x="1302569" y="770038"/>
                  </a:lnTo>
                  <a:lnTo>
                    <a:pt x="1303229" y="769622"/>
                  </a:lnTo>
                  <a:lnTo>
                    <a:pt x="1303890" y="750156"/>
                  </a:lnTo>
                  <a:lnTo>
                    <a:pt x="1304550" y="744242"/>
                  </a:lnTo>
                  <a:lnTo>
                    <a:pt x="1305211" y="754497"/>
                  </a:lnTo>
                  <a:lnTo>
                    <a:pt x="1305871" y="761358"/>
                  </a:lnTo>
                  <a:lnTo>
                    <a:pt x="1306532" y="767840"/>
                  </a:lnTo>
                  <a:lnTo>
                    <a:pt x="1307193" y="759552"/>
                  </a:lnTo>
                  <a:lnTo>
                    <a:pt x="1307853" y="781410"/>
                  </a:lnTo>
                  <a:lnTo>
                    <a:pt x="1308514" y="803430"/>
                  </a:lnTo>
                  <a:lnTo>
                    <a:pt x="1309174" y="812217"/>
                  </a:lnTo>
                  <a:lnTo>
                    <a:pt x="1309835" y="811747"/>
                  </a:lnTo>
                  <a:lnTo>
                    <a:pt x="1310495" y="789477"/>
                  </a:lnTo>
                  <a:lnTo>
                    <a:pt x="1311156" y="797899"/>
                  </a:lnTo>
                  <a:lnTo>
                    <a:pt x="1311816" y="818377"/>
                  </a:lnTo>
                  <a:lnTo>
                    <a:pt x="1312477" y="836549"/>
                  </a:lnTo>
                  <a:lnTo>
                    <a:pt x="1313137" y="833360"/>
                  </a:lnTo>
                  <a:lnTo>
                    <a:pt x="1313798" y="865357"/>
                  </a:lnTo>
                  <a:lnTo>
                    <a:pt x="1314458" y="864809"/>
                  </a:lnTo>
                  <a:lnTo>
                    <a:pt x="1315119" y="861549"/>
                  </a:lnTo>
                  <a:lnTo>
                    <a:pt x="1315779" y="886251"/>
                  </a:lnTo>
                  <a:lnTo>
                    <a:pt x="1316440" y="864701"/>
                  </a:lnTo>
                  <a:lnTo>
                    <a:pt x="1317101" y="852390"/>
                  </a:lnTo>
                  <a:lnTo>
                    <a:pt x="1317761" y="811541"/>
                  </a:lnTo>
                  <a:lnTo>
                    <a:pt x="1318422" y="785382"/>
                  </a:lnTo>
                  <a:lnTo>
                    <a:pt x="1319082" y="758888"/>
                  </a:lnTo>
                  <a:lnTo>
                    <a:pt x="1319743" y="746614"/>
                  </a:lnTo>
                  <a:lnTo>
                    <a:pt x="1320403" y="748662"/>
                  </a:lnTo>
                  <a:lnTo>
                    <a:pt x="1321064" y="730388"/>
                  </a:lnTo>
                  <a:lnTo>
                    <a:pt x="1321724" y="749798"/>
                  </a:lnTo>
                  <a:lnTo>
                    <a:pt x="1322385" y="733463"/>
                  </a:lnTo>
                  <a:lnTo>
                    <a:pt x="1323045" y="727702"/>
                  </a:lnTo>
                  <a:lnTo>
                    <a:pt x="1323706" y="705086"/>
                  </a:lnTo>
                  <a:lnTo>
                    <a:pt x="1324366" y="717709"/>
                  </a:lnTo>
                  <a:lnTo>
                    <a:pt x="1325027" y="717709"/>
                  </a:lnTo>
                  <a:lnTo>
                    <a:pt x="1325687" y="711057"/>
                  </a:lnTo>
                  <a:lnTo>
                    <a:pt x="1326348" y="755038"/>
                  </a:lnTo>
                  <a:lnTo>
                    <a:pt x="1327009" y="769179"/>
                  </a:lnTo>
                  <a:lnTo>
                    <a:pt x="1327669" y="728561"/>
                  </a:lnTo>
                  <a:lnTo>
                    <a:pt x="1328330" y="726506"/>
                  </a:lnTo>
                  <a:lnTo>
                    <a:pt x="1328990" y="767045"/>
                  </a:lnTo>
                  <a:lnTo>
                    <a:pt x="1329651" y="774735"/>
                  </a:lnTo>
                  <a:lnTo>
                    <a:pt x="1330311" y="829614"/>
                  </a:lnTo>
                  <a:lnTo>
                    <a:pt x="1330972" y="876771"/>
                  </a:lnTo>
                  <a:lnTo>
                    <a:pt x="1331632" y="874678"/>
                  </a:lnTo>
                  <a:lnTo>
                    <a:pt x="1332293" y="875639"/>
                  </a:lnTo>
                  <a:lnTo>
                    <a:pt x="1332953" y="878978"/>
                  </a:lnTo>
                  <a:lnTo>
                    <a:pt x="1333614" y="898975"/>
                  </a:lnTo>
                  <a:lnTo>
                    <a:pt x="1334274" y="921702"/>
                  </a:lnTo>
                  <a:lnTo>
                    <a:pt x="1334935" y="969810"/>
                  </a:lnTo>
                  <a:lnTo>
                    <a:pt x="1335595" y="936014"/>
                  </a:lnTo>
                  <a:lnTo>
                    <a:pt x="1336256" y="898489"/>
                  </a:lnTo>
                  <a:lnTo>
                    <a:pt x="1336916" y="897241"/>
                  </a:lnTo>
                  <a:lnTo>
                    <a:pt x="1337577" y="898870"/>
                  </a:lnTo>
                  <a:lnTo>
                    <a:pt x="1338238" y="869617"/>
                  </a:lnTo>
                  <a:lnTo>
                    <a:pt x="1338898" y="862442"/>
                  </a:lnTo>
                  <a:lnTo>
                    <a:pt x="1339559" y="853461"/>
                  </a:lnTo>
                  <a:lnTo>
                    <a:pt x="1340219" y="830710"/>
                  </a:lnTo>
                  <a:lnTo>
                    <a:pt x="1340880" y="799354"/>
                  </a:lnTo>
                  <a:lnTo>
                    <a:pt x="1341540" y="803044"/>
                  </a:lnTo>
                  <a:lnTo>
                    <a:pt x="1342201" y="768262"/>
                  </a:lnTo>
                  <a:lnTo>
                    <a:pt x="1342861" y="755451"/>
                  </a:lnTo>
                  <a:lnTo>
                    <a:pt x="1343522" y="734333"/>
                  </a:lnTo>
                  <a:lnTo>
                    <a:pt x="1344182" y="713504"/>
                  </a:lnTo>
                  <a:lnTo>
                    <a:pt x="1344843" y="715322"/>
                  </a:lnTo>
                  <a:lnTo>
                    <a:pt x="1345503" y="743692"/>
                  </a:lnTo>
                  <a:lnTo>
                    <a:pt x="1346164" y="718977"/>
                  </a:lnTo>
                  <a:lnTo>
                    <a:pt x="1346824" y="706765"/>
                  </a:lnTo>
                  <a:lnTo>
                    <a:pt x="1347485" y="705910"/>
                  </a:lnTo>
                  <a:lnTo>
                    <a:pt x="1348146" y="703423"/>
                  </a:lnTo>
                  <a:lnTo>
                    <a:pt x="1348806" y="704137"/>
                  </a:lnTo>
                  <a:lnTo>
                    <a:pt x="1349467" y="734697"/>
                  </a:lnTo>
                  <a:lnTo>
                    <a:pt x="1350127" y="755427"/>
                  </a:lnTo>
                  <a:lnTo>
                    <a:pt x="1350788" y="743171"/>
                  </a:lnTo>
                  <a:lnTo>
                    <a:pt x="1351448" y="773543"/>
                  </a:lnTo>
                  <a:lnTo>
                    <a:pt x="1352109" y="797733"/>
                  </a:lnTo>
                  <a:lnTo>
                    <a:pt x="1352769" y="817287"/>
                  </a:lnTo>
                  <a:lnTo>
                    <a:pt x="1353430" y="856690"/>
                  </a:lnTo>
                  <a:lnTo>
                    <a:pt x="1354090" y="881091"/>
                  </a:lnTo>
                  <a:lnTo>
                    <a:pt x="1354751" y="881099"/>
                  </a:lnTo>
                  <a:lnTo>
                    <a:pt x="1355411" y="918279"/>
                  </a:lnTo>
                  <a:lnTo>
                    <a:pt x="1356072" y="929670"/>
                  </a:lnTo>
                  <a:lnTo>
                    <a:pt x="1356732" y="898271"/>
                  </a:lnTo>
                  <a:lnTo>
                    <a:pt x="1357393" y="913875"/>
                  </a:lnTo>
                  <a:lnTo>
                    <a:pt x="1358054" y="909990"/>
                  </a:lnTo>
                  <a:lnTo>
                    <a:pt x="1358714" y="910772"/>
                  </a:lnTo>
                  <a:lnTo>
                    <a:pt x="1359375" y="921701"/>
                  </a:lnTo>
                  <a:lnTo>
                    <a:pt x="1360035" y="924966"/>
                  </a:lnTo>
                  <a:lnTo>
                    <a:pt x="1360696" y="912837"/>
                  </a:lnTo>
                  <a:lnTo>
                    <a:pt x="1361356" y="901343"/>
                  </a:lnTo>
                  <a:lnTo>
                    <a:pt x="1362017" y="908283"/>
                  </a:lnTo>
                  <a:lnTo>
                    <a:pt x="1362677" y="912362"/>
                  </a:lnTo>
                  <a:lnTo>
                    <a:pt x="1363338" y="917280"/>
                  </a:lnTo>
                  <a:lnTo>
                    <a:pt x="1363998" y="924204"/>
                  </a:lnTo>
                  <a:lnTo>
                    <a:pt x="1364659" y="939583"/>
                  </a:lnTo>
                  <a:lnTo>
                    <a:pt x="1365319" y="953781"/>
                  </a:lnTo>
                  <a:lnTo>
                    <a:pt x="1365980" y="959245"/>
                  </a:lnTo>
                  <a:lnTo>
                    <a:pt x="1366640" y="945536"/>
                  </a:lnTo>
                  <a:lnTo>
                    <a:pt x="1367301" y="957135"/>
                  </a:lnTo>
                  <a:lnTo>
                    <a:pt x="1367961" y="973776"/>
                  </a:lnTo>
                  <a:lnTo>
                    <a:pt x="1368622" y="1012314"/>
                  </a:lnTo>
                  <a:lnTo>
                    <a:pt x="1369283" y="1008951"/>
                  </a:lnTo>
                  <a:lnTo>
                    <a:pt x="1369943" y="965394"/>
                  </a:lnTo>
                  <a:lnTo>
                    <a:pt x="1370604" y="991587"/>
                  </a:lnTo>
                  <a:lnTo>
                    <a:pt x="1371264" y="956242"/>
                  </a:lnTo>
                  <a:lnTo>
                    <a:pt x="1371925" y="952752"/>
                  </a:lnTo>
                  <a:lnTo>
                    <a:pt x="1372585" y="961858"/>
                  </a:lnTo>
                  <a:lnTo>
                    <a:pt x="1373246" y="951144"/>
                  </a:lnTo>
                  <a:lnTo>
                    <a:pt x="1373906" y="947867"/>
                  </a:lnTo>
                  <a:lnTo>
                    <a:pt x="1374567" y="946457"/>
                  </a:lnTo>
                  <a:lnTo>
                    <a:pt x="1375227" y="931955"/>
                  </a:lnTo>
                  <a:lnTo>
                    <a:pt x="1375888" y="942252"/>
                  </a:lnTo>
                  <a:lnTo>
                    <a:pt x="1376548" y="954139"/>
                  </a:lnTo>
                  <a:lnTo>
                    <a:pt x="1377209" y="952300"/>
                  </a:lnTo>
                  <a:lnTo>
                    <a:pt x="1377869" y="957419"/>
                  </a:lnTo>
                  <a:lnTo>
                    <a:pt x="1378530" y="961661"/>
                  </a:lnTo>
                  <a:lnTo>
                    <a:pt x="1379191" y="952300"/>
                  </a:lnTo>
                  <a:lnTo>
                    <a:pt x="1379851" y="952300"/>
                  </a:lnTo>
                  <a:lnTo>
                    <a:pt x="1380512" y="957300"/>
                  </a:lnTo>
                  <a:lnTo>
                    <a:pt x="1381172" y="949441"/>
                  </a:lnTo>
                  <a:lnTo>
                    <a:pt x="1381833" y="948320"/>
                  </a:lnTo>
                  <a:lnTo>
                    <a:pt x="1382493" y="951495"/>
                  </a:lnTo>
                  <a:lnTo>
                    <a:pt x="1383154" y="933001"/>
                  </a:lnTo>
                  <a:lnTo>
                    <a:pt x="1383814" y="927303"/>
                  </a:lnTo>
                  <a:lnTo>
                    <a:pt x="1384475" y="948685"/>
                  </a:lnTo>
                  <a:lnTo>
                    <a:pt x="1385135" y="968932"/>
                  </a:lnTo>
                  <a:lnTo>
                    <a:pt x="1385796" y="894315"/>
                  </a:lnTo>
                  <a:lnTo>
                    <a:pt x="1386456" y="884112"/>
                  </a:lnTo>
                  <a:lnTo>
                    <a:pt x="1387117" y="885036"/>
                  </a:lnTo>
                  <a:lnTo>
                    <a:pt x="1387777" y="920030"/>
                  </a:lnTo>
                  <a:lnTo>
                    <a:pt x="1388438" y="926572"/>
                  </a:lnTo>
                  <a:lnTo>
                    <a:pt x="1389099" y="942794"/>
                  </a:lnTo>
                  <a:lnTo>
                    <a:pt x="1389759" y="947138"/>
                  </a:lnTo>
                  <a:lnTo>
                    <a:pt x="1390420" y="939248"/>
                  </a:lnTo>
                  <a:lnTo>
                    <a:pt x="1391080" y="919735"/>
                  </a:lnTo>
                  <a:lnTo>
                    <a:pt x="1391741" y="910926"/>
                  </a:lnTo>
                  <a:lnTo>
                    <a:pt x="1392401" y="897003"/>
                  </a:lnTo>
                  <a:lnTo>
                    <a:pt x="1393062" y="897003"/>
                  </a:lnTo>
                  <a:lnTo>
                    <a:pt x="1393722" y="925629"/>
                  </a:lnTo>
                  <a:lnTo>
                    <a:pt x="1394383" y="956046"/>
                  </a:lnTo>
                  <a:lnTo>
                    <a:pt x="1395043" y="980613"/>
                  </a:lnTo>
                  <a:lnTo>
                    <a:pt x="1395704" y="964719"/>
                  </a:lnTo>
                  <a:lnTo>
                    <a:pt x="1396364" y="932216"/>
                  </a:lnTo>
                  <a:lnTo>
                    <a:pt x="1397025" y="984711"/>
                  </a:lnTo>
                  <a:lnTo>
                    <a:pt x="1397685" y="968386"/>
                  </a:lnTo>
                  <a:lnTo>
                    <a:pt x="1398346" y="861452"/>
                  </a:lnTo>
                  <a:lnTo>
                    <a:pt x="1399007" y="836995"/>
                  </a:lnTo>
                  <a:lnTo>
                    <a:pt x="1399667" y="828972"/>
                  </a:lnTo>
                  <a:lnTo>
                    <a:pt x="1400328" y="836981"/>
                  </a:lnTo>
                  <a:lnTo>
                    <a:pt x="1400988" y="926144"/>
                  </a:lnTo>
                  <a:lnTo>
                    <a:pt x="1401649" y="909902"/>
                  </a:lnTo>
                  <a:lnTo>
                    <a:pt x="1402309" y="924802"/>
                  </a:lnTo>
                  <a:lnTo>
                    <a:pt x="1402970" y="966879"/>
                  </a:lnTo>
                  <a:lnTo>
                    <a:pt x="1403630" y="952755"/>
                  </a:lnTo>
                  <a:lnTo>
                    <a:pt x="1404291" y="933726"/>
                  </a:lnTo>
                  <a:lnTo>
                    <a:pt x="1404951" y="932300"/>
                  </a:lnTo>
                  <a:lnTo>
                    <a:pt x="1405612" y="967907"/>
                  </a:lnTo>
                  <a:lnTo>
                    <a:pt x="1406272" y="942310"/>
                  </a:lnTo>
                  <a:lnTo>
                    <a:pt x="1406933" y="939175"/>
                  </a:lnTo>
                  <a:lnTo>
                    <a:pt x="1407593" y="950140"/>
                  </a:lnTo>
                  <a:lnTo>
                    <a:pt x="1408254" y="954603"/>
                  </a:lnTo>
                  <a:lnTo>
                    <a:pt x="1408914" y="974532"/>
                  </a:lnTo>
                  <a:lnTo>
                    <a:pt x="1409575" y="988409"/>
                  </a:lnTo>
                  <a:lnTo>
                    <a:pt x="1410236" y="944284"/>
                  </a:lnTo>
                  <a:lnTo>
                    <a:pt x="1410896" y="951245"/>
                  </a:lnTo>
                  <a:lnTo>
                    <a:pt x="1411557" y="965552"/>
                  </a:lnTo>
                  <a:lnTo>
                    <a:pt x="1412217" y="968827"/>
                  </a:lnTo>
                  <a:lnTo>
                    <a:pt x="1412878" y="989176"/>
                  </a:lnTo>
                  <a:lnTo>
                    <a:pt x="1413538" y="952337"/>
                  </a:lnTo>
                  <a:lnTo>
                    <a:pt x="1414199" y="930352"/>
                  </a:lnTo>
                  <a:lnTo>
                    <a:pt x="1414859" y="944756"/>
                  </a:lnTo>
                  <a:lnTo>
                    <a:pt x="1415520" y="883880"/>
                  </a:lnTo>
                  <a:lnTo>
                    <a:pt x="1416180" y="857426"/>
                  </a:lnTo>
                  <a:lnTo>
                    <a:pt x="1416841" y="893332"/>
                  </a:lnTo>
                  <a:lnTo>
                    <a:pt x="1417501" y="917160"/>
                  </a:lnTo>
                  <a:lnTo>
                    <a:pt x="1418162" y="925314"/>
                  </a:lnTo>
                  <a:lnTo>
                    <a:pt x="1418822" y="932414"/>
                  </a:lnTo>
                  <a:lnTo>
                    <a:pt x="1419483" y="927165"/>
                  </a:lnTo>
                  <a:lnTo>
                    <a:pt x="1420144" y="913851"/>
                  </a:lnTo>
                  <a:lnTo>
                    <a:pt x="1420804" y="923757"/>
                  </a:lnTo>
                  <a:lnTo>
                    <a:pt x="1421465" y="959331"/>
                  </a:lnTo>
                  <a:lnTo>
                    <a:pt x="1422125" y="963761"/>
                  </a:lnTo>
                  <a:lnTo>
                    <a:pt x="1422786" y="989393"/>
                  </a:lnTo>
                  <a:lnTo>
                    <a:pt x="1423446" y="966230"/>
                  </a:lnTo>
                  <a:lnTo>
                    <a:pt x="1424107" y="973064"/>
                  </a:lnTo>
                  <a:lnTo>
                    <a:pt x="1424767" y="962320"/>
                  </a:lnTo>
                  <a:lnTo>
                    <a:pt x="1425428" y="944160"/>
                  </a:lnTo>
                  <a:lnTo>
                    <a:pt x="1426088" y="949355"/>
                  </a:lnTo>
                  <a:lnTo>
                    <a:pt x="1426749" y="928141"/>
                  </a:lnTo>
                  <a:lnTo>
                    <a:pt x="1427409" y="925948"/>
                  </a:lnTo>
                  <a:lnTo>
                    <a:pt x="1428070" y="917634"/>
                  </a:lnTo>
                  <a:lnTo>
                    <a:pt x="1428730" y="916849"/>
                  </a:lnTo>
                  <a:lnTo>
                    <a:pt x="1429391" y="917108"/>
                  </a:lnTo>
                  <a:lnTo>
                    <a:pt x="1430052" y="914631"/>
                  </a:lnTo>
                  <a:lnTo>
                    <a:pt x="1430712" y="910224"/>
                  </a:lnTo>
                  <a:lnTo>
                    <a:pt x="1431373" y="910224"/>
                  </a:lnTo>
                  <a:lnTo>
                    <a:pt x="1432033" y="910224"/>
                  </a:lnTo>
                  <a:lnTo>
                    <a:pt x="1432694" y="907125"/>
                  </a:lnTo>
                  <a:lnTo>
                    <a:pt x="1433354" y="909707"/>
                  </a:lnTo>
                  <a:lnTo>
                    <a:pt x="1434015" y="906207"/>
                  </a:lnTo>
                  <a:lnTo>
                    <a:pt x="1434675" y="861586"/>
                  </a:lnTo>
                  <a:lnTo>
                    <a:pt x="1435336" y="875256"/>
                  </a:lnTo>
                  <a:lnTo>
                    <a:pt x="1435996" y="981834"/>
                  </a:lnTo>
                  <a:lnTo>
                    <a:pt x="1436657" y="1001986"/>
                  </a:lnTo>
                  <a:lnTo>
                    <a:pt x="1437317" y="946232"/>
                  </a:lnTo>
                  <a:lnTo>
                    <a:pt x="1437978" y="928075"/>
                  </a:lnTo>
                  <a:lnTo>
                    <a:pt x="1438638" y="911675"/>
                  </a:lnTo>
                  <a:lnTo>
                    <a:pt x="1439299" y="916713"/>
                  </a:lnTo>
                  <a:lnTo>
                    <a:pt x="1439959" y="928884"/>
                  </a:lnTo>
                  <a:lnTo>
                    <a:pt x="1440620" y="906282"/>
                  </a:lnTo>
                  <a:lnTo>
                    <a:pt x="1441281" y="904525"/>
                  </a:lnTo>
                  <a:lnTo>
                    <a:pt x="1441941" y="942494"/>
                  </a:lnTo>
                  <a:lnTo>
                    <a:pt x="1442602" y="943117"/>
                  </a:lnTo>
                  <a:lnTo>
                    <a:pt x="1443262" y="937163"/>
                  </a:lnTo>
                  <a:lnTo>
                    <a:pt x="1443923" y="954639"/>
                  </a:lnTo>
                  <a:lnTo>
                    <a:pt x="1444583" y="975252"/>
                  </a:lnTo>
                  <a:lnTo>
                    <a:pt x="1445244" y="983262"/>
                  </a:lnTo>
                  <a:lnTo>
                    <a:pt x="1445904" y="900926"/>
                  </a:lnTo>
                  <a:lnTo>
                    <a:pt x="1446565" y="845877"/>
                  </a:lnTo>
                  <a:lnTo>
                    <a:pt x="1447225" y="839883"/>
                  </a:lnTo>
                  <a:lnTo>
                    <a:pt x="1447886" y="826202"/>
                  </a:lnTo>
                  <a:lnTo>
                    <a:pt x="1448546" y="841598"/>
                  </a:lnTo>
                  <a:lnTo>
                    <a:pt x="1449207" y="860560"/>
                  </a:lnTo>
                  <a:lnTo>
                    <a:pt x="1449867" y="916443"/>
                  </a:lnTo>
                  <a:lnTo>
                    <a:pt x="1450528" y="894337"/>
                  </a:lnTo>
                  <a:lnTo>
                    <a:pt x="1451189" y="858766"/>
                  </a:lnTo>
                  <a:lnTo>
                    <a:pt x="1451849" y="799148"/>
                  </a:lnTo>
                  <a:lnTo>
                    <a:pt x="1452510" y="809372"/>
                  </a:lnTo>
                  <a:lnTo>
                    <a:pt x="1453170" y="830961"/>
                  </a:lnTo>
                  <a:lnTo>
                    <a:pt x="1453831" y="836901"/>
                  </a:lnTo>
                  <a:lnTo>
                    <a:pt x="1454491" y="817503"/>
                  </a:lnTo>
                  <a:lnTo>
                    <a:pt x="1455152" y="830337"/>
                  </a:lnTo>
                  <a:lnTo>
                    <a:pt x="1455812" y="841295"/>
                  </a:lnTo>
                  <a:lnTo>
                    <a:pt x="1456473" y="856687"/>
                  </a:lnTo>
                  <a:lnTo>
                    <a:pt x="1457133" y="891388"/>
                  </a:lnTo>
                  <a:lnTo>
                    <a:pt x="1457794" y="904670"/>
                  </a:lnTo>
                  <a:lnTo>
                    <a:pt x="1458454" y="922118"/>
                  </a:lnTo>
                  <a:lnTo>
                    <a:pt x="1459115" y="892022"/>
                  </a:lnTo>
                  <a:lnTo>
                    <a:pt x="1459775" y="891690"/>
                  </a:lnTo>
                  <a:lnTo>
                    <a:pt x="1460436" y="938990"/>
                  </a:lnTo>
                  <a:lnTo>
                    <a:pt x="1461097" y="933359"/>
                  </a:lnTo>
                  <a:lnTo>
                    <a:pt x="1461757" y="852907"/>
                  </a:lnTo>
                  <a:lnTo>
                    <a:pt x="1462418" y="868145"/>
                  </a:lnTo>
                  <a:lnTo>
                    <a:pt x="1463078" y="834281"/>
                  </a:lnTo>
                  <a:lnTo>
                    <a:pt x="1463739" y="788403"/>
                  </a:lnTo>
                  <a:lnTo>
                    <a:pt x="1464399" y="762815"/>
                  </a:lnTo>
                  <a:lnTo>
                    <a:pt x="1465060" y="694221"/>
                  </a:lnTo>
                  <a:lnTo>
                    <a:pt x="1465720" y="676622"/>
                  </a:lnTo>
                  <a:lnTo>
                    <a:pt x="1466381" y="684726"/>
                  </a:lnTo>
                  <a:lnTo>
                    <a:pt x="1467041" y="693099"/>
                  </a:lnTo>
                  <a:lnTo>
                    <a:pt x="1467702" y="691006"/>
                  </a:lnTo>
                  <a:lnTo>
                    <a:pt x="1468362" y="655954"/>
                  </a:lnTo>
                  <a:lnTo>
                    <a:pt x="1469023" y="634322"/>
                  </a:lnTo>
                  <a:lnTo>
                    <a:pt x="1469683" y="628959"/>
                  </a:lnTo>
                  <a:lnTo>
                    <a:pt x="1470344" y="619940"/>
                  </a:lnTo>
                  <a:lnTo>
                    <a:pt x="1471005" y="626864"/>
                  </a:lnTo>
                  <a:lnTo>
                    <a:pt x="1471665" y="607399"/>
                  </a:lnTo>
                  <a:lnTo>
                    <a:pt x="1472326" y="609466"/>
                  </a:lnTo>
                  <a:lnTo>
                    <a:pt x="1472986" y="607290"/>
                  </a:lnTo>
                  <a:lnTo>
                    <a:pt x="1473647" y="579265"/>
                  </a:lnTo>
                  <a:lnTo>
                    <a:pt x="1474307" y="584808"/>
                  </a:lnTo>
                  <a:lnTo>
                    <a:pt x="1474968" y="598085"/>
                  </a:lnTo>
                  <a:lnTo>
                    <a:pt x="1475628" y="592722"/>
                  </a:lnTo>
                  <a:lnTo>
                    <a:pt x="1476289" y="616796"/>
                  </a:lnTo>
                  <a:lnTo>
                    <a:pt x="1476949" y="631647"/>
                  </a:lnTo>
                  <a:lnTo>
                    <a:pt x="1477610" y="631647"/>
                  </a:lnTo>
                  <a:lnTo>
                    <a:pt x="1478270" y="637979"/>
                  </a:lnTo>
                  <a:lnTo>
                    <a:pt x="1478931" y="659375"/>
                  </a:lnTo>
                  <a:lnTo>
                    <a:pt x="1479591" y="698627"/>
                  </a:lnTo>
                  <a:lnTo>
                    <a:pt x="1480252" y="728608"/>
                  </a:lnTo>
                  <a:lnTo>
                    <a:pt x="1480912" y="817644"/>
                  </a:lnTo>
                  <a:lnTo>
                    <a:pt x="1481573" y="801140"/>
                  </a:lnTo>
                  <a:lnTo>
                    <a:pt x="1482234" y="770367"/>
                  </a:lnTo>
                  <a:lnTo>
                    <a:pt x="1482894" y="743726"/>
                  </a:lnTo>
                  <a:lnTo>
                    <a:pt x="1483555" y="734734"/>
                  </a:lnTo>
                  <a:lnTo>
                    <a:pt x="1484215" y="701945"/>
                  </a:lnTo>
                  <a:lnTo>
                    <a:pt x="1484876" y="680308"/>
                  </a:lnTo>
                  <a:lnTo>
                    <a:pt x="1485536" y="700199"/>
                  </a:lnTo>
                  <a:lnTo>
                    <a:pt x="1486197" y="698381"/>
                  </a:lnTo>
                  <a:lnTo>
                    <a:pt x="1486857" y="715023"/>
                  </a:lnTo>
                  <a:lnTo>
                    <a:pt x="1487518" y="727889"/>
                  </a:lnTo>
                  <a:lnTo>
                    <a:pt x="1488178" y="741366"/>
                  </a:lnTo>
                  <a:lnTo>
                    <a:pt x="1488839" y="793755"/>
                  </a:lnTo>
                  <a:lnTo>
                    <a:pt x="1489499" y="807010"/>
                  </a:lnTo>
                  <a:lnTo>
                    <a:pt x="1490160" y="780486"/>
                  </a:lnTo>
                  <a:lnTo>
                    <a:pt x="1490820" y="799153"/>
                  </a:lnTo>
                  <a:lnTo>
                    <a:pt x="1491481" y="808064"/>
                  </a:lnTo>
                  <a:lnTo>
                    <a:pt x="1492142" y="827982"/>
                  </a:lnTo>
                  <a:lnTo>
                    <a:pt x="1492802" y="829090"/>
                  </a:lnTo>
                  <a:lnTo>
                    <a:pt x="1493463" y="832510"/>
                  </a:lnTo>
                  <a:lnTo>
                    <a:pt x="1494123" y="841070"/>
                  </a:lnTo>
                  <a:lnTo>
                    <a:pt x="1494784" y="843808"/>
                  </a:lnTo>
                  <a:lnTo>
                    <a:pt x="1495444" y="843417"/>
                  </a:lnTo>
                  <a:lnTo>
                    <a:pt x="1496105" y="842590"/>
                  </a:lnTo>
                  <a:lnTo>
                    <a:pt x="1496765" y="852727"/>
                  </a:lnTo>
                  <a:lnTo>
                    <a:pt x="1497426" y="855094"/>
                  </a:lnTo>
                  <a:lnTo>
                    <a:pt x="1498086" y="862379"/>
                  </a:lnTo>
                  <a:lnTo>
                    <a:pt x="1498747" y="866852"/>
                  </a:lnTo>
                  <a:lnTo>
                    <a:pt x="1499407" y="887936"/>
                  </a:lnTo>
                  <a:lnTo>
                    <a:pt x="1500068" y="920015"/>
                  </a:lnTo>
                  <a:lnTo>
                    <a:pt x="1500728" y="899120"/>
                  </a:lnTo>
                  <a:lnTo>
                    <a:pt x="1501389" y="915368"/>
                  </a:lnTo>
                  <a:lnTo>
                    <a:pt x="1502050" y="872645"/>
                  </a:lnTo>
                  <a:lnTo>
                    <a:pt x="1502710" y="817964"/>
                  </a:lnTo>
                  <a:lnTo>
                    <a:pt x="1503371" y="815980"/>
                  </a:lnTo>
                  <a:lnTo>
                    <a:pt x="1504031" y="836351"/>
                  </a:lnTo>
                  <a:lnTo>
                    <a:pt x="1504692" y="810302"/>
                  </a:lnTo>
                  <a:lnTo>
                    <a:pt x="1505352" y="779504"/>
                  </a:lnTo>
                  <a:lnTo>
                    <a:pt x="1506013" y="776261"/>
                  </a:lnTo>
                  <a:lnTo>
                    <a:pt x="1506673" y="789616"/>
                  </a:lnTo>
                  <a:lnTo>
                    <a:pt x="1507334" y="773403"/>
                  </a:lnTo>
                  <a:lnTo>
                    <a:pt x="1507994" y="768918"/>
                  </a:lnTo>
                  <a:lnTo>
                    <a:pt x="1508655" y="775781"/>
                  </a:lnTo>
                  <a:lnTo>
                    <a:pt x="1509315" y="795255"/>
                  </a:lnTo>
                  <a:lnTo>
                    <a:pt x="1509976" y="890534"/>
                  </a:lnTo>
                  <a:lnTo>
                    <a:pt x="1510636" y="887936"/>
                  </a:lnTo>
                  <a:lnTo>
                    <a:pt x="1511297" y="890595"/>
                  </a:lnTo>
                  <a:lnTo>
                    <a:pt x="1511957" y="886914"/>
                  </a:lnTo>
                  <a:lnTo>
                    <a:pt x="1512618" y="924813"/>
                  </a:lnTo>
                  <a:lnTo>
                    <a:pt x="1513279" y="960781"/>
                  </a:lnTo>
                  <a:lnTo>
                    <a:pt x="1513939" y="961484"/>
                  </a:lnTo>
                  <a:lnTo>
                    <a:pt x="1514600" y="944263"/>
                  </a:lnTo>
                  <a:lnTo>
                    <a:pt x="1515260" y="956394"/>
                  </a:lnTo>
                  <a:lnTo>
                    <a:pt x="1515921" y="948535"/>
                  </a:lnTo>
                  <a:lnTo>
                    <a:pt x="1516581" y="958662"/>
                  </a:lnTo>
                  <a:lnTo>
                    <a:pt x="1517242" y="957313"/>
                  </a:lnTo>
                  <a:lnTo>
                    <a:pt x="1517902" y="948008"/>
                  </a:lnTo>
                  <a:lnTo>
                    <a:pt x="1518563" y="925794"/>
                  </a:lnTo>
                  <a:lnTo>
                    <a:pt x="1519223" y="938653"/>
                  </a:lnTo>
                  <a:lnTo>
                    <a:pt x="1519884" y="938653"/>
                  </a:lnTo>
                  <a:lnTo>
                    <a:pt x="1520544" y="933560"/>
                  </a:lnTo>
                  <a:lnTo>
                    <a:pt x="1521205" y="936105"/>
                  </a:lnTo>
                  <a:lnTo>
                    <a:pt x="1521865" y="941198"/>
                  </a:lnTo>
                  <a:lnTo>
                    <a:pt x="1522526" y="962629"/>
                  </a:lnTo>
                  <a:lnTo>
                    <a:pt x="1523187" y="964008"/>
                  </a:lnTo>
                  <a:lnTo>
                    <a:pt x="1523847" y="969546"/>
                  </a:lnTo>
                  <a:lnTo>
                    <a:pt x="1524508" y="963544"/>
                  </a:lnTo>
                  <a:lnTo>
                    <a:pt x="1525168" y="923375"/>
                  </a:lnTo>
                  <a:lnTo>
                    <a:pt x="1525829" y="969502"/>
                  </a:lnTo>
                  <a:lnTo>
                    <a:pt x="1526489" y="990437"/>
                  </a:lnTo>
                  <a:lnTo>
                    <a:pt x="1527150" y="985450"/>
                  </a:lnTo>
                  <a:lnTo>
                    <a:pt x="1527810" y="939638"/>
                  </a:lnTo>
                  <a:lnTo>
                    <a:pt x="1528471" y="939276"/>
                  </a:lnTo>
                  <a:lnTo>
                    <a:pt x="1529131" y="934268"/>
                  </a:lnTo>
                  <a:lnTo>
                    <a:pt x="1529792" y="954684"/>
                  </a:lnTo>
                  <a:lnTo>
                    <a:pt x="1530452" y="991091"/>
                  </a:lnTo>
                  <a:lnTo>
                    <a:pt x="1531113" y="987590"/>
                  </a:lnTo>
                  <a:lnTo>
                    <a:pt x="1531773" y="951520"/>
                  </a:lnTo>
                  <a:lnTo>
                    <a:pt x="1532434" y="985444"/>
                  </a:lnTo>
                  <a:lnTo>
                    <a:pt x="1533095" y="981090"/>
                  </a:lnTo>
                  <a:lnTo>
                    <a:pt x="1533755" y="926401"/>
                  </a:lnTo>
                  <a:lnTo>
                    <a:pt x="1534416" y="948404"/>
                  </a:lnTo>
                  <a:lnTo>
                    <a:pt x="1535076" y="898591"/>
                  </a:lnTo>
                  <a:lnTo>
                    <a:pt x="1535737" y="771472"/>
                  </a:lnTo>
                  <a:lnTo>
                    <a:pt x="1536397" y="766255"/>
                  </a:lnTo>
                  <a:lnTo>
                    <a:pt x="1537058" y="723262"/>
                  </a:lnTo>
                  <a:lnTo>
                    <a:pt x="1537718" y="679744"/>
                  </a:lnTo>
                  <a:lnTo>
                    <a:pt x="1538379" y="645365"/>
                  </a:lnTo>
                  <a:lnTo>
                    <a:pt x="1539039" y="634660"/>
                  </a:lnTo>
                  <a:lnTo>
                    <a:pt x="1539700" y="674182"/>
                  </a:lnTo>
                  <a:lnTo>
                    <a:pt x="1540360" y="674182"/>
                  </a:lnTo>
                  <a:lnTo>
                    <a:pt x="1541021" y="674182"/>
                  </a:lnTo>
                  <a:lnTo>
                    <a:pt x="1541681" y="634660"/>
                  </a:lnTo>
                  <a:lnTo>
                    <a:pt x="1542342" y="634660"/>
                  </a:lnTo>
                  <a:lnTo>
                    <a:pt x="1543003" y="634660"/>
                  </a:lnTo>
                  <a:lnTo>
                    <a:pt x="1543663" y="634660"/>
                  </a:lnTo>
                  <a:lnTo>
                    <a:pt x="1544324" y="634660"/>
                  </a:lnTo>
                  <a:lnTo>
                    <a:pt x="1544984" y="634660"/>
                  </a:lnTo>
                  <a:lnTo>
                    <a:pt x="1545645" y="634660"/>
                  </a:lnTo>
                  <a:lnTo>
                    <a:pt x="1546305" y="674182"/>
                  </a:lnTo>
                  <a:lnTo>
                    <a:pt x="1546966" y="634660"/>
                  </a:lnTo>
                  <a:lnTo>
                    <a:pt x="1547626" y="634660"/>
                  </a:lnTo>
                  <a:lnTo>
                    <a:pt x="1548287" y="634660"/>
                  </a:lnTo>
                  <a:lnTo>
                    <a:pt x="1548947" y="634660"/>
                  </a:lnTo>
                  <a:lnTo>
                    <a:pt x="1549608" y="634660"/>
                  </a:lnTo>
                  <a:lnTo>
                    <a:pt x="1550268" y="634660"/>
                  </a:lnTo>
                  <a:lnTo>
                    <a:pt x="1550929" y="634660"/>
                  </a:lnTo>
                  <a:lnTo>
                    <a:pt x="1551589" y="634660"/>
                  </a:lnTo>
                  <a:lnTo>
                    <a:pt x="1552250" y="632774"/>
                  </a:lnTo>
                  <a:lnTo>
                    <a:pt x="1552910" y="632774"/>
                  </a:lnTo>
                  <a:lnTo>
                    <a:pt x="1553571" y="676738"/>
                  </a:lnTo>
                  <a:lnTo>
                    <a:pt x="1554232" y="676738"/>
                  </a:lnTo>
                  <a:lnTo>
                    <a:pt x="1554892" y="775223"/>
                  </a:lnTo>
                  <a:lnTo>
                    <a:pt x="1555553" y="830693"/>
                  </a:lnTo>
                  <a:lnTo>
                    <a:pt x="1556213" y="825582"/>
                  </a:lnTo>
                  <a:lnTo>
                    <a:pt x="1556874" y="846277"/>
                  </a:lnTo>
                  <a:lnTo>
                    <a:pt x="1557534" y="863164"/>
                  </a:lnTo>
                  <a:lnTo>
                    <a:pt x="1558195" y="865067"/>
                  </a:lnTo>
                  <a:lnTo>
                    <a:pt x="1558855" y="869311"/>
                  </a:lnTo>
                  <a:lnTo>
                    <a:pt x="1559516" y="853077"/>
                  </a:lnTo>
                  <a:lnTo>
                    <a:pt x="1560176" y="855594"/>
                  </a:lnTo>
                  <a:lnTo>
                    <a:pt x="1560837" y="887712"/>
                  </a:lnTo>
                  <a:lnTo>
                    <a:pt x="1561497" y="928354"/>
                  </a:lnTo>
                  <a:lnTo>
                    <a:pt x="1562158" y="928354"/>
                  </a:lnTo>
                  <a:lnTo>
                    <a:pt x="1562818" y="894779"/>
                  </a:lnTo>
                  <a:lnTo>
                    <a:pt x="1563479" y="892258"/>
                  </a:lnTo>
                  <a:lnTo>
                    <a:pt x="1564140" y="913978"/>
                  </a:lnTo>
                  <a:lnTo>
                    <a:pt x="1564800" y="901315"/>
                  </a:lnTo>
                  <a:lnTo>
                    <a:pt x="1565461" y="901574"/>
                  </a:lnTo>
                  <a:lnTo>
                    <a:pt x="1566121" y="896482"/>
                  </a:lnTo>
                  <a:lnTo>
                    <a:pt x="1566782" y="954309"/>
                  </a:lnTo>
                  <a:lnTo>
                    <a:pt x="1567442" y="934260"/>
                  </a:lnTo>
                  <a:lnTo>
                    <a:pt x="1568103" y="934260"/>
                  </a:lnTo>
                  <a:lnTo>
                    <a:pt x="1568763" y="955980"/>
                  </a:lnTo>
                  <a:lnTo>
                    <a:pt x="1569424" y="976861"/>
                  </a:lnTo>
                  <a:lnTo>
                    <a:pt x="1570084" y="983266"/>
                  </a:lnTo>
                  <a:lnTo>
                    <a:pt x="1570745" y="946750"/>
                  </a:lnTo>
                  <a:lnTo>
                    <a:pt x="1571405" y="945190"/>
                  </a:lnTo>
                  <a:lnTo>
                    <a:pt x="1572066" y="925826"/>
                  </a:lnTo>
                  <a:lnTo>
                    <a:pt x="1572726" y="945351"/>
                  </a:lnTo>
                  <a:lnTo>
                    <a:pt x="1573387" y="994317"/>
                  </a:lnTo>
                  <a:lnTo>
                    <a:pt x="1574048" y="1005632"/>
                  </a:lnTo>
                  <a:lnTo>
                    <a:pt x="1574708" y="990742"/>
                  </a:lnTo>
                  <a:lnTo>
                    <a:pt x="1575369" y="965873"/>
                  </a:lnTo>
                  <a:lnTo>
                    <a:pt x="1576029" y="952692"/>
                  </a:lnTo>
                  <a:lnTo>
                    <a:pt x="1576690" y="978453"/>
                  </a:lnTo>
                  <a:lnTo>
                    <a:pt x="1577350" y="982501"/>
                  </a:lnTo>
                  <a:lnTo>
                    <a:pt x="1578011" y="941439"/>
                  </a:lnTo>
                  <a:lnTo>
                    <a:pt x="1578671" y="948828"/>
                  </a:lnTo>
                  <a:lnTo>
                    <a:pt x="1579332" y="931039"/>
                  </a:lnTo>
                  <a:lnTo>
                    <a:pt x="1579992" y="853301"/>
                  </a:lnTo>
                  <a:lnTo>
                    <a:pt x="1580653" y="821113"/>
                  </a:lnTo>
                  <a:lnTo>
                    <a:pt x="1581313" y="821113"/>
                  </a:lnTo>
                  <a:lnTo>
                    <a:pt x="1581974" y="836972"/>
                  </a:lnTo>
                  <a:lnTo>
                    <a:pt x="1582634" y="849065"/>
                  </a:lnTo>
                  <a:lnTo>
                    <a:pt x="1583295" y="924000"/>
                  </a:lnTo>
                  <a:lnTo>
                    <a:pt x="1583955" y="932270"/>
                  </a:lnTo>
                  <a:lnTo>
                    <a:pt x="1584616" y="922401"/>
                  </a:lnTo>
                  <a:lnTo>
                    <a:pt x="1585277" y="938675"/>
                  </a:lnTo>
                  <a:lnTo>
                    <a:pt x="1585937" y="981149"/>
                  </a:lnTo>
                  <a:lnTo>
                    <a:pt x="1586598" y="995569"/>
                  </a:lnTo>
                  <a:lnTo>
                    <a:pt x="1587258" y="932757"/>
                  </a:lnTo>
                  <a:lnTo>
                    <a:pt x="1587919" y="896299"/>
                  </a:lnTo>
                  <a:lnTo>
                    <a:pt x="1588579" y="871831"/>
                  </a:lnTo>
                  <a:lnTo>
                    <a:pt x="1589240" y="860074"/>
                  </a:lnTo>
                  <a:lnTo>
                    <a:pt x="1589900" y="866930"/>
                  </a:lnTo>
                  <a:lnTo>
                    <a:pt x="1590561" y="835248"/>
                  </a:lnTo>
                  <a:lnTo>
                    <a:pt x="1591221" y="812038"/>
                  </a:lnTo>
                  <a:lnTo>
                    <a:pt x="1591882" y="821166"/>
                  </a:lnTo>
                  <a:lnTo>
                    <a:pt x="1592542" y="858581"/>
                  </a:lnTo>
                  <a:lnTo>
                    <a:pt x="1593203" y="901869"/>
                  </a:lnTo>
                  <a:lnTo>
                    <a:pt x="1593863" y="906316"/>
                  </a:lnTo>
                  <a:lnTo>
                    <a:pt x="1594524" y="881949"/>
                  </a:lnTo>
                  <a:lnTo>
                    <a:pt x="1595185" y="838067"/>
                  </a:lnTo>
                  <a:lnTo>
                    <a:pt x="1595845" y="820526"/>
                  </a:lnTo>
                  <a:lnTo>
                    <a:pt x="1596506" y="815384"/>
                  </a:lnTo>
                  <a:lnTo>
                    <a:pt x="1597166" y="814598"/>
                  </a:lnTo>
                  <a:lnTo>
                    <a:pt x="1597827" y="793690"/>
                  </a:lnTo>
                  <a:lnTo>
                    <a:pt x="1598487" y="902313"/>
                  </a:lnTo>
                  <a:lnTo>
                    <a:pt x="1599148" y="913460"/>
                  </a:lnTo>
                  <a:lnTo>
                    <a:pt x="1599808" y="924115"/>
                  </a:lnTo>
                  <a:lnTo>
                    <a:pt x="1600469" y="952924"/>
                  </a:lnTo>
                  <a:lnTo>
                    <a:pt x="1601129" y="966382"/>
                  </a:lnTo>
                  <a:lnTo>
                    <a:pt x="1601790" y="955177"/>
                  </a:lnTo>
                  <a:lnTo>
                    <a:pt x="1602450" y="940981"/>
                  </a:lnTo>
                  <a:lnTo>
                    <a:pt x="1603111" y="934568"/>
                  </a:lnTo>
                  <a:lnTo>
                    <a:pt x="1603771" y="949525"/>
                  </a:lnTo>
                  <a:lnTo>
                    <a:pt x="1604432" y="984418"/>
                  </a:lnTo>
                  <a:lnTo>
                    <a:pt x="1605093" y="942825"/>
                  </a:lnTo>
                  <a:lnTo>
                    <a:pt x="1605753" y="943108"/>
                  </a:lnTo>
                  <a:lnTo>
                    <a:pt x="1606414" y="933316"/>
                  </a:lnTo>
                  <a:lnTo>
                    <a:pt x="1607074" y="877030"/>
                  </a:lnTo>
                  <a:lnTo>
                    <a:pt x="1607735" y="843611"/>
                  </a:lnTo>
                  <a:lnTo>
                    <a:pt x="1608395" y="844932"/>
                  </a:lnTo>
                  <a:lnTo>
                    <a:pt x="1609056" y="859147"/>
                  </a:lnTo>
                  <a:lnTo>
                    <a:pt x="1609716" y="874891"/>
                  </a:lnTo>
                  <a:lnTo>
                    <a:pt x="1610377" y="855629"/>
                  </a:lnTo>
                  <a:lnTo>
                    <a:pt x="1611037" y="879291"/>
                  </a:lnTo>
                  <a:lnTo>
                    <a:pt x="1611698" y="876542"/>
                  </a:lnTo>
                  <a:lnTo>
                    <a:pt x="1612358" y="894046"/>
                  </a:lnTo>
                  <a:lnTo>
                    <a:pt x="1613019" y="909231"/>
                  </a:lnTo>
                  <a:lnTo>
                    <a:pt x="1613679" y="900390"/>
                  </a:lnTo>
                  <a:lnTo>
                    <a:pt x="1614340" y="910566"/>
                  </a:lnTo>
                  <a:lnTo>
                    <a:pt x="1615001" y="921101"/>
                  </a:lnTo>
                  <a:lnTo>
                    <a:pt x="1615661" y="881206"/>
                  </a:lnTo>
                  <a:lnTo>
                    <a:pt x="1616322" y="853356"/>
                  </a:lnTo>
                  <a:lnTo>
                    <a:pt x="1616982" y="842141"/>
                  </a:lnTo>
                  <a:lnTo>
                    <a:pt x="1617643" y="826088"/>
                  </a:lnTo>
                  <a:lnTo>
                    <a:pt x="1618303" y="783939"/>
                  </a:lnTo>
                  <a:lnTo>
                    <a:pt x="1618964" y="809021"/>
                  </a:lnTo>
                  <a:lnTo>
                    <a:pt x="1619624" y="835657"/>
                  </a:lnTo>
                  <a:lnTo>
                    <a:pt x="1620285" y="808175"/>
                  </a:lnTo>
                  <a:lnTo>
                    <a:pt x="1620945" y="785757"/>
                  </a:lnTo>
                  <a:lnTo>
                    <a:pt x="1621606" y="785757"/>
                  </a:lnTo>
                  <a:lnTo>
                    <a:pt x="1622266" y="785523"/>
                  </a:lnTo>
                  <a:lnTo>
                    <a:pt x="1622927" y="790356"/>
                  </a:lnTo>
                  <a:lnTo>
                    <a:pt x="1623587" y="868777"/>
                  </a:lnTo>
                  <a:lnTo>
                    <a:pt x="1624248" y="917520"/>
                  </a:lnTo>
                  <a:lnTo>
                    <a:pt x="1624908" y="928213"/>
                  </a:lnTo>
                  <a:lnTo>
                    <a:pt x="1625569" y="933306"/>
                  </a:lnTo>
                  <a:lnTo>
                    <a:pt x="1626230" y="894283"/>
                  </a:lnTo>
                  <a:lnTo>
                    <a:pt x="1626890" y="875476"/>
                  </a:lnTo>
                  <a:lnTo>
                    <a:pt x="1627551" y="901984"/>
                  </a:lnTo>
                  <a:lnTo>
                    <a:pt x="1628211" y="918706"/>
                  </a:lnTo>
                  <a:lnTo>
                    <a:pt x="1628872" y="937920"/>
                  </a:lnTo>
                  <a:lnTo>
                    <a:pt x="1629532" y="957445"/>
                  </a:lnTo>
                  <a:lnTo>
                    <a:pt x="1630193" y="958416"/>
                  </a:lnTo>
                  <a:lnTo>
                    <a:pt x="1630853" y="971567"/>
                  </a:lnTo>
                  <a:lnTo>
                    <a:pt x="1631514" y="947440"/>
                  </a:lnTo>
                  <a:lnTo>
                    <a:pt x="1632174" y="965417"/>
                  </a:lnTo>
                  <a:lnTo>
                    <a:pt x="1632835" y="981616"/>
                  </a:lnTo>
                  <a:lnTo>
                    <a:pt x="1633495" y="963353"/>
                  </a:lnTo>
                  <a:lnTo>
                    <a:pt x="1634156" y="906366"/>
                  </a:lnTo>
                  <a:lnTo>
                    <a:pt x="1634816" y="906366"/>
                  </a:lnTo>
                  <a:lnTo>
                    <a:pt x="1635477" y="923253"/>
                  </a:lnTo>
                  <a:lnTo>
                    <a:pt x="1636138" y="924623"/>
                  </a:lnTo>
                  <a:lnTo>
                    <a:pt x="1636798" y="932773"/>
                  </a:lnTo>
                  <a:lnTo>
                    <a:pt x="1637459" y="927495"/>
                  </a:lnTo>
                  <a:lnTo>
                    <a:pt x="1638119" y="887678"/>
                  </a:lnTo>
                  <a:lnTo>
                    <a:pt x="1638780" y="868445"/>
                  </a:lnTo>
                  <a:lnTo>
                    <a:pt x="1639440" y="916837"/>
                  </a:lnTo>
                  <a:lnTo>
                    <a:pt x="1640101" y="951810"/>
                  </a:lnTo>
                  <a:lnTo>
                    <a:pt x="1640761" y="909215"/>
                  </a:lnTo>
                  <a:lnTo>
                    <a:pt x="1641422" y="888431"/>
                  </a:lnTo>
                  <a:lnTo>
                    <a:pt x="1642082" y="890561"/>
                  </a:lnTo>
                  <a:lnTo>
                    <a:pt x="1642743" y="907326"/>
                  </a:lnTo>
                  <a:lnTo>
                    <a:pt x="1643403" y="929046"/>
                  </a:lnTo>
                  <a:lnTo>
                    <a:pt x="1644064" y="942834"/>
                  </a:lnTo>
                  <a:lnTo>
                    <a:pt x="1644724" y="1000245"/>
                  </a:lnTo>
                  <a:lnTo>
                    <a:pt x="1645385" y="1024539"/>
                  </a:lnTo>
                  <a:lnTo>
                    <a:pt x="1646046" y="1021289"/>
                  </a:lnTo>
                  <a:lnTo>
                    <a:pt x="1646706" y="1017317"/>
                  </a:lnTo>
                  <a:lnTo>
                    <a:pt x="1647367" y="979743"/>
                  </a:lnTo>
                  <a:lnTo>
                    <a:pt x="1648027" y="897804"/>
                  </a:lnTo>
                  <a:lnTo>
                    <a:pt x="1648688" y="891226"/>
                  </a:lnTo>
                  <a:lnTo>
                    <a:pt x="1649348" y="917307"/>
                  </a:lnTo>
                  <a:lnTo>
                    <a:pt x="1650009" y="959405"/>
                  </a:lnTo>
                  <a:lnTo>
                    <a:pt x="1650669" y="990606"/>
                  </a:lnTo>
                  <a:lnTo>
                    <a:pt x="1651330" y="1002019"/>
                  </a:lnTo>
                  <a:lnTo>
                    <a:pt x="1651990" y="1003850"/>
                  </a:lnTo>
                  <a:lnTo>
                    <a:pt x="1652651" y="993449"/>
                  </a:lnTo>
                  <a:lnTo>
                    <a:pt x="1653311" y="982525"/>
                  </a:lnTo>
                  <a:lnTo>
                    <a:pt x="1653972" y="996699"/>
                  </a:lnTo>
                  <a:lnTo>
                    <a:pt x="1654632" y="981916"/>
                  </a:lnTo>
                  <a:lnTo>
                    <a:pt x="1655293" y="991060"/>
                  </a:lnTo>
                  <a:lnTo>
                    <a:pt x="1655953" y="1009092"/>
                  </a:lnTo>
                  <a:lnTo>
                    <a:pt x="1656614" y="1001988"/>
                  </a:lnTo>
                  <a:lnTo>
                    <a:pt x="1657275" y="991624"/>
                  </a:lnTo>
                  <a:lnTo>
                    <a:pt x="1657935" y="995796"/>
                  </a:lnTo>
                  <a:lnTo>
                    <a:pt x="1658596" y="996301"/>
                  </a:lnTo>
                  <a:lnTo>
                    <a:pt x="1659256" y="1018168"/>
                  </a:lnTo>
                  <a:lnTo>
                    <a:pt x="1659917" y="1014196"/>
                  </a:lnTo>
                  <a:lnTo>
                    <a:pt x="1660577" y="985622"/>
                  </a:lnTo>
                  <a:lnTo>
                    <a:pt x="1661238" y="933332"/>
                  </a:lnTo>
                  <a:lnTo>
                    <a:pt x="1661898" y="906707"/>
                  </a:lnTo>
                  <a:lnTo>
                    <a:pt x="1662559" y="906707"/>
                  </a:lnTo>
                  <a:lnTo>
                    <a:pt x="1663219" y="963882"/>
                  </a:lnTo>
                  <a:lnTo>
                    <a:pt x="1663880" y="942162"/>
                  </a:lnTo>
                  <a:lnTo>
                    <a:pt x="1664540" y="917611"/>
                  </a:lnTo>
                  <a:lnTo>
                    <a:pt x="1665201" y="938671"/>
                  </a:lnTo>
                  <a:lnTo>
                    <a:pt x="1665861" y="965255"/>
                  </a:lnTo>
                  <a:lnTo>
                    <a:pt x="1666522" y="991510"/>
                  </a:lnTo>
                  <a:lnTo>
                    <a:pt x="1667183" y="992303"/>
                  </a:lnTo>
                  <a:lnTo>
                    <a:pt x="1667843" y="999187"/>
                  </a:lnTo>
                  <a:lnTo>
                    <a:pt x="1668504" y="993954"/>
                  </a:lnTo>
                  <a:lnTo>
                    <a:pt x="1669164" y="995366"/>
                  </a:lnTo>
                  <a:lnTo>
                    <a:pt x="1669825" y="969588"/>
                  </a:lnTo>
                  <a:lnTo>
                    <a:pt x="1670485" y="919020"/>
                  </a:lnTo>
                  <a:lnTo>
                    <a:pt x="1671146" y="935191"/>
                  </a:lnTo>
                  <a:lnTo>
                    <a:pt x="1671806" y="933643"/>
                  </a:lnTo>
                  <a:lnTo>
                    <a:pt x="1672467" y="897616"/>
                  </a:lnTo>
                  <a:lnTo>
                    <a:pt x="1673127" y="882346"/>
                  </a:lnTo>
                  <a:lnTo>
                    <a:pt x="1673788" y="833583"/>
                  </a:lnTo>
                  <a:lnTo>
                    <a:pt x="1674448" y="833583"/>
                  </a:lnTo>
                  <a:lnTo>
                    <a:pt x="1675109" y="838676"/>
                  </a:lnTo>
                  <a:lnTo>
                    <a:pt x="1675769" y="903717"/>
                  </a:lnTo>
                  <a:lnTo>
                    <a:pt x="1676430" y="883017"/>
                  </a:lnTo>
                  <a:lnTo>
                    <a:pt x="1677091" y="885909"/>
                  </a:lnTo>
                  <a:lnTo>
                    <a:pt x="1677751" y="875082"/>
                  </a:lnTo>
                  <a:lnTo>
                    <a:pt x="1678412" y="889005"/>
                  </a:lnTo>
                  <a:lnTo>
                    <a:pt x="1679072" y="947177"/>
                  </a:lnTo>
                  <a:lnTo>
                    <a:pt x="1679733" y="972643"/>
                  </a:lnTo>
                  <a:lnTo>
                    <a:pt x="1680393" y="945495"/>
                  </a:lnTo>
                  <a:lnTo>
                    <a:pt x="1681054" y="937678"/>
                  </a:lnTo>
                  <a:lnTo>
                    <a:pt x="1681714" y="915485"/>
                  </a:lnTo>
                  <a:lnTo>
                    <a:pt x="1682375" y="967470"/>
                  </a:lnTo>
                  <a:lnTo>
                    <a:pt x="1683035" y="995780"/>
                  </a:lnTo>
                  <a:lnTo>
                    <a:pt x="1683696" y="968118"/>
                  </a:lnTo>
                  <a:lnTo>
                    <a:pt x="1684356" y="927990"/>
                  </a:lnTo>
                  <a:lnTo>
                    <a:pt x="1685017" y="908310"/>
                  </a:lnTo>
                  <a:lnTo>
                    <a:pt x="1685677" y="897825"/>
                  </a:lnTo>
                  <a:lnTo>
                    <a:pt x="1686338" y="928004"/>
                  </a:lnTo>
                  <a:lnTo>
                    <a:pt x="1686998" y="956046"/>
                  </a:lnTo>
                  <a:lnTo>
                    <a:pt x="1687659" y="972367"/>
                  </a:lnTo>
                  <a:lnTo>
                    <a:pt x="1688320" y="961327"/>
                  </a:lnTo>
                  <a:lnTo>
                    <a:pt x="1688980" y="902704"/>
                  </a:lnTo>
                  <a:lnTo>
                    <a:pt x="1689641" y="868419"/>
                  </a:lnTo>
                  <a:lnTo>
                    <a:pt x="1690301" y="864976"/>
                  </a:lnTo>
                  <a:lnTo>
                    <a:pt x="1690962" y="874289"/>
                  </a:lnTo>
                  <a:lnTo>
                    <a:pt x="1691622" y="912009"/>
                  </a:lnTo>
                  <a:lnTo>
                    <a:pt x="1692283" y="898989"/>
                  </a:lnTo>
                  <a:lnTo>
                    <a:pt x="1692943" y="807995"/>
                  </a:lnTo>
                  <a:lnTo>
                    <a:pt x="1693604" y="807110"/>
                  </a:lnTo>
                  <a:lnTo>
                    <a:pt x="1694264" y="807216"/>
                  </a:lnTo>
                  <a:lnTo>
                    <a:pt x="1694925" y="803396"/>
                  </a:lnTo>
                  <a:lnTo>
                    <a:pt x="1695585" y="807216"/>
                  </a:lnTo>
                  <a:lnTo>
                    <a:pt x="1696246" y="805292"/>
                  </a:lnTo>
                  <a:lnTo>
                    <a:pt x="1696906" y="849075"/>
                  </a:lnTo>
                  <a:lnTo>
                    <a:pt x="1697567" y="878551"/>
                  </a:lnTo>
                  <a:lnTo>
                    <a:pt x="1698228" y="906365"/>
                  </a:lnTo>
                  <a:lnTo>
                    <a:pt x="1698888" y="955146"/>
                  </a:lnTo>
                  <a:lnTo>
                    <a:pt x="1699549" y="942241"/>
                  </a:lnTo>
                  <a:lnTo>
                    <a:pt x="1700209" y="929613"/>
                  </a:lnTo>
                  <a:lnTo>
                    <a:pt x="1700870" y="915384"/>
                  </a:lnTo>
                  <a:lnTo>
                    <a:pt x="1701530" y="920252"/>
                  </a:lnTo>
                  <a:lnTo>
                    <a:pt x="1702191" y="958465"/>
                  </a:lnTo>
                  <a:lnTo>
                    <a:pt x="1702851" y="980682"/>
                  </a:lnTo>
                  <a:lnTo>
                    <a:pt x="1703512" y="937441"/>
                  </a:lnTo>
                  <a:lnTo>
                    <a:pt x="1704172" y="931337"/>
                  </a:lnTo>
                  <a:lnTo>
                    <a:pt x="1704833" y="960728"/>
                  </a:lnTo>
                  <a:lnTo>
                    <a:pt x="1705493" y="991037"/>
                  </a:lnTo>
                  <a:lnTo>
                    <a:pt x="1706154" y="1008629"/>
                  </a:lnTo>
                  <a:lnTo>
                    <a:pt x="1706814" y="1008534"/>
                  </a:lnTo>
                  <a:lnTo>
                    <a:pt x="1707475" y="1021305"/>
                  </a:lnTo>
                  <a:lnTo>
                    <a:pt x="1708136" y="1023750"/>
                  </a:lnTo>
                  <a:lnTo>
                    <a:pt x="1708796" y="1047310"/>
                  </a:lnTo>
                  <a:lnTo>
                    <a:pt x="1709457" y="1033427"/>
                  </a:lnTo>
                  <a:lnTo>
                    <a:pt x="1710117" y="1011162"/>
                  </a:lnTo>
                  <a:lnTo>
                    <a:pt x="1710778" y="985575"/>
                  </a:lnTo>
                  <a:lnTo>
                    <a:pt x="1711438" y="951863"/>
                  </a:lnTo>
                  <a:lnTo>
                    <a:pt x="1712099" y="951656"/>
                  </a:lnTo>
                  <a:lnTo>
                    <a:pt x="1712759" y="951656"/>
                  </a:lnTo>
                  <a:lnTo>
                    <a:pt x="1713420" y="973176"/>
                  </a:lnTo>
                  <a:lnTo>
                    <a:pt x="1714080" y="1006409"/>
                  </a:lnTo>
                  <a:lnTo>
                    <a:pt x="1714741" y="1008927"/>
                  </a:lnTo>
                  <a:lnTo>
                    <a:pt x="1715401" y="990134"/>
                  </a:lnTo>
                  <a:lnTo>
                    <a:pt x="1716062" y="990134"/>
                  </a:lnTo>
                  <a:lnTo>
                    <a:pt x="1716722" y="973169"/>
                  </a:lnTo>
                  <a:lnTo>
                    <a:pt x="1717383" y="938117"/>
                  </a:lnTo>
                  <a:lnTo>
                    <a:pt x="1718044" y="954765"/>
                  </a:lnTo>
                  <a:lnTo>
                    <a:pt x="1718704" y="970655"/>
                  </a:lnTo>
                  <a:lnTo>
                    <a:pt x="1719365" y="991778"/>
                  </a:lnTo>
                  <a:lnTo>
                    <a:pt x="1720025" y="999973"/>
                  </a:lnTo>
                  <a:lnTo>
                    <a:pt x="1720686" y="1026455"/>
                  </a:lnTo>
                  <a:lnTo>
                    <a:pt x="1721346" y="966387"/>
                  </a:lnTo>
                  <a:lnTo>
                    <a:pt x="1722007" y="921403"/>
                  </a:lnTo>
                  <a:lnTo>
                    <a:pt x="1722667" y="928799"/>
                  </a:lnTo>
                  <a:lnTo>
                    <a:pt x="1723328" y="934356"/>
                  </a:lnTo>
                  <a:lnTo>
                    <a:pt x="1723988" y="960473"/>
                  </a:lnTo>
                  <a:lnTo>
                    <a:pt x="1724649" y="967300"/>
                  </a:lnTo>
                  <a:lnTo>
                    <a:pt x="1725309" y="904100"/>
                  </a:lnTo>
                  <a:lnTo>
                    <a:pt x="1725970" y="880288"/>
                  </a:lnTo>
                  <a:lnTo>
                    <a:pt x="1726630" y="889805"/>
                  </a:lnTo>
                  <a:lnTo>
                    <a:pt x="1727291" y="871880"/>
                  </a:lnTo>
                  <a:lnTo>
                    <a:pt x="1727951" y="858914"/>
                  </a:lnTo>
                  <a:lnTo>
                    <a:pt x="1728612" y="822970"/>
                  </a:lnTo>
                  <a:lnTo>
                    <a:pt x="1729273" y="809127"/>
                  </a:lnTo>
                  <a:lnTo>
                    <a:pt x="1729933" y="807544"/>
                  </a:lnTo>
                  <a:lnTo>
                    <a:pt x="1730594" y="795701"/>
                  </a:lnTo>
                  <a:lnTo>
                    <a:pt x="1731254" y="807414"/>
                  </a:lnTo>
                  <a:lnTo>
                    <a:pt x="1731915" y="898648"/>
                  </a:lnTo>
                  <a:lnTo>
                    <a:pt x="1732575" y="886492"/>
                  </a:lnTo>
                  <a:lnTo>
                    <a:pt x="1733236" y="836882"/>
                  </a:lnTo>
                  <a:lnTo>
                    <a:pt x="1733896" y="793016"/>
                  </a:lnTo>
                  <a:lnTo>
                    <a:pt x="1734557" y="766398"/>
                  </a:lnTo>
                  <a:lnTo>
                    <a:pt x="1735217" y="803460"/>
                  </a:lnTo>
                  <a:lnTo>
                    <a:pt x="1735878" y="855242"/>
                  </a:lnTo>
                  <a:lnTo>
                    <a:pt x="1736538" y="866871"/>
                  </a:lnTo>
                  <a:lnTo>
                    <a:pt x="1737199" y="870640"/>
                  </a:lnTo>
                  <a:lnTo>
                    <a:pt x="1737859" y="873649"/>
                  </a:lnTo>
                  <a:lnTo>
                    <a:pt x="1738520" y="868236"/>
                  </a:lnTo>
                  <a:lnTo>
                    <a:pt x="1739181" y="880253"/>
                  </a:lnTo>
                  <a:lnTo>
                    <a:pt x="1739841" y="882209"/>
                  </a:lnTo>
                  <a:lnTo>
                    <a:pt x="1740502" y="916464"/>
                  </a:lnTo>
                  <a:lnTo>
                    <a:pt x="1741162" y="959874"/>
                  </a:lnTo>
                  <a:lnTo>
                    <a:pt x="1741823" y="939416"/>
                  </a:lnTo>
                  <a:lnTo>
                    <a:pt x="1742483" y="915632"/>
                  </a:lnTo>
                  <a:lnTo>
                    <a:pt x="1743144" y="923297"/>
                  </a:lnTo>
                  <a:lnTo>
                    <a:pt x="1743804" y="914476"/>
                  </a:lnTo>
                  <a:lnTo>
                    <a:pt x="1744465" y="920978"/>
                  </a:lnTo>
                  <a:lnTo>
                    <a:pt x="1745125" y="925636"/>
                  </a:lnTo>
                  <a:lnTo>
                    <a:pt x="1745786" y="919134"/>
                  </a:lnTo>
                  <a:lnTo>
                    <a:pt x="1746446" y="935055"/>
                  </a:lnTo>
                  <a:lnTo>
                    <a:pt x="1747107" y="929962"/>
                  </a:lnTo>
                  <a:lnTo>
                    <a:pt x="1747767" y="929962"/>
                  </a:lnTo>
                  <a:lnTo>
                    <a:pt x="1748428" y="933771"/>
                  </a:lnTo>
                  <a:lnTo>
                    <a:pt x="1749089" y="950997"/>
                  </a:lnTo>
                  <a:lnTo>
                    <a:pt x="1749749" y="965074"/>
                  </a:lnTo>
                  <a:lnTo>
                    <a:pt x="1750410" y="994264"/>
                  </a:lnTo>
                  <a:lnTo>
                    <a:pt x="1751070" y="1000945"/>
                  </a:lnTo>
                  <a:lnTo>
                    <a:pt x="1751731" y="987965"/>
                  </a:lnTo>
                  <a:lnTo>
                    <a:pt x="1752391" y="983471"/>
                  </a:lnTo>
                  <a:lnTo>
                    <a:pt x="1753052" y="984574"/>
                  </a:lnTo>
                  <a:lnTo>
                    <a:pt x="1753712" y="1000214"/>
                  </a:lnTo>
                  <a:lnTo>
                    <a:pt x="1754373" y="1002223"/>
                  </a:lnTo>
                  <a:lnTo>
                    <a:pt x="1755033" y="972233"/>
                  </a:lnTo>
                  <a:lnTo>
                    <a:pt x="1755694" y="974230"/>
                  </a:lnTo>
                  <a:lnTo>
                    <a:pt x="1756354" y="995061"/>
                  </a:lnTo>
                  <a:lnTo>
                    <a:pt x="1757015" y="1003508"/>
                  </a:lnTo>
                  <a:lnTo>
                    <a:pt x="1757675" y="1005817"/>
                  </a:lnTo>
                  <a:lnTo>
                    <a:pt x="1758336" y="996884"/>
                  </a:lnTo>
                  <a:lnTo>
                    <a:pt x="1758996" y="994283"/>
                  </a:lnTo>
                  <a:lnTo>
                    <a:pt x="1759657" y="988314"/>
                  </a:lnTo>
                  <a:lnTo>
                    <a:pt x="1760318" y="978382"/>
                  </a:lnTo>
                  <a:lnTo>
                    <a:pt x="1760978" y="963648"/>
                  </a:lnTo>
                  <a:lnTo>
                    <a:pt x="1761639" y="958656"/>
                  </a:lnTo>
                  <a:lnTo>
                    <a:pt x="1762299" y="939222"/>
                  </a:lnTo>
                  <a:lnTo>
                    <a:pt x="1762960" y="964097"/>
                  </a:lnTo>
                  <a:lnTo>
                    <a:pt x="1763620" y="993370"/>
                  </a:lnTo>
                  <a:lnTo>
                    <a:pt x="1764281" y="988197"/>
                  </a:lnTo>
                  <a:lnTo>
                    <a:pt x="1764941" y="983703"/>
                  </a:lnTo>
                  <a:lnTo>
                    <a:pt x="1765602" y="964533"/>
                  </a:lnTo>
                  <a:lnTo>
                    <a:pt x="1766262" y="950271"/>
                  </a:lnTo>
                  <a:lnTo>
                    <a:pt x="1766923" y="960009"/>
                  </a:lnTo>
                  <a:lnTo>
                    <a:pt x="1767583" y="985725"/>
                  </a:lnTo>
                  <a:lnTo>
                    <a:pt x="1768244" y="987574"/>
                  </a:lnTo>
                  <a:lnTo>
                    <a:pt x="1768904" y="990147"/>
                  </a:lnTo>
                  <a:lnTo>
                    <a:pt x="1769565" y="990991"/>
                  </a:lnTo>
                  <a:lnTo>
                    <a:pt x="1770226" y="997291"/>
                  </a:lnTo>
                  <a:lnTo>
                    <a:pt x="1770886" y="985725"/>
                  </a:lnTo>
                  <a:lnTo>
                    <a:pt x="1771547" y="993591"/>
                  </a:lnTo>
                  <a:lnTo>
                    <a:pt x="1772207" y="987049"/>
                  </a:lnTo>
                  <a:lnTo>
                    <a:pt x="1772868" y="978172"/>
                  </a:lnTo>
                  <a:lnTo>
                    <a:pt x="1773528" y="972321"/>
                  </a:lnTo>
                  <a:lnTo>
                    <a:pt x="1774189" y="991739"/>
                  </a:lnTo>
                  <a:lnTo>
                    <a:pt x="1774849" y="996447"/>
                  </a:lnTo>
                  <a:lnTo>
                    <a:pt x="1775510" y="1000924"/>
                  </a:lnTo>
                  <a:lnTo>
                    <a:pt x="1776170" y="993591"/>
                  </a:lnTo>
                  <a:lnTo>
                    <a:pt x="1776831" y="982326"/>
                  </a:lnTo>
                  <a:lnTo>
                    <a:pt x="1777491" y="987049"/>
                  </a:lnTo>
                  <a:lnTo>
                    <a:pt x="1778152" y="995422"/>
                  </a:lnTo>
                  <a:lnTo>
                    <a:pt x="1778812" y="991954"/>
                  </a:lnTo>
                  <a:lnTo>
                    <a:pt x="1779473" y="981404"/>
                  </a:lnTo>
                  <a:lnTo>
                    <a:pt x="1780134" y="988419"/>
                  </a:lnTo>
                  <a:lnTo>
                    <a:pt x="1780794" y="1000924"/>
                  </a:lnTo>
                  <a:lnTo>
                    <a:pt x="1781455" y="1007467"/>
                  </a:lnTo>
                  <a:lnTo>
                    <a:pt x="1782115" y="998416"/>
                  </a:lnTo>
                  <a:lnTo>
                    <a:pt x="1782776" y="993591"/>
                  </a:lnTo>
                  <a:lnTo>
                    <a:pt x="1783436" y="993591"/>
                  </a:lnTo>
                  <a:lnTo>
                    <a:pt x="1784097" y="980877"/>
                  </a:lnTo>
                  <a:lnTo>
                    <a:pt x="1784757" y="966305"/>
                  </a:lnTo>
                  <a:lnTo>
                    <a:pt x="1785418" y="987395"/>
                  </a:lnTo>
                  <a:lnTo>
                    <a:pt x="1786078" y="1013475"/>
                  </a:lnTo>
                  <a:lnTo>
                    <a:pt x="1786739" y="1023021"/>
                  </a:lnTo>
                  <a:lnTo>
                    <a:pt x="1787399" y="985525"/>
                  </a:lnTo>
                  <a:lnTo>
                    <a:pt x="1788060" y="998927"/>
                  </a:lnTo>
                  <a:lnTo>
                    <a:pt x="1788720" y="1025782"/>
                  </a:lnTo>
                  <a:lnTo>
                    <a:pt x="1789381" y="1026984"/>
                  </a:lnTo>
                  <a:lnTo>
                    <a:pt x="1790042" y="1027767"/>
                  </a:lnTo>
                  <a:lnTo>
                    <a:pt x="1790702" y="988125"/>
                  </a:lnTo>
                  <a:lnTo>
                    <a:pt x="1791363" y="965458"/>
                  </a:lnTo>
                  <a:lnTo>
                    <a:pt x="1792023" y="965150"/>
                  </a:lnTo>
                  <a:lnTo>
                    <a:pt x="1792684" y="972929"/>
                  </a:lnTo>
                  <a:lnTo>
                    <a:pt x="1793344" y="977427"/>
                  </a:lnTo>
                  <a:lnTo>
                    <a:pt x="1794005" y="980824"/>
                  </a:lnTo>
                  <a:lnTo>
                    <a:pt x="1794665" y="971305"/>
                  </a:lnTo>
                  <a:lnTo>
                    <a:pt x="1795326" y="1001906"/>
                  </a:lnTo>
                  <a:lnTo>
                    <a:pt x="1795986" y="1007477"/>
                  </a:lnTo>
                  <a:lnTo>
                    <a:pt x="1796647" y="1001906"/>
                  </a:lnTo>
                  <a:lnTo>
                    <a:pt x="1797307" y="984018"/>
                  </a:lnTo>
                  <a:lnTo>
                    <a:pt x="1797968" y="971197"/>
                  </a:lnTo>
                  <a:lnTo>
                    <a:pt x="1798628" y="984018"/>
                  </a:lnTo>
                  <a:lnTo>
                    <a:pt x="1799289" y="978200"/>
                  </a:lnTo>
                  <a:lnTo>
                    <a:pt x="1799949" y="971197"/>
                  </a:lnTo>
                  <a:lnTo>
                    <a:pt x="1800610" y="984018"/>
                  </a:lnTo>
                  <a:lnTo>
                    <a:pt x="1801271" y="998138"/>
                  </a:lnTo>
                  <a:lnTo>
                    <a:pt x="1801931" y="976370"/>
                  </a:lnTo>
                  <a:lnTo>
                    <a:pt x="1802592" y="933406"/>
                  </a:lnTo>
                  <a:lnTo>
                    <a:pt x="1803252" y="909065"/>
                  </a:lnTo>
                  <a:lnTo>
                    <a:pt x="1803913" y="950237"/>
                  </a:lnTo>
                  <a:lnTo>
                    <a:pt x="1804573" y="976370"/>
                  </a:lnTo>
                  <a:lnTo>
                    <a:pt x="1805234" y="996790"/>
                  </a:lnTo>
                  <a:lnTo>
                    <a:pt x="1805894" y="1018233"/>
                  </a:lnTo>
                  <a:lnTo>
                    <a:pt x="1806555" y="969828"/>
                  </a:lnTo>
                  <a:lnTo>
                    <a:pt x="1807215" y="971197"/>
                  </a:lnTo>
                  <a:lnTo>
                    <a:pt x="1807876" y="963155"/>
                  </a:lnTo>
                  <a:lnTo>
                    <a:pt x="1808536" y="951809"/>
                  </a:lnTo>
                  <a:lnTo>
                    <a:pt x="1809197" y="965773"/>
                  </a:lnTo>
                  <a:lnTo>
                    <a:pt x="1809857" y="984726"/>
                  </a:lnTo>
                  <a:lnTo>
                    <a:pt x="1810518" y="981319"/>
                  </a:lnTo>
                  <a:lnTo>
                    <a:pt x="1811179" y="1010152"/>
                  </a:lnTo>
                  <a:lnTo>
                    <a:pt x="1811839" y="1019009"/>
                  </a:lnTo>
                  <a:lnTo>
                    <a:pt x="1812500" y="996679"/>
                  </a:lnTo>
                  <a:lnTo>
                    <a:pt x="1813160" y="960835"/>
                  </a:lnTo>
                  <a:lnTo>
                    <a:pt x="1813821" y="961472"/>
                  </a:lnTo>
                  <a:lnTo>
                    <a:pt x="1814481" y="961504"/>
                  </a:lnTo>
                  <a:lnTo>
                    <a:pt x="1815142" y="955461"/>
                  </a:lnTo>
                  <a:lnTo>
                    <a:pt x="1815802" y="962119"/>
                  </a:lnTo>
                  <a:lnTo>
                    <a:pt x="1816463" y="967067"/>
                  </a:lnTo>
                  <a:lnTo>
                    <a:pt x="1817123" y="963852"/>
                  </a:lnTo>
                  <a:lnTo>
                    <a:pt x="1817784" y="949850"/>
                  </a:lnTo>
                  <a:lnTo>
                    <a:pt x="1818444" y="953240"/>
                  </a:lnTo>
                  <a:lnTo>
                    <a:pt x="1819105" y="956524"/>
                  </a:lnTo>
                  <a:lnTo>
                    <a:pt x="1819765" y="968862"/>
                  </a:lnTo>
                  <a:lnTo>
                    <a:pt x="1820426" y="985608"/>
                  </a:lnTo>
                  <a:lnTo>
                    <a:pt x="1821087" y="948234"/>
                  </a:lnTo>
                  <a:lnTo>
                    <a:pt x="1821747" y="944706"/>
                  </a:lnTo>
                  <a:lnTo>
                    <a:pt x="1822408" y="956361"/>
                  </a:lnTo>
                  <a:lnTo>
                    <a:pt x="1823068" y="930798"/>
                  </a:lnTo>
                  <a:lnTo>
                    <a:pt x="1823729" y="916285"/>
                  </a:lnTo>
                  <a:lnTo>
                    <a:pt x="1824389" y="949375"/>
                  </a:lnTo>
                  <a:lnTo>
                    <a:pt x="1825050" y="947847"/>
                  </a:lnTo>
                  <a:lnTo>
                    <a:pt x="1825710" y="930586"/>
                  </a:lnTo>
                  <a:lnTo>
                    <a:pt x="1826371" y="973637"/>
                  </a:lnTo>
                  <a:lnTo>
                    <a:pt x="1827031" y="908094"/>
                  </a:lnTo>
                  <a:lnTo>
                    <a:pt x="1827692" y="889406"/>
                  </a:lnTo>
                  <a:lnTo>
                    <a:pt x="1828352" y="923746"/>
                  </a:lnTo>
                  <a:lnTo>
                    <a:pt x="1829013" y="883881"/>
                  </a:lnTo>
                  <a:lnTo>
                    <a:pt x="1829673" y="835246"/>
                  </a:lnTo>
                  <a:lnTo>
                    <a:pt x="1830334" y="806526"/>
                  </a:lnTo>
                  <a:lnTo>
                    <a:pt x="1830994" y="844926"/>
                  </a:lnTo>
                  <a:lnTo>
                    <a:pt x="1831655" y="847996"/>
                  </a:lnTo>
                  <a:lnTo>
                    <a:pt x="1832316" y="783902"/>
                  </a:lnTo>
                  <a:lnTo>
                    <a:pt x="1832976" y="775626"/>
                  </a:lnTo>
                  <a:lnTo>
                    <a:pt x="1833637" y="740679"/>
                  </a:lnTo>
                  <a:lnTo>
                    <a:pt x="1834297" y="734688"/>
                  </a:lnTo>
                  <a:lnTo>
                    <a:pt x="1834958" y="734688"/>
                  </a:lnTo>
                  <a:lnTo>
                    <a:pt x="1835618" y="734688"/>
                  </a:lnTo>
                  <a:lnTo>
                    <a:pt x="1836279" y="732621"/>
                  </a:lnTo>
                  <a:lnTo>
                    <a:pt x="1836939" y="736665"/>
                  </a:lnTo>
                  <a:lnTo>
                    <a:pt x="1837600" y="753043"/>
                  </a:lnTo>
                  <a:lnTo>
                    <a:pt x="1838260" y="766127"/>
                  </a:lnTo>
                  <a:lnTo>
                    <a:pt x="1838921" y="802874"/>
                  </a:lnTo>
                  <a:lnTo>
                    <a:pt x="1839581" y="845305"/>
                  </a:lnTo>
                  <a:lnTo>
                    <a:pt x="1840242" y="871186"/>
                  </a:lnTo>
                  <a:lnTo>
                    <a:pt x="1840902" y="875628"/>
                  </a:lnTo>
                  <a:lnTo>
                    <a:pt x="1841563" y="917423"/>
                  </a:lnTo>
                  <a:lnTo>
                    <a:pt x="1842224" y="908563"/>
                  </a:lnTo>
                  <a:lnTo>
                    <a:pt x="1842884" y="937296"/>
                  </a:lnTo>
                  <a:lnTo>
                    <a:pt x="1843545" y="931611"/>
                  </a:lnTo>
                  <a:lnTo>
                    <a:pt x="1844205" y="920312"/>
                  </a:lnTo>
                  <a:lnTo>
                    <a:pt x="1844866" y="932050"/>
                  </a:lnTo>
                  <a:lnTo>
                    <a:pt x="1845526" y="955198"/>
                  </a:lnTo>
                  <a:lnTo>
                    <a:pt x="1846187" y="968463"/>
                  </a:lnTo>
                  <a:lnTo>
                    <a:pt x="1846847" y="969223"/>
                  </a:lnTo>
                  <a:lnTo>
                    <a:pt x="1847508" y="942282"/>
                  </a:lnTo>
                  <a:lnTo>
                    <a:pt x="1848168" y="934899"/>
                  </a:lnTo>
                  <a:lnTo>
                    <a:pt x="1848829" y="948256"/>
                  </a:lnTo>
                  <a:lnTo>
                    <a:pt x="1849489" y="941148"/>
                  </a:lnTo>
                  <a:lnTo>
                    <a:pt x="1850150" y="936037"/>
                  </a:lnTo>
                  <a:lnTo>
                    <a:pt x="1850810" y="949853"/>
                  </a:lnTo>
                  <a:lnTo>
                    <a:pt x="1851471" y="937708"/>
                  </a:lnTo>
                  <a:lnTo>
                    <a:pt x="1852132" y="950552"/>
                  </a:lnTo>
                  <a:lnTo>
                    <a:pt x="1852792" y="950552"/>
                  </a:lnTo>
                  <a:lnTo>
                    <a:pt x="1853453" y="955054"/>
                  </a:lnTo>
                  <a:lnTo>
                    <a:pt x="1854113" y="972671"/>
                  </a:lnTo>
                  <a:lnTo>
                    <a:pt x="1854774" y="966780"/>
                  </a:lnTo>
                  <a:lnTo>
                    <a:pt x="1855434" y="966780"/>
                  </a:lnTo>
                  <a:lnTo>
                    <a:pt x="1856095" y="964687"/>
                  </a:lnTo>
                  <a:lnTo>
                    <a:pt x="1856755" y="964687"/>
                  </a:lnTo>
                  <a:lnTo>
                    <a:pt x="1857416" y="963709"/>
                  </a:lnTo>
                  <a:lnTo>
                    <a:pt x="1858076" y="957878"/>
                  </a:lnTo>
                  <a:lnTo>
                    <a:pt x="1858737" y="945004"/>
                  </a:lnTo>
                  <a:lnTo>
                    <a:pt x="1859397" y="938590"/>
                  </a:lnTo>
                  <a:lnTo>
                    <a:pt x="1860058" y="935367"/>
                  </a:lnTo>
                  <a:lnTo>
                    <a:pt x="1860718" y="942426"/>
                  </a:lnTo>
                  <a:lnTo>
                    <a:pt x="1861379" y="960641"/>
                  </a:lnTo>
                  <a:lnTo>
                    <a:pt x="1862040" y="953194"/>
                  </a:lnTo>
                  <a:lnTo>
                    <a:pt x="1862700" y="956125"/>
                  </a:lnTo>
                  <a:lnTo>
                    <a:pt x="1863361" y="936972"/>
                  </a:lnTo>
                  <a:lnTo>
                    <a:pt x="1864021" y="921290"/>
                  </a:lnTo>
                  <a:lnTo>
                    <a:pt x="1864682" y="921290"/>
                  </a:lnTo>
                  <a:lnTo>
                    <a:pt x="1865342" y="922186"/>
                  </a:lnTo>
                  <a:lnTo>
                    <a:pt x="1866003" y="920548"/>
                  </a:lnTo>
                  <a:lnTo>
                    <a:pt x="1866663" y="890081"/>
                  </a:lnTo>
                  <a:lnTo>
                    <a:pt x="1867324" y="821135"/>
                  </a:lnTo>
                  <a:lnTo>
                    <a:pt x="1867984" y="784481"/>
                  </a:lnTo>
                  <a:lnTo>
                    <a:pt x="1868645" y="755902"/>
                  </a:lnTo>
                  <a:lnTo>
                    <a:pt x="1869305" y="738197"/>
                  </a:lnTo>
                  <a:lnTo>
                    <a:pt x="1869966" y="719376"/>
                  </a:lnTo>
                  <a:lnTo>
                    <a:pt x="1870626" y="715582"/>
                  </a:lnTo>
                  <a:lnTo>
                    <a:pt x="1871287" y="712078"/>
                  </a:lnTo>
                  <a:lnTo>
                    <a:pt x="1871947" y="708534"/>
                  </a:lnTo>
                  <a:lnTo>
                    <a:pt x="1872608" y="706062"/>
                  </a:lnTo>
                  <a:lnTo>
                    <a:pt x="1873269" y="706062"/>
                  </a:lnTo>
                  <a:lnTo>
                    <a:pt x="1873929" y="708534"/>
                  </a:lnTo>
                  <a:lnTo>
                    <a:pt x="1874590" y="708534"/>
                  </a:lnTo>
                  <a:lnTo>
                    <a:pt x="1875250" y="723022"/>
                  </a:lnTo>
                  <a:lnTo>
                    <a:pt x="1875911" y="740469"/>
                  </a:lnTo>
                  <a:lnTo>
                    <a:pt x="1876571" y="714774"/>
                  </a:lnTo>
                  <a:lnTo>
                    <a:pt x="1877232" y="715777"/>
                  </a:lnTo>
                  <a:lnTo>
                    <a:pt x="1877892" y="745540"/>
                  </a:lnTo>
                  <a:lnTo>
                    <a:pt x="1878553" y="753773"/>
                  </a:lnTo>
                  <a:lnTo>
                    <a:pt x="1879213" y="814471"/>
                  </a:lnTo>
                  <a:lnTo>
                    <a:pt x="1879874" y="839227"/>
                  </a:lnTo>
                  <a:lnTo>
                    <a:pt x="1880534" y="845681"/>
                  </a:lnTo>
                  <a:lnTo>
                    <a:pt x="1881195" y="868165"/>
                  </a:lnTo>
                  <a:lnTo>
                    <a:pt x="1881855" y="950203"/>
                  </a:lnTo>
                  <a:lnTo>
                    <a:pt x="1882516" y="953632"/>
                  </a:lnTo>
                  <a:lnTo>
                    <a:pt x="1883177" y="927403"/>
                  </a:lnTo>
                  <a:lnTo>
                    <a:pt x="1883837" y="923537"/>
                  </a:lnTo>
                  <a:lnTo>
                    <a:pt x="1884498" y="923962"/>
                  </a:lnTo>
                  <a:lnTo>
                    <a:pt x="1885158" y="939595"/>
                  </a:lnTo>
                  <a:lnTo>
                    <a:pt x="1885819" y="964792"/>
                  </a:lnTo>
                  <a:lnTo>
                    <a:pt x="1886479" y="925954"/>
                  </a:lnTo>
                  <a:lnTo>
                    <a:pt x="1887140" y="928836"/>
                  </a:lnTo>
                  <a:lnTo>
                    <a:pt x="1887800" y="965011"/>
                  </a:lnTo>
                  <a:lnTo>
                    <a:pt x="1888461" y="947893"/>
                  </a:lnTo>
                  <a:lnTo>
                    <a:pt x="1889121" y="945801"/>
                  </a:lnTo>
                  <a:lnTo>
                    <a:pt x="1889782" y="949854"/>
                  </a:lnTo>
                  <a:lnTo>
                    <a:pt x="1890442" y="949854"/>
                  </a:lnTo>
                  <a:lnTo>
                    <a:pt x="1891103" y="952899"/>
                  </a:lnTo>
                  <a:lnTo>
                    <a:pt x="1891763" y="937451"/>
                  </a:lnTo>
                  <a:lnTo>
                    <a:pt x="1892424" y="938237"/>
                  </a:lnTo>
                  <a:lnTo>
                    <a:pt x="1893085" y="966063"/>
                  </a:lnTo>
                  <a:lnTo>
                    <a:pt x="1893745" y="964500"/>
                  </a:lnTo>
                  <a:lnTo>
                    <a:pt x="1894406" y="968206"/>
                  </a:lnTo>
                  <a:lnTo>
                    <a:pt x="1895066" y="956349"/>
                  </a:lnTo>
                  <a:lnTo>
                    <a:pt x="1895727" y="956317"/>
                  </a:lnTo>
                  <a:lnTo>
                    <a:pt x="1896387" y="929897"/>
                  </a:lnTo>
                  <a:lnTo>
                    <a:pt x="1897048" y="926114"/>
                  </a:lnTo>
                  <a:lnTo>
                    <a:pt x="1897708" y="913733"/>
                  </a:lnTo>
                  <a:lnTo>
                    <a:pt x="1898369" y="918671"/>
                  </a:lnTo>
                  <a:lnTo>
                    <a:pt x="1899029" y="945041"/>
                  </a:lnTo>
                  <a:lnTo>
                    <a:pt x="1899690" y="915258"/>
                  </a:lnTo>
                  <a:lnTo>
                    <a:pt x="1900350" y="915048"/>
                  </a:lnTo>
                  <a:lnTo>
                    <a:pt x="1901011" y="923267"/>
                  </a:lnTo>
                  <a:lnTo>
                    <a:pt x="1901671" y="926711"/>
                  </a:lnTo>
                  <a:lnTo>
                    <a:pt x="1902332" y="905489"/>
                  </a:lnTo>
                  <a:lnTo>
                    <a:pt x="1902992" y="900792"/>
                  </a:lnTo>
                  <a:lnTo>
                    <a:pt x="1903653" y="899915"/>
                  </a:lnTo>
                  <a:lnTo>
                    <a:pt x="1904314" y="895491"/>
                  </a:lnTo>
                  <a:lnTo>
                    <a:pt x="1904974" y="886720"/>
                  </a:lnTo>
                  <a:lnTo>
                    <a:pt x="1905635" y="892121"/>
                  </a:lnTo>
                  <a:lnTo>
                    <a:pt x="1906295" y="894029"/>
                  </a:lnTo>
                  <a:lnTo>
                    <a:pt x="1906956" y="884638"/>
                  </a:lnTo>
                  <a:lnTo>
                    <a:pt x="1907616" y="867861"/>
                  </a:lnTo>
                  <a:lnTo>
                    <a:pt x="1908277" y="870529"/>
                  </a:lnTo>
                  <a:lnTo>
                    <a:pt x="1908937" y="885641"/>
                  </a:lnTo>
                  <a:lnTo>
                    <a:pt x="1909598" y="901526"/>
                  </a:lnTo>
                  <a:lnTo>
                    <a:pt x="1910258" y="914645"/>
                  </a:lnTo>
                  <a:lnTo>
                    <a:pt x="1910919" y="935842"/>
                  </a:lnTo>
                  <a:lnTo>
                    <a:pt x="1911579" y="946482"/>
                  </a:lnTo>
                  <a:lnTo>
                    <a:pt x="1912240" y="927055"/>
                  </a:lnTo>
                  <a:lnTo>
                    <a:pt x="1912900" y="913919"/>
                  </a:lnTo>
                  <a:lnTo>
                    <a:pt x="1913561" y="923172"/>
                  </a:lnTo>
                  <a:lnTo>
                    <a:pt x="1914222" y="942243"/>
                  </a:lnTo>
                  <a:lnTo>
                    <a:pt x="1914882" y="942243"/>
                  </a:lnTo>
                  <a:lnTo>
                    <a:pt x="1915543" y="924540"/>
                  </a:lnTo>
                  <a:lnTo>
                    <a:pt x="1916203" y="920631"/>
                  </a:lnTo>
                  <a:lnTo>
                    <a:pt x="1916864" y="908803"/>
                  </a:lnTo>
                  <a:lnTo>
                    <a:pt x="1917524" y="912731"/>
                  </a:lnTo>
                  <a:lnTo>
                    <a:pt x="1918185" y="915282"/>
                  </a:lnTo>
                  <a:lnTo>
                    <a:pt x="1918845" y="920088"/>
                  </a:lnTo>
                  <a:lnTo>
                    <a:pt x="1919506" y="919701"/>
                  </a:lnTo>
                  <a:lnTo>
                    <a:pt x="1920166" y="920948"/>
                  </a:lnTo>
                  <a:lnTo>
                    <a:pt x="1920827" y="926789"/>
                  </a:lnTo>
                  <a:lnTo>
                    <a:pt x="1921487" y="919438"/>
                  </a:lnTo>
                  <a:lnTo>
                    <a:pt x="1922148" y="891775"/>
                  </a:lnTo>
                  <a:lnTo>
                    <a:pt x="1922808" y="887924"/>
                  </a:lnTo>
                  <a:lnTo>
                    <a:pt x="1923469" y="874654"/>
                  </a:lnTo>
                  <a:lnTo>
                    <a:pt x="1924130" y="907723"/>
                  </a:lnTo>
                  <a:lnTo>
                    <a:pt x="1924790" y="908091"/>
                  </a:lnTo>
                  <a:lnTo>
                    <a:pt x="1925451" y="912935"/>
                  </a:lnTo>
                  <a:lnTo>
                    <a:pt x="1926111" y="869786"/>
                  </a:lnTo>
                  <a:lnTo>
                    <a:pt x="1926772" y="851005"/>
                  </a:lnTo>
                  <a:lnTo>
                    <a:pt x="1927432" y="780919"/>
                  </a:lnTo>
                  <a:lnTo>
                    <a:pt x="1928093" y="774929"/>
                  </a:lnTo>
                  <a:lnTo>
                    <a:pt x="1928753" y="756554"/>
                  </a:lnTo>
                  <a:lnTo>
                    <a:pt x="1929414" y="709981"/>
                  </a:lnTo>
                  <a:lnTo>
                    <a:pt x="1930074" y="685296"/>
                  </a:lnTo>
                  <a:lnTo>
                    <a:pt x="1930735" y="685296"/>
                  </a:lnTo>
                  <a:lnTo>
                    <a:pt x="1931395" y="679121"/>
                  </a:lnTo>
                  <a:lnTo>
                    <a:pt x="1932056" y="683951"/>
                  </a:lnTo>
                  <a:lnTo>
                    <a:pt x="1932716" y="704971"/>
                  </a:lnTo>
                  <a:lnTo>
                    <a:pt x="1933377" y="733680"/>
                  </a:lnTo>
                  <a:lnTo>
                    <a:pt x="1934038" y="787181"/>
                  </a:lnTo>
                  <a:lnTo>
                    <a:pt x="1934698" y="809780"/>
                  </a:lnTo>
                  <a:lnTo>
                    <a:pt x="1935359" y="881294"/>
                  </a:lnTo>
                  <a:lnTo>
                    <a:pt x="1936019" y="901390"/>
                  </a:lnTo>
                  <a:lnTo>
                    <a:pt x="1936680" y="907009"/>
                  </a:lnTo>
                  <a:lnTo>
                    <a:pt x="1937340" y="911793"/>
                  </a:lnTo>
                  <a:lnTo>
                    <a:pt x="1938001" y="921680"/>
                  </a:lnTo>
                  <a:lnTo>
                    <a:pt x="1938661" y="919843"/>
                  </a:lnTo>
                  <a:lnTo>
                    <a:pt x="1939322" y="925471"/>
                  </a:lnTo>
                  <a:lnTo>
                    <a:pt x="1939982" y="968193"/>
                  </a:lnTo>
                  <a:lnTo>
                    <a:pt x="1940643" y="940109"/>
                  </a:lnTo>
                  <a:lnTo>
                    <a:pt x="1941303" y="934259"/>
                  </a:lnTo>
                  <a:lnTo>
                    <a:pt x="1941964" y="939096"/>
                  </a:lnTo>
                  <a:lnTo>
                    <a:pt x="1942624" y="975959"/>
                  </a:lnTo>
                  <a:lnTo>
                    <a:pt x="1943285" y="989755"/>
                  </a:lnTo>
                  <a:lnTo>
                    <a:pt x="1943945" y="1015848"/>
                  </a:lnTo>
                  <a:lnTo>
                    <a:pt x="1944606" y="1017138"/>
                  </a:lnTo>
                  <a:lnTo>
                    <a:pt x="1945267" y="993920"/>
                  </a:lnTo>
                  <a:lnTo>
                    <a:pt x="1945927" y="985006"/>
                  </a:lnTo>
                  <a:lnTo>
                    <a:pt x="1946588" y="987616"/>
                  </a:lnTo>
                  <a:lnTo>
                    <a:pt x="1947248" y="987616"/>
                  </a:lnTo>
                  <a:lnTo>
                    <a:pt x="1947909" y="972049"/>
                  </a:lnTo>
                  <a:lnTo>
                    <a:pt x="1948569" y="970931"/>
                  </a:lnTo>
                  <a:lnTo>
                    <a:pt x="1949230" y="991923"/>
                  </a:lnTo>
                  <a:lnTo>
                    <a:pt x="1949890" y="991076"/>
                  </a:lnTo>
                  <a:lnTo>
                    <a:pt x="1950551" y="912024"/>
                  </a:lnTo>
                  <a:lnTo>
                    <a:pt x="1951211" y="888207"/>
                  </a:lnTo>
                  <a:lnTo>
                    <a:pt x="1951872" y="878208"/>
                  </a:lnTo>
                  <a:lnTo>
                    <a:pt x="1952532" y="859141"/>
                  </a:lnTo>
                  <a:lnTo>
                    <a:pt x="1953193" y="865765"/>
                  </a:lnTo>
                  <a:lnTo>
                    <a:pt x="1953853" y="866014"/>
                  </a:lnTo>
                  <a:lnTo>
                    <a:pt x="1954514" y="814869"/>
                  </a:lnTo>
                  <a:lnTo>
                    <a:pt x="1955175" y="803250"/>
                  </a:lnTo>
                  <a:lnTo>
                    <a:pt x="1955835" y="807294"/>
                  </a:lnTo>
                  <a:lnTo>
                    <a:pt x="1956496" y="814163"/>
                  </a:lnTo>
                  <a:lnTo>
                    <a:pt x="1957156" y="815349"/>
                  </a:lnTo>
                  <a:lnTo>
                    <a:pt x="1957817" y="827062"/>
                  </a:lnTo>
                  <a:lnTo>
                    <a:pt x="1958477" y="902623"/>
                  </a:lnTo>
                  <a:lnTo>
                    <a:pt x="1959138" y="899460"/>
                  </a:lnTo>
                  <a:lnTo>
                    <a:pt x="1959798" y="864581"/>
                  </a:lnTo>
                  <a:lnTo>
                    <a:pt x="1960459" y="891525"/>
                  </a:lnTo>
                  <a:lnTo>
                    <a:pt x="1961119" y="930815"/>
                  </a:lnTo>
                  <a:lnTo>
                    <a:pt x="1961780" y="919520"/>
                  </a:lnTo>
                  <a:lnTo>
                    <a:pt x="1962440" y="906816"/>
                  </a:lnTo>
                  <a:lnTo>
                    <a:pt x="1963101" y="943894"/>
                  </a:lnTo>
                  <a:lnTo>
                    <a:pt x="1963761" y="951873"/>
                  </a:lnTo>
                  <a:lnTo>
                    <a:pt x="1964422" y="945983"/>
                  </a:lnTo>
                  <a:lnTo>
                    <a:pt x="1965083" y="997488"/>
                  </a:lnTo>
                  <a:lnTo>
                    <a:pt x="1965743" y="994424"/>
                  </a:lnTo>
                  <a:lnTo>
                    <a:pt x="1966404" y="964266"/>
                  </a:lnTo>
                  <a:lnTo>
                    <a:pt x="1967064" y="968500"/>
                  </a:lnTo>
                  <a:lnTo>
                    <a:pt x="1967725" y="958758"/>
                  </a:lnTo>
                  <a:lnTo>
                    <a:pt x="1968385" y="981216"/>
                  </a:lnTo>
                  <a:lnTo>
                    <a:pt x="1969046" y="970794"/>
                  </a:lnTo>
                  <a:lnTo>
                    <a:pt x="1969706" y="971621"/>
                  </a:lnTo>
                  <a:lnTo>
                    <a:pt x="1970367" y="1001831"/>
                  </a:lnTo>
                  <a:lnTo>
                    <a:pt x="1971027" y="1017403"/>
                  </a:lnTo>
                  <a:lnTo>
                    <a:pt x="1971688" y="1004438"/>
                  </a:lnTo>
                  <a:lnTo>
                    <a:pt x="1972348" y="955123"/>
                  </a:lnTo>
                  <a:lnTo>
                    <a:pt x="1973009" y="954439"/>
                  </a:lnTo>
                  <a:lnTo>
                    <a:pt x="1973669" y="980260"/>
                  </a:lnTo>
                  <a:lnTo>
                    <a:pt x="1974330" y="961665"/>
                  </a:lnTo>
                  <a:lnTo>
                    <a:pt x="1974990" y="960967"/>
                  </a:lnTo>
                  <a:lnTo>
                    <a:pt x="1975651" y="968562"/>
                  </a:lnTo>
                  <a:lnTo>
                    <a:pt x="1976312" y="963936"/>
                  </a:lnTo>
                  <a:lnTo>
                    <a:pt x="1976972" y="942600"/>
                  </a:lnTo>
                  <a:lnTo>
                    <a:pt x="1977633" y="939764"/>
                  </a:lnTo>
                  <a:lnTo>
                    <a:pt x="1978293" y="934617"/>
                  </a:lnTo>
                  <a:lnTo>
                    <a:pt x="1978954" y="934871"/>
                  </a:lnTo>
                  <a:lnTo>
                    <a:pt x="1979614" y="910534"/>
                  </a:lnTo>
                  <a:lnTo>
                    <a:pt x="1980275" y="920976"/>
                  </a:lnTo>
                  <a:lnTo>
                    <a:pt x="1980935" y="937576"/>
                  </a:lnTo>
                  <a:lnTo>
                    <a:pt x="1981596" y="948477"/>
                  </a:lnTo>
                  <a:lnTo>
                    <a:pt x="1982256" y="947793"/>
                  </a:lnTo>
                  <a:lnTo>
                    <a:pt x="1982917" y="953170"/>
                  </a:lnTo>
                  <a:lnTo>
                    <a:pt x="1983577" y="957303"/>
                  </a:lnTo>
                  <a:lnTo>
                    <a:pt x="1984238" y="946210"/>
                  </a:lnTo>
                  <a:lnTo>
                    <a:pt x="1984898" y="944455"/>
                  </a:lnTo>
                  <a:lnTo>
                    <a:pt x="1985559" y="956667"/>
                  </a:lnTo>
                  <a:lnTo>
                    <a:pt x="1986220" y="944886"/>
                  </a:lnTo>
                  <a:lnTo>
                    <a:pt x="1986880" y="947327"/>
                  </a:lnTo>
                  <a:lnTo>
                    <a:pt x="1987541" y="929390"/>
                  </a:lnTo>
                  <a:lnTo>
                    <a:pt x="1988201" y="915165"/>
                  </a:lnTo>
                  <a:lnTo>
                    <a:pt x="1988862" y="934077"/>
                  </a:lnTo>
                  <a:lnTo>
                    <a:pt x="1989522" y="895868"/>
                  </a:lnTo>
                  <a:lnTo>
                    <a:pt x="1990183" y="882849"/>
                  </a:lnTo>
                  <a:lnTo>
                    <a:pt x="1990843" y="882665"/>
                  </a:lnTo>
                  <a:lnTo>
                    <a:pt x="1991504" y="903106"/>
                  </a:lnTo>
                  <a:lnTo>
                    <a:pt x="1992164" y="898322"/>
                  </a:lnTo>
                  <a:lnTo>
                    <a:pt x="1992825" y="870864"/>
                  </a:lnTo>
                  <a:lnTo>
                    <a:pt x="1993485" y="858802"/>
                  </a:lnTo>
                  <a:lnTo>
                    <a:pt x="1994146" y="851446"/>
                  </a:lnTo>
                  <a:lnTo>
                    <a:pt x="1994806" y="810731"/>
                  </a:lnTo>
                  <a:lnTo>
                    <a:pt x="1995467" y="789330"/>
                  </a:lnTo>
                  <a:lnTo>
                    <a:pt x="1996128" y="771814"/>
                  </a:lnTo>
                  <a:lnTo>
                    <a:pt x="1996788" y="733771"/>
                  </a:lnTo>
                  <a:lnTo>
                    <a:pt x="1997449" y="705682"/>
                  </a:lnTo>
                  <a:lnTo>
                    <a:pt x="1998109" y="699928"/>
                  </a:lnTo>
                  <a:lnTo>
                    <a:pt x="1998770" y="699472"/>
                  </a:lnTo>
                  <a:lnTo>
                    <a:pt x="1999430" y="724818"/>
                  </a:lnTo>
                  <a:lnTo>
                    <a:pt x="2000091" y="745846"/>
                  </a:lnTo>
                  <a:lnTo>
                    <a:pt x="2000751" y="737605"/>
                  </a:lnTo>
                  <a:lnTo>
                    <a:pt x="2001412" y="752484"/>
                  </a:lnTo>
                  <a:lnTo>
                    <a:pt x="2002072" y="778636"/>
                  </a:lnTo>
                  <a:lnTo>
                    <a:pt x="2002733" y="849353"/>
                  </a:lnTo>
                  <a:lnTo>
                    <a:pt x="2003393" y="861114"/>
                  </a:lnTo>
                  <a:lnTo>
                    <a:pt x="2004054" y="892043"/>
                  </a:lnTo>
                  <a:lnTo>
                    <a:pt x="2004714" y="904078"/>
                  </a:lnTo>
                  <a:lnTo>
                    <a:pt x="2005375" y="930507"/>
                  </a:lnTo>
                  <a:lnTo>
                    <a:pt x="2006036" y="911336"/>
                  </a:lnTo>
                  <a:lnTo>
                    <a:pt x="2006696" y="911336"/>
                  </a:lnTo>
                  <a:lnTo>
                    <a:pt x="2007357" y="899035"/>
                  </a:lnTo>
                  <a:lnTo>
                    <a:pt x="2008017" y="921501"/>
                  </a:lnTo>
                  <a:lnTo>
                    <a:pt x="2008678" y="921400"/>
                  </a:lnTo>
                  <a:lnTo>
                    <a:pt x="2009338" y="891591"/>
                  </a:lnTo>
                  <a:lnTo>
                    <a:pt x="2009999" y="897447"/>
                  </a:lnTo>
                  <a:lnTo>
                    <a:pt x="2010659" y="903794"/>
                  </a:lnTo>
                  <a:lnTo>
                    <a:pt x="2011320" y="920502"/>
                  </a:lnTo>
                  <a:lnTo>
                    <a:pt x="2011980" y="926526"/>
                  </a:lnTo>
                  <a:lnTo>
                    <a:pt x="2012641" y="896312"/>
                  </a:lnTo>
                  <a:lnTo>
                    <a:pt x="2013301" y="898720"/>
                  </a:lnTo>
                  <a:lnTo>
                    <a:pt x="2013962" y="902775"/>
                  </a:lnTo>
                  <a:lnTo>
                    <a:pt x="2014622" y="901984"/>
                  </a:lnTo>
                  <a:lnTo>
                    <a:pt x="2015283" y="910004"/>
                  </a:lnTo>
                  <a:lnTo>
                    <a:pt x="2015943" y="914029"/>
                  </a:lnTo>
                  <a:lnTo>
                    <a:pt x="2016604" y="930574"/>
                  </a:lnTo>
                  <a:lnTo>
                    <a:pt x="2017265" y="991685"/>
                  </a:lnTo>
                  <a:lnTo>
                    <a:pt x="2017925" y="984354"/>
                  </a:lnTo>
                  <a:lnTo>
                    <a:pt x="2018586" y="926666"/>
                  </a:lnTo>
                  <a:lnTo>
                    <a:pt x="2019246" y="927055"/>
                  </a:lnTo>
                  <a:lnTo>
                    <a:pt x="2019907" y="930659"/>
                  </a:lnTo>
                  <a:lnTo>
                    <a:pt x="2020567" y="925126"/>
                  </a:lnTo>
                  <a:lnTo>
                    <a:pt x="2021228" y="922544"/>
                  </a:lnTo>
                  <a:lnTo>
                    <a:pt x="2021888" y="933850"/>
                  </a:lnTo>
                  <a:lnTo>
                    <a:pt x="2022549" y="937551"/>
                  </a:lnTo>
                  <a:lnTo>
                    <a:pt x="2023209" y="937511"/>
                  </a:lnTo>
                  <a:lnTo>
                    <a:pt x="2023870" y="944824"/>
                  </a:lnTo>
                  <a:lnTo>
                    <a:pt x="2024530" y="943607"/>
                  </a:lnTo>
                  <a:lnTo>
                    <a:pt x="2025191" y="943442"/>
                  </a:lnTo>
                  <a:lnTo>
                    <a:pt x="2025851" y="941944"/>
                  </a:lnTo>
                  <a:lnTo>
                    <a:pt x="2026512" y="932848"/>
                  </a:lnTo>
                  <a:lnTo>
                    <a:pt x="2027173" y="932848"/>
                  </a:lnTo>
                  <a:lnTo>
                    <a:pt x="2027833" y="927123"/>
                  </a:lnTo>
                  <a:lnTo>
                    <a:pt x="2028494" y="903308"/>
                  </a:lnTo>
                  <a:lnTo>
                    <a:pt x="2029154" y="941313"/>
                  </a:lnTo>
                  <a:lnTo>
                    <a:pt x="2029815" y="942723"/>
                  </a:lnTo>
                  <a:lnTo>
                    <a:pt x="2030475" y="938575"/>
                  </a:lnTo>
                  <a:lnTo>
                    <a:pt x="2031136" y="933741"/>
                  </a:lnTo>
                  <a:lnTo>
                    <a:pt x="2031796" y="895293"/>
                  </a:lnTo>
                  <a:lnTo>
                    <a:pt x="2032457" y="917313"/>
                  </a:lnTo>
                  <a:lnTo>
                    <a:pt x="2033117" y="956522"/>
                  </a:lnTo>
                  <a:lnTo>
                    <a:pt x="2033778" y="1013095"/>
                  </a:lnTo>
                  <a:lnTo>
                    <a:pt x="2034438" y="984543"/>
                  </a:lnTo>
                  <a:lnTo>
                    <a:pt x="2035099" y="984951"/>
                  </a:lnTo>
                  <a:lnTo>
                    <a:pt x="2035759" y="984543"/>
                  </a:lnTo>
                  <a:lnTo>
                    <a:pt x="2036420" y="1006944"/>
                  </a:lnTo>
                  <a:lnTo>
                    <a:pt x="2037081" y="993472"/>
                  </a:lnTo>
                  <a:lnTo>
                    <a:pt x="2037741" y="956374"/>
                  </a:lnTo>
                  <a:lnTo>
                    <a:pt x="2038402" y="939074"/>
                  </a:lnTo>
                  <a:lnTo>
                    <a:pt x="2039062" y="931823"/>
                  </a:lnTo>
                  <a:lnTo>
                    <a:pt x="2039723" y="935576"/>
                  </a:lnTo>
                  <a:lnTo>
                    <a:pt x="2040383" y="946796"/>
                  </a:lnTo>
                  <a:lnTo>
                    <a:pt x="2041044" y="941785"/>
                  </a:lnTo>
                  <a:lnTo>
                    <a:pt x="2041704" y="930891"/>
                  </a:lnTo>
                  <a:lnTo>
                    <a:pt x="2042365" y="935724"/>
                  </a:lnTo>
                  <a:lnTo>
                    <a:pt x="2043025" y="930891"/>
                  </a:lnTo>
                  <a:lnTo>
                    <a:pt x="2043686" y="935333"/>
                  </a:lnTo>
                  <a:lnTo>
                    <a:pt x="2044346" y="911518"/>
                  </a:lnTo>
                  <a:lnTo>
                    <a:pt x="2045007" y="922403"/>
                  </a:lnTo>
                  <a:lnTo>
                    <a:pt x="2045667" y="947995"/>
                  </a:lnTo>
                  <a:lnTo>
                    <a:pt x="2046328" y="941419"/>
                  </a:lnTo>
                  <a:lnTo>
                    <a:pt x="2046988" y="945453"/>
                  </a:lnTo>
                  <a:lnTo>
                    <a:pt x="2047649" y="945205"/>
                  </a:lnTo>
                  <a:lnTo>
                    <a:pt x="2048310" y="946828"/>
                  </a:lnTo>
                  <a:lnTo>
                    <a:pt x="2048970" y="936898"/>
                  </a:lnTo>
                  <a:lnTo>
                    <a:pt x="2049631" y="920977"/>
                  </a:lnTo>
                  <a:lnTo>
                    <a:pt x="2050291" y="922476"/>
                  </a:lnTo>
                  <a:lnTo>
                    <a:pt x="2050952" y="913326"/>
                  </a:lnTo>
                  <a:lnTo>
                    <a:pt x="2051612" y="930823"/>
                  </a:lnTo>
                  <a:lnTo>
                    <a:pt x="2052273" y="924178"/>
                  </a:lnTo>
                  <a:lnTo>
                    <a:pt x="2052933" y="900363"/>
                  </a:lnTo>
                  <a:lnTo>
                    <a:pt x="2053594" y="914286"/>
                  </a:lnTo>
                  <a:lnTo>
                    <a:pt x="2054254" y="912787"/>
                  </a:lnTo>
                  <a:lnTo>
                    <a:pt x="2054915" y="935418"/>
                  </a:lnTo>
                  <a:lnTo>
                    <a:pt x="2055575" y="961052"/>
                  </a:lnTo>
                  <a:lnTo>
                    <a:pt x="2056236" y="951286"/>
                  </a:lnTo>
                  <a:lnTo>
                    <a:pt x="2056896" y="933819"/>
                  </a:lnTo>
                  <a:lnTo>
                    <a:pt x="2057557" y="948332"/>
                  </a:lnTo>
                  <a:lnTo>
                    <a:pt x="2058218" y="969910"/>
                  </a:lnTo>
                  <a:lnTo>
                    <a:pt x="2058878" y="957808"/>
                  </a:lnTo>
                  <a:lnTo>
                    <a:pt x="2059539" y="944537"/>
                  </a:lnTo>
                  <a:lnTo>
                    <a:pt x="2060199" y="961708"/>
                  </a:lnTo>
                  <a:lnTo>
                    <a:pt x="2060860" y="970078"/>
                  </a:lnTo>
                  <a:lnTo>
                    <a:pt x="2061520" y="963978"/>
                  </a:lnTo>
                  <a:lnTo>
                    <a:pt x="2062181" y="961282"/>
                  </a:lnTo>
                  <a:lnTo>
                    <a:pt x="2062841" y="978529"/>
                  </a:lnTo>
                  <a:lnTo>
                    <a:pt x="2063502" y="960313"/>
                  </a:lnTo>
                  <a:lnTo>
                    <a:pt x="2064162" y="884817"/>
                  </a:lnTo>
                  <a:lnTo>
                    <a:pt x="2064823" y="874925"/>
                  </a:lnTo>
                  <a:lnTo>
                    <a:pt x="2065483" y="920162"/>
                  </a:lnTo>
                  <a:lnTo>
                    <a:pt x="2066144" y="966072"/>
                  </a:lnTo>
                  <a:lnTo>
                    <a:pt x="2066804" y="967953"/>
                  </a:lnTo>
                  <a:lnTo>
                    <a:pt x="2067465" y="965052"/>
                  </a:lnTo>
                  <a:lnTo>
                    <a:pt x="2068126" y="935058"/>
                  </a:lnTo>
                  <a:lnTo>
                    <a:pt x="2068786" y="917709"/>
                  </a:lnTo>
                  <a:lnTo>
                    <a:pt x="2069447" y="928702"/>
                  </a:lnTo>
                  <a:lnTo>
                    <a:pt x="2070107" y="933037"/>
                  </a:lnTo>
                  <a:lnTo>
                    <a:pt x="2070768" y="942168"/>
                  </a:lnTo>
                  <a:lnTo>
                    <a:pt x="2071428" y="938020"/>
                  </a:lnTo>
                  <a:lnTo>
                    <a:pt x="2072089" y="935761"/>
                  </a:lnTo>
                  <a:lnTo>
                    <a:pt x="2072749" y="937462"/>
                  </a:lnTo>
                  <a:lnTo>
                    <a:pt x="2073410" y="919677"/>
                  </a:lnTo>
                  <a:lnTo>
                    <a:pt x="2074070" y="920276"/>
                  </a:lnTo>
                  <a:lnTo>
                    <a:pt x="2074731" y="926782"/>
                  </a:lnTo>
                  <a:lnTo>
                    <a:pt x="2075391" y="926183"/>
                  </a:lnTo>
                  <a:lnTo>
                    <a:pt x="2076052" y="915597"/>
                  </a:lnTo>
                  <a:lnTo>
                    <a:pt x="2076712" y="915597"/>
                  </a:lnTo>
                  <a:lnTo>
                    <a:pt x="2077373" y="919123"/>
                  </a:lnTo>
                  <a:lnTo>
                    <a:pt x="2078034" y="919123"/>
                  </a:lnTo>
                  <a:lnTo>
                    <a:pt x="2078694" y="944936"/>
                  </a:lnTo>
                  <a:lnTo>
                    <a:pt x="2079355" y="944814"/>
                  </a:lnTo>
                  <a:lnTo>
                    <a:pt x="2080015" y="908489"/>
                  </a:lnTo>
                  <a:lnTo>
                    <a:pt x="2080676" y="907200"/>
                  </a:lnTo>
                  <a:lnTo>
                    <a:pt x="2081336" y="911674"/>
                  </a:lnTo>
                  <a:lnTo>
                    <a:pt x="2081997" y="922784"/>
                  </a:lnTo>
                  <a:lnTo>
                    <a:pt x="2082657" y="907346"/>
                  </a:lnTo>
                  <a:lnTo>
                    <a:pt x="2083318" y="911028"/>
                  </a:lnTo>
                  <a:lnTo>
                    <a:pt x="2083978" y="957506"/>
                  </a:lnTo>
                  <a:lnTo>
                    <a:pt x="2084639" y="947458"/>
                  </a:lnTo>
                  <a:lnTo>
                    <a:pt x="2085299" y="917817"/>
                  </a:lnTo>
                  <a:lnTo>
                    <a:pt x="2085960" y="920166"/>
                  </a:lnTo>
                  <a:lnTo>
                    <a:pt x="2086620" y="925259"/>
                  </a:lnTo>
                  <a:lnTo>
                    <a:pt x="2087281" y="928783"/>
                  </a:lnTo>
                  <a:lnTo>
                    <a:pt x="2087941" y="941753"/>
                  </a:lnTo>
                  <a:lnTo>
                    <a:pt x="2088602" y="948530"/>
                  </a:lnTo>
                  <a:lnTo>
                    <a:pt x="2089263" y="929483"/>
                  </a:lnTo>
                  <a:lnTo>
                    <a:pt x="2089923" y="924650"/>
                  </a:lnTo>
                  <a:lnTo>
                    <a:pt x="2090584" y="933768"/>
                  </a:lnTo>
                  <a:lnTo>
                    <a:pt x="2091244" y="965633"/>
                  </a:lnTo>
                  <a:lnTo>
                    <a:pt x="2091905" y="959048"/>
                  </a:lnTo>
                  <a:lnTo>
                    <a:pt x="2092565" y="927215"/>
                  </a:lnTo>
                  <a:lnTo>
                    <a:pt x="2093226" y="950399"/>
                  </a:lnTo>
                  <a:lnTo>
                    <a:pt x="2093886" y="969987"/>
                  </a:lnTo>
                  <a:lnTo>
                    <a:pt x="2094547" y="933161"/>
                  </a:lnTo>
                  <a:lnTo>
                    <a:pt x="2095207" y="957482"/>
                  </a:lnTo>
                  <a:lnTo>
                    <a:pt x="2095868" y="988938"/>
                  </a:lnTo>
                  <a:lnTo>
                    <a:pt x="2096528" y="953200"/>
                  </a:lnTo>
                  <a:lnTo>
                    <a:pt x="2097189" y="949710"/>
                  </a:lnTo>
                  <a:lnTo>
                    <a:pt x="2097849" y="949965"/>
                  </a:lnTo>
                  <a:lnTo>
                    <a:pt x="2098510" y="992967"/>
                  </a:lnTo>
                  <a:lnTo>
                    <a:pt x="2099171" y="962790"/>
                  </a:lnTo>
                  <a:lnTo>
                    <a:pt x="2099831" y="954503"/>
                  </a:lnTo>
                  <a:lnTo>
                    <a:pt x="2100492" y="964264"/>
                  </a:lnTo>
                  <a:lnTo>
                    <a:pt x="2101152" y="964264"/>
                  </a:lnTo>
                  <a:lnTo>
                    <a:pt x="2101813" y="946225"/>
                  </a:lnTo>
                  <a:lnTo>
                    <a:pt x="2102473" y="937607"/>
                  </a:lnTo>
                  <a:lnTo>
                    <a:pt x="2103134" y="924404"/>
                  </a:lnTo>
                  <a:lnTo>
                    <a:pt x="2103794" y="935893"/>
                  </a:lnTo>
                  <a:lnTo>
                    <a:pt x="2104455" y="936190"/>
                  </a:lnTo>
                  <a:lnTo>
                    <a:pt x="2105115" y="949795"/>
                  </a:lnTo>
                  <a:lnTo>
                    <a:pt x="2105776" y="971715"/>
                  </a:lnTo>
                  <a:lnTo>
                    <a:pt x="2106436" y="999232"/>
                  </a:lnTo>
                  <a:lnTo>
                    <a:pt x="2107097" y="1013200"/>
                  </a:lnTo>
                  <a:lnTo>
                    <a:pt x="2107757" y="999184"/>
                  </a:lnTo>
                  <a:lnTo>
                    <a:pt x="2108418" y="982381"/>
                  </a:lnTo>
                  <a:lnTo>
                    <a:pt x="2109079" y="971926"/>
                  </a:lnTo>
                  <a:lnTo>
                    <a:pt x="2109739" y="951334"/>
                  </a:lnTo>
                  <a:lnTo>
                    <a:pt x="2110400" y="949857"/>
                  </a:lnTo>
                  <a:lnTo>
                    <a:pt x="2111060" y="965769"/>
                  </a:lnTo>
                  <a:lnTo>
                    <a:pt x="2111721" y="984461"/>
                  </a:lnTo>
                  <a:lnTo>
                    <a:pt x="2112381" y="972278"/>
                  </a:lnTo>
                  <a:lnTo>
                    <a:pt x="2113042" y="922722"/>
                  </a:lnTo>
                  <a:lnTo>
                    <a:pt x="2113702" y="947038"/>
                  </a:lnTo>
                  <a:lnTo>
                    <a:pt x="2114363" y="980475"/>
                  </a:lnTo>
                  <a:lnTo>
                    <a:pt x="2115023" y="936075"/>
                  </a:lnTo>
                  <a:lnTo>
                    <a:pt x="2115684" y="936547"/>
                  </a:lnTo>
                  <a:lnTo>
                    <a:pt x="2116344" y="961038"/>
                  </a:lnTo>
                  <a:lnTo>
                    <a:pt x="2117005" y="983620"/>
                  </a:lnTo>
                  <a:lnTo>
                    <a:pt x="2117665" y="937605"/>
                  </a:lnTo>
                  <a:lnTo>
                    <a:pt x="2118326" y="934680"/>
                  </a:lnTo>
                  <a:lnTo>
                    <a:pt x="2118986" y="955839"/>
                  </a:lnTo>
                  <a:lnTo>
                    <a:pt x="2119647" y="920931"/>
                  </a:lnTo>
                  <a:lnTo>
                    <a:pt x="2120308" y="876694"/>
                  </a:lnTo>
                  <a:lnTo>
                    <a:pt x="2120968" y="886490"/>
                  </a:lnTo>
                  <a:lnTo>
                    <a:pt x="2121629" y="914864"/>
                  </a:lnTo>
                  <a:lnTo>
                    <a:pt x="2122289" y="893215"/>
                  </a:lnTo>
                  <a:lnTo>
                    <a:pt x="2122950" y="903699"/>
                  </a:lnTo>
                  <a:lnTo>
                    <a:pt x="2123610" y="884732"/>
                  </a:lnTo>
                  <a:lnTo>
                    <a:pt x="2124271" y="874277"/>
                  </a:lnTo>
                  <a:lnTo>
                    <a:pt x="2124931" y="903068"/>
                  </a:lnTo>
                  <a:lnTo>
                    <a:pt x="2125592" y="836737"/>
                  </a:lnTo>
                  <a:lnTo>
                    <a:pt x="2126252" y="829496"/>
                  </a:lnTo>
                  <a:lnTo>
                    <a:pt x="2126913" y="818158"/>
                  </a:lnTo>
                  <a:lnTo>
                    <a:pt x="2127573" y="816867"/>
                  </a:lnTo>
                  <a:lnTo>
                    <a:pt x="2128234" y="816713"/>
                  </a:lnTo>
                  <a:lnTo>
                    <a:pt x="2128894" y="782021"/>
                  </a:lnTo>
                  <a:lnTo>
                    <a:pt x="2129555" y="764891"/>
                  </a:lnTo>
                  <a:lnTo>
                    <a:pt x="2130216" y="758596"/>
                  </a:lnTo>
                  <a:lnTo>
                    <a:pt x="2130876" y="746207"/>
                  </a:lnTo>
                  <a:lnTo>
                    <a:pt x="2131537" y="703014"/>
                  </a:lnTo>
                  <a:lnTo>
                    <a:pt x="2132197" y="702733"/>
                  </a:lnTo>
                  <a:lnTo>
                    <a:pt x="2132858" y="682953"/>
                  </a:lnTo>
                  <a:lnTo>
                    <a:pt x="2133518" y="680623"/>
                  </a:lnTo>
                  <a:lnTo>
                    <a:pt x="2134179" y="664513"/>
                  </a:lnTo>
                  <a:lnTo>
                    <a:pt x="2134839" y="675772"/>
                  </a:lnTo>
                  <a:lnTo>
                    <a:pt x="2135500" y="703510"/>
                  </a:lnTo>
                  <a:lnTo>
                    <a:pt x="2136160" y="687210"/>
                  </a:lnTo>
                  <a:lnTo>
                    <a:pt x="2136821" y="698749"/>
                  </a:lnTo>
                  <a:lnTo>
                    <a:pt x="2137481" y="749960"/>
                  </a:lnTo>
                  <a:lnTo>
                    <a:pt x="2138142" y="772382"/>
                  </a:lnTo>
                  <a:lnTo>
                    <a:pt x="2138802" y="813618"/>
                  </a:lnTo>
                  <a:lnTo>
                    <a:pt x="2139463" y="820793"/>
                  </a:lnTo>
                  <a:lnTo>
                    <a:pt x="2140124" y="818575"/>
                  </a:lnTo>
                  <a:lnTo>
                    <a:pt x="2140784" y="821274"/>
                  </a:lnTo>
                  <a:lnTo>
                    <a:pt x="2141445" y="826995"/>
                  </a:lnTo>
                  <a:lnTo>
                    <a:pt x="2142105" y="848005"/>
                  </a:lnTo>
                  <a:lnTo>
                    <a:pt x="2142766" y="817147"/>
                  </a:lnTo>
                  <a:lnTo>
                    <a:pt x="2143426" y="800745"/>
                  </a:lnTo>
                  <a:lnTo>
                    <a:pt x="2144087" y="811664"/>
                  </a:lnTo>
                  <a:lnTo>
                    <a:pt x="2144747" y="811845"/>
                  </a:lnTo>
                  <a:lnTo>
                    <a:pt x="2145408" y="744044"/>
                  </a:lnTo>
                  <a:lnTo>
                    <a:pt x="2146068" y="730057"/>
                  </a:lnTo>
                  <a:lnTo>
                    <a:pt x="2146729" y="709659"/>
                  </a:lnTo>
                  <a:lnTo>
                    <a:pt x="2147389" y="668092"/>
                  </a:lnTo>
                  <a:lnTo>
                    <a:pt x="2148050" y="644664"/>
                  </a:lnTo>
                  <a:lnTo>
                    <a:pt x="2148710" y="607911"/>
                  </a:lnTo>
                  <a:lnTo>
                    <a:pt x="2149371" y="588842"/>
                  </a:lnTo>
                  <a:lnTo>
                    <a:pt x="2150032" y="588842"/>
                  </a:lnTo>
                  <a:lnTo>
                    <a:pt x="2150692" y="561289"/>
                  </a:lnTo>
                  <a:lnTo>
                    <a:pt x="2151353" y="552981"/>
                  </a:lnTo>
                  <a:lnTo>
                    <a:pt x="2152013" y="553437"/>
                  </a:lnTo>
                  <a:lnTo>
                    <a:pt x="2152674" y="555614"/>
                  </a:lnTo>
                  <a:lnTo>
                    <a:pt x="2153334" y="555614"/>
                  </a:lnTo>
                  <a:lnTo>
                    <a:pt x="2153995" y="563131"/>
                  </a:lnTo>
                  <a:lnTo>
                    <a:pt x="2154655" y="573126"/>
                  </a:lnTo>
                  <a:lnTo>
                    <a:pt x="2155316" y="573986"/>
                  </a:lnTo>
                  <a:lnTo>
                    <a:pt x="2155976" y="573986"/>
                  </a:lnTo>
                  <a:lnTo>
                    <a:pt x="2156637" y="582492"/>
                  </a:lnTo>
                  <a:lnTo>
                    <a:pt x="2157297" y="630985"/>
                  </a:lnTo>
                  <a:lnTo>
                    <a:pt x="2157958" y="630985"/>
                  </a:lnTo>
                  <a:lnTo>
                    <a:pt x="2158618" y="642814"/>
                  </a:lnTo>
                  <a:lnTo>
                    <a:pt x="2159279" y="651047"/>
                  </a:lnTo>
                  <a:lnTo>
                    <a:pt x="2159939" y="633680"/>
                  </a:lnTo>
                  <a:lnTo>
                    <a:pt x="2160600" y="650666"/>
                  </a:lnTo>
                  <a:lnTo>
                    <a:pt x="2161261" y="688724"/>
                  </a:lnTo>
                  <a:lnTo>
                    <a:pt x="2161921" y="717992"/>
                  </a:lnTo>
                  <a:lnTo>
                    <a:pt x="2162582" y="772326"/>
                  </a:lnTo>
                  <a:lnTo>
                    <a:pt x="2163242" y="790514"/>
                  </a:lnTo>
                  <a:lnTo>
                    <a:pt x="2163903" y="791748"/>
                  </a:lnTo>
                  <a:lnTo>
                    <a:pt x="2164563" y="792727"/>
                  </a:lnTo>
                  <a:lnTo>
                    <a:pt x="2165224" y="797082"/>
                  </a:lnTo>
                  <a:lnTo>
                    <a:pt x="2165884" y="809271"/>
                  </a:lnTo>
                  <a:lnTo>
                    <a:pt x="2166545" y="823168"/>
                  </a:lnTo>
                  <a:lnTo>
                    <a:pt x="2167205" y="841074"/>
                  </a:lnTo>
                  <a:lnTo>
                    <a:pt x="2167866" y="846293"/>
                  </a:lnTo>
                  <a:lnTo>
                    <a:pt x="2168526" y="831287"/>
                  </a:lnTo>
                  <a:lnTo>
                    <a:pt x="2169187" y="845788"/>
                  </a:lnTo>
                  <a:lnTo>
                    <a:pt x="2169847" y="845788"/>
                  </a:lnTo>
                  <a:lnTo>
                    <a:pt x="2170508" y="852343"/>
                  </a:lnTo>
                  <a:lnTo>
                    <a:pt x="2171169" y="843845"/>
                  </a:lnTo>
                  <a:lnTo>
                    <a:pt x="2171829" y="835521"/>
                  </a:lnTo>
                  <a:lnTo>
                    <a:pt x="2172490" y="843313"/>
                  </a:lnTo>
                  <a:lnTo>
                    <a:pt x="2173150" y="832296"/>
                  </a:lnTo>
                  <a:lnTo>
                    <a:pt x="2173811" y="832296"/>
                  </a:lnTo>
                  <a:lnTo>
                    <a:pt x="2174471" y="858200"/>
                  </a:lnTo>
                  <a:lnTo>
                    <a:pt x="2175132" y="845242"/>
                  </a:lnTo>
                  <a:lnTo>
                    <a:pt x="2175792" y="862025"/>
                  </a:lnTo>
                  <a:lnTo>
                    <a:pt x="2176453" y="902131"/>
                  </a:lnTo>
                  <a:lnTo>
                    <a:pt x="2177113" y="893073"/>
                  </a:lnTo>
                  <a:lnTo>
                    <a:pt x="2177774" y="892526"/>
                  </a:lnTo>
                  <a:lnTo>
                    <a:pt x="2178434" y="903096"/>
                  </a:lnTo>
                  <a:lnTo>
                    <a:pt x="2179095" y="916674"/>
                  </a:lnTo>
                  <a:lnTo>
                    <a:pt x="2179755" y="985138"/>
                  </a:lnTo>
                  <a:lnTo>
                    <a:pt x="2180416" y="1002516"/>
                  </a:lnTo>
                  <a:lnTo>
                    <a:pt x="2181077" y="978233"/>
                  </a:lnTo>
                  <a:lnTo>
                    <a:pt x="2181737" y="941888"/>
                  </a:lnTo>
                  <a:lnTo>
                    <a:pt x="2182398" y="956384"/>
                  </a:lnTo>
                  <a:lnTo>
                    <a:pt x="2183058" y="938813"/>
                  </a:lnTo>
                  <a:lnTo>
                    <a:pt x="2183719" y="928056"/>
                  </a:lnTo>
                  <a:lnTo>
                    <a:pt x="2184379" y="938963"/>
                  </a:lnTo>
                  <a:lnTo>
                    <a:pt x="2185040" y="954172"/>
                  </a:lnTo>
                  <a:lnTo>
                    <a:pt x="2185700" y="990833"/>
                  </a:lnTo>
                  <a:lnTo>
                    <a:pt x="2186361" y="987325"/>
                  </a:lnTo>
                  <a:lnTo>
                    <a:pt x="2187021" y="949256"/>
                  </a:lnTo>
                  <a:lnTo>
                    <a:pt x="2187682" y="987381"/>
                  </a:lnTo>
                  <a:lnTo>
                    <a:pt x="2188342" y="939558"/>
                  </a:lnTo>
                  <a:lnTo>
                    <a:pt x="2189003" y="919785"/>
                  </a:lnTo>
                  <a:lnTo>
                    <a:pt x="2189663" y="950081"/>
                  </a:lnTo>
                  <a:lnTo>
                    <a:pt x="2190324" y="919785"/>
                  </a:lnTo>
                  <a:lnTo>
                    <a:pt x="2190984" y="904640"/>
                  </a:lnTo>
                  <a:lnTo>
                    <a:pt x="2191645" y="898139"/>
                  </a:lnTo>
                  <a:lnTo>
                    <a:pt x="2192306" y="885725"/>
                  </a:lnTo>
                  <a:lnTo>
                    <a:pt x="2192966" y="904064"/>
                  </a:lnTo>
                  <a:lnTo>
                    <a:pt x="2193627" y="918361"/>
                  </a:lnTo>
                  <a:lnTo>
                    <a:pt x="2194287" y="942840"/>
                  </a:lnTo>
                  <a:lnTo>
                    <a:pt x="2194948" y="943247"/>
                  </a:lnTo>
                  <a:lnTo>
                    <a:pt x="2195608" y="934257"/>
                  </a:lnTo>
                  <a:lnTo>
                    <a:pt x="2196269" y="934651"/>
                  </a:lnTo>
                  <a:lnTo>
                    <a:pt x="2196929" y="915826"/>
                  </a:lnTo>
                  <a:lnTo>
                    <a:pt x="2197590" y="875493"/>
                  </a:lnTo>
                  <a:lnTo>
                    <a:pt x="2198250" y="875493"/>
                  </a:lnTo>
                  <a:lnTo>
                    <a:pt x="2198911" y="892815"/>
                  </a:lnTo>
                  <a:lnTo>
                    <a:pt x="2199571" y="906909"/>
                  </a:lnTo>
                  <a:lnTo>
                    <a:pt x="2200232" y="905891"/>
                  </a:lnTo>
                  <a:lnTo>
                    <a:pt x="2200892" y="909015"/>
                  </a:lnTo>
                  <a:lnTo>
                    <a:pt x="2201553" y="910385"/>
                  </a:lnTo>
                  <a:lnTo>
                    <a:pt x="2202214" y="886723"/>
                  </a:lnTo>
                  <a:lnTo>
                    <a:pt x="2202874" y="878901"/>
                  </a:lnTo>
                  <a:lnTo>
                    <a:pt x="2203535" y="864322"/>
                  </a:lnTo>
                  <a:lnTo>
                    <a:pt x="2204195" y="863040"/>
                  </a:lnTo>
                  <a:lnTo>
                    <a:pt x="2204856" y="859229"/>
                  </a:lnTo>
                  <a:lnTo>
                    <a:pt x="2205516" y="903843"/>
                  </a:lnTo>
                  <a:lnTo>
                    <a:pt x="2206177" y="922212"/>
                  </a:lnTo>
                  <a:lnTo>
                    <a:pt x="2206837" y="876779"/>
                  </a:lnTo>
                  <a:lnTo>
                    <a:pt x="2207498" y="858319"/>
                  </a:lnTo>
                  <a:lnTo>
                    <a:pt x="2208158" y="849783"/>
                  </a:lnTo>
                  <a:lnTo>
                    <a:pt x="2208819" y="857585"/>
                  </a:lnTo>
                  <a:lnTo>
                    <a:pt x="2209479" y="859231"/>
                  </a:lnTo>
                  <a:lnTo>
                    <a:pt x="2210140" y="852699"/>
                  </a:lnTo>
                  <a:lnTo>
                    <a:pt x="2210800" y="870358"/>
                  </a:lnTo>
                  <a:lnTo>
                    <a:pt x="2211461" y="850350"/>
                  </a:lnTo>
                  <a:lnTo>
                    <a:pt x="2212122" y="839088"/>
                  </a:lnTo>
                  <a:lnTo>
                    <a:pt x="2212782" y="839664"/>
                  </a:lnTo>
                  <a:lnTo>
                    <a:pt x="2213443" y="839065"/>
                  </a:lnTo>
                  <a:lnTo>
                    <a:pt x="2214103" y="835668"/>
                  </a:lnTo>
                  <a:lnTo>
                    <a:pt x="2214764" y="833331"/>
                  </a:lnTo>
                  <a:lnTo>
                    <a:pt x="2215424" y="841407"/>
                  </a:lnTo>
                  <a:lnTo>
                    <a:pt x="2216085" y="859062"/>
                  </a:lnTo>
                  <a:lnTo>
                    <a:pt x="2216745" y="888723"/>
                  </a:lnTo>
                  <a:lnTo>
                    <a:pt x="2217406" y="851302"/>
                  </a:lnTo>
                  <a:lnTo>
                    <a:pt x="2218066" y="827418"/>
                  </a:lnTo>
                  <a:lnTo>
                    <a:pt x="2218727" y="773859"/>
                  </a:lnTo>
                  <a:lnTo>
                    <a:pt x="2219387" y="770158"/>
                  </a:lnTo>
                  <a:lnTo>
                    <a:pt x="2220048" y="774413"/>
                  </a:lnTo>
                  <a:lnTo>
                    <a:pt x="2220708" y="797308"/>
                  </a:lnTo>
                  <a:lnTo>
                    <a:pt x="2221369" y="791184"/>
                  </a:lnTo>
                  <a:lnTo>
                    <a:pt x="2222030" y="769550"/>
                  </a:lnTo>
                  <a:lnTo>
                    <a:pt x="2222690" y="757258"/>
                  </a:lnTo>
                  <a:lnTo>
                    <a:pt x="2223351" y="745868"/>
                  </a:lnTo>
                  <a:lnTo>
                    <a:pt x="2224011" y="750435"/>
                  </a:lnTo>
                  <a:lnTo>
                    <a:pt x="2224672" y="749798"/>
                  </a:lnTo>
                  <a:lnTo>
                    <a:pt x="2225332" y="707506"/>
                  </a:lnTo>
                  <a:lnTo>
                    <a:pt x="2225993" y="689510"/>
                  </a:lnTo>
                  <a:lnTo>
                    <a:pt x="2226653" y="664254"/>
                  </a:lnTo>
                  <a:lnTo>
                    <a:pt x="2227314" y="658684"/>
                  </a:lnTo>
                  <a:lnTo>
                    <a:pt x="2227974" y="638983"/>
                  </a:lnTo>
                  <a:lnTo>
                    <a:pt x="2228635" y="628002"/>
                  </a:lnTo>
                  <a:lnTo>
                    <a:pt x="2229295" y="624176"/>
                  </a:lnTo>
                  <a:lnTo>
                    <a:pt x="2229956" y="583729"/>
                  </a:lnTo>
                  <a:lnTo>
                    <a:pt x="2230616" y="519655"/>
                  </a:lnTo>
                  <a:lnTo>
                    <a:pt x="2231277" y="517963"/>
                  </a:lnTo>
                  <a:lnTo>
                    <a:pt x="2231937" y="516728"/>
                  </a:lnTo>
                  <a:lnTo>
                    <a:pt x="2232598" y="524153"/>
                  </a:lnTo>
                  <a:lnTo>
                    <a:pt x="2233259" y="535880"/>
                  </a:lnTo>
                  <a:lnTo>
                    <a:pt x="2233919" y="541219"/>
                  </a:lnTo>
                  <a:lnTo>
                    <a:pt x="2234580" y="575937"/>
                  </a:lnTo>
                  <a:lnTo>
                    <a:pt x="2235240" y="580895"/>
                  </a:lnTo>
                  <a:lnTo>
                    <a:pt x="2235901" y="635948"/>
                  </a:lnTo>
                  <a:lnTo>
                    <a:pt x="2236561" y="683717"/>
                  </a:lnTo>
                  <a:lnTo>
                    <a:pt x="2237222" y="682236"/>
                  </a:lnTo>
                  <a:lnTo>
                    <a:pt x="2237882" y="673314"/>
                  </a:lnTo>
                  <a:lnTo>
                    <a:pt x="2238543" y="719725"/>
                  </a:lnTo>
                  <a:lnTo>
                    <a:pt x="2239203" y="761688"/>
                  </a:lnTo>
                  <a:lnTo>
                    <a:pt x="2239864" y="769473"/>
                  </a:lnTo>
                  <a:lnTo>
                    <a:pt x="2240524" y="740066"/>
                  </a:lnTo>
                  <a:lnTo>
                    <a:pt x="2241185" y="720682"/>
                  </a:lnTo>
                  <a:lnTo>
                    <a:pt x="2241845" y="733174"/>
                  </a:lnTo>
                  <a:lnTo>
                    <a:pt x="2242506" y="731844"/>
                  </a:lnTo>
                  <a:lnTo>
                    <a:pt x="2243167" y="763965"/>
                  </a:lnTo>
                  <a:lnTo>
                    <a:pt x="2243827" y="789217"/>
                  </a:lnTo>
                  <a:lnTo>
                    <a:pt x="2244488" y="818980"/>
                  </a:lnTo>
                  <a:lnTo>
                    <a:pt x="2245148" y="812841"/>
                  </a:lnTo>
                  <a:lnTo>
                    <a:pt x="2245809" y="839392"/>
                  </a:lnTo>
                  <a:lnTo>
                    <a:pt x="2246469" y="858657"/>
                  </a:lnTo>
                  <a:lnTo>
                    <a:pt x="2247130" y="838943"/>
                  </a:lnTo>
                  <a:lnTo>
                    <a:pt x="2247790" y="832773"/>
                  </a:lnTo>
                  <a:lnTo>
                    <a:pt x="2248451" y="819932"/>
                  </a:lnTo>
                  <a:lnTo>
                    <a:pt x="2249111" y="846442"/>
                  </a:lnTo>
                  <a:lnTo>
                    <a:pt x="2249772" y="857224"/>
                  </a:lnTo>
                  <a:lnTo>
                    <a:pt x="2250432" y="873209"/>
                  </a:lnTo>
                  <a:lnTo>
                    <a:pt x="2251093" y="891492"/>
                  </a:lnTo>
                  <a:lnTo>
                    <a:pt x="2251753" y="854655"/>
                  </a:lnTo>
                  <a:lnTo>
                    <a:pt x="2252414" y="862469"/>
                  </a:lnTo>
                  <a:lnTo>
                    <a:pt x="2253075" y="832830"/>
                  </a:lnTo>
                  <a:lnTo>
                    <a:pt x="2253735" y="833196"/>
                  </a:lnTo>
                  <a:lnTo>
                    <a:pt x="2254396" y="850696"/>
                  </a:lnTo>
                  <a:lnTo>
                    <a:pt x="2255056" y="877231"/>
                  </a:lnTo>
                  <a:lnTo>
                    <a:pt x="2255717" y="894978"/>
                  </a:lnTo>
                  <a:lnTo>
                    <a:pt x="2256377" y="911737"/>
                  </a:lnTo>
                  <a:lnTo>
                    <a:pt x="2257038" y="893377"/>
                  </a:lnTo>
                  <a:lnTo>
                    <a:pt x="2257698" y="893129"/>
                  </a:lnTo>
                  <a:lnTo>
                    <a:pt x="2258359" y="864927"/>
                  </a:lnTo>
                  <a:lnTo>
                    <a:pt x="2259019" y="857055"/>
                  </a:lnTo>
                  <a:lnTo>
                    <a:pt x="2259680" y="873918"/>
                  </a:lnTo>
                  <a:lnTo>
                    <a:pt x="2260340" y="862492"/>
                  </a:lnTo>
                  <a:lnTo>
                    <a:pt x="2261001" y="861418"/>
                  </a:lnTo>
                  <a:lnTo>
                    <a:pt x="2261661" y="862707"/>
                  </a:lnTo>
                  <a:lnTo>
                    <a:pt x="2262322" y="883053"/>
                  </a:lnTo>
                  <a:lnTo>
                    <a:pt x="2262982" y="909005"/>
                  </a:lnTo>
                  <a:lnTo>
                    <a:pt x="2263643" y="924125"/>
                  </a:lnTo>
                  <a:lnTo>
                    <a:pt x="2264304" y="937319"/>
                  </a:lnTo>
                  <a:lnTo>
                    <a:pt x="2264964" y="937319"/>
                  </a:lnTo>
                  <a:lnTo>
                    <a:pt x="2265625" y="937297"/>
                  </a:lnTo>
                  <a:lnTo>
                    <a:pt x="2266285" y="900873"/>
                  </a:lnTo>
                  <a:lnTo>
                    <a:pt x="2266946" y="884489"/>
                  </a:lnTo>
                  <a:lnTo>
                    <a:pt x="2267606" y="881775"/>
                  </a:lnTo>
                  <a:lnTo>
                    <a:pt x="2268267" y="889433"/>
                  </a:lnTo>
                  <a:lnTo>
                    <a:pt x="2268927" y="899872"/>
                  </a:lnTo>
                  <a:lnTo>
                    <a:pt x="2269588" y="898502"/>
                  </a:lnTo>
                  <a:lnTo>
                    <a:pt x="2270248" y="900337"/>
                  </a:lnTo>
                  <a:lnTo>
                    <a:pt x="2270909" y="895081"/>
                  </a:lnTo>
                  <a:lnTo>
                    <a:pt x="2271569" y="881565"/>
                  </a:lnTo>
                  <a:lnTo>
                    <a:pt x="2272230" y="889724"/>
                  </a:lnTo>
                  <a:lnTo>
                    <a:pt x="2272890" y="892281"/>
                  </a:lnTo>
                  <a:lnTo>
                    <a:pt x="2273551" y="903537"/>
                  </a:lnTo>
                  <a:lnTo>
                    <a:pt x="2274212" y="911401"/>
                  </a:lnTo>
                  <a:lnTo>
                    <a:pt x="2274872" y="911401"/>
                  </a:lnTo>
                  <a:lnTo>
                    <a:pt x="2275533" y="912447"/>
                  </a:lnTo>
                  <a:lnTo>
                    <a:pt x="2276193" y="924874"/>
                  </a:lnTo>
                  <a:lnTo>
                    <a:pt x="2276854" y="938148"/>
                  </a:lnTo>
                  <a:lnTo>
                    <a:pt x="2277514" y="946334"/>
                  </a:lnTo>
                  <a:lnTo>
                    <a:pt x="2278175" y="923505"/>
                  </a:lnTo>
                  <a:lnTo>
                    <a:pt x="2278835" y="920084"/>
                  </a:lnTo>
                  <a:lnTo>
                    <a:pt x="2279496" y="913861"/>
                  </a:lnTo>
                  <a:lnTo>
                    <a:pt x="2280156" y="912958"/>
                  </a:lnTo>
                  <a:lnTo>
                    <a:pt x="2280817" y="901071"/>
                  </a:lnTo>
                  <a:lnTo>
                    <a:pt x="2281477" y="901128"/>
                  </a:lnTo>
                  <a:lnTo>
                    <a:pt x="2282138" y="896086"/>
                  </a:lnTo>
                  <a:lnTo>
                    <a:pt x="2282798" y="893166"/>
                  </a:lnTo>
                  <a:lnTo>
                    <a:pt x="2283459" y="892547"/>
                  </a:lnTo>
                  <a:lnTo>
                    <a:pt x="2284120" y="901128"/>
                  </a:lnTo>
                  <a:lnTo>
                    <a:pt x="2284780" y="905355"/>
                  </a:lnTo>
                  <a:lnTo>
                    <a:pt x="2285441" y="927951"/>
                  </a:lnTo>
                  <a:lnTo>
                    <a:pt x="2286101" y="940795"/>
                  </a:lnTo>
                  <a:lnTo>
                    <a:pt x="2286762" y="963138"/>
                  </a:lnTo>
                  <a:lnTo>
                    <a:pt x="2287422" y="947724"/>
                  </a:lnTo>
                  <a:lnTo>
                    <a:pt x="2288083" y="938399"/>
                  </a:lnTo>
                  <a:lnTo>
                    <a:pt x="2288743" y="925964"/>
                  </a:lnTo>
                  <a:lnTo>
                    <a:pt x="2289404" y="924388"/>
                  </a:lnTo>
                  <a:lnTo>
                    <a:pt x="2290064" y="928695"/>
                  </a:lnTo>
                  <a:lnTo>
                    <a:pt x="2290725" y="928880"/>
                  </a:lnTo>
                  <a:lnTo>
                    <a:pt x="2291385" y="956395"/>
                  </a:lnTo>
                  <a:lnTo>
                    <a:pt x="2292046" y="957586"/>
                  </a:lnTo>
                  <a:lnTo>
                    <a:pt x="2292706" y="939770"/>
                  </a:lnTo>
                  <a:lnTo>
                    <a:pt x="2293367" y="940476"/>
                  </a:lnTo>
                  <a:lnTo>
                    <a:pt x="2294028" y="957359"/>
                  </a:lnTo>
                  <a:lnTo>
                    <a:pt x="2294688" y="984082"/>
                  </a:lnTo>
                  <a:lnTo>
                    <a:pt x="2295349" y="986522"/>
                  </a:lnTo>
                  <a:lnTo>
                    <a:pt x="2296009" y="963326"/>
                  </a:lnTo>
                  <a:lnTo>
                    <a:pt x="2296670" y="948957"/>
                  </a:lnTo>
                  <a:lnTo>
                    <a:pt x="2297330" y="948788"/>
                  </a:lnTo>
                  <a:lnTo>
                    <a:pt x="2297991" y="947537"/>
                  </a:lnTo>
                  <a:lnTo>
                    <a:pt x="2298651" y="970596"/>
                  </a:lnTo>
                  <a:lnTo>
                    <a:pt x="2299312" y="968332"/>
                  </a:lnTo>
                  <a:lnTo>
                    <a:pt x="2299972" y="958411"/>
                  </a:lnTo>
                  <a:lnTo>
                    <a:pt x="2300633" y="939278"/>
                  </a:lnTo>
                  <a:lnTo>
                    <a:pt x="2301293" y="922955"/>
                  </a:lnTo>
                  <a:lnTo>
                    <a:pt x="2301954" y="907487"/>
                  </a:lnTo>
                  <a:lnTo>
                    <a:pt x="2302614" y="903540"/>
                  </a:lnTo>
                  <a:lnTo>
                    <a:pt x="2303275" y="915793"/>
                  </a:lnTo>
                  <a:lnTo>
                    <a:pt x="2303935" y="934169"/>
                  </a:lnTo>
                  <a:lnTo>
                    <a:pt x="2304596" y="941567"/>
                  </a:lnTo>
                  <a:lnTo>
                    <a:pt x="2305257" y="912446"/>
                  </a:lnTo>
                  <a:lnTo>
                    <a:pt x="2305917" y="883692"/>
                  </a:lnTo>
                  <a:lnTo>
                    <a:pt x="2306578" y="876911"/>
                  </a:lnTo>
                  <a:lnTo>
                    <a:pt x="2307238" y="881694"/>
                  </a:lnTo>
                  <a:lnTo>
                    <a:pt x="2307899" y="885269"/>
                  </a:lnTo>
                  <a:lnTo>
                    <a:pt x="2308559" y="865343"/>
                  </a:lnTo>
                  <a:lnTo>
                    <a:pt x="2309220" y="874173"/>
                  </a:lnTo>
                  <a:lnTo>
                    <a:pt x="2309880" y="874173"/>
                  </a:lnTo>
                  <a:lnTo>
                    <a:pt x="2310541" y="874173"/>
                  </a:lnTo>
                  <a:lnTo>
                    <a:pt x="2311201" y="874173"/>
                  </a:lnTo>
                  <a:lnTo>
                    <a:pt x="2311862" y="874173"/>
                  </a:lnTo>
                  <a:lnTo>
                    <a:pt x="2312522" y="874214"/>
                  </a:lnTo>
                  <a:lnTo>
                    <a:pt x="2313183" y="874214"/>
                  </a:lnTo>
                  <a:lnTo>
                    <a:pt x="2313843" y="920530"/>
                  </a:lnTo>
                  <a:lnTo>
                    <a:pt x="2314504" y="948452"/>
                  </a:lnTo>
                  <a:lnTo>
                    <a:pt x="2315165" y="903908"/>
                  </a:lnTo>
                  <a:lnTo>
                    <a:pt x="2315825" y="885137"/>
                  </a:lnTo>
                  <a:lnTo>
                    <a:pt x="2316486" y="891110"/>
                  </a:lnTo>
                  <a:lnTo>
                    <a:pt x="2317146" y="914631"/>
                  </a:lnTo>
                  <a:lnTo>
                    <a:pt x="2317807" y="952487"/>
                  </a:lnTo>
                  <a:lnTo>
                    <a:pt x="2318467" y="963676"/>
                  </a:lnTo>
                  <a:lnTo>
                    <a:pt x="2319128" y="959329"/>
                  </a:lnTo>
                  <a:lnTo>
                    <a:pt x="2319788" y="943295"/>
                  </a:lnTo>
                  <a:lnTo>
                    <a:pt x="2320449" y="931691"/>
                  </a:lnTo>
                  <a:lnTo>
                    <a:pt x="2321109" y="982181"/>
                  </a:lnTo>
                  <a:lnTo>
                    <a:pt x="2321770" y="985099"/>
                  </a:lnTo>
                  <a:lnTo>
                    <a:pt x="2322430" y="969865"/>
                  </a:lnTo>
                  <a:lnTo>
                    <a:pt x="2323091" y="933191"/>
                  </a:lnTo>
                  <a:lnTo>
                    <a:pt x="2323751" y="933191"/>
                  </a:lnTo>
                  <a:lnTo>
                    <a:pt x="2324412" y="936006"/>
                  </a:lnTo>
                  <a:lnTo>
                    <a:pt x="2325073" y="956855"/>
                  </a:lnTo>
                  <a:lnTo>
                    <a:pt x="2325733" y="953049"/>
                  </a:lnTo>
                  <a:lnTo>
                    <a:pt x="2326394" y="935837"/>
                  </a:lnTo>
                  <a:lnTo>
                    <a:pt x="2327054" y="899627"/>
                  </a:lnTo>
                  <a:lnTo>
                    <a:pt x="2327715" y="884707"/>
                  </a:lnTo>
                  <a:lnTo>
                    <a:pt x="2328375" y="915977"/>
                  </a:lnTo>
                  <a:lnTo>
                    <a:pt x="2329036" y="893564"/>
                  </a:lnTo>
                  <a:lnTo>
                    <a:pt x="2329696" y="892132"/>
                  </a:lnTo>
                  <a:lnTo>
                    <a:pt x="2330357" y="882684"/>
                  </a:lnTo>
                  <a:lnTo>
                    <a:pt x="2331017" y="883177"/>
                  </a:lnTo>
                  <a:lnTo>
                    <a:pt x="2331678" y="875157"/>
                  </a:lnTo>
                  <a:lnTo>
                    <a:pt x="2332338" y="867683"/>
                  </a:lnTo>
                  <a:lnTo>
                    <a:pt x="2332999" y="861527"/>
                  </a:lnTo>
                  <a:lnTo>
                    <a:pt x="2333659" y="872241"/>
                  </a:lnTo>
                  <a:lnTo>
                    <a:pt x="2334320" y="883523"/>
                  </a:lnTo>
                  <a:lnTo>
                    <a:pt x="2334980" y="881666"/>
                  </a:lnTo>
                  <a:lnTo>
                    <a:pt x="2335641" y="893792"/>
                  </a:lnTo>
                  <a:lnTo>
                    <a:pt x="2336302" y="895562"/>
                  </a:lnTo>
                  <a:lnTo>
                    <a:pt x="2336962" y="891874"/>
                  </a:lnTo>
                  <a:lnTo>
                    <a:pt x="2337623" y="881844"/>
                  </a:lnTo>
                  <a:lnTo>
                    <a:pt x="2338283" y="865826"/>
                  </a:lnTo>
                  <a:lnTo>
                    <a:pt x="2338944" y="915674"/>
                  </a:lnTo>
                  <a:lnTo>
                    <a:pt x="2339604" y="905743"/>
                  </a:lnTo>
                  <a:lnTo>
                    <a:pt x="2340265" y="898170"/>
                  </a:lnTo>
                  <a:lnTo>
                    <a:pt x="2340925" y="903463"/>
                  </a:lnTo>
                  <a:lnTo>
                    <a:pt x="2341586" y="902032"/>
                  </a:lnTo>
                  <a:lnTo>
                    <a:pt x="2342246" y="950804"/>
                  </a:lnTo>
                  <a:lnTo>
                    <a:pt x="2342907" y="939617"/>
                  </a:lnTo>
                  <a:lnTo>
                    <a:pt x="2343567" y="918959"/>
                  </a:lnTo>
                  <a:lnTo>
                    <a:pt x="2344228" y="896576"/>
                  </a:lnTo>
                  <a:lnTo>
                    <a:pt x="2344888" y="933149"/>
                  </a:lnTo>
                  <a:lnTo>
                    <a:pt x="2345549" y="947450"/>
                  </a:lnTo>
                  <a:lnTo>
                    <a:pt x="2346210" y="918688"/>
                  </a:lnTo>
                  <a:lnTo>
                    <a:pt x="2346870" y="876097"/>
                  </a:lnTo>
                  <a:lnTo>
                    <a:pt x="2347531" y="893024"/>
                  </a:lnTo>
                  <a:lnTo>
                    <a:pt x="2348191" y="922550"/>
                  </a:lnTo>
                  <a:lnTo>
                    <a:pt x="2348852" y="913079"/>
                  </a:lnTo>
                  <a:lnTo>
                    <a:pt x="2349512" y="897307"/>
                  </a:lnTo>
                  <a:lnTo>
                    <a:pt x="2350173" y="913238"/>
                  </a:lnTo>
                  <a:lnTo>
                    <a:pt x="2350833" y="894200"/>
                  </a:lnTo>
                  <a:lnTo>
                    <a:pt x="2351494" y="864318"/>
                  </a:lnTo>
                  <a:lnTo>
                    <a:pt x="2352154" y="853664"/>
                  </a:lnTo>
                  <a:lnTo>
                    <a:pt x="2352815" y="857743"/>
                  </a:lnTo>
                  <a:lnTo>
                    <a:pt x="2353475" y="866242"/>
                  </a:lnTo>
                  <a:lnTo>
                    <a:pt x="2354136" y="849573"/>
                  </a:lnTo>
                  <a:lnTo>
                    <a:pt x="2354796" y="869588"/>
                  </a:lnTo>
                  <a:lnTo>
                    <a:pt x="2355457" y="869588"/>
                  </a:lnTo>
                  <a:lnTo>
                    <a:pt x="2356118" y="844397"/>
                  </a:lnTo>
                  <a:lnTo>
                    <a:pt x="2356778" y="832618"/>
                  </a:lnTo>
                  <a:lnTo>
                    <a:pt x="2357439" y="845166"/>
                  </a:lnTo>
                  <a:lnTo>
                    <a:pt x="2358099" y="870131"/>
                  </a:lnTo>
                  <a:lnTo>
                    <a:pt x="2358760" y="868379"/>
                  </a:lnTo>
                  <a:lnTo>
                    <a:pt x="2359420" y="866173"/>
                  </a:lnTo>
                  <a:lnTo>
                    <a:pt x="2360081" y="893145"/>
                  </a:lnTo>
                  <a:lnTo>
                    <a:pt x="2360741" y="888607"/>
                  </a:lnTo>
                  <a:lnTo>
                    <a:pt x="2361402" y="871545"/>
                  </a:lnTo>
                  <a:lnTo>
                    <a:pt x="2362062" y="865286"/>
                  </a:lnTo>
                  <a:lnTo>
                    <a:pt x="2362723" y="805474"/>
                  </a:lnTo>
                  <a:lnTo>
                    <a:pt x="2363383" y="812859"/>
                  </a:lnTo>
                  <a:lnTo>
                    <a:pt x="2364044" y="801798"/>
                  </a:lnTo>
                  <a:lnTo>
                    <a:pt x="2364704" y="796990"/>
                  </a:lnTo>
                  <a:lnTo>
                    <a:pt x="2365365" y="783736"/>
                  </a:lnTo>
                  <a:lnTo>
                    <a:pt x="2366026" y="792415"/>
                  </a:lnTo>
                  <a:lnTo>
                    <a:pt x="2366686" y="797305"/>
                  </a:lnTo>
                  <a:lnTo>
                    <a:pt x="2367347" y="760112"/>
                  </a:lnTo>
                  <a:lnTo>
                    <a:pt x="2368007" y="753891"/>
                  </a:lnTo>
                  <a:lnTo>
                    <a:pt x="2368668" y="725204"/>
                  </a:lnTo>
                  <a:lnTo>
                    <a:pt x="2369328" y="695609"/>
                  </a:lnTo>
                  <a:lnTo>
                    <a:pt x="2369989" y="713206"/>
                  </a:lnTo>
                  <a:lnTo>
                    <a:pt x="2370649" y="722551"/>
                  </a:lnTo>
                  <a:lnTo>
                    <a:pt x="2371310" y="680734"/>
                  </a:lnTo>
                  <a:lnTo>
                    <a:pt x="2371970" y="650703"/>
                  </a:lnTo>
                  <a:lnTo>
                    <a:pt x="2372631" y="639429"/>
                  </a:lnTo>
                  <a:lnTo>
                    <a:pt x="2373291" y="628419"/>
                  </a:lnTo>
                  <a:lnTo>
                    <a:pt x="2373952" y="627963"/>
                  </a:lnTo>
                  <a:lnTo>
                    <a:pt x="2374612" y="671913"/>
                  </a:lnTo>
                  <a:lnTo>
                    <a:pt x="2375273" y="683313"/>
                  </a:lnTo>
                  <a:lnTo>
                    <a:pt x="2375933" y="671841"/>
                  </a:lnTo>
                  <a:lnTo>
                    <a:pt x="2376594" y="706594"/>
                  </a:lnTo>
                  <a:lnTo>
                    <a:pt x="2377255" y="689113"/>
                  </a:lnTo>
                  <a:lnTo>
                    <a:pt x="2377915" y="661941"/>
                  </a:lnTo>
                  <a:lnTo>
                    <a:pt x="2378576" y="683181"/>
                  </a:lnTo>
                  <a:lnTo>
                    <a:pt x="2379236" y="712795"/>
                  </a:lnTo>
                  <a:lnTo>
                    <a:pt x="2379897" y="734132"/>
                  </a:lnTo>
                  <a:lnTo>
                    <a:pt x="2380557" y="764929"/>
                  </a:lnTo>
                  <a:lnTo>
                    <a:pt x="2381218" y="782659"/>
                  </a:lnTo>
                  <a:lnTo>
                    <a:pt x="2381878" y="780096"/>
                  </a:lnTo>
                  <a:lnTo>
                    <a:pt x="2382539" y="790020"/>
                  </a:lnTo>
                  <a:lnTo>
                    <a:pt x="2383199" y="793318"/>
                  </a:lnTo>
                  <a:lnTo>
                    <a:pt x="2383860" y="834838"/>
                  </a:lnTo>
                  <a:lnTo>
                    <a:pt x="2384520" y="833039"/>
                  </a:lnTo>
                  <a:lnTo>
                    <a:pt x="2385181" y="822428"/>
                  </a:lnTo>
                  <a:lnTo>
                    <a:pt x="2385841" y="847907"/>
                  </a:lnTo>
                  <a:lnTo>
                    <a:pt x="2386502" y="853722"/>
                  </a:lnTo>
                  <a:lnTo>
                    <a:pt x="2387163" y="873127"/>
                  </a:lnTo>
                  <a:lnTo>
                    <a:pt x="2387823" y="874971"/>
                  </a:lnTo>
                  <a:lnTo>
                    <a:pt x="2388484" y="868369"/>
                  </a:lnTo>
                  <a:lnTo>
                    <a:pt x="2389144" y="833653"/>
                  </a:lnTo>
                  <a:lnTo>
                    <a:pt x="2389805" y="803770"/>
                  </a:lnTo>
                  <a:lnTo>
                    <a:pt x="2390465" y="812447"/>
                  </a:lnTo>
                  <a:lnTo>
                    <a:pt x="2391126" y="812177"/>
                  </a:lnTo>
                  <a:lnTo>
                    <a:pt x="2391786" y="751231"/>
                  </a:lnTo>
                  <a:lnTo>
                    <a:pt x="2392447" y="718832"/>
                  </a:lnTo>
                  <a:lnTo>
                    <a:pt x="2393107" y="710473"/>
                  </a:lnTo>
                  <a:lnTo>
                    <a:pt x="2393768" y="691957"/>
                  </a:lnTo>
                  <a:lnTo>
                    <a:pt x="2394428" y="640555"/>
                  </a:lnTo>
                  <a:lnTo>
                    <a:pt x="2395089" y="563312"/>
                  </a:lnTo>
                  <a:lnTo>
                    <a:pt x="2395749" y="574122"/>
                  </a:lnTo>
                  <a:lnTo>
                    <a:pt x="2396410" y="574122"/>
                  </a:lnTo>
                  <a:lnTo>
                    <a:pt x="2397071" y="573641"/>
                  </a:lnTo>
                  <a:lnTo>
                    <a:pt x="2397731" y="621894"/>
                  </a:lnTo>
                  <a:lnTo>
                    <a:pt x="2398392" y="675363"/>
                  </a:lnTo>
                  <a:lnTo>
                    <a:pt x="2399052" y="675730"/>
                  </a:lnTo>
                  <a:lnTo>
                    <a:pt x="2399713" y="683552"/>
                  </a:lnTo>
                  <a:lnTo>
                    <a:pt x="2400373" y="681109"/>
                  </a:lnTo>
                  <a:lnTo>
                    <a:pt x="2401034" y="686231"/>
                  </a:lnTo>
                  <a:lnTo>
                    <a:pt x="2401694" y="727438"/>
                  </a:lnTo>
                  <a:lnTo>
                    <a:pt x="2402355" y="711389"/>
                  </a:lnTo>
                  <a:lnTo>
                    <a:pt x="2403015" y="731710"/>
                  </a:lnTo>
                  <a:lnTo>
                    <a:pt x="2403676" y="751294"/>
                  </a:lnTo>
                  <a:lnTo>
                    <a:pt x="2404336" y="776566"/>
                  </a:lnTo>
                  <a:lnTo>
                    <a:pt x="2404997" y="831947"/>
                  </a:lnTo>
                  <a:lnTo>
                    <a:pt x="2405657" y="835780"/>
                  </a:lnTo>
                  <a:lnTo>
                    <a:pt x="2406318" y="826760"/>
                  </a:lnTo>
                  <a:lnTo>
                    <a:pt x="2406978" y="849774"/>
                  </a:lnTo>
                  <a:lnTo>
                    <a:pt x="2407639" y="853392"/>
                  </a:lnTo>
                  <a:lnTo>
                    <a:pt x="2408300" y="827814"/>
                  </a:lnTo>
                  <a:lnTo>
                    <a:pt x="2408960" y="809607"/>
                  </a:lnTo>
                  <a:lnTo>
                    <a:pt x="2409621" y="807154"/>
                  </a:lnTo>
                  <a:lnTo>
                    <a:pt x="2410281" y="795630"/>
                  </a:lnTo>
                  <a:lnTo>
                    <a:pt x="2410942" y="796386"/>
                  </a:lnTo>
                  <a:lnTo>
                    <a:pt x="2411602" y="816413"/>
                  </a:lnTo>
                  <a:lnTo>
                    <a:pt x="2412263" y="822480"/>
                  </a:lnTo>
                  <a:lnTo>
                    <a:pt x="2412923" y="830921"/>
                  </a:lnTo>
                  <a:lnTo>
                    <a:pt x="2413584" y="847806"/>
                  </a:lnTo>
                  <a:lnTo>
                    <a:pt x="2414244" y="847974"/>
                  </a:lnTo>
                  <a:lnTo>
                    <a:pt x="2414905" y="869194"/>
                  </a:lnTo>
                  <a:lnTo>
                    <a:pt x="2415565" y="863661"/>
                  </a:lnTo>
                  <a:lnTo>
                    <a:pt x="2416226" y="826567"/>
                  </a:lnTo>
                  <a:lnTo>
                    <a:pt x="2416886" y="843613"/>
                  </a:lnTo>
                  <a:lnTo>
                    <a:pt x="2417547" y="881553"/>
                  </a:lnTo>
                  <a:lnTo>
                    <a:pt x="2418208" y="821655"/>
                  </a:lnTo>
                  <a:lnTo>
                    <a:pt x="2418868" y="854914"/>
                  </a:lnTo>
                  <a:lnTo>
                    <a:pt x="2419529" y="806271"/>
                  </a:lnTo>
                  <a:lnTo>
                    <a:pt x="2420189" y="821056"/>
                  </a:lnTo>
                  <a:lnTo>
                    <a:pt x="2420850" y="824173"/>
                  </a:lnTo>
                  <a:lnTo>
                    <a:pt x="2421510" y="824943"/>
                  </a:lnTo>
                  <a:lnTo>
                    <a:pt x="2422171" y="806294"/>
                  </a:lnTo>
                  <a:lnTo>
                    <a:pt x="2422831" y="828509"/>
                  </a:lnTo>
                  <a:lnTo>
                    <a:pt x="2423492" y="825789"/>
                  </a:lnTo>
                  <a:lnTo>
                    <a:pt x="2424152" y="813281"/>
                  </a:lnTo>
                  <a:lnTo>
                    <a:pt x="2424813" y="795395"/>
                  </a:lnTo>
                  <a:lnTo>
                    <a:pt x="2425473" y="815564"/>
                  </a:lnTo>
                  <a:lnTo>
                    <a:pt x="2426134" y="819269"/>
                  </a:lnTo>
                  <a:lnTo>
                    <a:pt x="2426794" y="813927"/>
                  </a:lnTo>
                  <a:lnTo>
                    <a:pt x="2427455" y="819636"/>
                  </a:lnTo>
                  <a:lnTo>
                    <a:pt x="2428116" y="828866"/>
                  </a:lnTo>
                  <a:lnTo>
                    <a:pt x="2428776" y="827731"/>
                  </a:lnTo>
                  <a:lnTo>
                    <a:pt x="2429437" y="830661"/>
                  </a:lnTo>
                  <a:lnTo>
                    <a:pt x="2430097" y="832962"/>
                  </a:lnTo>
                  <a:lnTo>
                    <a:pt x="2430758" y="832962"/>
                  </a:lnTo>
                  <a:lnTo>
                    <a:pt x="2431418" y="791256"/>
                  </a:lnTo>
                  <a:lnTo>
                    <a:pt x="2432079" y="788563"/>
                  </a:lnTo>
                  <a:lnTo>
                    <a:pt x="2432739" y="782012"/>
                  </a:lnTo>
                  <a:lnTo>
                    <a:pt x="2433400" y="781458"/>
                  </a:lnTo>
                  <a:lnTo>
                    <a:pt x="2434060" y="788952"/>
                  </a:lnTo>
                  <a:lnTo>
                    <a:pt x="2434721" y="800624"/>
                  </a:lnTo>
                  <a:lnTo>
                    <a:pt x="2435381" y="800624"/>
                  </a:lnTo>
                  <a:lnTo>
                    <a:pt x="2436042" y="798815"/>
                  </a:lnTo>
                  <a:lnTo>
                    <a:pt x="2436702" y="800158"/>
                  </a:lnTo>
                  <a:lnTo>
                    <a:pt x="2437363" y="798815"/>
                  </a:lnTo>
                  <a:lnTo>
                    <a:pt x="2438024" y="798518"/>
                  </a:lnTo>
                  <a:lnTo>
                    <a:pt x="2438684" y="783581"/>
                  </a:lnTo>
                  <a:lnTo>
                    <a:pt x="2439345" y="784180"/>
                  </a:lnTo>
                  <a:lnTo>
                    <a:pt x="2440005" y="786652"/>
                  </a:lnTo>
                  <a:lnTo>
                    <a:pt x="2440666" y="801057"/>
                  </a:lnTo>
                  <a:lnTo>
                    <a:pt x="2441326" y="797391"/>
                  </a:lnTo>
                  <a:lnTo>
                    <a:pt x="2441987" y="792495"/>
                  </a:lnTo>
                  <a:lnTo>
                    <a:pt x="2442647" y="799437"/>
                  </a:lnTo>
                  <a:lnTo>
                    <a:pt x="2443308" y="799204"/>
                  </a:lnTo>
                  <a:lnTo>
                    <a:pt x="2443968" y="784145"/>
                  </a:lnTo>
                  <a:lnTo>
                    <a:pt x="2444629" y="804587"/>
                  </a:lnTo>
                  <a:lnTo>
                    <a:pt x="2445289" y="779470"/>
                  </a:lnTo>
                  <a:lnTo>
                    <a:pt x="2445950" y="762634"/>
                  </a:lnTo>
                  <a:lnTo>
                    <a:pt x="2446610" y="757624"/>
                  </a:lnTo>
                  <a:lnTo>
                    <a:pt x="2447271" y="763841"/>
                  </a:lnTo>
                  <a:lnTo>
                    <a:pt x="2447931" y="739974"/>
                  </a:lnTo>
                  <a:lnTo>
                    <a:pt x="2448592" y="694193"/>
                  </a:lnTo>
                  <a:lnTo>
                    <a:pt x="2449253" y="670245"/>
                  </a:lnTo>
                  <a:lnTo>
                    <a:pt x="2449913" y="651764"/>
                  </a:lnTo>
                  <a:lnTo>
                    <a:pt x="2450574" y="652333"/>
                  </a:lnTo>
                  <a:lnTo>
                    <a:pt x="2451234" y="633940"/>
                  </a:lnTo>
                  <a:lnTo>
                    <a:pt x="2451895" y="633940"/>
                  </a:lnTo>
                  <a:lnTo>
                    <a:pt x="2452555" y="609706"/>
                  </a:lnTo>
                  <a:lnTo>
                    <a:pt x="2453216" y="608682"/>
                  </a:lnTo>
                  <a:lnTo>
                    <a:pt x="2453876" y="527583"/>
                  </a:lnTo>
                  <a:lnTo>
                    <a:pt x="2454537" y="512215"/>
                  </a:lnTo>
                  <a:lnTo>
                    <a:pt x="2455197" y="528475"/>
                  </a:lnTo>
                  <a:lnTo>
                    <a:pt x="2455858" y="531067"/>
                  </a:lnTo>
                  <a:lnTo>
                    <a:pt x="2456518" y="514807"/>
                  </a:lnTo>
                  <a:lnTo>
                    <a:pt x="2457179" y="507598"/>
                  </a:lnTo>
                  <a:lnTo>
                    <a:pt x="2457839" y="499605"/>
                  </a:lnTo>
                  <a:lnTo>
                    <a:pt x="2458500" y="503323"/>
                  </a:lnTo>
                  <a:lnTo>
                    <a:pt x="2459161" y="490546"/>
                  </a:lnTo>
                  <a:lnTo>
                    <a:pt x="2459821" y="476451"/>
                  </a:lnTo>
                  <a:lnTo>
                    <a:pt x="2460482" y="444179"/>
                  </a:lnTo>
                  <a:lnTo>
                    <a:pt x="2461142" y="363239"/>
                  </a:lnTo>
                  <a:lnTo>
                    <a:pt x="2461803" y="300116"/>
                  </a:lnTo>
                  <a:lnTo>
                    <a:pt x="2462463" y="306469"/>
                  </a:lnTo>
                  <a:lnTo>
                    <a:pt x="2463124" y="261494"/>
                  </a:lnTo>
                  <a:lnTo>
                    <a:pt x="2463784" y="194791"/>
                  </a:lnTo>
                  <a:lnTo>
                    <a:pt x="2464445" y="141817"/>
                  </a:lnTo>
                  <a:lnTo>
                    <a:pt x="2465105" y="121095"/>
                  </a:lnTo>
                  <a:lnTo>
                    <a:pt x="2465766" y="79299"/>
                  </a:lnTo>
                  <a:lnTo>
                    <a:pt x="2466426" y="64725"/>
                  </a:lnTo>
                  <a:lnTo>
                    <a:pt x="2467087" y="56001"/>
                  </a:lnTo>
                  <a:lnTo>
                    <a:pt x="2467747" y="74326"/>
                  </a:lnTo>
                  <a:lnTo>
                    <a:pt x="2468408" y="29242"/>
                  </a:lnTo>
                  <a:lnTo>
                    <a:pt x="2469069" y="45185"/>
                  </a:lnTo>
                  <a:lnTo>
                    <a:pt x="2469729" y="45185"/>
                  </a:lnTo>
                  <a:lnTo>
                    <a:pt x="2470390" y="66907"/>
                  </a:lnTo>
                  <a:lnTo>
                    <a:pt x="2471050" y="67044"/>
                  </a:lnTo>
                  <a:lnTo>
                    <a:pt x="2471711" y="66408"/>
                  </a:lnTo>
                  <a:lnTo>
                    <a:pt x="2472371" y="101062"/>
                  </a:lnTo>
                  <a:lnTo>
                    <a:pt x="2473032" y="103554"/>
                  </a:lnTo>
                  <a:lnTo>
                    <a:pt x="2473692" y="103554"/>
                  </a:lnTo>
                  <a:lnTo>
                    <a:pt x="2474353" y="102192"/>
                  </a:lnTo>
                  <a:lnTo>
                    <a:pt x="2475013" y="104312"/>
                  </a:lnTo>
                  <a:lnTo>
                    <a:pt x="2475674" y="105674"/>
                  </a:lnTo>
                  <a:lnTo>
                    <a:pt x="2476334" y="108634"/>
                  </a:lnTo>
                  <a:lnTo>
                    <a:pt x="2476995" y="120497"/>
                  </a:lnTo>
                  <a:lnTo>
                    <a:pt x="2477655" y="119223"/>
                  </a:lnTo>
                  <a:lnTo>
                    <a:pt x="2478316" y="126744"/>
                  </a:lnTo>
                  <a:lnTo>
                    <a:pt x="2478976" y="85352"/>
                  </a:lnTo>
                  <a:lnTo>
                    <a:pt x="2479637" y="82235"/>
                  </a:lnTo>
                  <a:lnTo>
                    <a:pt x="2480298" y="62490"/>
                  </a:lnTo>
                  <a:lnTo>
                    <a:pt x="2480958" y="89221"/>
                  </a:lnTo>
                  <a:lnTo>
                    <a:pt x="2481619" y="96622"/>
                  </a:lnTo>
                  <a:lnTo>
                    <a:pt x="2482279" y="42569"/>
                  </a:lnTo>
                  <a:lnTo>
                    <a:pt x="2482940" y="17086"/>
                  </a:lnTo>
                  <a:lnTo>
                    <a:pt x="2483600" y="17315"/>
                  </a:lnTo>
                  <a:lnTo>
                    <a:pt x="2484261" y="29903"/>
                  </a:lnTo>
                  <a:lnTo>
                    <a:pt x="2484921" y="29903"/>
                  </a:lnTo>
                  <a:lnTo>
                    <a:pt x="2485582" y="21115"/>
                  </a:lnTo>
                  <a:lnTo>
                    <a:pt x="2486242" y="21115"/>
                  </a:lnTo>
                  <a:lnTo>
                    <a:pt x="2486903" y="11133"/>
                  </a:lnTo>
                  <a:lnTo>
                    <a:pt x="2487563" y="9183"/>
                  </a:lnTo>
                  <a:lnTo>
                    <a:pt x="2488224" y="32540"/>
                  </a:lnTo>
                  <a:lnTo>
                    <a:pt x="2488884" y="32540"/>
                  </a:lnTo>
                  <a:lnTo>
                    <a:pt x="2489545" y="56681"/>
                  </a:lnTo>
                  <a:lnTo>
                    <a:pt x="2490206" y="66628"/>
                  </a:lnTo>
                  <a:lnTo>
                    <a:pt x="2490866" y="66628"/>
                  </a:lnTo>
                  <a:lnTo>
                    <a:pt x="2491527" y="66628"/>
                  </a:lnTo>
                  <a:lnTo>
                    <a:pt x="2492187" y="61287"/>
                  </a:lnTo>
                  <a:lnTo>
                    <a:pt x="2492848" y="62316"/>
                  </a:lnTo>
                  <a:lnTo>
                    <a:pt x="2493508" y="52976"/>
                  </a:lnTo>
                  <a:lnTo>
                    <a:pt x="2494169" y="26639"/>
                  </a:lnTo>
                  <a:lnTo>
                    <a:pt x="2494829" y="35418"/>
                  </a:lnTo>
                  <a:lnTo>
                    <a:pt x="2495490" y="8110"/>
                  </a:lnTo>
                  <a:lnTo>
                    <a:pt x="2496150" y="19151"/>
                  </a:lnTo>
                  <a:lnTo>
                    <a:pt x="2496811" y="24471"/>
                  </a:lnTo>
                  <a:lnTo>
                    <a:pt x="2497471" y="49438"/>
                  </a:lnTo>
                  <a:lnTo>
                    <a:pt x="2498132" y="63917"/>
                  </a:lnTo>
                  <a:lnTo>
                    <a:pt x="2498792" y="21328"/>
                  </a:lnTo>
                  <a:lnTo>
                    <a:pt x="2499453" y="20419"/>
                  </a:lnTo>
                  <a:lnTo>
                    <a:pt x="2500114" y="18552"/>
                  </a:lnTo>
                  <a:lnTo>
                    <a:pt x="2500774" y="0"/>
                  </a:lnTo>
                  <a:lnTo>
                    <a:pt x="2501435" y="26040"/>
                  </a:lnTo>
                  <a:lnTo>
                    <a:pt x="2502095" y="0"/>
                  </a:lnTo>
                  <a:lnTo>
                    <a:pt x="2502756" y="9806"/>
                  </a:lnTo>
                  <a:lnTo>
                    <a:pt x="2503416" y="45704"/>
                  </a:lnTo>
                  <a:lnTo>
                    <a:pt x="2504077" y="84809"/>
                  </a:lnTo>
                  <a:lnTo>
                    <a:pt x="2504737" y="81759"/>
                  </a:lnTo>
                  <a:lnTo>
                    <a:pt x="2505398" y="56205"/>
                  </a:lnTo>
                  <a:lnTo>
                    <a:pt x="2506058" y="80726"/>
                  </a:lnTo>
                  <a:lnTo>
                    <a:pt x="2506719" y="59090"/>
                  </a:lnTo>
                  <a:lnTo>
                    <a:pt x="2507379" y="81347"/>
                  </a:lnTo>
                  <a:lnTo>
                    <a:pt x="2508040" y="86284"/>
                  </a:lnTo>
                  <a:lnTo>
                    <a:pt x="2508700" y="107976"/>
                  </a:lnTo>
                  <a:lnTo>
                    <a:pt x="2509361" y="103767"/>
                  </a:lnTo>
                  <a:lnTo>
                    <a:pt x="2510022" y="130186"/>
                  </a:lnTo>
                  <a:lnTo>
                    <a:pt x="2510682" y="180497"/>
                  </a:lnTo>
                  <a:lnTo>
                    <a:pt x="2511343" y="207695"/>
                  </a:lnTo>
                  <a:lnTo>
                    <a:pt x="2512003" y="220541"/>
                  </a:lnTo>
                  <a:lnTo>
                    <a:pt x="2512664" y="332842"/>
                  </a:lnTo>
                  <a:lnTo>
                    <a:pt x="2513324" y="354329"/>
                  </a:lnTo>
                  <a:lnTo>
                    <a:pt x="2513985" y="363676"/>
                  </a:lnTo>
                  <a:lnTo>
                    <a:pt x="2514645" y="392801"/>
                  </a:lnTo>
                  <a:lnTo>
                    <a:pt x="2515306" y="390745"/>
                  </a:lnTo>
                  <a:lnTo>
                    <a:pt x="2515966" y="434928"/>
                  </a:lnTo>
                  <a:lnTo>
                    <a:pt x="2516627" y="419344"/>
                  </a:lnTo>
                  <a:lnTo>
                    <a:pt x="2517287" y="436539"/>
                  </a:lnTo>
                  <a:lnTo>
                    <a:pt x="2517948" y="437414"/>
                  </a:lnTo>
                  <a:lnTo>
                    <a:pt x="2518608" y="529229"/>
                  </a:lnTo>
                  <a:lnTo>
                    <a:pt x="2519269" y="530572"/>
                  </a:lnTo>
                  <a:lnTo>
                    <a:pt x="2519929" y="540766"/>
                  </a:lnTo>
                  <a:lnTo>
                    <a:pt x="2520590" y="531070"/>
                  </a:lnTo>
                  <a:lnTo>
                    <a:pt x="2521251" y="518525"/>
                  </a:lnTo>
                  <a:lnTo>
                    <a:pt x="2521911" y="429938"/>
                  </a:lnTo>
                  <a:lnTo>
                    <a:pt x="2522572" y="434515"/>
                  </a:lnTo>
                  <a:lnTo>
                    <a:pt x="2523232" y="429729"/>
                  </a:lnTo>
                  <a:lnTo>
                    <a:pt x="2523893" y="432711"/>
                  </a:lnTo>
                  <a:lnTo>
                    <a:pt x="2524553" y="431443"/>
                  </a:lnTo>
                  <a:lnTo>
                    <a:pt x="2525214" y="460057"/>
                  </a:lnTo>
                  <a:lnTo>
                    <a:pt x="2525874" y="459622"/>
                  </a:lnTo>
                  <a:lnTo>
                    <a:pt x="2526535" y="444018"/>
                  </a:lnTo>
                  <a:lnTo>
                    <a:pt x="2527195" y="444018"/>
                  </a:lnTo>
                  <a:lnTo>
                    <a:pt x="2527856" y="444018"/>
                  </a:lnTo>
                  <a:lnTo>
                    <a:pt x="2528516" y="440185"/>
                  </a:lnTo>
                  <a:lnTo>
                    <a:pt x="2529177" y="468820"/>
                  </a:lnTo>
                  <a:lnTo>
                    <a:pt x="2529837" y="470329"/>
                  </a:lnTo>
                  <a:lnTo>
                    <a:pt x="2530498" y="550199"/>
                  </a:lnTo>
                  <a:lnTo>
                    <a:pt x="2531159" y="595890"/>
                  </a:lnTo>
                  <a:lnTo>
                    <a:pt x="2531819" y="623823"/>
                  </a:lnTo>
                  <a:lnTo>
                    <a:pt x="2532480" y="631075"/>
                  </a:lnTo>
                  <a:lnTo>
                    <a:pt x="2533140" y="633858"/>
                  </a:lnTo>
                  <a:lnTo>
                    <a:pt x="2533801" y="629987"/>
                  </a:lnTo>
                  <a:lnTo>
                    <a:pt x="2534461" y="630421"/>
                  </a:lnTo>
                  <a:lnTo>
                    <a:pt x="2535122" y="628178"/>
                  </a:lnTo>
                  <a:lnTo>
                    <a:pt x="2535782" y="637615"/>
                  </a:lnTo>
                  <a:lnTo>
                    <a:pt x="2536443" y="637587"/>
                  </a:lnTo>
                  <a:lnTo>
                    <a:pt x="2537103" y="645696"/>
                  </a:lnTo>
                  <a:lnTo>
                    <a:pt x="2537764" y="645099"/>
                  </a:lnTo>
                  <a:lnTo>
                    <a:pt x="2538424" y="659675"/>
                  </a:lnTo>
                  <a:lnTo>
                    <a:pt x="2539085" y="688703"/>
                  </a:lnTo>
                  <a:lnTo>
                    <a:pt x="2539745" y="693192"/>
                  </a:lnTo>
                  <a:lnTo>
                    <a:pt x="2540406" y="650466"/>
                  </a:lnTo>
                  <a:lnTo>
                    <a:pt x="2541067" y="656314"/>
                  </a:lnTo>
                  <a:lnTo>
                    <a:pt x="2541727" y="657235"/>
                  </a:lnTo>
                  <a:lnTo>
                    <a:pt x="2542388" y="691000"/>
                  </a:lnTo>
                  <a:lnTo>
                    <a:pt x="2543048" y="724882"/>
                  </a:lnTo>
                  <a:lnTo>
                    <a:pt x="2543709" y="736830"/>
                  </a:lnTo>
                  <a:lnTo>
                    <a:pt x="2544369" y="765093"/>
                  </a:lnTo>
                  <a:lnTo>
                    <a:pt x="2545030" y="775001"/>
                  </a:lnTo>
                  <a:lnTo>
                    <a:pt x="2545690" y="760926"/>
                  </a:lnTo>
                  <a:lnTo>
                    <a:pt x="2546351" y="794954"/>
                  </a:lnTo>
                  <a:lnTo>
                    <a:pt x="2547011" y="794472"/>
                  </a:lnTo>
                  <a:lnTo>
                    <a:pt x="2547672" y="797599"/>
                  </a:lnTo>
                  <a:lnTo>
                    <a:pt x="2548332" y="801759"/>
                  </a:lnTo>
                  <a:lnTo>
                    <a:pt x="2548993" y="798080"/>
                  </a:lnTo>
                  <a:lnTo>
                    <a:pt x="2549653" y="796746"/>
                  </a:lnTo>
                  <a:lnTo>
                    <a:pt x="2550314" y="805636"/>
                  </a:lnTo>
                  <a:lnTo>
                    <a:pt x="2550974" y="760658"/>
                  </a:lnTo>
                  <a:lnTo>
                    <a:pt x="2551635" y="748007"/>
                  </a:lnTo>
                  <a:lnTo>
                    <a:pt x="2552296" y="717256"/>
                  </a:lnTo>
                  <a:lnTo>
                    <a:pt x="2552956" y="651216"/>
                  </a:lnTo>
                  <a:lnTo>
                    <a:pt x="2553617" y="634397"/>
                  </a:lnTo>
                  <a:lnTo>
                    <a:pt x="2554277" y="607245"/>
                  </a:lnTo>
                  <a:lnTo>
                    <a:pt x="2554938" y="546831"/>
                  </a:lnTo>
                  <a:lnTo>
                    <a:pt x="2555598" y="515546"/>
                  </a:lnTo>
                  <a:lnTo>
                    <a:pt x="2556259" y="482629"/>
                  </a:lnTo>
                  <a:lnTo>
                    <a:pt x="2556919" y="493212"/>
                  </a:lnTo>
                  <a:lnTo>
                    <a:pt x="2557580" y="507243"/>
                  </a:lnTo>
                  <a:lnTo>
                    <a:pt x="2558240" y="472779"/>
                  </a:lnTo>
                  <a:lnTo>
                    <a:pt x="2558901" y="449703"/>
                  </a:lnTo>
                  <a:lnTo>
                    <a:pt x="2559561" y="444485"/>
                  </a:lnTo>
                  <a:lnTo>
                    <a:pt x="2560222" y="433010"/>
                  </a:lnTo>
                  <a:lnTo>
                    <a:pt x="2560882" y="432697"/>
                  </a:lnTo>
                  <a:lnTo>
                    <a:pt x="2561543" y="398452"/>
                  </a:lnTo>
                  <a:lnTo>
                    <a:pt x="2562204" y="390920"/>
                  </a:lnTo>
                  <a:lnTo>
                    <a:pt x="2562864" y="389228"/>
                  </a:lnTo>
                  <a:lnTo>
                    <a:pt x="2563525" y="381613"/>
                  </a:lnTo>
                  <a:lnTo>
                    <a:pt x="2564185" y="387877"/>
                  </a:lnTo>
                  <a:lnTo>
                    <a:pt x="2564846" y="381711"/>
                  </a:lnTo>
                  <a:lnTo>
                    <a:pt x="2565506" y="414701"/>
                  </a:lnTo>
                  <a:lnTo>
                    <a:pt x="2566167" y="448991"/>
                  </a:lnTo>
                  <a:lnTo>
                    <a:pt x="2566827" y="439208"/>
                  </a:lnTo>
                  <a:lnTo>
                    <a:pt x="2567488" y="478130"/>
                  </a:lnTo>
                  <a:lnTo>
                    <a:pt x="2568148" y="498181"/>
                  </a:lnTo>
                  <a:lnTo>
                    <a:pt x="2568809" y="548548"/>
                  </a:lnTo>
                  <a:lnTo>
                    <a:pt x="2569469" y="526452"/>
                  </a:lnTo>
                  <a:lnTo>
                    <a:pt x="2570130" y="518806"/>
                  </a:lnTo>
                  <a:lnTo>
                    <a:pt x="2570790" y="565807"/>
                  </a:lnTo>
                  <a:lnTo>
                    <a:pt x="2571451" y="565807"/>
                  </a:lnTo>
                  <a:lnTo>
                    <a:pt x="2572112" y="638079"/>
                  </a:lnTo>
                  <a:lnTo>
                    <a:pt x="2572772" y="707272"/>
                  </a:lnTo>
                  <a:lnTo>
                    <a:pt x="2573433" y="772837"/>
                  </a:lnTo>
                  <a:lnTo>
                    <a:pt x="2574093" y="736330"/>
                  </a:lnTo>
                  <a:lnTo>
                    <a:pt x="2574754" y="721158"/>
                  </a:lnTo>
                  <a:lnTo>
                    <a:pt x="2575414" y="727423"/>
                  </a:lnTo>
                  <a:lnTo>
                    <a:pt x="2576075" y="731054"/>
                  </a:lnTo>
                  <a:lnTo>
                    <a:pt x="2576735" y="768017"/>
                  </a:lnTo>
                  <a:lnTo>
                    <a:pt x="2577396" y="766239"/>
                  </a:lnTo>
                  <a:lnTo>
                    <a:pt x="2578056" y="785639"/>
                  </a:lnTo>
                  <a:lnTo>
                    <a:pt x="2578717" y="785174"/>
                  </a:lnTo>
                  <a:lnTo>
                    <a:pt x="2579377" y="797680"/>
                  </a:lnTo>
                  <a:lnTo>
                    <a:pt x="2580038" y="802385"/>
                  </a:lnTo>
                  <a:lnTo>
                    <a:pt x="2580698" y="810251"/>
                  </a:lnTo>
                  <a:lnTo>
                    <a:pt x="2581359" y="821205"/>
                  </a:lnTo>
                  <a:lnTo>
                    <a:pt x="2582020" y="810251"/>
                  </a:lnTo>
                  <a:lnTo>
                    <a:pt x="2582680" y="825381"/>
                  </a:lnTo>
                  <a:lnTo>
                    <a:pt x="2583341" y="844210"/>
                  </a:lnTo>
                  <a:lnTo>
                    <a:pt x="2584001" y="855878"/>
                  </a:lnTo>
                  <a:lnTo>
                    <a:pt x="2584662" y="904426"/>
                  </a:lnTo>
                  <a:lnTo>
                    <a:pt x="2585322" y="899058"/>
                  </a:lnTo>
                  <a:lnTo>
                    <a:pt x="2585983" y="905926"/>
                  </a:lnTo>
                  <a:lnTo>
                    <a:pt x="2586643" y="910180"/>
                  </a:lnTo>
                  <a:lnTo>
                    <a:pt x="2587304" y="904924"/>
                  </a:lnTo>
                  <a:lnTo>
                    <a:pt x="2587964" y="916472"/>
                  </a:lnTo>
                  <a:lnTo>
                    <a:pt x="2588625" y="914611"/>
                  </a:lnTo>
                  <a:lnTo>
                    <a:pt x="2589285" y="926330"/>
                  </a:lnTo>
                  <a:lnTo>
                    <a:pt x="2589946" y="920010"/>
                  </a:lnTo>
                  <a:lnTo>
                    <a:pt x="2590606" y="899609"/>
                  </a:lnTo>
                  <a:lnTo>
                    <a:pt x="2591267" y="899609"/>
                  </a:lnTo>
                  <a:lnTo>
                    <a:pt x="2591927" y="903900"/>
                  </a:lnTo>
                  <a:lnTo>
                    <a:pt x="2592588" y="902908"/>
                  </a:lnTo>
                  <a:lnTo>
                    <a:pt x="2593249" y="879510"/>
                  </a:lnTo>
                  <a:lnTo>
                    <a:pt x="2593909" y="891846"/>
                  </a:lnTo>
                  <a:lnTo>
                    <a:pt x="2594570" y="912631"/>
                  </a:lnTo>
                  <a:lnTo>
                    <a:pt x="2595230" y="915231"/>
                  </a:lnTo>
                  <a:lnTo>
                    <a:pt x="2595891" y="912166"/>
                  </a:lnTo>
                  <a:lnTo>
                    <a:pt x="2596551" y="913692"/>
                  </a:lnTo>
                  <a:lnTo>
                    <a:pt x="2597212" y="907032"/>
                  </a:lnTo>
                  <a:lnTo>
                    <a:pt x="2597872" y="895693"/>
                  </a:lnTo>
                  <a:lnTo>
                    <a:pt x="2598533" y="894612"/>
                  </a:lnTo>
                  <a:lnTo>
                    <a:pt x="2599193" y="900047"/>
                  </a:lnTo>
                  <a:lnTo>
                    <a:pt x="2599854" y="916344"/>
                  </a:lnTo>
                  <a:lnTo>
                    <a:pt x="2600514" y="942365"/>
                  </a:lnTo>
                  <a:lnTo>
                    <a:pt x="2601175" y="941715"/>
                  </a:lnTo>
                  <a:lnTo>
                    <a:pt x="2601835" y="929278"/>
                  </a:lnTo>
                  <a:lnTo>
                    <a:pt x="2602496" y="905060"/>
                  </a:lnTo>
                  <a:lnTo>
                    <a:pt x="2603157" y="905906"/>
                  </a:lnTo>
                  <a:lnTo>
                    <a:pt x="2603817" y="899296"/>
                  </a:lnTo>
                  <a:lnTo>
                    <a:pt x="2604478" y="880149"/>
                  </a:lnTo>
                  <a:lnTo>
                    <a:pt x="2605138" y="857347"/>
                  </a:lnTo>
                  <a:lnTo>
                    <a:pt x="2605799" y="829207"/>
                  </a:lnTo>
                  <a:lnTo>
                    <a:pt x="2606459" y="837270"/>
                  </a:lnTo>
                  <a:lnTo>
                    <a:pt x="2607120" y="835665"/>
                  </a:lnTo>
                  <a:lnTo>
                    <a:pt x="2607780" y="864082"/>
                  </a:lnTo>
                  <a:lnTo>
                    <a:pt x="2608441" y="882312"/>
                  </a:lnTo>
                  <a:lnTo>
                    <a:pt x="2609101" y="881119"/>
                  </a:lnTo>
                  <a:lnTo>
                    <a:pt x="2609762" y="878549"/>
                  </a:lnTo>
                  <a:lnTo>
                    <a:pt x="2610422" y="899172"/>
                  </a:lnTo>
                  <a:lnTo>
                    <a:pt x="2611083" y="900624"/>
                  </a:lnTo>
                  <a:lnTo>
                    <a:pt x="2611743" y="922868"/>
                  </a:lnTo>
                  <a:lnTo>
                    <a:pt x="2612404" y="926768"/>
                  </a:lnTo>
                  <a:lnTo>
                    <a:pt x="2613065" y="925939"/>
                  </a:lnTo>
                  <a:lnTo>
                    <a:pt x="2613725" y="918559"/>
                  </a:lnTo>
                  <a:lnTo>
                    <a:pt x="2614386" y="894273"/>
                  </a:lnTo>
                  <a:lnTo>
                    <a:pt x="2615046" y="896182"/>
                  </a:lnTo>
                  <a:lnTo>
                    <a:pt x="2615707" y="920205"/>
                  </a:lnTo>
                  <a:lnTo>
                    <a:pt x="2616367" y="929934"/>
                  </a:lnTo>
                  <a:lnTo>
                    <a:pt x="2617028" y="929934"/>
                  </a:lnTo>
                  <a:lnTo>
                    <a:pt x="2617688" y="931402"/>
                  </a:lnTo>
                  <a:lnTo>
                    <a:pt x="2618349" y="939162"/>
                  </a:lnTo>
                  <a:lnTo>
                    <a:pt x="2619009" y="935475"/>
                  </a:lnTo>
                  <a:lnTo>
                    <a:pt x="2619670" y="917498"/>
                  </a:lnTo>
                  <a:lnTo>
                    <a:pt x="2620330" y="925237"/>
                  </a:lnTo>
                  <a:lnTo>
                    <a:pt x="2620991" y="930679"/>
                  </a:lnTo>
                  <a:lnTo>
                    <a:pt x="2621651" y="923383"/>
                  </a:lnTo>
                  <a:lnTo>
                    <a:pt x="2622312" y="917448"/>
                  </a:lnTo>
                  <a:lnTo>
                    <a:pt x="2622972" y="914265"/>
                  </a:lnTo>
                  <a:lnTo>
                    <a:pt x="2623633" y="916849"/>
                  </a:lnTo>
                  <a:lnTo>
                    <a:pt x="2624294" y="924336"/>
                  </a:lnTo>
                  <a:lnTo>
                    <a:pt x="2624954" y="924769"/>
                  </a:lnTo>
                  <a:lnTo>
                    <a:pt x="2625615" y="931657"/>
                  </a:lnTo>
                  <a:lnTo>
                    <a:pt x="2626275" y="935302"/>
                  </a:lnTo>
                  <a:lnTo>
                    <a:pt x="2626936" y="935698"/>
                  </a:lnTo>
                  <a:lnTo>
                    <a:pt x="2627596" y="924095"/>
                  </a:lnTo>
                  <a:lnTo>
                    <a:pt x="2628257" y="883658"/>
                  </a:lnTo>
                  <a:lnTo>
                    <a:pt x="2628917" y="889195"/>
                  </a:lnTo>
                  <a:lnTo>
                    <a:pt x="2629578" y="870093"/>
                  </a:lnTo>
                  <a:lnTo>
                    <a:pt x="2630238" y="863585"/>
                  </a:lnTo>
                  <a:lnTo>
                    <a:pt x="2630899" y="865343"/>
                  </a:lnTo>
                  <a:lnTo>
                    <a:pt x="2631559" y="897581"/>
                  </a:lnTo>
                  <a:lnTo>
                    <a:pt x="2632220" y="918461"/>
                  </a:lnTo>
                  <a:lnTo>
                    <a:pt x="2632880" y="958302"/>
                  </a:lnTo>
                  <a:lnTo>
                    <a:pt x="2633541" y="929425"/>
                  </a:lnTo>
                  <a:lnTo>
                    <a:pt x="2634202" y="915654"/>
                  </a:lnTo>
                  <a:lnTo>
                    <a:pt x="2634862" y="919558"/>
                  </a:lnTo>
                  <a:lnTo>
                    <a:pt x="2635523" y="947915"/>
                  </a:lnTo>
                  <a:lnTo>
                    <a:pt x="2636183" y="929100"/>
                  </a:lnTo>
                  <a:lnTo>
                    <a:pt x="2636844" y="946269"/>
                  </a:lnTo>
                  <a:lnTo>
                    <a:pt x="2637504" y="957725"/>
                  </a:lnTo>
                  <a:lnTo>
                    <a:pt x="2638165" y="950195"/>
                  </a:lnTo>
                  <a:lnTo>
                    <a:pt x="2638825" y="923133"/>
                  </a:lnTo>
                  <a:lnTo>
                    <a:pt x="2639486" y="917723"/>
                  </a:lnTo>
                  <a:lnTo>
                    <a:pt x="2640146" y="919093"/>
                  </a:lnTo>
                  <a:lnTo>
                    <a:pt x="2640807" y="904244"/>
                  </a:lnTo>
                  <a:lnTo>
                    <a:pt x="2641467" y="890498"/>
                  </a:lnTo>
                  <a:lnTo>
                    <a:pt x="2642128" y="889685"/>
                  </a:lnTo>
                  <a:lnTo>
                    <a:pt x="2642788" y="916310"/>
                  </a:lnTo>
                  <a:lnTo>
                    <a:pt x="2643449" y="927178"/>
                  </a:lnTo>
                  <a:lnTo>
                    <a:pt x="2644110" y="927178"/>
                  </a:lnTo>
                  <a:lnTo>
                    <a:pt x="2644770" y="940617"/>
                  </a:lnTo>
                  <a:lnTo>
                    <a:pt x="2645431" y="930102"/>
                  </a:lnTo>
                  <a:lnTo>
                    <a:pt x="2646091" y="922817"/>
                  </a:lnTo>
                  <a:lnTo>
                    <a:pt x="2646752" y="957132"/>
                  </a:lnTo>
                  <a:lnTo>
                    <a:pt x="2647412" y="951918"/>
                  </a:lnTo>
                  <a:lnTo>
                    <a:pt x="2648073" y="921843"/>
                  </a:lnTo>
                  <a:lnTo>
                    <a:pt x="2648733" y="911724"/>
                  </a:lnTo>
                  <a:lnTo>
                    <a:pt x="2649394" y="912655"/>
                  </a:lnTo>
                  <a:lnTo>
                    <a:pt x="2650054" y="909334"/>
                  </a:lnTo>
                  <a:lnTo>
                    <a:pt x="2650715" y="917910"/>
                  </a:lnTo>
                  <a:lnTo>
                    <a:pt x="2651375" y="921868"/>
                  </a:lnTo>
                  <a:lnTo>
                    <a:pt x="2652036" y="916596"/>
                  </a:lnTo>
                  <a:lnTo>
                    <a:pt x="2652696" y="918541"/>
                  </a:lnTo>
                  <a:lnTo>
                    <a:pt x="2653357" y="926626"/>
                  </a:lnTo>
                  <a:lnTo>
                    <a:pt x="2654018" y="936397"/>
                  </a:lnTo>
                  <a:lnTo>
                    <a:pt x="2654678" y="955777"/>
                  </a:lnTo>
                  <a:lnTo>
                    <a:pt x="2655339" y="935036"/>
                  </a:lnTo>
                  <a:lnTo>
                    <a:pt x="2655999" y="935501"/>
                  </a:lnTo>
                  <a:lnTo>
                    <a:pt x="2656660" y="940757"/>
                  </a:lnTo>
                  <a:lnTo>
                    <a:pt x="2657320" y="954178"/>
                  </a:lnTo>
                  <a:lnTo>
                    <a:pt x="2657981" y="933283"/>
                  </a:lnTo>
                  <a:lnTo>
                    <a:pt x="2658641" y="943095"/>
                  </a:lnTo>
                  <a:lnTo>
                    <a:pt x="2659302" y="926730"/>
                  </a:lnTo>
                  <a:lnTo>
                    <a:pt x="2659962" y="916876"/>
                  </a:lnTo>
                  <a:lnTo>
                    <a:pt x="2660623" y="911792"/>
                  </a:lnTo>
                  <a:lnTo>
                    <a:pt x="2661283" y="911792"/>
                  </a:lnTo>
                  <a:lnTo>
                    <a:pt x="2661944" y="910892"/>
                  </a:lnTo>
                  <a:lnTo>
                    <a:pt x="2662604" y="916642"/>
                  </a:lnTo>
                  <a:lnTo>
                    <a:pt x="2663265" y="916642"/>
                  </a:lnTo>
                  <a:lnTo>
                    <a:pt x="2663925" y="916642"/>
                  </a:lnTo>
                  <a:lnTo>
                    <a:pt x="2664586" y="916106"/>
                  </a:lnTo>
                  <a:lnTo>
                    <a:pt x="2665247" y="916106"/>
                  </a:lnTo>
                  <a:lnTo>
                    <a:pt x="2665907" y="916106"/>
                  </a:lnTo>
                  <a:lnTo>
                    <a:pt x="2666568" y="928774"/>
                  </a:lnTo>
                  <a:lnTo>
                    <a:pt x="2667228" y="921148"/>
                  </a:lnTo>
                  <a:lnTo>
                    <a:pt x="2667889" y="924419"/>
                  </a:lnTo>
                  <a:lnTo>
                    <a:pt x="2668549" y="924806"/>
                  </a:lnTo>
                  <a:lnTo>
                    <a:pt x="2669210" y="940307"/>
                  </a:lnTo>
                  <a:lnTo>
                    <a:pt x="2669870" y="953627"/>
                  </a:lnTo>
                  <a:lnTo>
                    <a:pt x="2670531" y="954770"/>
                  </a:lnTo>
                  <a:lnTo>
                    <a:pt x="2671191" y="951069"/>
                  </a:lnTo>
                  <a:lnTo>
                    <a:pt x="2671852" y="954531"/>
                  </a:lnTo>
                  <a:lnTo>
                    <a:pt x="2672512" y="956046"/>
                  </a:lnTo>
                  <a:lnTo>
                    <a:pt x="2673173" y="915481"/>
                  </a:lnTo>
                  <a:lnTo>
                    <a:pt x="2673833" y="892596"/>
                  </a:lnTo>
                  <a:lnTo>
                    <a:pt x="2674494" y="901107"/>
                  </a:lnTo>
                  <a:lnTo>
                    <a:pt x="2675155" y="928987"/>
                  </a:lnTo>
                  <a:lnTo>
                    <a:pt x="2675815" y="913305"/>
                  </a:lnTo>
                  <a:lnTo>
                    <a:pt x="2676476" y="878316"/>
                  </a:lnTo>
                  <a:lnTo>
                    <a:pt x="2677136" y="865420"/>
                  </a:lnTo>
                  <a:lnTo>
                    <a:pt x="2677797" y="869233"/>
                  </a:lnTo>
                  <a:lnTo>
                    <a:pt x="2678457" y="843681"/>
                  </a:lnTo>
                  <a:lnTo>
                    <a:pt x="2679118" y="818052"/>
                  </a:lnTo>
                  <a:lnTo>
                    <a:pt x="2679778" y="823144"/>
                  </a:lnTo>
                  <a:lnTo>
                    <a:pt x="2680439" y="804128"/>
                  </a:lnTo>
                  <a:lnTo>
                    <a:pt x="2681099" y="782289"/>
                  </a:lnTo>
                  <a:lnTo>
                    <a:pt x="2681760" y="782289"/>
                  </a:lnTo>
                  <a:lnTo>
                    <a:pt x="2682420" y="782289"/>
                  </a:lnTo>
                  <a:lnTo>
                    <a:pt x="2683081" y="804128"/>
                  </a:lnTo>
                  <a:lnTo>
                    <a:pt x="2683741" y="814864"/>
                  </a:lnTo>
                  <a:lnTo>
                    <a:pt x="2684402" y="834353"/>
                  </a:lnTo>
                  <a:lnTo>
                    <a:pt x="2685063" y="834353"/>
                  </a:lnTo>
                  <a:lnTo>
                    <a:pt x="2685723" y="869673"/>
                  </a:lnTo>
                  <a:lnTo>
                    <a:pt x="2686384" y="896445"/>
                  </a:lnTo>
                  <a:lnTo>
                    <a:pt x="2687044" y="868536"/>
                  </a:lnTo>
                  <a:lnTo>
                    <a:pt x="2687705" y="899717"/>
                  </a:lnTo>
                  <a:lnTo>
                    <a:pt x="2688365" y="920924"/>
                  </a:lnTo>
                  <a:lnTo>
                    <a:pt x="2689026" y="891215"/>
                  </a:lnTo>
                  <a:lnTo>
                    <a:pt x="2689686" y="905806"/>
                  </a:lnTo>
                  <a:lnTo>
                    <a:pt x="2690347" y="913485"/>
                  </a:lnTo>
                  <a:lnTo>
                    <a:pt x="2691007" y="917458"/>
                  </a:lnTo>
                  <a:lnTo>
                    <a:pt x="2691668" y="915394"/>
                  </a:lnTo>
                  <a:lnTo>
                    <a:pt x="2692328" y="912450"/>
                  </a:lnTo>
                  <a:lnTo>
                    <a:pt x="2692989" y="921064"/>
                  </a:lnTo>
                  <a:lnTo>
                    <a:pt x="2693649" y="887037"/>
                  </a:lnTo>
                  <a:lnTo>
                    <a:pt x="2694310" y="882988"/>
                  </a:lnTo>
                  <a:lnTo>
                    <a:pt x="2694970" y="882988"/>
                  </a:lnTo>
                  <a:lnTo>
                    <a:pt x="2695631" y="882988"/>
                  </a:lnTo>
                  <a:lnTo>
                    <a:pt x="2696292" y="914168"/>
                  </a:lnTo>
                  <a:lnTo>
                    <a:pt x="2696952" y="917788"/>
                  </a:lnTo>
                  <a:lnTo>
                    <a:pt x="2697613" y="915184"/>
                  </a:lnTo>
                  <a:lnTo>
                    <a:pt x="2698273" y="916191"/>
                  </a:lnTo>
                  <a:lnTo>
                    <a:pt x="2698934" y="917644"/>
                  </a:lnTo>
                  <a:lnTo>
                    <a:pt x="2699594" y="917598"/>
                  </a:lnTo>
                  <a:lnTo>
                    <a:pt x="2700255" y="920115"/>
                  </a:lnTo>
                  <a:lnTo>
                    <a:pt x="2700915" y="924304"/>
                  </a:lnTo>
                  <a:lnTo>
                    <a:pt x="2701576" y="930981"/>
                  </a:lnTo>
                  <a:lnTo>
                    <a:pt x="2702236" y="917693"/>
                  </a:lnTo>
                  <a:lnTo>
                    <a:pt x="2702897" y="908092"/>
                  </a:lnTo>
                  <a:lnTo>
                    <a:pt x="2703557" y="914886"/>
                  </a:lnTo>
                  <a:lnTo>
                    <a:pt x="2704218" y="917693"/>
                  </a:lnTo>
                  <a:lnTo>
                    <a:pt x="2704878" y="912322"/>
                  </a:lnTo>
                  <a:lnTo>
                    <a:pt x="2705539" y="912322"/>
                  </a:lnTo>
                  <a:lnTo>
                    <a:pt x="2706200" y="913898"/>
                  </a:lnTo>
                  <a:lnTo>
                    <a:pt x="2706860" y="913898"/>
                  </a:lnTo>
                  <a:lnTo>
                    <a:pt x="2707521" y="898755"/>
                  </a:lnTo>
                  <a:lnTo>
                    <a:pt x="2708181" y="927447"/>
                  </a:lnTo>
                  <a:lnTo>
                    <a:pt x="2708842" y="941214"/>
                  </a:lnTo>
                  <a:lnTo>
                    <a:pt x="2709502" y="972115"/>
                  </a:lnTo>
                  <a:lnTo>
                    <a:pt x="2710163" y="962015"/>
                  </a:lnTo>
                  <a:lnTo>
                    <a:pt x="2710823" y="954710"/>
                  </a:lnTo>
                  <a:lnTo>
                    <a:pt x="2711484" y="942335"/>
                  </a:lnTo>
                  <a:lnTo>
                    <a:pt x="2712144" y="925467"/>
                  </a:lnTo>
                  <a:lnTo>
                    <a:pt x="2712805" y="903644"/>
                  </a:lnTo>
                  <a:lnTo>
                    <a:pt x="2713465" y="906451"/>
                  </a:lnTo>
                  <a:lnTo>
                    <a:pt x="2714126" y="922318"/>
                  </a:lnTo>
                  <a:lnTo>
                    <a:pt x="2714786" y="919319"/>
                  </a:lnTo>
                  <a:lnTo>
                    <a:pt x="2715447" y="919319"/>
                  </a:lnTo>
                  <a:lnTo>
                    <a:pt x="2716108" y="919319"/>
                  </a:lnTo>
                  <a:lnTo>
                    <a:pt x="2716768" y="929395"/>
                  </a:lnTo>
                  <a:lnTo>
                    <a:pt x="2717429" y="934566"/>
                  </a:lnTo>
                  <a:lnTo>
                    <a:pt x="2718089" y="927597"/>
                  </a:lnTo>
                  <a:lnTo>
                    <a:pt x="2718750" y="920986"/>
                  </a:lnTo>
                  <a:lnTo>
                    <a:pt x="2719410" y="915517"/>
                  </a:lnTo>
                  <a:lnTo>
                    <a:pt x="2720071" y="918220"/>
                  </a:lnTo>
                  <a:lnTo>
                    <a:pt x="2720731" y="922932"/>
                  </a:lnTo>
                  <a:lnTo>
                    <a:pt x="2721392" y="924119"/>
                  </a:lnTo>
                  <a:lnTo>
                    <a:pt x="2722052" y="969697"/>
                  </a:lnTo>
                  <a:lnTo>
                    <a:pt x="2722713" y="998655"/>
                  </a:lnTo>
                  <a:lnTo>
                    <a:pt x="2723373" y="953132"/>
                  </a:lnTo>
                  <a:lnTo>
                    <a:pt x="2724034" y="946734"/>
                  </a:lnTo>
                  <a:lnTo>
                    <a:pt x="2724694" y="962242"/>
                  </a:lnTo>
                  <a:lnTo>
                    <a:pt x="2725355" y="962623"/>
                  </a:lnTo>
                  <a:lnTo>
                    <a:pt x="2726016" y="953886"/>
                  </a:lnTo>
                  <a:lnTo>
                    <a:pt x="2726676" y="934340"/>
                  </a:lnTo>
                  <a:lnTo>
                    <a:pt x="2727337" y="916425"/>
                  </a:lnTo>
                  <a:lnTo>
                    <a:pt x="2727997" y="911736"/>
                  </a:lnTo>
                  <a:lnTo>
                    <a:pt x="2728658" y="908819"/>
                  </a:lnTo>
                  <a:lnTo>
                    <a:pt x="2729318" y="899758"/>
                  </a:lnTo>
                  <a:lnTo>
                    <a:pt x="2729979" y="883027"/>
                  </a:lnTo>
                  <a:lnTo>
                    <a:pt x="2730639" y="869532"/>
                  </a:lnTo>
                  <a:lnTo>
                    <a:pt x="2731300" y="865513"/>
                  </a:lnTo>
                  <a:lnTo>
                    <a:pt x="2731960" y="872049"/>
                  </a:lnTo>
                  <a:lnTo>
                    <a:pt x="2732621" y="891282"/>
                  </a:lnTo>
                  <a:lnTo>
                    <a:pt x="2733281" y="898047"/>
                  </a:lnTo>
                  <a:lnTo>
                    <a:pt x="2733942" y="898047"/>
                  </a:lnTo>
                  <a:lnTo>
                    <a:pt x="2734602" y="873671"/>
                  </a:lnTo>
                  <a:lnTo>
                    <a:pt x="2735263" y="878626"/>
                  </a:lnTo>
                  <a:lnTo>
                    <a:pt x="2735923" y="895649"/>
                  </a:lnTo>
                  <a:lnTo>
                    <a:pt x="2736584" y="912306"/>
                  </a:lnTo>
                  <a:lnTo>
                    <a:pt x="2737245" y="912306"/>
                  </a:lnTo>
                  <a:lnTo>
                    <a:pt x="2737905" y="948920"/>
                  </a:lnTo>
                  <a:lnTo>
                    <a:pt x="2738566" y="959239"/>
                  </a:lnTo>
                  <a:lnTo>
                    <a:pt x="2739226" y="948512"/>
                  </a:lnTo>
                  <a:lnTo>
                    <a:pt x="2739887" y="949134"/>
                  </a:lnTo>
                  <a:lnTo>
                    <a:pt x="2740547" y="954583"/>
                  </a:lnTo>
                  <a:lnTo>
                    <a:pt x="2741208" y="973417"/>
                  </a:lnTo>
                  <a:lnTo>
                    <a:pt x="2741868" y="974266"/>
                  </a:lnTo>
                  <a:lnTo>
                    <a:pt x="2742529" y="944496"/>
                  </a:lnTo>
                  <a:lnTo>
                    <a:pt x="2743189" y="941600"/>
                  </a:lnTo>
                  <a:lnTo>
                    <a:pt x="2743850" y="939942"/>
                  </a:lnTo>
                  <a:lnTo>
                    <a:pt x="2744510" y="932369"/>
                  </a:lnTo>
                  <a:lnTo>
                    <a:pt x="2745171" y="934889"/>
                  </a:lnTo>
                  <a:lnTo>
                    <a:pt x="2745831" y="950602"/>
                  </a:lnTo>
                  <a:lnTo>
                    <a:pt x="2746492" y="970217"/>
                  </a:lnTo>
                  <a:lnTo>
                    <a:pt x="2747153" y="931420"/>
                  </a:lnTo>
                  <a:lnTo>
                    <a:pt x="2747813" y="925129"/>
                  </a:lnTo>
                  <a:lnTo>
                    <a:pt x="2748474" y="928180"/>
                  </a:lnTo>
                  <a:lnTo>
                    <a:pt x="2749134" y="940499"/>
                  </a:lnTo>
                  <a:lnTo>
                    <a:pt x="2749795" y="953927"/>
                  </a:lnTo>
                  <a:lnTo>
                    <a:pt x="2750455" y="954771"/>
                  </a:lnTo>
                  <a:lnTo>
                    <a:pt x="2751116" y="940424"/>
                  </a:lnTo>
                  <a:lnTo>
                    <a:pt x="2751776" y="910290"/>
                  </a:lnTo>
                  <a:lnTo>
                    <a:pt x="2752437" y="907483"/>
                  </a:lnTo>
                  <a:lnTo>
                    <a:pt x="2753097" y="910290"/>
                  </a:lnTo>
                  <a:lnTo>
                    <a:pt x="2753758" y="919820"/>
                  </a:lnTo>
                  <a:lnTo>
                    <a:pt x="2754418" y="930425"/>
                  </a:lnTo>
                  <a:lnTo>
                    <a:pt x="2755079" y="938268"/>
                  </a:lnTo>
                  <a:lnTo>
                    <a:pt x="2755739" y="938384"/>
                  </a:lnTo>
                  <a:lnTo>
                    <a:pt x="2756400" y="920637"/>
                  </a:lnTo>
                  <a:lnTo>
                    <a:pt x="2757061" y="915346"/>
                  </a:lnTo>
                  <a:lnTo>
                    <a:pt x="2757721" y="934031"/>
                  </a:lnTo>
                  <a:lnTo>
                    <a:pt x="2758382" y="944025"/>
                  </a:lnTo>
                  <a:lnTo>
                    <a:pt x="2759042" y="921528"/>
                  </a:lnTo>
                  <a:lnTo>
                    <a:pt x="2759703" y="909359"/>
                  </a:lnTo>
                  <a:lnTo>
                    <a:pt x="2760363" y="922050"/>
                  </a:lnTo>
                  <a:lnTo>
                    <a:pt x="2761024" y="923528"/>
                  </a:lnTo>
                  <a:lnTo>
                    <a:pt x="2761684" y="927025"/>
                  </a:lnTo>
                  <a:lnTo>
                    <a:pt x="2762345" y="927391"/>
                  </a:lnTo>
                  <a:lnTo>
                    <a:pt x="2763005" y="919298"/>
                  </a:lnTo>
                  <a:lnTo>
                    <a:pt x="2763666" y="915463"/>
                  </a:lnTo>
                  <a:lnTo>
                    <a:pt x="2764326" y="901289"/>
                  </a:lnTo>
                  <a:lnTo>
                    <a:pt x="2764987" y="893130"/>
                  </a:lnTo>
                  <a:lnTo>
                    <a:pt x="2765647" y="890094"/>
                  </a:lnTo>
                  <a:lnTo>
                    <a:pt x="2766308" y="904024"/>
                  </a:lnTo>
                  <a:lnTo>
                    <a:pt x="2766968" y="920064"/>
                  </a:lnTo>
                  <a:lnTo>
                    <a:pt x="2767629" y="936430"/>
                  </a:lnTo>
                  <a:lnTo>
                    <a:pt x="2768290" y="933423"/>
                  </a:lnTo>
                  <a:lnTo>
                    <a:pt x="2768950" y="922307"/>
                  </a:lnTo>
                  <a:lnTo>
                    <a:pt x="2769611" y="919360"/>
                  </a:lnTo>
                  <a:lnTo>
                    <a:pt x="2770271" y="924021"/>
                  </a:lnTo>
                  <a:lnTo>
                    <a:pt x="2770932" y="909608"/>
                  </a:lnTo>
                  <a:lnTo>
                    <a:pt x="2771592" y="903299"/>
                  </a:lnTo>
                  <a:lnTo>
                    <a:pt x="2772253" y="898865"/>
                  </a:lnTo>
                  <a:lnTo>
                    <a:pt x="2772913" y="889475"/>
                  </a:lnTo>
                  <a:lnTo>
                    <a:pt x="2773574" y="882731"/>
                  </a:lnTo>
                  <a:lnTo>
                    <a:pt x="2774234" y="898865"/>
                  </a:lnTo>
                  <a:lnTo>
                    <a:pt x="2774895" y="900756"/>
                  </a:lnTo>
                  <a:lnTo>
                    <a:pt x="2775555" y="895495"/>
                  </a:lnTo>
                  <a:lnTo>
                    <a:pt x="2776216" y="887063"/>
                  </a:lnTo>
                  <a:lnTo>
                    <a:pt x="2776876" y="900756"/>
                  </a:lnTo>
                  <a:lnTo>
                    <a:pt x="2777537" y="900756"/>
                  </a:lnTo>
                  <a:lnTo>
                    <a:pt x="2778198" y="895495"/>
                  </a:lnTo>
                  <a:lnTo>
                    <a:pt x="2778858" y="867214"/>
                  </a:lnTo>
                  <a:lnTo>
                    <a:pt x="2779519" y="878363"/>
                  </a:lnTo>
                  <a:lnTo>
                    <a:pt x="2780179" y="886661"/>
                  </a:lnTo>
                  <a:lnTo>
                    <a:pt x="2780840" y="889217"/>
                  </a:lnTo>
                  <a:lnTo>
                    <a:pt x="2781500" y="882139"/>
                  </a:lnTo>
                  <a:lnTo>
                    <a:pt x="2782161" y="879634"/>
                  </a:lnTo>
                  <a:lnTo>
                    <a:pt x="2782821" y="872021"/>
                  </a:lnTo>
                  <a:lnTo>
                    <a:pt x="2783482" y="871283"/>
                  </a:lnTo>
                  <a:lnTo>
                    <a:pt x="2784142" y="875010"/>
                  </a:lnTo>
                  <a:lnTo>
                    <a:pt x="2784803" y="868269"/>
                  </a:lnTo>
                  <a:lnTo>
                    <a:pt x="2785463" y="888076"/>
                  </a:lnTo>
                  <a:lnTo>
                    <a:pt x="2786124" y="882652"/>
                  </a:lnTo>
                  <a:lnTo>
                    <a:pt x="2786784" y="884009"/>
                  </a:lnTo>
                  <a:lnTo>
                    <a:pt x="2787445" y="883873"/>
                  </a:lnTo>
                  <a:lnTo>
                    <a:pt x="2788106" y="890142"/>
                  </a:lnTo>
                  <a:lnTo>
                    <a:pt x="2788766" y="879506"/>
                  </a:lnTo>
                  <a:lnTo>
                    <a:pt x="2789427" y="884360"/>
                  </a:lnTo>
                  <a:lnTo>
                    <a:pt x="2790087" y="882009"/>
                  </a:lnTo>
                  <a:lnTo>
                    <a:pt x="2790748" y="880711"/>
                  </a:lnTo>
                  <a:lnTo>
                    <a:pt x="2791408" y="882942"/>
                  </a:lnTo>
                  <a:lnTo>
                    <a:pt x="2792069" y="841873"/>
                  </a:lnTo>
                  <a:lnTo>
                    <a:pt x="2792729" y="828106"/>
                  </a:lnTo>
                  <a:lnTo>
                    <a:pt x="2793390" y="828827"/>
                  </a:lnTo>
                  <a:lnTo>
                    <a:pt x="2794050" y="839263"/>
                  </a:lnTo>
                  <a:lnTo>
                    <a:pt x="2794711" y="848107"/>
                  </a:lnTo>
                  <a:lnTo>
                    <a:pt x="2795371" y="860117"/>
                  </a:lnTo>
                  <a:lnTo>
                    <a:pt x="2796032" y="853357"/>
                  </a:lnTo>
                  <a:lnTo>
                    <a:pt x="2796692" y="849703"/>
                  </a:lnTo>
                  <a:lnTo>
                    <a:pt x="2797353" y="883262"/>
                  </a:lnTo>
                  <a:lnTo>
                    <a:pt x="2798014" y="857912"/>
                  </a:lnTo>
                  <a:lnTo>
                    <a:pt x="2798674" y="813291"/>
                  </a:lnTo>
                  <a:lnTo>
                    <a:pt x="2799335" y="786106"/>
                  </a:lnTo>
                  <a:lnTo>
                    <a:pt x="2799995" y="781410"/>
                  </a:lnTo>
                  <a:lnTo>
                    <a:pt x="2800656" y="783930"/>
                  </a:lnTo>
                  <a:lnTo>
                    <a:pt x="2801316" y="783930"/>
                  </a:lnTo>
                  <a:lnTo>
                    <a:pt x="2801977" y="771029"/>
                  </a:lnTo>
                  <a:lnTo>
                    <a:pt x="2802637" y="797907"/>
                  </a:lnTo>
                  <a:lnTo>
                    <a:pt x="2803298" y="804885"/>
                  </a:lnTo>
                  <a:lnTo>
                    <a:pt x="2803958" y="839747"/>
                  </a:lnTo>
                  <a:lnTo>
                    <a:pt x="2804619" y="849786"/>
                  </a:lnTo>
                  <a:lnTo>
                    <a:pt x="2805279" y="804583"/>
                  </a:lnTo>
                  <a:lnTo>
                    <a:pt x="2805940" y="788051"/>
                  </a:lnTo>
                  <a:lnTo>
                    <a:pt x="2806600" y="754329"/>
                  </a:lnTo>
                  <a:lnTo>
                    <a:pt x="2807261" y="733521"/>
                  </a:lnTo>
                  <a:lnTo>
                    <a:pt x="2807921" y="766314"/>
                  </a:lnTo>
                  <a:lnTo>
                    <a:pt x="2808582" y="859888"/>
                  </a:lnTo>
                  <a:lnTo>
                    <a:pt x="2809243" y="881318"/>
                  </a:lnTo>
                  <a:lnTo>
                    <a:pt x="2809903" y="849568"/>
                  </a:lnTo>
                  <a:lnTo>
                    <a:pt x="2810564" y="844266"/>
                  </a:lnTo>
                  <a:lnTo>
                    <a:pt x="2811224" y="821223"/>
                  </a:lnTo>
                  <a:lnTo>
                    <a:pt x="2811885" y="815792"/>
                  </a:lnTo>
                  <a:lnTo>
                    <a:pt x="2812545" y="810205"/>
                  </a:lnTo>
                  <a:lnTo>
                    <a:pt x="2813206" y="802206"/>
                  </a:lnTo>
                  <a:lnTo>
                    <a:pt x="2813866" y="819986"/>
                  </a:lnTo>
                  <a:lnTo>
                    <a:pt x="2814527" y="826065"/>
                  </a:lnTo>
                  <a:lnTo>
                    <a:pt x="2815187" y="819824"/>
                  </a:lnTo>
                  <a:lnTo>
                    <a:pt x="2815848" y="840596"/>
                  </a:lnTo>
                  <a:lnTo>
                    <a:pt x="2816508" y="822316"/>
                  </a:lnTo>
                  <a:lnTo>
                    <a:pt x="2817169" y="804224"/>
                  </a:lnTo>
                  <a:lnTo>
                    <a:pt x="2817829" y="785015"/>
                  </a:lnTo>
                  <a:lnTo>
                    <a:pt x="2818490" y="793913"/>
                  </a:lnTo>
                  <a:lnTo>
                    <a:pt x="2819151" y="789546"/>
                  </a:lnTo>
                  <a:lnTo>
                    <a:pt x="2819811" y="780417"/>
                  </a:lnTo>
                  <a:lnTo>
                    <a:pt x="2820472" y="790762"/>
                  </a:lnTo>
                  <a:lnTo>
                    <a:pt x="2821132" y="756084"/>
                  </a:lnTo>
                  <a:lnTo>
                    <a:pt x="2821793" y="754694"/>
                  </a:lnTo>
                  <a:lnTo>
                    <a:pt x="2822453" y="759735"/>
                  </a:lnTo>
                  <a:lnTo>
                    <a:pt x="2823114" y="766194"/>
                  </a:lnTo>
                  <a:lnTo>
                    <a:pt x="2823774" y="770678"/>
                  </a:lnTo>
                  <a:lnTo>
                    <a:pt x="2824435" y="779041"/>
                  </a:lnTo>
                  <a:lnTo>
                    <a:pt x="2825095" y="817456"/>
                  </a:lnTo>
                  <a:lnTo>
                    <a:pt x="2825756" y="811648"/>
                  </a:lnTo>
                  <a:lnTo>
                    <a:pt x="2826416" y="838044"/>
                  </a:lnTo>
                  <a:lnTo>
                    <a:pt x="2827077" y="837444"/>
                  </a:lnTo>
                  <a:lnTo>
                    <a:pt x="2827737" y="776645"/>
                  </a:lnTo>
                  <a:lnTo>
                    <a:pt x="2828398" y="773982"/>
                  </a:lnTo>
                  <a:lnTo>
                    <a:pt x="2829059" y="756795"/>
                  </a:lnTo>
                  <a:lnTo>
                    <a:pt x="2829719" y="732137"/>
                  </a:lnTo>
                  <a:lnTo>
                    <a:pt x="2830380" y="727085"/>
                  </a:lnTo>
                  <a:lnTo>
                    <a:pt x="2831040" y="730138"/>
                  </a:lnTo>
                  <a:lnTo>
                    <a:pt x="2831701" y="710409"/>
                  </a:lnTo>
                  <a:lnTo>
                    <a:pt x="2832361" y="718741"/>
                  </a:lnTo>
                  <a:lnTo>
                    <a:pt x="2833022" y="769458"/>
                  </a:lnTo>
                  <a:lnTo>
                    <a:pt x="2833682" y="753429"/>
                  </a:lnTo>
                  <a:lnTo>
                    <a:pt x="2834343" y="755997"/>
                  </a:lnTo>
                  <a:lnTo>
                    <a:pt x="2835003" y="778129"/>
                  </a:lnTo>
                  <a:lnTo>
                    <a:pt x="2835664" y="722364"/>
                  </a:lnTo>
                  <a:lnTo>
                    <a:pt x="2836324" y="745821"/>
                  </a:lnTo>
                  <a:lnTo>
                    <a:pt x="2836985" y="782386"/>
                  </a:lnTo>
                  <a:lnTo>
                    <a:pt x="2837645" y="811442"/>
                  </a:lnTo>
                  <a:lnTo>
                    <a:pt x="2838306" y="775445"/>
                  </a:lnTo>
                  <a:lnTo>
                    <a:pt x="2838966" y="754245"/>
                  </a:lnTo>
                  <a:lnTo>
                    <a:pt x="2839627" y="721734"/>
                  </a:lnTo>
                  <a:lnTo>
                    <a:pt x="2840288" y="689944"/>
                  </a:lnTo>
                  <a:lnTo>
                    <a:pt x="2840948" y="680346"/>
                  </a:lnTo>
                  <a:lnTo>
                    <a:pt x="2841609" y="652286"/>
                  </a:lnTo>
                  <a:lnTo>
                    <a:pt x="2842269" y="664531"/>
                  </a:lnTo>
                  <a:lnTo>
                    <a:pt x="2842930" y="652932"/>
                  </a:lnTo>
                  <a:lnTo>
                    <a:pt x="2843590" y="639675"/>
                  </a:lnTo>
                  <a:lnTo>
                    <a:pt x="2844251" y="649701"/>
                  </a:lnTo>
                  <a:lnTo>
                    <a:pt x="2844911" y="650896"/>
                  </a:lnTo>
                  <a:lnTo>
                    <a:pt x="2845572" y="657357"/>
                  </a:lnTo>
                  <a:lnTo>
                    <a:pt x="2846232" y="652930"/>
                  </a:lnTo>
                  <a:lnTo>
                    <a:pt x="2846893" y="641365"/>
                  </a:lnTo>
                  <a:lnTo>
                    <a:pt x="2847553" y="636512"/>
                  </a:lnTo>
                  <a:lnTo>
                    <a:pt x="2848214" y="642155"/>
                  </a:lnTo>
                  <a:lnTo>
                    <a:pt x="2848874" y="631286"/>
                  </a:lnTo>
                  <a:lnTo>
                    <a:pt x="2849535" y="631286"/>
                  </a:lnTo>
                  <a:lnTo>
                    <a:pt x="2850196" y="615510"/>
                  </a:lnTo>
                  <a:lnTo>
                    <a:pt x="2850856" y="606698"/>
                  </a:lnTo>
                  <a:lnTo>
                    <a:pt x="2851517" y="581801"/>
                  </a:lnTo>
                  <a:lnTo>
                    <a:pt x="2852177" y="577930"/>
                  </a:lnTo>
                  <a:lnTo>
                    <a:pt x="2852838" y="577930"/>
                  </a:lnTo>
                  <a:lnTo>
                    <a:pt x="2853498" y="577930"/>
                  </a:lnTo>
                  <a:lnTo>
                    <a:pt x="2854159" y="573127"/>
                  </a:lnTo>
                  <a:lnTo>
                    <a:pt x="2854819" y="523949"/>
                  </a:lnTo>
                  <a:lnTo>
                    <a:pt x="2855480" y="548755"/>
                  </a:lnTo>
                  <a:lnTo>
                    <a:pt x="2856140" y="560090"/>
                  </a:lnTo>
                  <a:lnTo>
                    <a:pt x="2856801" y="577993"/>
                  </a:lnTo>
                  <a:lnTo>
                    <a:pt x="2857461" y="597985"/>
                  </a:lnTo>
                  <a:lnTo>
                    <a:pt x="2858122" y="649467"/>
                  </a:lnTo>
                  <a:lnTo>
                    <a:pt x="2858782" y="671168"/>
                  </a:lnTo>
                  <a:lnTo>
                    <a:pt x="2859443" y="707331"/>
                  </a:lnTo>
                  <a:lnTo>
                    <a:pt x="2860104" y="733576"/>
                  </a:lnTo>
                  <a:lnTo>
                    <a:pt x="2860764" y="747493"/>
                  </a:lnTo>
                  <a:lnTo>
                    <a:pt x="2861425" y="825940"/>
                  </a:lnTo>
                  <a:lnTo>
                    <a:pt x="2862085" y="818006"/>
                  </a:lnTo>
                  <a:lnTo>
                    <a:pt x="2862746" y="838583"/>
                  </a:lnTo>
                  <a:lnTo>
                    <a:pt x="2863406" y="866477"/>
                  </a:lnTo>
                  <a:lnTo>
                    <a:pt x="2864067" y="866477"/>
                  </a:lnTo>
                  <a:lnTo>
                    <a:pt x="2864727" y="843568"/>
                  </a:lnTo>
                  <a:lnTo>
                    <a:pt x="2865388" y="867708"/>
                  </a:lnTo>
                  <a:lnTo>
                    <a:pt x="2866048" y="866409"/>
                  </a:lnTo>
                  <a:lnTo>
                    <a:pt x="2866709" y="836584"/>
                  </a:lnTo>
                  <a:lnTo>
                    <a:pt x="2867369" y="844001"/>
                  </a:lnTo>
                  <a:lnTo>
                    <a:pt x="2868030" y="859051"/>
                  </a:lnTo>
                  <a:lnTo>
                    <a:pt x="2868690" y="897921"/>
                  </a:lnTo>
                  <a:lnTo>
                    <a:pt x="2869351" y="891331"/>
                  </a:lnTo>
                  <a:lnTo>
                    <a:pt x="2870012" y="898932"/>
                  </a:lnTo>
                  <a:lnTo>
                    <a:pt x="2870672" y="921082"/>
                  </a:lnTo>
                  <a:lnTo>
                    <a:pt x="2871333" y="927548"/>
                  </a:lnTo>
                  <a:lnTo>
                    <a:pt x="2871993" y="917580"/>
                  </a:lnTo>
                  <a:lnTo>
                    <a:pt x="2872654" y="920574"/>
                  </a:lnTo>
                  <a:lnTo>
                    <a:pt x="2873314" y="921001"/>
                  </a:lnTo>
                  <a:lnTo>
                    <a:pt x="2873975" y="920426"/>
                  </a:lnTo>
                  <a:lnTo>
                    <a:pt x="2874635" y="918412"/>
                  </a:lnTo>
                  <a:lnTo>
                    <a:pt x="2875296" y="918412"/>
                  </a:lnTo>
                  <a:lnTo>
                    <a:pt x="2875956" y="907904"/>
                  </a:lnTo>
                  <a:lnTo>
                    <a:pt x="2876617" y="906999"/>
                  </a:lnTo>
                  <a:lnTo>
                    <a:pt x="2877277" y="911260"/>
                  </a:lnTo>
                  <a:lnTo>
                    <a:pt x="2877938" y="907120"/>
                  </a:lnTo>
                  <a:lnTo>
                    <a:pt x="2878598" y="906010"/>
                  </a:lnTo>
                  <a:lnTo>
                    <a:pt x="2879259" y="899027"/>
                  </a:lnTo>
                  <a:lnTo>
                    <a:pt x="2879919" y="899027"/>
                  </a:lnTo>
                  <a:lnTo>
                    <a:pt x="2880580" y="883789"/>
                  </a:lnTo>
                  <a:lnTo>
                    <a:pt x="2881241" y="875441"/>
                  </a:lnTo>
                  <a:lnTo>
                    <a:pt x="2881901" y="880003"/>
                  </a:lnTo>
                  <a:lnTo>
                    <a:pt x="2882562" y="870205"/>
                  </a:lnTo>
                  <a:lnTo>
                    <a:pt x="2883222" y="858711"/>
                  </a:lnTo>
                  <a:lnTo>
                    <a:pt x="2883883" y="834366"/>
                  </a:lnTo>
                  <a:lnTo>
                    <a:pt x="2884543" y="810518"/>
                  </a:lnTo>
                  <a:lnTo>
                    <a:pt x="2885204" y="811755"/>
                  </a:lnTo>
                  <a:lnTo>
                    <a:pt x="2885864" y="778366"/>
                  </a:lnTo>
                  <a:lnTo>
                    <a:pt x="2886525" y="850042"/>
                  </a:lnTo>
                  <a:lnTo>
                    <a:pt x="2887185" y="829560"/>
                  </a:lnTo>
                  <a:lnTo>
                    <a:pt x="2887846" y="821081"/>
                  </a:lnTo>
                  <a:lnTo>
                    <a:pt x="2888506" y="784243"/>
                  </a:lnTo>
                  <a:lnTo>
                    <a:pt x="2889167" y="783017"/>
                  </a:lnTo>
                  <a:lnTo>
                    <a:pt x="2889827" y="741509"/>
                  </a:lnTo>
                  <a:lnTo>
                    <a:pt x="2890488" y="751700"/>
                  </a:lnTo>
                  <a:lnTo>
                    <a:pt x="2891149" y="726310"/>
                  </a:lnTo>
                  <a:lnTo>
                    <a:pt x="2891809" y="699865"/>
                  </a:lnTo>
                  <a:lnTo>
                    <a:pt x="2892470" y="700188"/>
                  </a:lnTo>
                  <a:lnTo>
                    <a:pt x="2893130" y="705550"/>
                  </a:lnTo>
                  <a:lnTo>
                    <a:pt x="2893791" y="708441"/>
                  </a:lnTo>
                  <a:lnTo>
                    <a:pt x="2894451" y="716229"/>
                  </a:lnTo>
                  <a:lnTo>
                    <a:pt x="2895112" y="736912"/>
                  </a:lnTo>
                  <a:lnTo>
                    <a:pt x="2895772" y="733686"/>
                  </a:lnTo>
                  <a:lnTo>
                    <a:pt x="2896433" y="720598"/>
                  </a:lnTo>
                  <a:lnTo>
                    <a:pt x="2897093" y="702565"/>
                  </a:lnTo>
                  <a:lnTo>
                    <a:pt x="2897754" y="697557"/>
                  </a:lnTo>
                  <a:lnTo>
                    <a:pt x="2898414" y="707356"/>
                  </a:lnTo>
                  <a:lnTo>
                    <a:pt x="2899075" y="748195"/>
                  </a:lnTo>
                  <a:lnTo>
                    <a:pt x="2899735" y="736776"/>
                  </a:lnTo>
                  <a:lnTo>
                    <a:pt x="2900396" y="759128"/>
                  </a:lnTo>
                  <a:lnTo>
                    <a:pt x="2901057" y="792139"/>
                  </a:lnTo>
                  <a:lnTo>
                    <a:pt x="2901717" y="821854"/>
                  </a:lnTo>
                  <a:lnTo>
                    <a:pt x="2902378" y="846783"/>
                  </a:lnTo>
                  <a:lnTo>
                    <a:pt x="2903038" y="856368"/>
                  </a:lnTo>
                  <a:lnTo>
                    <a:pt x="2903699" y="874713"/>
                  </a:lnTo>
                  <a:lnTo>
                    <a:pt x="2904359" y="892165"/>
                  </a:lnTo>
                  <a:lnTo>
                    <a:pt x="2905020" y="890515"/>
                  </a:lnTo>
                  <a:lnTo>
                    <a:pt x="2905680" y="916853"/>
                  </a:lnTo>
                  <a:lnTo>
                    <a:pt x="2906341" y="904050"/>
                  </a:lnTo>
                  <a:lnTo>
                    <a:pt x="2907001" y="906321"/>
                  </a:lnTo>
                  <a:lnTo>
                    <a:pt x="2907662" y="905615"/>
                  </a:lnTo>
                  <a:lnTo>
                    <a:pt x="2908322" y="905615"/>
                  </a:lnTo>
                  <a:lnTo>
                    <a:pt x="2908983" y="905212"/>
                  </a:lnTo>
                  <a:lnTo>
                    <a:pt x="2909643" y="901254"/>
                  </a:lnTo>
                  <a:lnTo>
                    <a:pt x="2910304" y="892673"/>
                  </a:lnTo>
                  <a:lnTo>
                    <a:pt x="2910964" y="900309"/>
                  </a:lnTo>
                  <a:lnTo>
                    <a:pt x="2911625" y="913501"/>
                  </a:lnTo>
                  <a:lnTo>
                    <a:pt x="2912286" y="922635"/>
                  </a:lnTo>
                  <a:lnTo>
                    <a:pt x="2912946" y="921690"/>
                  </a:lnTo>
                  <a:lnTo>
                    <a:pt x="2913607" y="921721"/>
                  </a:lnTo>
                  <a:lnTo>
                    <a:pt x="2914267" y="927187"/>
                  </a:lnTo>
                  <a:lnTo>
                    <a:pt x="2914928" y="922863"/>
                  </a:lnTo>
                  <a:lnTo>
                    <a:pt x="2915588" y="918273"/>
                  </a:lnTo>
                  <a:lnTo>
                    <a:pt x="2916249" y="910185"/>
                  </a:lnTo>
                  <a:lnTo>
                    <a:pt x="2916909" y="909300"/>
                  </a:lnTo>
                  <a:lnTo>
                    <a:pt x="2917570" y="877594"/>
                  </a:lnTo>
                  <a:lnTo>
                    <a:pt x="2918230" y="875956"/>
                  </a:lnTo>
                  <a:lnTo>
                    <a:pt x="2918891" y="902218"/>
                  </a:lnTo>
                  <a:lnTo>
                    <a:pt x="2919551" y="899055"/>
                  </a:lnTo>
                  <a:lnTo>
                    <a:pt x="2920212" y="888922"/>
                  </a:lnTo>
                  <a:lnTo>
                    <a:pt x="2920872" y="875135"/>
                  </a:lnTo>
                  <a:lnTo>
                    <a:pt x="2921533" y="844778"/>
                  </a:lnTo>
                  <a:lnTo>
                    <a:pt x="2922194" y="838276"/>
                  </a:lnTo>
                  <a:lnTo>
                    <a:pt x="2922854" y="868284"/>
                  </a:lnTo>
                  <a:lnTo>
                    <a:pt x="2923515" y="865902"/>
                  </a:lnTo>
                  <a:lnTo>
                    <a:pt x="2924175" y="906418"/>
                  </a:lnTo>
                  <a:lnTo>
                    <a:pt x="2924836" y="930567"/>
                  </a:lnTo>
                  <a:lnTo>
                    <a:pt x="2925496" y="946637"/>
                  </a:lnTo>
                  <a:lnTo>
                    <a:pt x="2926157" y="976158"/>
                  </a:lnTo>
                  <a:lnTo>
                    <a:pt x="2926817" y="972063"/>
                  </a:lnTo>
                  <a:lnTo>
                    <a:pt x="2927478" y="958915"/>
                  </a:lnTo>
                  <a:lnTo>
                    <a:pt x="2928138" y="956106"/>
                  </a:lnTo>
                  <a:lnTo>
                    <a:pt x="2928799" y="979923"/>
                  </a:lnTo>
                  <a:lnTo>
                    <a:pt x="2929459" y="972709"/>
                  </a:lnTo>
                  <a:lnTo>
                    <a:pt x="2930120" y="932303"/>
                  </a:lnTo>
                  <a:lnTo>
                    <a:pt x="2930780" y="973517"/>
                  </a:lnTo>
                  <a:lnTo>
                    <a:pt x="2931441" y="962520"/>
                  </a:lnTo>
                  <a:lnTo>
                    <a:pt x="2932102" y="930819"/>
                  </a:lnTo>
                  <a:lnTo>
                    <a:pt x="2932762" y="933800"/>
                  </a:lnTo>
                  <a:lnTo>
                    <a:pt x="2933423" y="960655"/>
                  </a:lnTo>
                  <a:lnTo>
                    <a:pt x="2934083" y="976489"/>
                  </a:lnTo>
                  <a:lnTo>
                    <a:pt x="2934744" y="987237"/>
                  </a:lnTo>
                  <a:lnTo>
                    <a:pt x="2935404" y="981931"/>
                  </a:lnTo>
                  <a:lnTo>
                    <a:pt x="2936065" y="1001310"/>
                  </a:lnTo>
                  <a:lnTo>
                    <a:pt x="2936725" y="1002697"/>
                  </a:lnTo>
                  <a:lnTo>
                    <a:pt x="2937386" y="986751"/>
                  </a:lnTo>
                  <a:lnTo>
                    <a:pt x="2938046" y="1013815"/>
                  </a:lnTo>
                  <a:lnTo>
                    <a:pt x="2938707" y="995232"/>
                  </a:lnTo>
                  <a:lnTo>
                    <a:pt x="2939367" y="996054"/>
                  </a:lnTo>
                  <a:lnTo>
                    <a:pt x="2940028" y="1005512"/>
                  </a:lnTo>
                  <a:lnTo>
                    <a:pt x="2940688" y="1002259"/>
                  </a:lnTo>
                  <a:lnTo>
                    <a:pt x="2941349" y="1015556"/>
                  </a:lnTo>
                  <a:lnTo>
                    <a:pt x="2942010" y="1001915"/>
                  </a:lnTo>
                  <a:lnTo>
                    <a:pt x="2942670" y="1005069"/>
                  </a:lnTo>
                  <a:lnTo>
                    <a:pt x="2943331" y="1012672"/>
                  </a:lnTo>
                  <a:lnTo>
                    <a:pt x="2943991" y="1029252"/>
                  </a:lnTo>
                  <a:lnTo>
                    <a:pt x="2944652" y="1014449"/>
                  </a:lnTo>
                  <a:lnTo>
                    <a:pt x="2945312" y="992446"/>
                  </a:lnTo>
                  <a:lnTo>
                    <a:pt x="2945973" y="986978"/>
                  </a:lnTo>
                  <a:lnTo>
                    <a:pt x="2946633" y="1004750"/>
                  </a:lnTo>
                  <a:lnTo>
                    <a:pt x="2947294" y="999516"/>
                  </a:lnTo>
                  <a:lnTo>
                    <a:pt x="2947954" y="1005594"/>
                  </a:lnTo>
                  <a:lnTo>
                    <a:pt x="2948615" y="1013264"/>
                  </a:lnTo>
                  <a:lnTo>
                    <a:pt x="2949275" y="998330"/>
                  </a:lnTo>
                  <a:lnTo>
                    <a:pt x="2949936" y="996461"/>
                  </a:lnTo>
                  <a:lnTo>
                    <a:pt x="2950596" y="992030"/>
                  </a:lnTo>
                  <a:lnTo>
                    <a:pt x="2951257" y="1001254"/>
                  </a:lnTo>
                  <a:lnTo>
                    <a:pt x="2951917" y="991611"/>
                  </a:lnTo>
                  <a:lnTo>
                    <a:pt x="2952578" y="989458"/>
                  </a:lnTo>
                  <a:lnTo>
                    <a:pt x="2953239" y="1015425"/>
                  </a:lnTo>
                  <a:lnTo>
                    <a:pt x="2953899" y="1000885"/>
                  </a:lnTo>
                  <a:lnTo>
                    <a:pt x="2954560" y="1000885"/>
                  </a:lnTo>
                  <a:lnTo>
                    <a:pt x="2955220" y="1000885"/>
                  </a:lnTo>
                  <a:lnTo>
                    <a:pt x="2955881" y="1003047"/>
                  </a:lnTo>
                  <a:lnTo>
                    <a:pt x="2956541" y="973602"/>
                  </a:lnTo>
                  <a:lnTo>
                    <a:pt x="2957202" y="984612"/>
                  </a:lnTo>
                  <a:lnTo>
                    <a:pt x="2957862" y="996109"/>
                  </a:lnTo>
                  <a:lnTo>
                    <a:pt x="2958523" y="994279"/>
                  </a:lnTo>
                  <a:lnTo>
                    <a:pt x="2959183" y="997978"/>
                  </a:lnTo>
                  <a:lnTo>
                    <a:pt x="2959844" y="996257"/>
                  </a:lnTo>
                  <a:lnTo>
                    <a:pt x="2960504" y="983075"/>
                  </a:lnTo>
                  <a:lnTo>
                    <a:pt x="2961165" y="983075"/>
                  </a:lnTo>
                  <a:lnTo>
                    <a:pt x="2961825" y="994388"/>
                  </a:lnTo>
                  <a:lnTo>
                    <a:pt x="2962486" y="1019928"/>
                  </a:lnTo>
                  <a:lnTo>
                    <a:pt x="2963147" y="987866"/>
                  </a:lnTo>
                  <a:lnTo>
                    <a:pt x="2963807" y="971950"/>
                  </a:lnTo>
                  <a:lnTo>
                    <a:pt x="2964468" y="974413"/>
                  </a:lnTo>
                  <a:lnTo>
                    <a:pt x="2965128" y="997443"/>
                  </a:lnTo>
                  <a:lnTo>
                    <a:pt x="2965789" y="1000367"/>
                  </a:lnTo>
                  <a:lnTo>
                    <a:pt x="2966449" y="997443"/>
                  </a:lnTo>
                  <a:lnTo>
                    <a:pt x="2967110" y="990854"/>
                  </a:lnTo>
                  <a:lnTo>
                    <a:pt x="2967770" y="982813"/>
                  </a:lnTo>
                  <a:lnTo>
                    <a:pt x="2968431" y="1002415"/>
                  </a:lnTo>
                  <a:lnTo>
                    <a:pt x="2969091" y="1029343"/>
                  </a:lnTo>
                  <a:lnTo>
                    <a:pt x="2969752" y="1012114"/>
                  </a:lnTo>
                  <a:lnTo>
                    <a:pt x="2970412" y="1020687"/>
                  </a:lnTo>
                  <a:lnTo>
                    <a:pt x="2971073" y="998141"/>
                  </a:lnTo>
                  <a:lnTo>
                    <a:pt x="2971733" y="983551"/>
                  </a:lnTo>
                  <a:lnTo>
                    <a:pt x="2972394" y="997163"/>
                  </a:lnTo>
                  <a:lnTo>
                    <a:pt x="2973055" y="984921"/>
                  </a:lnTo>
                  <a:lnTo>
                    <a:pt x="2973715" y="1015577"/>
                  </a:lnTo>
                  <a:lnTo>
                    <a:pt x="2974376" y="1033144"/>
                  </a:lnTo>
                  <a:lnTo>
                    <a:pt x="2975036" y="1010404"/>
                  </a:lnTo>
                  <a:lnTo>
                    <a:pt x="2975697" y="988763"/>
                  </a:lnTo>
                  <a:lnTo>
                    <a:pt x="2976357" y="978487"/>
                  </a:lnTo>
                  <a:lnTo>
                    <a:pt x="2977018" y="979857"/>
                  </a:lnTo>
                  <a:lnTo>
                    <a:pt x="2977678" y="979857"/>
                  </a:lnTo>
                  <a:lnTo>
                    <a:pt x="2978339" y="983324"/>
                  </a:lnTo>
                  <a:lnTo>
                    <a:pt x="2978999" y="988496"/>
                  </a:lnTo>
                  <a:lnTo>
                    <a:pt x="2979660" y="979658"/>
                  </a:lnTo>
                  <a:lnTo>
                    <a:pt x="2980320" y="991460"/>
                  </a:lnTo>
                  <a:lnTo>
                    <a:pt x="2980981" y="1013502"/>
                  </a:lnTo>
                  <a:lnTo>
                    <a:pt x="2981641" y="985241"/>
                  </a:lnTo>
                  <a:lnTo>
                    <a:pt x="2982302" y="1024282"/>
                  </a:lnTo>
                  <a:lnTo>
                    <a:pt x="2982962" y="1023916"/>
                  </a:lnTo>
                  <a:lnTo>
                    <a:pt x="2983623" y="982002"/>
                  </a:lnTo>
                  <a:lnTo>
                    <a:pt x="2984284" y="975606"/>
                  </a:lnTo>
                  <a:lnTo>
                    <a:pt x="2984944" y="962900"/>
                  </a:lnTo>
                  <a:lnTo>
                    <a:pt x="2985605" y="964773"/>
                  </a:lnTo>
                  <a:lnTo>
                    <a:pt x="2986265" y="931694"/>
                  </a:lnTo>
                  <a:lnTo>
                    <a:pt x="2986926" y="939974"/>
                  </a:lnTo>
                  <a:lnTo>
                    <a:pt x="2987586" y="948923"/>
                  </a:lnTo>
                  <a:lnTo>
                    <a:pt x="2988247" y="843137"/>
                  </a:lnTo>
                  <a:lnTo>
                    <a:pt x="2988907" y="815661"/>
                  </a:lnTo>
                  <a:lnTo>
                    <a:pt x="2989568" y="814882"/>
                  </a:lnTo>
                  <a:lnTo>
                    <a:pt x="2990228" y="815661"/>
                  </a:lnTo>
                  <a:lnTo>
                    <a:pt x="2990889" y="861741"/>
                  </a:lnTo>
                  <a:lnTo>
                    <a:pt x="2991549" y="924826"/>
                  </a:lnTo>
                  <a:lnTo>
                    <a:pt x="2992210" y="944633"/>
                  </a:lnTo>
                  <a:lnTo>
                    <a:pt x="2992870" y="949103"/>
                  </a:lnTo>
                  <a:lnTo>
                    <a:pt x="2993531" y="934304"/>
                  </a:lnTo>
                  <a:lnTo>
                    <a:pt x="2994192" y="942699"/>
                  </a:lnTo>
                  <a:lnTo>
                    <a:pt x="2994852" y="929217"/>
                  </a:lnTo>
                  <a:lnTo>
                    <a:pt x="2995513" y="908570"/>
                  </a:lnTo>
                  <a:lnTo>
                    <a:pt x="2996173" y="914121"/>
                  </a:lnTo>
                  <a:lnTo>
                    <a:pt x="2996834" y="915407"/>
                  </a:lnTo>
                  <a:lnTo>
                    <a:pt x="2997494" y="924659"/>
                  </a:lnTo>
                  <a:lnTo>
                    <a:pt x="2998155" y="907270"/>
                  </a:lnTo>
                  <a:lnTo>
                    <a:pt x="2998815" y="901796"/>
                  </a:lnTo>
                  <a:lnTo>
                    <a:pt x="2999476" y="952287"/>
                  </a:lnTo>
                  <a:lnTo>
                    <a:pt x="3000136" y="1002267"/>
                  </a:lnTo>
                  <a:lnTo>
                    <a:pt x="3000797" y="978858"/>
                  </a:lnTo>
                  <a:lnTo>
                    <a:pt x="3001457" y="967567"/>
                  </a:lnTo>
                  <a:lnTo>
                    <a:pt x="3002118" y="949173"/>
                  </a:lnTo>
                  <a:lnTo>
                    <a:pt x="3002778" y="953955"/>
                  </a:lnTo>
                  <a:lnTo>
                    <a:pt x="3003439" y="952780"/>
                  </a:lnTo>
                  <a:lnTo>
                    <a:pt x="3004100" y="956172"/>
                  </a:lnTo>
                  <a:lnTo>
                    <a:pt x="3004760" y="961863"/>
                  </a:lnTo>
                  <a:lnTo>
                    <a:pt x="3005421" y="955334"/>
                  </a:lnTo>
                  <a:lnTo>
                    <a:pt x="3006081" y="1007214"/>
                  </a:lnTo>
                  <a:lnTo>
                    <a:pt x="3006742" y="991516"/>
                  </a:lnTo>
                  <a:lnTo>
                    <a:pt x="3007402" y="975197"/>
                  </a:lnTo>
                  <a:lnTo>
                    <a:pt x="3008063" y="955637"/>
                  </a:lnTo>
                  <a:lnTo>
                    <a:pt x="3008723" y="929489"/>
                  </a:lnTo>
                  <a:lnTo>
                    <a:pt x="3009384" y="929489"/>
                  </a:lnTo>
                  <a:lnTo>
                    <a:pt x="3010044" y="934898"/>
                  </a:lnTo>
                  <a:lnTo>
                    <a:pt x="3010705" y="899121"/>
                  </a:lnTo>
                  <a:lnTo>
                    <a:pt x="3011365" y="805288"/>
                  </a:lnTo>
                  <a:lnTo>
                    <a:pt x="3012026" y="790286"/>
                  </a:lnTo>
                  <a:lnTo>
                    <a:pt x="3012686" y="789229"/>
                  </a:lnTo>
                  <a:lnTo>
                    <a:pt x="3013347" y="787645"/>
                  </a:lnTo>
                  <a:lnTo>
                    <a:pt x="3014008" y="787645"/>
                  </a:lnTo>
                  <a:lnTo>
                    <a:pt x="3014668" y="787457"/>
                  </a:lnTo>
                  <a:lnTo>
                    <a:pt x="3015329" y="816658"/>
                  </a:lnTo>
                  <a:lnTo>
                    <a:pt x="3015989" y="872210"/>
                  </a:lnTo>
                  <a:lnTo>
                    <a:pt x="3016650" y="873621"/>
                  </a:lnTo>
                  <a:lnTo>
                    <a:pt x="3017310" y="887973"/>
                  </a:lnTo>
                  <a:lnTo>
                    <a:pt x="3017971" y="882881"/>
                  </a:lnTo>
                  <a:lnTo>
                    <a:pt x="3018631" y="913400"/>
                  </a:lnTo>
                  <a:lnTo>
                    <a:pt x="3019292" y="932959"/>
                  </a:lnTo>
                  <a:lnTo>
                    <a:pt x="3019952" y="932959"/>
                  </a:lnTo>
                  <a:lnTo>
                    <a:pt x="3020613" y="938052"/>
                  </a:lnTo>
                  <a:lnTo>
                    <a:pt x="3021273" y="937378"/>
                  </a:lnTo>
                  <a:lnTo>
                    <a:pt x="3021934" y="941479"/>
                  </a:lnTo>
                  <a:lnTo>
                    <a:pt x="3022594" y="962183"/>
                  </a:lnTo>
                  <a:lnTo>
                    <a:pt x="3023255" y="990640"/>
                  </a:lnTo>
                  <a:lnTo>
                    <a:pt x="3023915" y="993392"/>
                  </a:lnTo>
                  <a:lnTo>
                    <a:pt x="3024576" y="994973"/>
                  </a:lnTo>
                  <a:lnTo>
                    <a:pt x="3025237" y="994973"/>
                  </a:lnTo>
                  <a:lnTo>
                    <a:pt x="3025897" y="1000344"/>
                  </a:lnTo>
                  <a:lnTo>
                    <a:pt x="3026558" y="986904"/>
                  </a:lnTo>
                  <a:lnTo>
                    <a:pt x="3027218" y="978634"/>
                  </a:lnTo>
                  <a:lnTo>
                    <a:pt x="3027879" y="999104"/>
                  </a:lnTo>
                  <a:lnTo>
                    <a:pt x="3028539" y="998103"/>
                  </a:lnTo>
                  <a:lnTo>
                    <a:pt x="3029200" y="971912"/>
                  </a:lnTo>
                  <a:lnTo>
                    <a:pt x="3029860" y="971912"/>
                  </a:lnTo>
                  <a:lnTo>
                    <a:pt x="3030521" y="958856"/>
                  </a:lnTo>
                  <a:lnTo>
                    <a:pt x="3031181" y="943941"/>
                  </a:lnTo>
                  <a:lnTo>
                    <a:pt x="3031842" y="967739"/>
                  </a:lnTo>
                  <a:lnTo>
                    <a:pt x="3032502" y="989316"/>
                  </a:lnTo>
                  <a:lnTo>
                    <a:pt x="3033163" y="935650"/>
                  </a:lnTo>
                  <a:lnTo>
                    <a:pt x="3033823" y="903100"/>
                  </a:lnTo>
                  <a:lnTo>
                    <a:pt x="3034484" y="861803"/>
                  </a:lnTo>
                  <a:lnTo>
                    <a:pt x="3035145" y="891948"/>
                  </a:lnTo>
                  <a:lnTo>
                    <a:pt x="3035805" y="932860"/>
                  </a:lnTo>
                  <a:lnTo>
                    <a:pt x="3036466" y="921287"/>
                  </a:lnTo>
                  <a:lnTo>
                    <a:pt x="3037126" y="924282"/>
                  </a:lnTo>
                  <a:lnTo>
                    <a:pt x="3037787" y="994342"/>
                  </a:lnTo>
                  <a:lnTo>
                    <a:pt x="3038447" y="964951"/>
                  </a:lnTo>
                  <a:lnTo>
                    <a:pt x="3039108" y="959994"/>
                  </a:lnTo>
                  <a:lnTo>
                    <a:pt x="3039768" y="956152"/>
                  </a:lnTo>
                  <a:lnTo>
                    <a:pt x="3040429" y="960241"/>
                  </a:lnTo>
                  <a:lnTo>
                    <a:pt x="3041089" y="963802"/>
                  </a:lnTo>
                  <a:lnTo>
                    <a:pt x="3041750" y="955161"/>
                  </a:lnTo>
                  <a:lnTo>
                    <a:pt x="3042410" y="959994"/>
                  </a:lnTo>
                  <a:lnTo>
                    <a:pt x="3043071" y="994461"/>
                  </a:lnTo>
                  <a:lnTo>
                    <a:pt x="3043731" y="971713"/>
                  </a:lnTo>
                  <a:lnTo>
                    <a:pt x="3044392" y="978986"/>
                  </a:lnTo>
                  <a:lnTo>
                    <a:pt x="3045053" y="985891"/>
                  </a:lnTo>
                  <a:lnTo>
                    <a:pt x="3045713" y="977521"/>
                  </a:lnTo>
                  <a:lnTo>
                    <a:pt x="3046374" y="977387"/>
                  </a:lnTo>
                  <a:lnTo>
                    <a:pt x="3047034" y="978986"/>
                  </a:lnTo>
                  <a:lnTo>
                    <a:pt x="3047695" y="964951"/>
                  </a:lnTo>
                  <a:lnTo>
                    <a:pt x="3048355" y="955737"/>
                  </a:lnTo>
                  <a:lnTo>
                    <a:pt x="3049016" y="977387"/>
                  </a:lnTo>
                  <a:lnTo>
                    <a:pt x="3049676" y="998804"/>
                  </a:lnTo>
                  <a:lnTo>
                    <a:pt x="3050337" y="988594"/>
                  </a:lnTo>
                  <a:lnTo>
                    <a:pt x="3050997" y="968735"/>
                  </a:lnTo>
                  <a:lnTo>
                    <a:pt x="3051658" y="953607"/>
                  </a:lnTo>
                  <a:lnTo>
                    <a:pt x="3052318" y="943941"/>
                  </a:lnTo>
                  <a:lnTo>
                    <a:pt x="3052979" y="943941"/>
                  </a:lnTo>
                  <a:lnTo>
                    <a:pt x="3053639" y="965774"/>
                  </a:lnTo>
                  <a:lnTo>
                    <a:pt x="3054300" y="990438"/>
                  </a:lnTo>
                  <a:lnTo>
                    <a:pt x="3054960" y="996531"/>
                  </a:lnTo>
                  <a:lnTo>
                    <a:pt x="3055621" y="980477"/>
                  </a:lnTo>
                  <a:lnTo>
                    <a:pt x="3056282" y="966515"/>
                  </a:lnTo>
                  <a:lnTo>
                    <a:pt x="3056942" y="971556"/>
                  </a:lnTo>
                  <a:lnTo>
                    <a:pt x="3057603" y="971420"/>
                  </a:lnTo>
                  <a:lnTo>
                    <a:pt x="3058263" y="984442"/>
                  </a:lnTo>
                  <a:lnTo>
                    <a:pt x="3058924" y="997000"/>
                  </a:lnTo>
                  <a:lnTo>
                    <a:pt x="3059584" y="997526"/>
                  </a:lnTo>
                  <a:lnTo>
                    <a:pt x="3060245" y="999485"/>
                  </a:lnTo>
                  <a:lnTo>
                    <a:pt x="3060905" y="994991"/>
                  </a:lnTo>
                  <a:lnTo>
                    <a:pt x="3061566" y="1018680"/>
                  </a:lnTo>
                  <a:lnTo>
                    <a:pt x="3062226" y="1004805"/>
                  </a:lnTo>
                  <a:lnTo>
                    <a:pt x="3062887" y="1011693"/>
                  </a:lnTo>
                  <a:lnTo>
                    <a:pt x="3063547" y="999633"/>
                  </a:lnTo>
                  <a:lnTo>
                    <a:pt x="3064208" y="1020314"/>
                  </a:lnTo>
                  <a:lnTo>
                    <a:pt x="3064868" y="1030717"/>
                  </a:lnTo>
                  <a:lnTo>
                    <a:pt x="3065529" y="1021795"/>
                  </a:lnTo>
                  <a:lnTo>
                    <a:pt x="3066190" y="1022398"/>
                  </a:lnTo>
                  <a:lnTo>
                    <a:pt x="3066850" y="1020599"/>
                  </a:lnTo>
                  <a:lnTo>
                    <a:pt x="3067511" y="1007851"/>
                  </a:lnTo>
                  <a:lnTo>
                    <a:pt x="3068171" y="955698"/>
                  </a:lnTo>
                  <a:lnTo>
                    <a:pt x="3068832" y="970647"/>
                  </a:lnTo>
                  <a:lnTo>
                    <a:pt x="3069492" y="1001942"/>
                  </a:lnTo>
                  <a:lnTo>
                    <a:pt x="3070153" y="970783"/>
                  </a:lnTo>
                  <a:lnTo>
                    <a:pt x="3070813" y="964926"/>
                  </a:lnTo>
                  <a:lnTo>
                    <a:pt x="3071474" y="980877"/>
                  </a:lnTo>
                  <a:lnTo>
                    <a:pt x="3072134" y="1013927"/>
                  </a:lnTo>
                  <a:lnTo>
                    <a:pt x="3072795" y="1023522"/>
                  </a:lnTo>
                  <a:lnTo>
                    <a:pt x="3073455" y="1019960"/>
                  </a:lnTo>
                  <a:lnTo>
                    <a:pt x="3074116" y="1034322"/>
                  </a:lnTo>
                  <a:lnTo>
                    <a:pt x="3074776" y="1034707"/>
                  </a:lnTo>
                  <a:lnTo>
                    <a:pt x="3075437" y="1041056"/>
                  </a:lnTo>
                  <a:lnTo>
                    <a:pt x="3076098" y="1037360"/>
                  </a:lnTo>
                  <a:lnTo>
                    <a:pt x="3076758" y="1013826"/>
                  </a:lnTo>
                  <a:lnTo>
                    <a:pt x="3077419" y="1018790"/>
                  </a:lnTo>
                  <a:lnTo>
                    <a:pt x="3078079" y="1009806"/>
                  </a:lnTo>
                  <a:lnTo>
                    <a:pt x="3078740" y="990207"/>
                  </a:lnTo>
                  <a:lnTo>
                    <a:pt x="3079400" y="987661"/>
                  </a:lnTo>
                  <a:lnTo>
                    <a:pt x="3080061" y="1001210"/>
                  </a:lnTo>
                  <a:lnTo>
                    <a:pt x="3080721" y="1014810"/>
                  </a:lnTo>
                  <a:lnTo>
                    <a:pt x="3081382" y="1001489"/>
                  </a:lnTo>
                  <a:lnTo>
                    <a:pt x="3082042" y="992770"/>
                  </a:lnTo>
                  <a:lnTo>
                    <a:pt x="3082703" y="986768"/>
                  </a:lnTo>
                  <a:lnTo>
                    <a:pt x="3083363" y="1005416"/>
                  </a:lnTo>
                  <a:lnTo>
                    <a:pt x="3084024" y="1018905"/>
                  </a:lnTo>
                  <a:lnTo>
                    <a:pt x="3084684" y="1023027"/>
                  </a:lnTo>
                  <a:lnTo>
                    <a:pt x="3085345" y="1008344"/>
                  </a:lnTo>
                  <a:lnTo>
                    <a:pt x="3086006" y="1014155"/>
                  </a:lnTo>
                  <a:lnTo>
                    <a:pt x="3086666" y="1027664"/>
                  </a:lnTo>
                  <a:lnTo>
                    <a:pt x="3087327" y="985176"/>
                  </a:lnTo>
                  <a:lnTo>
                    <a:pt x="3087987" y="991492"/>
                  </a:lnTo>
                  <a:lnTo>
                    <a:pt x="3088648" y="1020638"/>
                  </a:lnTo>
                  <a:lnTo>
                    <a:pt x="3089308" y="1013588"/>
                  </a:lnTo>
                  <a:lnTo>
                    <a:pt x="3089969" y="1000380"/>
                  </a:lnTo>
                  <a:lnTo>
                    <a:pt x="3090629" y="951605"/>
                  </a:lnTo>
                  <a:lnTo>
                    <a:pt x="3091290" y="971551"/>
                  </a:lnTo>
                  <a:lnTo>
                    <a:pt x="3091950" y="1003069"/>
                  </a:lnTo>
                  <a:lnTo>
                    <a:pt x="3092611" y="1005745"/>
                  </a:lnTo>
                  <a:lnTo>
                    <a:pt x="3093271" y="1007590"/>
                  </a:lnTo>
                  <a:lnTo>
                    <a:pt x="3093932" y="965437"/>
                  </a:lnTo>
                  <a:lnTo>
                    <a:pt x="3094592" y="922494"/>
                  </a:lnTo>
                  <a:lnTo>
                    <a:pt x="3095253" y="923542"/>
                  </a:lnTo>
                  <a:lnTo>
                    <a:pt x="3095913" y="981720"/>
                  </a:lnTo>
                  <a:lnTo>
                    <a:pt x="3096574" y="994279"/>
                  </a:lnTo>
                  <a:lnTo>
                    <a:pt x="3097235" y="971575"/>
                  </a:lnTo>
                  <a:lnTo>
                    <a:pt x="3097895" y="977853"/>
                  </a:lnTo>
                  <a:lnTo>
                    <a:pt x="3098556" y="961380"/>
                  </a:lnTo>
                  <a:lnTo>
                    <a:pt x="3099216" y="957196"/>
                  </a:lnTo>
                  <a:lnTo>
                    <a:pt x="3099877" y="939717"/>
                  </a:lnTo>
                  <a:lnTo>
                    <a:pt x="3100537" y="946617"/>
                  </a:lnTo>
                  <a:lnTo>
                    <a:pt x="3101198" y="967877"/>
                  </a:lnTo>
                  <a:lnTo>
                    <a:pt x="3101858" y="947126"/>
                  </a:lnTo>
                  <a:lnTo>
                    <a:pt x="3102519" y="904086"/>
                  </a:lnTo>
                  <a:lnTo>
                    <a:pt x="3103179" y="903811"/>
                  </a:lnTo>
                  <a:lnTo>
                    <a:pt x="3103840" y="892596"/>
                  </a:lnTo>
                  <a:lnTo>
                    <a:pt x="3104500" y="860213"/>
                  </a:lnTo>
                  <a:lnTo>
                    <a:pt x="3105161" y="795764"/>
                  </a:lnTo>
                  <a:lnTo>
                    <a:pt x="3105821" y="774112"/>
                  </a:lnTo>
                  <a:lnTo>
                    <a:pt x="3106482" y="771643"/>
                  </a:lnTo>
                  <a:lnTo>
                    <a:pt x="3107143" y="771643"/>
                  </a:lnTo>
                  <a:lnTo>
                    <a:pt x="3107803" y="771643"/>
                  </a:lnTo>
                  <a:lnTo>
                    <a:pt x="3108464" y="769466"/>
                  </a:lnTo>
                  <a:lnTo>
                    <a:pt x="3109124" y="765177"/>
                  </a:lnTo>
                  <a:lnTo>
                    <a:pt x="3109785" y="824175"/>
                  </a:lnTo>
                  <a:lnTo>
                    <a:pt x="3110445" y="833792"/>
                  </a:lnTo>
                  <a:lnTo>
                    <a:pt x="3111106" y="850441"/>
                  </a:lnTo>
                  <a:lnTo>
                    <a:pt x="3111766" y="838885"/>
                  </a:lnTo>
                  <a:lnTo>
                    <a:pt x="3112427" y="838885"/>
                  </a:lnTo>
                  <a:lnTo>
                    <a:pt x="3113087" y="842978"/>
                  </a:lnTo>
                  <a:lnTo>
                    <a:pt x="3113748" y="838978"/>
                  </a:lnTo>
                  <a:lnTo>
                    <a:pt x="3114408" y="877988"/>
                  </a:lnTo>
                  <a:lnTo>
                    <a:pt x="3115069" y="897487"/>
                  </a:lnTo>
                  <a:lnTo>
                    <a:pt x="3115729" y="894250"/>
                  </a:lnTo>
                  <a:lnTo>
                    <a:pt x="3116390" y="892763"/>
                  </a:lnTo>
                  <a:lnTo>
                    <a:pt x="3117051" y="895346"/>
                  </a:lnTo>
                  <a:lnTo>
                    <a:pt x="3117711" y="900439"/>
                  </a:lnTo>
                  <a:lnTo>
                    <a:pt x="3118372" y="922794"/>
                  </a:lnTo>
                  <a:lnTo>
                    <a:pt x="3119032" y="934134"/>
                  </a:lnTo>
                  <a:lnTo>
                    <a:pt x="3119693" y="930907"/>
                  </a:lnTo>
                  <a:lnTo>
                    <a:pt x="3120353" y="924269"/>
                  </a:lnTo>
                  <a:lnTo>
                    <a:pt x="3121014" y="926755"/>
                  </a:lnTo>
                  <a:lnTo>
                    <a:pt x="3121674" y="946773"/>
                  </a:lnTo>
                  <a:lnTo>
                    <a:pt x="3122335" y="967755"/>
                  </a:lnTo>
                  <a:lnTo>
                    <a:pt x="3122995" y="953817"/>
                  </a:lnTo>
                  <a:lnTo>
                    <a:pt x="3123656" y="951398"/>
                  </a:lnTo>
                  <a:lnTo>
                    <a:pt x="3124316" y="985493"/>
                  </a:lnTo>
                  <a:lnTo>
                    <a:pt x="3124977" y="988592"/>
                  </a:lnTo>
                  <a:lnTo>
                    <a:pt x="3125637" y="984123"/>
                  </a:lnTo>
                  <a:lnTo>
                    <a:pt x="3126298" y="992926"/>
                  </a:lnTo>
                  <a:lnTo>
                    <a:pt x="3126958" y="997245"/>
                  </a:lnTo>
                  <a:lnTo>
                    <a:pt x="3127619" y="954939"/>
                  </a:lnTo>
                  <a:lnTo>
                    <a:pt x="3128280" y="935957"/>
                  </a:lnTo>
                  <a:lnTo>
                    <a:pt x="3128940" y="912020"/>
                  </a:lnTo>
                  <a:lnTo>
                    <a:pt x="3129601" y="912020"/>
                  </a:lnTo>
                  <a:lnTo>
                    <a:pt x="3130261" y="922848"/>
                  </a:lnTo>
                  <a:lnTo>
                    <a:pt x="3130922" y="951348"/>
                  </a:lnTo>
                  <a:lnTo>
                    <a:pt x="3131582" y="994774"/>
                  </a:lnTo>
                  <a:lnTo>
                    <a:pt x="3132243" y="986670"/>
                  </a:lnTo>
                  <a:lnTo>
                    <a:pt x="3132903" y="969290"/>
                  </a:lnTo>
                  <a:lnTo>
                    <a:pt x="3133564" y="965070"/>
                  </a:lnTo>
                  <a:lnTo>
                    <a:pt x="3134224" y="956245"/>
                  </a:lnTo>
                  <a:lnTo>
                    <a:pt x="3134885" y="946089"/>
                  </a:lnTo>
                  <a:lnTo>
                    <a:pt x="3135545" y="949280"/>
                  </a:lnTo>
                  <a:lnTo>
                    <a:pt x="3136206" y="963203"/>
                  </a:lnTo>
                  <a:lnTo>
                    <a:pt x="3136866" y="999873"/>
                  </a:lnTo>
                  <a:lnTo>
                    <a:pt x="3137527" y="1000472"/>
                  </a:lnTo>
                  <a:lnTo>
                    <a:pt x="3138188" y="995845"/>
                  </a:lnTo>
                  <a:lnTo>
                    <a:pt x="3138848" y="971198"/>
                  </a:lnTo>
                  <a:lnTo>
                    <a:pt x="3139509" y="967844"/>
                  </a:lnTo>
                  <a:lnTo>
                    <a:pt x="3140169" y="986006"/>
                  </a:lnTo>
                  <a:lnTo>
                    <a:pt x="3140830" y="988030"/>
                  </a:lnTo>
                  <a:lnTo>
                    <a:pt x="3141490" y="967110"/>
                  </a:lnTo>
                  <a:lnTo>
                    <a:pt x="3142151" y="970578"/>
                  </a:lnTo>
                  <a:lnTo>
                    <a:pt x="3142811" y="985041"/>
                  </a:lnTo>
                  <a:lnTo>
                    <a:pt x="3143472" y="977633"/>
                  </a:lnTo>
                  <a:lnTo>
                    <a:pt x="3144132" y="978287"/>
                  </a:lnTo>
                  <a:lnTo>
                    <a:pt x="3144793" y="995479"/>
                  </a:lnTo>
                  <a:lnTo>
                    <a:pt x="3145453" y="971923"/>
                  </a:lnTo>
                  <a:lnTo>
                    <a:pt x="3146114" y="963210"/>
                  </a:lnTo>
                  <a:lnTo>
                    <a:pt x="3146774" y="960988"/>
                  </a:lnTo>
                  <a:lnTo>
                    <a:pt x="3147435" y="956963"/>
                  </a:lnTo>
                  <a:lnTo>
                    <a:pt x="3148096" y="963808"/>
                  </a:lnTo>
                  <a:lnTo>
                    <a:pt x="3148756" y="951461"/>
                  </a:lnTo>
                  <a:lnTo>
                    <a:pt x="3149417" y="930861"/>
                  </a:lnTo>
                  <a:lnTo>
                    <a:pt x="3150077" y="949618"/>
                  </a:lnTo>
                  <a:lnTo>
                    <a:pt x="3150738" y="937811"/>
                  </a:lnTo>
                  <a:lnTo>
                    <a:pt x="3151398" y="937811"/>
                  </a:lnTo>
                  <a:lnTo>
                    <a:pt x="3152059" y="937811"/>
                  </a:lnTo>
                  <a:lnTo>
                    <a:pt x="3152719" y="937811"/>
                  </a:lnTo>
                  <a:lnTo>
                    <a:pt x="3153380" y="927919"/>
                  </a:lnTo>
                  <a:lnTo>
                    <a:pt x="3154040" y="913996"/>
                  </a:lnTo>
                  <a:lnTo>
                    <a:pt x="3154701" y="910195"/>
                  </a:lnTo>
                  <a:lnTo>
                    <a:pt x="3155361" y="922819"/>
                  </a:lnTo>
                  <a:lnTo>
                    <a:pt x="3156022" y="947879"/>
                  </a:lnTo>
                  <a:lnTo>
                    <a:pt x="3156682" y="940640"/>
                  </a:lnTo>
                  <a:lnTo>
                    <a:pt x="3157343" y="953018"/>
                  </a:lnTo>
                  <a:lnTo>
                    <a:pt x="3158004" y="965643"/>
                  </a:lnTo>
                  <a:lnTo>
                    <a:pt x="3158664" y="947329"/>
                  </a:lnTo>
                  <a:lnTo>
                    <a:pt x="3159325" y="951292"/>
                  </a:lnTo>
                  <a:lnTo>
                    <a:pt x="3159985" y="944328"/>
                  </a:lnTo>
                  <a:lnTo>
                    <a:pt x="3160646" y="938031"/>
                  </a:lnTo>
                  <a:lnTo>
                    <a:pt x="3161306" y="937619"/>
                  </a:lnTo>
                  <a:lnTo>
                    <a:pt x="3161967" y="924697"/>
                  </a:lnTo>
                  <a:lnTo>
                    <a:pt x="3162627" y="924697"/>
                  </a:lnTo>
                  <a:lnTo>
                    <a:pt x="3163288" y="924697"/>
                  </a:lnTo>
                  <a:lnTo>
                    <a:pt x="3163948" y="939694"/>
                  </a:lnTo>
                  <a:lnTo>
                    <a:pt x="3164609" y="934850"/>
                  </a:lnTo>
                  <a:lnTo>
                    <a:pt x="3165269" y="933693"/>
                  </a:lnTo>
                  <a:lnTo>
                    <a:pt x="3165930" y="937195"/>
                  </a:lnTo>
                  <a:lnTo>
                    <a:pt x="3166590" y="978557"/>
                  </a:lnTo>
                  <a:lnTo>
                    <a:pt x="3167251" y="967291"/>
                  </a:lnTo>
                  <a:lnTo>
                    <a:pt x="3167911" y="944770"/>
                  </a:lnTo>
                  <a:lnTo>
                    <a:pt x="3168572" y="944770"/>
                  </a:lnTo>
                  <a:lnTo>
                    <a:pt x="3169233" y="951187"/>
                  </a:lnTo>
                  <a:lnTo>
                    <a:pt x="3169893" y="949142"/>
                  </a:lnTo>
                  <a:lnTo>
                    <a:pt x="3170554" y="941933"/>
                  </a:lnTo>
                  <a:lnTo>
                    <a:pt x="3171214" y="951938"/>
                  </a:lnTo>
                  <a:lnTo>
                    <a:pt x="3171875" y="984811"/>
                  </a:lnTo>
                  <a:lnTo>
                    <a:pt x="3172535" y="967179"/>
                  </a:lnTo>
                  <a:lnTo>
                    <a:pt x="3173196" y="933800"/>
                  </a:lnTo>
                  <a:lnTo>
                    <a:pt x="3173856" y="948952"/>
                  </a:lnTo>
                  <a:lnTo>
                    <a:pt x="3174517" y="948952"/>
                  </a:lnTo>
                  <a:lnTo>
                    <a:pt x="3175177" y="967610"/>
                  </a:lnTo>
                  <a:lnTo>
                    <a:pt x="3175838" y="975867"/>
                  </a:lnTo>
                  <a:lnTo>
                    <a:pt x="3176498" y="986309"/>
                  </a:lnTo>
                  <a:lnTo>
                    <a:pt x="3177159" y="987310"/>
                  </a:lnTo>
                  <a:lnTo>
                    <a:pt x="3177819" y="990670"/>
                  </a:lnTo>
                  <a:lnTo>
                    <a:pt x="3178480" y="974437"/>
                  </a:lnTo>
                  <a:lnTo>
                    <a:pt x="3179141" y="963288"/>
                  </a:lnTo>
                  <a:lnTo>
                    <a:pt x="3179801" y="995491"/>
                  </a:lnTo>
                  <a:lnTo>
                    <a:pt x="3180462" y="1016437"/>
                  </a:lnTo>
                  <a:lnTo>
                    <a:pt x="3181122" y="992384"/>
                  </a:lnTo>
                  <a:lnTo>
                    <a:pt x="3181783" y="1001404"/>
                  </a:lnTo>
                  <a:lnTo>
                    <a:pt x="3182443" y="1000560"/>
                  </a:lnTo>
                  <a:lnTo>
                    <a:pt x="3183104" y="998283"/>
                  </a:lnTo>
                  <a:lnTo>
                    <a:pt x="3183764" y="1005780"/>
                  </a:lnTo>
                  <a:lnTo>
                    <a:pt x="3184425" y="1011735"/>
                  </a:lnTo>
                  <a:lnTo>
                    <a:pt x="3185085" y="1027202"/>
                  </a:lnTo>
                  <a:lnTo>
                    <a:pt x="3185746" y="1005278"/>
                  </a:lnTo>
                  <a:lnTo>
                    <a:pt x="3186406" y="993781"/>
                  </a:lnTo>
                  <a:lnTo>
                    <a:pt x="3187067" y="999733"/>
                  </a:lnTo>
                  <a:lnTo>
                    <a:pt x="3187727" y="1018863"/>
                  </a:lnTo>
                  <a:lnTo>
                    <a:pt x="3188388" y="1000482"/>
                  </a:lnTo>
                  <a:lnTo>
                    <a:pt x="3189049" y="997943"/>
                  </a:lnTo>
                  <a:lnTo>
                    <a:pt x="3189709" y="1003115"/>
                  </a:lnTo>
                  <a:lnTo>
                    <a:pt x="3190370" y="999884"/>
                  </a:lnTo>
                  <a:lnTo>
                    <a:pt x="3191030" y="994498"/>
                  </a:lnTo>
                  <a:lnTo>
                    <a:pt x="3191691" y="997548"/>
                  </a:lnTo>
                  <a:lnTo>
                    <a:pt x="3192351" y="1002073"/>
                  </a:lnTo>
                  <a:lnTo>
                    <a:pt x="3193012" y="981613"/>
                  </a:lnTo>
                  <a:lnTo>
                    <a:pt x="3193672" y="966940"/>
                  </a:lnTo>
                  <a:lnTo>
                    <a:pt x="3194333" y="959663"/>
                  </a:lnTo>
                  <a:lnTo>
                    <a:pt x="3194993" y="955407"/>
                  </a:lnTo>
                  <a:lnTo>
                    <a:pt x="3195654" y="952572"/>
                  </a:lnTo>
                  <a:lnTo>
                    <a:pt x="3196314" y="950451"/>
                  </a:lnTo>
                  <a:lnTo>
                    <a:pt x="3196975" y="950702"/>
                  </a:lnTo>
                  <a:lnTo>
                    <a:pt x="3197635" y="881151"/>
                  </a:lnTo>
                  <a:lnTo>
                    <a:pt x="3198296" y="881151"/>
                  </a:lnTo>
                  <a:lnTo>
                    <a:pt x="3198956" y="871259"/>
                  </a:lnTo>
                  <a:lnTo>
                    <a:pt x="3199617" y="910184"/>
                  </a:lnTo>
                  <a:lnTo>
                    <a:pt x="3200278" y="915277"/>
                  </a:lnTo>
                  <a:lnTo>
                    <a:pt x="3200938" y="896261"/>
                  </a:lnTo>
                  <a:lnTo>
                    <a:pt x="3201599" y="889739"/>
                  </a:lnTo>
                  <a:lnTo>
                    <a:pt x="3202259" y="884646"/>
                  </a:lnTo>
                  <a:lnTo>
                    <a:pt x="3202920" y="855613"/>
                  </a:lnTo>
                  <a:lnTo>
                    <a:pt x="3203580" y="897043"/>
                  </a:lnTo>
                  <a:lnTo>
                    <a:pt x="3204241" y="864576"/>
                  </a:lnTo>
                  <a:lnTo>
                    <a:pt x="3204901" y="869571"/>
                  </a:lnTo>
                  <a:lnTo>
                    <a:pt x="3205562" y="863584"/>
                  </a:lnTo>
                  <a:lnTo>
                    <a:pt x="3206222" y="959474"/>
                  </a:lnTo>
                  <a:lnTo>
                    <a:pt x="3206883" y="964162"/>
                  </a:lnTo>
                  <a:lnTo>
                    <a:pt x="3207543" y="966713"/>
                  </a:lnTo>
                  <a:lnTo>
                    <a:pt x="3208204" y="982799"/>
                  </a:lnTo>
                  <a:lnTo>
                    <a:pt x="3208864" y="987309"/>
                  </a:lnTo>
                  <a:lnTo>
                    <a:pt x="3209525" y="980529"/>
                  </a:lnTo>
                  <a:lnTo>
                    <a:pt x="3210186" y="1000643"/>
                  </a:lnTo>
                  <a:lnTo>
                    <a:pt x="3210846" y="1034455"/>
                  </a:lnTo>
                  <a:lnTo>
                    <a:pt x="3211507" y="1023078"/>
                  </a:lnTo>
                  <a:lnTo>
                    <a:pt x="3212167" y="1002075"/>
                  </a:lnTo>
                  <a:lnTo>
                    <a:pt x="3212828" y="991029"/>
                  </a:lnTo>
                  <a:lnTo>
                    <a:pt x="3213488" y="991029"/>
                  </a:lnTo>
                  <a:lnTo>
                    <a:pt x="3214149" y="992269"/>
                  </a:lnTo>
                  <a:lnTo>
                    <a:pt x="3214809" y="1010508"/>
                  </a:lnTo>
                  <a:lnTo>
                    <a:pt x="3215470" y="1026304"/>
                  </a:lnTo>
                  <a:lnTo>
                    <a:pt x="3216130" y="1001113"/>
                  </a:lnTo>
                  <a:lnTo>
                    <a:pt x="3216791" y="977405"/>
                  </a:lnTo>
                  <a:lnTo>
                    <a:pt x="3217451" y="966680"/>
                  </a:lnTo>
                  <a:lnTo>
                    <a:pt x="3218112" y="966334"/>
                  </a:lnTo>
                  <a:lnTo>
                    <a:pt x="3218772" y="960941"/>
                  </a:lnTo>
                  <a:lnTo>
                    <a:pt x="3219433" y="965225"/>
                  </a:lnTo>
                  <a:lnTo>
                    <a:pt x="3220094" y="948262"/>
                  </a:lnTo>
                  <a:lnTo>
                    <a:pt x="3220754" y="948521"/>
                  </a:lnTo>
                  <a:lnTo>
                    <a:pt x="3221415" y="984980"/>
                  </a:lnTo>
                  <a:lnTo>
                    <a:pt x="3222075" y="1001113"/>
                  </a:lnTo>
                  <a:lnTo>
                    <a:pt x="3222736" y="992189"/>
                  </a:lnTo>
                  <a:lnTo>
                    <a:pt x="3223396" y="969414"/>
                  </a:lnTo>
                  <a:lnTo>
                    <a:pt x="3224057" y="968004"/>
                  </a:lnTo>
                  <a:lnTo>
                    <a:pt x="3224717" y="991090"/>
                  </a:lnTo>
                  <a:lnTo>
                    <a:pt x="3225378" y="992331"/>
                  </a:lnTo>
                  <a:lnTo>
                    <a:pt x="3226038" y="954172"/>
                  </a:lnTo>
                  <a:lnTo>
                    <a:pt x="3226699" y="934149"/>
                  </a:lnTo>
                  <a:lnTo>
                    <a:pt x="3227359" y="968225"/>
                  </a:lnTo>
                  <a:lnTo>
                    <a:pt x="3228020" y="979580"/>
                  </a:lnTo>
                  <a:lnTo>
                    <a:pt x="3228680" y="942719"/>
                  </a:lnTo>
                  <a:lnTo>
                    <a:pt x="3229341" y="906389"/>
                  </a:lnTo>
                  <a:lnTo>
                    <a:pt x="3230002" y="906389"/>
                  </a:lnTo>
                  <a:lnTo>
                    <a:pt x="3230662" y="847116"/>
                  </a:lnTo>
                  <a:lnTo>
                    <a:pt x="3231323" y="847116"/>
                  </a:lnTo>
                  <a:lnTo>
                    <a:pt x="3231983" y="847303"/>
                  </a:lnTo>
                  <a:lnTo>
                    <a:pt x="3232644" y="847303"/>
                  </a:lnTo>
                  <a:lnTo>
                    <a:pt x="3233304" y="843502"/>
                  </a:lnTo>
                  <a:lnTo>
                    <a:pt x="3233965" y="847767"/>
                  </a:lnTo>
                  <a:lnTo>
                    <a:pt x="3234625" y="872808"/>
                  </a:lnTo>
                  <a:lnTo>
                    <a:pt x="3235286" y="879433"/>
                  </a:lnTo>
                  <a:lnTo>
                    <a:pt x="3235946" y="889137"/>
                  </a:lnTo>
                  <a:lnTo>
                    <a:pt x="3236607" y="908153"/>
                  </a:lnTo>
                  <a:lnTo>
                    <a:pt x="3237267" y="949056"/>
                  </a:lnTo>
                  <a:lnTo>
                    <a:pt x="3237928" y="889137"/>
                  </a:lnTo>
                  <a:lnTo>
                    <a:pt x="3238588" y="864065"/>
                  </a:lnTo>
                  <a:lnTo>
                    <a:pt x="3239249" y="889137"/>
                  </a:lnTo>
                  <a:lnTo>
                    <a:pt x="3239909" y="971096"/>
                  </a:lnTo>
                  <a:lnTo>
                    <a:pt x="3240570" y="953449"/>
                  </a:lnTo>
                  <a:lnTo>
                    <a:pt x="3241231" y="943766"/>
                  </a:lnTo>
                  <a:lnTo>
                    <a:pt x="3241891" y="975912"/>
                  </a:lnTo>
                  <a:lnTo>
                    <a:pt x="3242552" y="1000079"/>
                  </a:lnTo>
                  <a:lnTo>
                    <a:pt x="3243212" y="988230"/>
                  </a:lnTo>
                  <a:lnTo>
                    <a:pt x="3243873" y="1000304"/>
                  </a:lnTo>
                  <a:lnTo>
                    <a:pt x="3244533" y="999674"/>
                  </a:lnTo>
                  <a:lnTo>
                    <a:pt x="3245194" y="1002152"/>
                  </a:lnTo>
                  <a:lnTo>
                    <a:pt x="3245854" y="989275"/>
                  </a:lnTo>
                  <a:lnTo>
                    <a:pt x="3246515" y="1002751"/>
                  </a:lnTo>
                  <a:lnTo>
                    <a:pt x="3247175" y="1026870"/>
                  </a:lnTo>
                  <a:lnTo>
                    <a:pt x="3247836" y="1013902"/>
                  </a:lnTo>
                  <a:lnTo>
                    <a:pt x="3248496" y="1011218"/>
                  </a:lnTo>
                  <a:lnTo>
                    <a:pt x="3249157" y="1002647"/>
                  </a:lnTo>
                  <a:lnTo>
                    <a:pt x="3249817" y="995649"/>
                  </a:lnTo>
                  <a:lnTo>
                    <a:pt x="3250478" y="990639"/>
                  </a:lnTo>
                  <a:lnTo>
                    <a:pt x="3251139" y="981526"/>
                  </a:lnTo>
                  <a:lnTo>
                    <a:pt x="3251799" y="984678"/>
                  </a:lnTo>
                  <a:lnTo>
                    <a:pt x="3252460" y="961222"/>
                  </a:lnTo>
                  <a:lnTo>
                    <a:pt x="3253120" y="959465"/>
                  </a:lnTo>
                  <a:lnTo>
                    <a:pt x="3253781" y="946175"/>
                  </a:lnTo>
                  <a:lnTo>
                    <a:pt x="3254441" y="929996"/>
                  </a:lnTo>
                  <a:lnTo>
                    <a:pt x="3255102" y="925933"/>
                  </a:lnTo>
                  <a:lnTo>
                    <a:pt x="3255762" y="920204"/>
                  </a:lnTo>
                  <a:lnTo>
                    <a:pt x="3256423" y="910500"/>
                  </a:lnTo>
                  <a:lnTo>
                    <a:pt x="3257083" y="934127"/>
                  </a:lnTo>
                  <a:lnTo>
                    <a:pt x="3257744" y="920204"/>
                  </a:lnTo>
                  <a:lnTo>
                    <a:pt x="3258404" y="934127"/>
                  </a:lnTo>
                  <a:lnTo>
                    <a:pt x="3259065" y="934127"/>
                  </a:lnTo>
                  <a:lnTo>
                    <a:pt x="3259725" y="934519"/>
                  </a:lnTo>
                  <a:lnTo>
                    <a:pt x="3260386" y="910704"/>
                  </a:lnTo>
                  <a:lnTo>
                    <a:pt x="3261047" y="934519"/>
                  </a:lnTo>
                  <a:lnTo>
                    <a:pt x="3261707" y="933529"/>
                  </a:lnTo>
                  <a:lnTo>
                    <a:pt x="3262368" y="939866"/>
                  </a:lnTo>
                  <a:lnTo>
                    <a:pt x="3263028" y="948419"/>
                  </a:lnTo>
                  <a:lnTo>
                    <a:pt x="3263689" y="999360"/>
                  </a:lnTo>
                  <a:lnTo>
                    <a:pt x="3264349" y="994795"/>
                  </a:lnTo>
                  <a:lnTo>
                    <a:pt x="3265010" y="992996"/>
                  </a:lnTo>
                  <a:lnTo>
                    <a:pt x="3265670" y="988108"/>
                  </a:lnTo>
                  <a:lnTo>
                    <a:pt x="3266331" y="970332"/>
                  </a:lnTo>
                  <a:lnTo>
                    <a:pt x="3266991" y="951560"/>
                  </a:lnTo>
                  <a:lnTo>
                    <a:pt x="3267652" y="951129"/>
                  </a:lnTo>
                  <a:lnTo>
                    <a:pt x="3268312" y="956383"/>
                  </a:lnTo>
                  <a:lnTo>
                    <a:pt x="3268973" y="948484"/>
                  </a:lnTo>
                  <a:lnTo>
                    <a:pt x="3269633" y="965842"/>
                  </a:lnTo>
                  <a:lnTo>
                    <a:pt x="3270294" y="961916"/>
                  </a:lnTo>
                  <a:lnTo>
                    <a:pt x="3270954" y="942029"/>
                  </a:lnTo>
                  <a:lnTo>
                    <a:pt x="3271615" y="940619"/>
                  </a:lnTo>
                  <a:lnTo>
                    <a:pt x="3272276" y="931477"/>
                  </a:lnTo>
                  <a:lnTo>
                    <a:pt x="3272936" y="939631"/>
                  </a:lnTo>
                  <a:lnTo>
                    <a:pt x="3273597" y="939111"/>
                  </a:lnTo>
                  <a:lnTo>
                    <a:pt x="3274257" y="928085"/>
                  </a:lnTo>
                  <a:lnTo>
                    <a:pt x="3274918" y="972382"/>
                  </a:lnTo>
                  <a:lnTo>
                    <a:pt x="3275578" y="994968"/>
                  </a:lnTo>
                  <a:lnTo>
                    <a:pt x="3276239" y="1010851"/>
                  </a:lnTo>
                  <a:lnTo>
                    <a:pt x="3276899" y="997173"/>
                  </a:lnTo>
                  <a:lnTo>
                    <a:pt x="3277560" y="979034"/>
                  </a:lnTo>
                  <a:lnTo>
                    <a:pt x="3278220" y="912993"/>
                  </a:lnTo>
                  <a:lnTo>
                    <a:pt x="3278881" y="890539"/>
                  </a:lnTo>
                  <a:lnTo>
                    <a:pt x="3279541" y="933506"/>
                  </a:lnTo>
                  <a:lnTo>
                    <a:pt x="3280202" y="972221"/>
                  </a:lnTo>
                  <a:lnTo>
                    <a:pt x="3280862" y="985127"/>
                  </a:lnTo>
                  <a:lnTo>
                    <a:pt x="3281523" y="990299"/>
                  </a:lnTo>
                  <a:lnTo>
                    <a:pt x="3282184" y="997466"/>
                  </a:lnTo>
                  <a:lnTo>
                    <a:pt x="3282844" y="997466"/>
                  </a:lnTo>
                  <a:lnTo>
                    <a:pt x="3283505" y="996662"/>
                  </a:lnTo>
                  <a:lnTo>
                    <a:pt x="3284165" y="1013564"/>
                  </a:lnTo>
                  <a:lnTo>
                    <a:pt x="3284826" y="1030510"/>
                  </a:lnTo>
                  <a:lnTo>
                    <a:pt x="3285486" y="1002380"/>
                  </a:lnTo>
                  <a:lnTo>
                    <a:pt x="3286147" y="994931"/>
                  </a:lnTo>
                  <a:lnTo>
                    <a:pt x="3286807" y="998679"/>
                  </a:lnTo>
                  <a:lnTo>
                    <a:pt x="3287468" y="1012734"/>
                  </a:lnTo>
                  <a:lnTo>
                    <a:pt x="3288128" y="1023667"/>
                  </a:lnTo>
                  <a:lnTo>
                    <a:pt x="3288789" y="1032588"/>
                  </a:lnTo>
                  <a:lnTo>
                    <a:pt x="3289449" y="1035956"/>
                  </a:lnTo>
                  <a:lnTo>
                    <a:pt x="3290110" y="1034839"/>
                  </a:lnTo>
                  <a:lnTo>
                    <a:pt x="3290770" y="1009162"/>
                  </a:lnTo>
                  <a:lnTo>
                    <a:pt x="3291431" y="998866"/>
                  </a:lnTo>
                  <a:lnTo>
                    <a:pt x="3292092" y="995233"/>
                  </a:lnTo>
                  <a:lnTo>
                    <a:pt x="3292752" y="962977"/>
                  </a:lnTo>
                  <a:lnTo>
                    <a:pt x="3293413" y="938096"/>
                  </a:lnTo>
                  <a:lnTo>
                    <a:pt x="3294073" y="960479"/>
                  </a:lnTo>
                  <a:lnTo>
                    <a:pt x="3294734" y="1022464"/>
                  </a:lnTo>
                  <a:lnTo>
                    <a:pt x="3295394" y="1010461"/>
                  </a:lnTo>
                  <a:lnTo>
                    <a:pt x="3296055" y="944885"/>
                  </a:lnTo>
                  <a:lnTo>
                    <a:pt x="3296715" y="924384"/>
                  </a:lnTo>
                  <a:lnTo>
                    <a:pt x="3297376" y="921685"/>
                  </a:lnTo>
                  <a:lnTo>
                    <a:pt x="3298036" y="909676"/>
                  </a:lnTo>
                  <a:lnTo>
                    <a:pt x="3298697" y="907068"/>
                  </a:lnTo>
                  <a:lnTo>
                    <a:pt x="3299357" y="943465"/>
                  </a:lnTo>
                  <a:lnTo>
                    <a:pt x="3300018" y="972423"/>
                  </a:lnTo>
                  <a:lnTo>
                    <a:pt x="3300678" y="977903"/>
                  </a:lnTo>
                  <a:lnTo>
                    <a:pt x="3301339" y="983076"/>
                  </a:lnTo>
                  <a:lnTo>
                    <a:pt x="3302000" y="948110"/>
                  </a:lnTo>
                  <a:lnTo>
                    <a:pt x="3302660" y="948110"/>
                  </a:lnTo>
                  <a:lnTo>
                    <a:pt x="3303321" y="952655"/>
                  </a:lnTo>
                  <a:lnTo>
                    <a:pt x="3303981" y="956618"/>
                  </a:lnTo>
                  <a:lnTo>
                    <a:pt x="3304642" y="966801"/>
                  </a:lnTo>
                  <a:lnTo>
                    <a:pt x="3305302" y="978798"/>
                  </a:lnTo>
                  <a:lnTo>
                    <a:pt x="3305963" y="984659"/>
                  </a:lnTo>
                  <a:lnTo>
                    <a:pt x="3306623" y="997302"/>
                  </a:lnTo>
                  <a:lnTo>
                    <a:pt x="3307284" y="987060"/>
                  </a:lnTo>
                  <a:lnTo>
                    <a:pt x="3307944" y="993750"/>
                  </a:lnTo>
                  <a:lnTo>
                    <a:pt x="3308605" y="1012528"/>
                  </a:lnTo>
                  <a:lnTo>
                    <a:pt x="3309265" y="1000824"/>
                  </a:lnTo>
                  <a:lnTo>
                    <a:pt x="3309926" y="976602"/>
                  </a:lnTo>
                  <a:lnTo>
                    <a:pt x="3310586" y="984099"/>
                  </a:lnTo>
                  <a:lnTo>
                    <a:pt x="3311247" y="1016510"/>
                  </a:lnTo>
                  <a:lnTo>
                    <a:pt x="3311907" y="1011286"/>
                  </a:lnTo>
                  <a:lnTo>
                    <a:pt x="3312568" y="987169"/>
                  </a:lnTo>
                  <a:lnTo>
                    <a:pt x="3313229" y="989741"/>
                  </a:lnTo>
                  <a:lnTo>
                    <a:pt x="3313889" y="1011286"/>
                  </a:lnTo>
                  <a:lnTo>
                    <a:pt x="3314550" y="1022315"/>
                  </a:lnTo>
                  <a:lnTo>
                    <a:pt x="3315210" y="1017496"/>
                  </a:lnTo>
                  <a:lnTo>
                    <a:pt x="3315871" y="1015666"/>
                  </a:lnTo>
                  <a:lnTo>
                    <a:pt x="3316531" y="996041"/>
                  </a:lnTo>
                  <a:lnTo>
                    <a:pt x="3317192" y="1001180"/>
                  </a:lnTo>
                  <a:lnTo>
                    <a:pt x="3317852" y="996227"/>
                  </a:lnTo>
                  <a:lnTo>
                    <a:pt x="3318513" y="992341"/>
                  </a:lnTo>
                  <a:lnTo>
                    <a:pt x="3319173" y="994172"/>
                  </a:lnTo>
                  <a:lnTo>
                    <a:pt x="3319834" y="992704"/>
                  </a:lnTo>
                  <a:lnTo>
                    <a:pt x="3320494" y="1000336"/>
                  </a:lnTo>
                  <a:lnTo>
                    <a:pt x="3321155" y="1010034"/>
                  </a:lnTo>
                  <a:lnTo>
                    <a:pt x="3321815" y="1026913"/>
                  </a:lnTo>
                  <a:lnTo>
                    <a:pt x="3322476" y="1016994"/>
                  </a:lnTo>
                  <a:lnTo>
                    <a:pt x="3323137" y="1019818"/>
                  </a:lnTo>
                  <a:lnTo>
                    <a:pt x="3323797" y="1018950"/>
                  </a:lnTo>
                  <a:lnTo>
                    <a:pt x="3324458" y="995804"/>
                  </a:lnTo>
                  <a:lnTo>
                    <a:pt x="3325118" y="993973"/>
                  </a:lnTo>
                  <a:lnTo>
                    <a:pt x="3325779" y="1019150"/>
                  </a:lnTo>
                  <a:lnTo>
                    <a:pt x="3326439" y="1016398"/>
                  </a:lnTo>
                  <a:lnTo>
                    <a:pt x="3327100" y="995804"/>
                  </a:lnTo>
                  <a:lnTo>
                    <a:pt x="3327760" y="1018540"/>
                  </a:lnTo>
                  <a:lnTo>
                    <a:pt x="3328421" y="1011666"/>
                  </a:lnTo>
                  <a:lnTo>
                    <a:pt x="3329081" y="990966"/>
                  </a:lnTo>
                  <a:lnTo>
                    <a:pt x="3329742" y="997673"/>
                  </a:lnTo>
                  <a:lnTo>
                    <a:pt x="3330402" y="985746"/>
                  </a:lnTo>
                  <a:lnTo>
                    <a:pt x="3331063" y="1008027"/>
                  </a:lnTo>
                  <a:lnTo>
                    <a:pt x="3331723" y="994441"/>
                  </a:lnTo>
                  <a:lnTo>
                    <a:pt x="3332384" y="977229"/>
                  </a:lnTo>
                  <a:lnTo>
                    <a:pt x="3333045" y="979830"/>
                  </a:lnTo>
                  <a:lnTo>
                    <a:pt x="3333705" y="977229"/>
                  </a:lnTo>
                  <a:lnTo>
                    <a:pt x="3334366" y="970163"/>
                  </a:lnTo>
                  <a:lnTo>
                    <a:pt x="3335026" y="979830"/>
                  </a:lnTo>
                  <a:lnTo>
                    <a:pt x="3335687" y="960873"/>
                  </a:lnTo>
                  <a:lnTo>
                    <a:pt x="3336347" y="931870"/>
                  </a:lnTo>
                  <a:lnTo>
                    <a:pt x="3337008" y="965187"/>
                  </a:lnTo>
                  <a:lnTo>
                    <a:pt x="3337668" y="965187"/>
                  </a:lnTo>
                  <a:lnTo>
                    <a:pt x="3338329" y="949886"/>
                  </a:lnTo>
                  <a:lnTo>
                    <a:pt x="3338989" y="926752"/>
                  </a:lnTo>
                  <a:lnTo>
                    <a:pt x="3339650" y="934680"/>
                  </a:lnTo>
                  <a:lnTo>
                    <a:pt x="3340310" y="959828"/>
                  </a:lnTo>
                  <a:lnTo>
                    <a:pt x="3340971" y="961731"/>
                  </a:lnTo>
                  <a:lnTo>
                    <a:pt x="3341631" y="949901"/>
                  </a:lnTo>
                  <a:lnTo>
                    <a:pt x="3342292" y="941068"/>
                  </a:lnTo>
                  <a:lnTo>
                    <a:pt x="3342952" y="924890"/>
                  </a:lnTo>
                  <a:lnTo>
                    <a:pt x="3343613" y="906406"/>
                  </a:lnTo>
                  <a:lnTo>
                    <a:pt x="3344274" y="902363"/>
                  </a:lnTo>
                  <a:lnTo>
                    <a:pt x="3344934" y="879879"/>
                  </a:lnTo>
                  <a:lnTo>
                    <a:pt x="3345595" y="861750"/>
                  </a:lnTo>
                  <a:lnTo>
                    <a:pt x="3346255" y="856554"/>
                  </a:lnTo>
                  <a:lnTo>
                    <a:pt x="3346916" y="845707"/>
                  </a:lnTo>
                  <a:lnTo>
                    <a:pt x="3347576" y="830038"/>
                  </a:lnTo>
                  <a:lnTo>
                    <a:pt x="3348237" y="815903"/>
                  </a:lnTo>
                  <a:lnTo>
                    <a:pt x="3348897" y="808765"/>
                  </a:lnTo>
                  <a:lnTo>
                    <a:pt x="3349558" y="772919"/>
                  </a:lnTo>
                  <a:lnTo>
                    <a:pt x="3350218" y="764549"/>
                  </a:lnTo>
                  <a:lnTo>
                    <a:pt x="3350879" y="746204"/>
                  </a:lnTo>
                  <a:lnTo>
                    <a:pt x="3351539" y="744842"/>
                  </a:lnTo>
                  <a:lnTo>
                    <a:pt x="3352200" y="737273"/>
                  </a:lnTo>
                  <a:lnTo>
                    <a:pt x="3352860" y="745248"/>
                  </a:lnTo>
                  <a:lnTo>
                    <a:pt x="3353521" y="767647"/>
                  </a:lnTo>
                  <a:lnTo>
                    <a:pt x="3354182" y="783555"/>
                  </a:lnTo>
                  <a:lnTo>
                    <a:pt x="3354842" y="816031"/>
                  </a:lnTo>
                  <a:lnTo>
                    <a:pt x="3355503" y="805499"/>
                  </a:lnTo>
                  <a:lnTo>
                    <a:pt x="3356163" y="829975"/>
                  </a:lnTo>
                  <a:lnTo>
                    <a:pt x="3356824" y="880613"/>
                  </a:lnTo>
                  <a:lnTo>
                    <a:pt x="3357484" y="896430"/>
                  </a:lnTo>
                  <a:lnTo>
                    <a:pt x="3358145" y="909229"/>
                  </a:lnTo>
                  <a:lnTo>
                    <a:pt x="3358805" y="963146"/>
                  </a:lnTo>
                  <a:lnTo>
                    <a:pt x="3359466" y="955148"/>
                  </a:lnTo>
                  <a:lnTo>
                    <a:pt x="3360126" y="949636"/>
                  </a:lnTo>
                  <a:lnTo>
                    <a:pt x="3360787" y="949636"/>
                  </a:lnTo>
                  <a:lnTo>
                    <a:pt x="3361447" y="950321"/>
                  </a:lnTo>
                  <a:lnTo>
                    <a:pt x="3362108" y="981287"/>
                  </a:lnTo>
                  <a:lnTo>
                    <a:pt x="3362768" y="954508"/>
                  </a:lnTo>
                  <a:lnTo>
                    <a:pt x="3363429" y="952071"/>
                  </a:lnTo>
                  <a:lnTo>
                    <a:pt x="3364090" y="940718"/>
                  </a:lnTo>
                  <a:lnTo>
                    <a:pt x="3364750" y="955410"/>
                  </a:lnTo>
                  <a:lnTo>
                    <a:pt x="3365411" y="963503"/>
                  </a:lnTo>
                  <a:lnTo>
                    <a:pt x="3366071" y="998372"/>
                  </a:lnTo>
                  <a:lnTo>
                    <a:pt x="3366732" y="998053"/>
                  </a:lnTo>
                  <a:lnTo>
                    <a:pt x="3367392" y="983445"/>
                  </a:lnTo>
                  <a:lnTo>
                    <a:pt x="3368053" y="966790"/>
                  </a:lnTo>
                  <a:lnTo>
                    <a:pt x="3368713" y="963828"/>
                  </a:lnTo>
                  <a:lnTo>
                    <a:pt x="3369374" y="966428"/>
                  </a:lnTo>
                  <a:lnTo>
                    <a:pt x="3370034" y="974707"/>
                  </a:lnTo>
                  <a:lnTo>
                    <a:pt x="3370695" y="995171"/>
                  </a:lnTo>
                  <a:lnTo>
                    <a:pt x="3371355" y="975484"/>
                  </a:lnTo>
                  <a:lnTo>
                    <a:pt x="3372016" y="967204"/>
                  </a:lnTo>
                  <a:lnTo>
                    <a:pt x="3372676" y="974873"/>
                  </a:lnTo>
                  <a:lnTo>
                    <a:pt x="3373337" y="949398"/>
                  </a:lnTo>
                  <a:lnTo>
                    <a:pt x="3373997" y="965347"/>
                  </a:lnTo>
                  <a:lnTo>
                    <a:pt x="3374658" y="987073"/>
                  </a:lnTo>
                  <a:lnTo>
                    <a:pt x="3375319" y="987073"/>
                  </a:lnTo>
                  <a:lnTo>
                    <a:pt x="3375979" y="1013553"/>
                  </a:lnTo>
                  <a:lnTo>
                    <a:pt x="3376640" y="984628"/>
                  </a:lnTo>
                  <a:lnTo>
                    <a:pt x="3377300" y="975863"/>
                  </a:lnTo>
                  <a:lnTo>
                    <a:pt x="3377961" y="968717"/>
                  </a:lnTo>
                  <a:lnTo>
                    <a:pt x="3378621" y="973290"/>
                  </a:lnTo>
                  <a:lnTo>
                    <a:pt x="3379282" y="973290"/>
                  </a:lnTo>
                  <a:lnTo>
                    <a:pt x="3379942" y="982342"/>
                  </a:lnTo>
                  <a:lnTo>
                    <a:pt x="3380603" y="986506"/>
                  </a:lnTo>
                  <a:lnTo>
                    <a:pt x="3381263" y="997456"/>
                  </a:lnTo>
                  <a:lnTo>
                    <a:pt x="3381924" y="1013890"/>
                  </a:lnTo>
                  <a:lnTo>
                    <a:pt x="3382584" y="1004087"/>
                  </a:lnTo>
                  <a:lnTo>
                    <a:pt x="3383245" y="996848"/>
                  </a:lnTo>
                  <a:lnTo>
                    <a:pt x="3383905" y="983975"/>
                  </a:lnTo>
                  <a:lnTo>
                    <a:pt x="3384566" y="980349"/>
                  </a:lnTo>
                  <a:lnTo>
                    <a:pt x="3385227" y="973346"/>
                  </a:lnTo>
                  <a:lnTo>
                    <a:pt x="3385887" y="979424"/>
                  </a:lnTo>
                  <a:lnTo>
                    <a:pt x="3386548" y="980902"/>
                  </a:lnTo>
                  <a:lnTo>
                    <a:pt x="3387208" y="975193"/>
                  </a:lnTo>
                  <a:lnTo>
                    <a:pt x="3387869" y="1007411"/>
                  </a:lnTo>
                  <a:lnTo>
                    <a:pt x="3388529" y="993489"/>
                  </a:lnTo>
                  <a:lnTo>
                    <a:pt x="3389190" y="984227"/>
                  </a:lnTo>
                  <a:lnTo>
                    <a:pt x="3389850" y="970099"/>
                  </a:lnTo>
                  <a:lnTo>
                    <a:pt x="3390511" y="957862"/>
                  </a:lnTo>
                  <a:lnTo>
                    <a:pt x="3391171" y="967136"/>
                  </a:lnTo>
                  <a:lnTo>
                    <a:pt x="3391832" y="964563"/>
                  </a:lnTo>
                  <a:lnTo>
                    <a:pt x="3392492" y="994333"/>
                  </a:lnTo>
                  <a:lnTo>
                    <a:pt x="3393153" y="1013725"/>
                  </a:lnTo>
                  <a:lnTo>
                    <a:pt x="3393813" y="973246"/>
                  </a:lnTo>
                  <a:lnTo>
                    <a:pt x="3394474" y="967791"/>
                  </a:lnTo>
                  <a:lnTo>
                    <a:pt x="3395135" y="965914"/>
                  </a:lnTo>
                  <a:lnTo>
                    <a:pt x="3395795" y="945774"/>
                  </a:lnTo>
                  <a:lnTo>
                    <a:pt x="3396456" y="956415"/>
                  </a:lnTo>
                  <a:lnTo>
                    <a:pt x="3397116" y="973684"/>
                  </a:lnTo>
                  <a:lnTo>
                    <a:pt x="3397777" y="974250"/>
                  </a:lnTo>
                  <a:lnTo>
                    <a:pt x="3398437" y="974294"/>
                  </a:lnTo>
                  <a:lnTo>
                    <a:pt x="3399098" y="1005996"/>
                  </a:lnTo>
                  <a:lnTo>
                    <a:pt x="3399758" y="987528"/>
                  </a:lnTo>
                  <a:lnTo>
                    <a:pt x="3400419" y="977829"/>
                  </a:lnTo>
                  <a:lnTo>
                    <a:pt x="3401079" y="969092"/>
                  </a:lnTo>
                  <a:lnTo>
                    <a:pt x="3401740" y="969092"/>
                  </a:lnTo>
                  <a:lnTo>
                    <a:pt x="3402400" y="967036"/>
                  </a:lnTo>
                  <a:lnTo>
                    <a:pt x="3403061" y="960515"/>
                  </a:lnTo>
                  <a:lnTo>
                    <a:pt x="3403721" y="955840"/>
                  </a:lnTo>
                  <a:lnTo>
                    <a:pt x="3404382" y="949930"/>
                  </a:lnTo>
                  <a:lnTo>
                    <a:pt x="3405043" y="951052"/>
                  </a:lnTo>
                  <a:lnTo>
                    <a:pt x="3405703" y="957144"/>
                  </a:lnTo>
                  <a:lnTo>
                    <a:pt x="3406364" y="988779"/>
                  </a:lnTo>
                  <a:lnTo>
                    <a:pt x="3407024" y="963450"/>
                  </a:lnTo>
                  <a:lnTo>
                    <a:pt x="3407685" y="949582"/>
                  </a:lnTo>
                  <a:lnTo>
                    <a:pt x="3408345" y="931324"/>
                  </a:lnTo>
                  <a:lnTo>
                    <a:pt x="3409006" y="923515"/>
                  </a:lnTo>
                  <a:lnTo>
                    <a:pt x="3409666" y="929701"/>
                  </a:lnTo>
                  <a:lnTo>
                    <a:pt x="3410327" y="927257"/>
                  </a:lnTo>
                  <a:lnTo>
                    <a:pt x="3410987" y="977756"/>
                  </a:lnTo>
                  <a:lnTo>
                    <a:pt x="3411648" y="970080"/>
                  </a:lnTo>
                  <a:lnTo>
                    <a:pt x="3412308" y="929239"/>
                  </a:lnTo>
                  <a:lnTo>
                    <a:pt x="3412969" y="920108"/>
                  </a:lnTo>
                  <a:lnTo>
                    <a:pt x="3413629" y="906733"/>
                  </a:lnTo>
                  <a:lnTo>
                    <a:pt x="3414290" y="921946"/>
                  </a:lnTo>
                  <a:lnTo>
                    <a:pt x="3414950" y="946795"/>
                  </a:lnTo>
                  <a:lnTo>
                    <a:pt x="3415611" y="938220"/>
                  </a:lnTo>
                  <a:lnTo>
                    <a:pt x="3416272" y="917120"/>
                  </a:lnTo>
                  <a:lnTo>
                    <a:pt x="3416932" y="890168"/>
                  </a:lnTo>
                  <a:lnTo>
                    <a:pt x="3417593" y="893010"/>
                  </a:lnTo>
                  <a:lnTo>
                    <a:pt x="3418253" y="892546"/>
                  </a:lnTo>
                  <a:lnTo>
                    <a:pt x="3418914" y="884930"/>
                  </a:lnTo>
                  <a:lnTo>
                    <a:pt x="3419574" y="881217"/>
                  </a:lnTo>
                  <a:lnTo>
                    <a:pt x="3420235" y="882216"/>
                  </a:lnTo>
                  <a:lnTo>
                    <a:pt x="3420895" y="879520"/>
                  </a:lnTo>
                  <a:lnTo>
                    <a:pt x="3421556" y="888601"/>
                  </a:lnTo>
                  <a:lnTo>
                    <a:pt x="3422216" y="834496"/>
                  </a:lnTo>
                  <a:lnTo>
                    <a:pt x="3422877" y="833934"/>
                  </a:lnTo>
                  <a:lnTo>
                    <a:pt x="3423537" y="829150"/>
                  </a:lnTo>
                  <a:lnTo>
                    <a:pt x="3424198" y="787788"/>
                  </a:lnTo>
                  <a:lnTo>
                    <a:pt x="3424858" y="779791"/>
                  </a:lnTo>
                  <a:lnTo>
                    <a:pt x="3425519" y="748017"/>
                  </a:lnTo>
                  <a:lnTo>
                    <a:pt x="3426180" y="726301"/>
                  </a:lnTo>
                  <a:lnTo>
                    <a:pt x="3426840" y="634209"/>
                  </a:lnTo>
                  <a:lnTo>
                    <a:pt x="3427501" y="632321"/>
                  </a:lnTo>
                  <a:lnTo>
                    <a:pt x="3428161" y="630990"/>
                  </a:lnTo>
                  <a:lnTo>
                    <a:pt x="3428822" y="603092"/>
                  </a:lnTo>
                  <a:lnTo>
                    <a:pt x="3429482" y="604195"/>
                  </a:lnTo>
                  <a:lnTo>
                    <a:pt x="3430143" y="599547"/>
                  </a:lnTo>
                  <a:lnTo>
                    <a:pt x="3430803" y="608026"/>
                  </a:lnTo>
                  <a:lnTo>
                    <a:pt x="3431464" y="662817"/>
                  </a:lnTo>
                  <a:lnTo>
                    <a:pt x="3432124" y="690829"/>
                  </a:lnTo>
                  <a:lnTo>
                    <a:pt x="3432785" y="691587"/>
                  </a:lnTo>
                  <a:lnTo>
                    <a:pt x="3433445" y="689037"/>
                  </a:lnTo>
                  <a:lnTo>
                    <a:pt x="3434106" y="700819"/>
                  </a:lnTo>
                  <a:lnTo>
                    <a:pt x="3434766" y="781644"/>
                  </a:lnTo>
                  <a:lnTo>
                    <a:pt x="3435427" y="778621"/>
                  </a:lnTo>
                  <a:lnTo>
                    <a:pt x="3436088" y="763540"/>
                  </a:lnTo>
                  <a:lnTo>
                    <a:pt x="3436748" y="743983"/>
                  </a:lnTo>
                  <a:lnTo>
                    <a:pt x="3437409" y="720879"/>
                  </a:lnTo>
                  <a:lnTo>
                    <a:pt x="3438069" y="717583"/>
                  </a:lnTo>
                  <a:lnTo>
                    <a:pt x="3438730" y="698438"/>
                  </a:lnTo>
                  <a:lnTo>
                    <a:pt x="3439390" y="692844"/>
                  </a:lnTo>
                  <a:lnTo>
                    <a:pt x="3440051" y="677390"/>
                  </a:lnTo>
                  <a:lnTo>
                    <a:pt x="3440711" y="686079"/>
                  </a:lnTo>
                  <a:lnTo>
                    <a:pt x="3441372" y="690727"/>
                  </a:lnTo>
                  <a:lnTo>
                    <a:pt x="3442032" y="690271"/>
                  </a:lnTo>
                  <a:lnTo>
                    <a:pt x="3442693" y="692913"/>
                  </a:lnTo>
                  <a:lnTo>
                    <a:pt x="3443353" y="712121"/>
                  </a:lnTo>
                  <a:lnTo>
                    <a:pt x="3444014" y="715861"/>
                  </a:lnTo>
                  <a:lnTo>
                    <a:pt x="3444674" y="745136"/>
                  </a:lnTo>
                  <a:lnTo>
                    <a:pt x="3445335" y="772613"/>
                  </a:lnTo>
                  <a:lnTo>
                    <a:pt x="3445995" y="844275"/>
                  </a:lnTo>
                  <a:lnTo>
                    <a:pt x="3446656" y="872919"/>
                  </a:lnTo>
                  <a:lnTo>
                    <a:pt x="3447317" y="820368"/>
                  </a:lnTo>
                  <a:lnTo>
                    <a:pt x="3447977" y="820292"/>
                  </a:lnTo>
                  <a:lnTo>
                    <a:pt x="3448638" y="792618"/>
                  </a:lnTo>
                  <a:lnTo>
                    <a:pt x="3449298" y="797715"/>
                  </a:lnTo>
                  <a:lnTo>
                    <a:pt x="3449959" y="811770"/>
                  </a:lnTo>
                  <a:lnTo>
                    <a:pt x="3450619" y="812185"/>
                  </a:lnTo>
                  <a:lnTo>
                    <a:pt x="3451280" y="820839"/>
                  </a:lnTo>
                  <a:lnTo>
                    <a:pt x="3451940" y="823208"/>
                  </a:lnTo>
                  <a:lnTo>
                    <a:pt x="3452601" y="831014"/>
                  </a:lnTo>
                  <a:lnTo>
                    <a:pt x="3453261" y="843342"/>
                  </a:lnTo>
                  <a:lnTo>
                    <a:pt x="3453922" y="832862"/>
                  </a:lnTo>
                  <a:lnTo>
                    <a:pt x="3454582" y="820025"/>
                  </a:lnTo>
                  <a:lnTo>
                    <a:pt x="3455243" y="834274"/>
                  </a:lnTo>
                  <a:lnTo>
                    <a:pt x="3455903" y="842109"/>
                  </a:lnTo>
                  <a:lnTo>
                    <a:pt x="3456564" y="855849"/>
                  </a:lnTo>
                  <a:lnTo>
                    <a:pt x="3457225" y="861197"/>
                  </a:lnTo>
                  <a:lnTo>
                    <a:pt x="3457885" y="851269"/>
                  </a:lnTo>
                  <a:lnTo>
                    <a:pt x="3458546" y="831014"/>
                  </a:lnTo>
                  <a:lnTo>
                    <a:pt x="3459206" y="819943"/>
                  </a:lnTo>
                  <a:lnTo>
                    <a:pt x="3459867" y="815106"/>
                  </a:lnTo>
                  <a:lnTo>
                    <a:pt x="3460527" y="807557"/>
                  </a:lnTo>
                  <a:lnTo>
                    <a:pt x="3461188" y="807543"/>
                  </a:lnTo>
                  <a:lnTo>
                    <a:pt x="3461848" y="773995"/>
                  </a:lnTo>
                  <a:lnTo>
                    <a:pt x="3462509" y="804353"/>
                  </a:lnTo>
                  <a:lnTo>
                    <a:pt x="3463169" y="800003"/>
                  </a:lnTo>
                  <a:lnTo>
                    <a:pt x="3463830" y="786545"/>
                  </a:lnTo>
                  <a:lnTo>
                    <a:pt x="3464490" y="786290"/>
                  </a:lnTo>
                  <a:lnTo>
                    <a:pt x="3465151" y="776009"/>
                  </a:lnTo>
                  <a:lnTo>
                    <a:pt x="3465811" y="746951"/>
                  </a:lnTo>
                  <a:lnTo>
                    <a:pt x="3466472" y="736984"/>
                  </a:lnTo>
                  <a:lnTo>
                    <a:pt x="3467133" y="695297"/>
                  </a:lnTo>
                  <a:lnTo>
                    <a:pt x="3467793" y="677419"/>
                  </a:lnTo>
                  <a:lnTo>
                    <a:pt x="3468454" y="676313"/>
                  </a:lnTo>
                  <a:lnTo>
                    <a:pt x="3469114" y="667324"/>
                  </a:lnTo>
                  <a:lnTo>
                    <a:pt x="3469775" y="667324"/>
                  </a:lnTo>
                  <a:lnTo>
                    <a:pt x="3470435" y="667324"/>
                  </a:lnTo>
                  <a:lnTo>
                    <a:pt x="3471096" y="667952"/>
                  </a:lnTo>
                  <a:lnTo>
                    <a:pt x="3471756" y="670423"/>
                  </a:lnTo>
                  <a:lnTo>
                    <a:pt x="3472417" y="702566"/>
                  </a:lnTo>
                  <a:lnTo>
                    <a:pt x="3473077" y="738185"/>
                  </a:lnTo>
                  <a:lnTo>
                    <a:pt x="3473738" y="735438"/>
                  </a:lnTo>
                  <a:lnTo>
                    <a:pt x="3474398" y="753583"/>
                  </a:lnTo>
                  <a:lnTo>
                    <a:pt x="3475059" y="785061"/>
                  </a:lnTo>
                  <a:lnTo>
                    <a:pt x="3475719" y="840414"/>
                  </a:lnTo>
                  <a:lnTo>
                    <a:pt x="3476380" y="876291"/>
                  </a:lnTo>
                  <a:lnTo>
                    <a:pt x="3477041" y="888848"/>
                  </a:lnTo>
                  <a:lnTo>
                    <a:pt x="3477701" y="882720"/>
                  </a:lnTo>
                  <a:lnTo>
                    <a:pt x="3478362" y="898477"/>
                  </a:lnTo>
                  <a:lnTo>
                    <a:pt x="3479022" y="873658"/>
                  </a:lnTo>
                  <a:lnTo>
                    <a:pt x="3479683" y="878660"/>
                  </a:lnTo>
                  <a:lnTo>
                    <a:pt x="3480343" y="866505"/>
                  </a:lnTo>
                  <a:lnTo>
                    <a:pt x="3481004" y="874538"/>
                  </a:lnTo>
                  <a:lnTo>
                    <a:pt x="3481664" y="896325"/>
                  </a:lnTo>
                  <a:lnTo>
                    <a:pt x="3482325" y="899081"/>
                  </a:lnTo>
                  <a:lnTo>
                    <a:pt x="3482985" y="875636"/>
                  </a:lnTo>
                  <a:lnTo>
                    <a:pt x="3483646" y="907714"/>
                  </a:lnTo>
                  <a:lnTo>
                    <a:pt x="3484306" y="910468"/>
                  </a:lnTo>
                  <a:lnTo>
                    <a:pt x="3484967" y="901071"/>
                  </a:lnTo>
                  <a:lnTo>
                    <a:pt x="3485627" y="897220"/>
                  </a:lnTo>
                  <a:lnTo>
                    <a:pt x="3486288" y="884027"/>
                  </a:lnTo>
                  <a:lnTo>
                    <a:pt x="3486948" y="862217"/>
                  </a:lnTo>
                  <a:lnTo>
                    <a:pt x="3487609" y="859094"/>
                  </a:lnTo>
                  <a:lnTo>
                    <a:pt x="3488270" y="863710"/>
                  </a:lnTo>
                  <a:lnTo>
                    <a:pt x="3488930" y="879013"/>
                  </a:lnTo>
                  <a:lnTo>
                    <a:pt x="3489591" y="878945"/>
                  </a:lnTo>
                  <a:lnTo>
                    <a:pt x="3490251" y="899177"/>
                  </a:lnTo>
                  <a:lnTo>
                    <a:pt x="3490912" y="920171"/>
                  </a:lnTo>
                  <a:lnTo>
                    <a:pt x="3491572" y="896779"/>
                  </a:lnTo>
                  <a:lnTo>
                    <a:pt x="3492233" y="875527"/>
                  </a:lnTo>
                  <a:lnTo>
                    <a:pt x="3492893" y="891655"/>
                  </a:lnTo>
                  <a:lnTo>
                    <a:pt x="3493554" y="874413"/>
                  </a:lnTo>
                  <a:lnTo>
                    <a:pt x="3494214" y="875214"/>
                  </a:lnTo>
                  <a:lnTo>
                    <a:pt x="3494875" y="886679"/>
                  </a:lnTo>
                  <a:lnTo>
                    <a:pt x="3495535" y="885872"/>
                  </a:lnTo>
                  <a:lnTo>
                    <a:pt x="3496196" y="895900"/>
                  </a:lnTo>
                  <a:lnTo>
                    <a:pt x="3496856" y="904663"/>
                  </a:lnTo>
                  <a:lnTo>
                    <a:pt x="3497517" y="896713"/>
                  </a:lnTo>
                  <a:lnTo>
                    <a:pt x="3498178" y="868231"/>
                  </a:lnTo>
                  <a:lnTo>
                    <a:pt x="3498838" y="846346"/>
                  </a:lnTo>
                  <a:lnTo>
                    <a:pt x="3499499" y="838263"/>
                  </a:lnTo>
                  <a:lnTo>
                    <a:pt x="3500159" y="848402"/>
                  </a:lnTo>
                  <a:lnTo>
                    <a:pt x="3500820" y="873190"/>
                  </a:lnTo>
                  <a:lnTo>
                    <a:pt x="3501480" y="848397"/>
                  </a:lnTo>
                  <a:lnTo>
                    <a:pt x="3502141" y="802191"/>
                  </a:lnTo>
                  <a:lnTo>
                    <a:pt x="3502801" y="780167"/>
                  </a:lnTo>
                  <a:lnTo>
                    <a:pt x="3503462" y="744902"/>
                  </a:lnTo>
                  <a:lnTo>
                    <a:pt x="3504122" y="739558"/>
                  </a:lnTo>
                  <a:lnTo>
                    <a:pt x="3504783" y="738228"/>
                  </a:lnTo>
                  <a:lnTo>
                    <a:pt x="3505443" y="746157"/>
                  </a:lnTo>
                  <a:lnTo>
                    <a:pt x="3506104" y="745977"/>
                  </a:lnTo>
                  <a:lnTo>
                    <a:pt x="3506764" y="753365"/>
                  </a:lnTo>
                  <a:lnTo>
                    <a:pt x="3507425" y="794511"/>
                  </a:lnTo>
                  <a:lnTo>
                    <a:pt x="3508086" y="808240"/>
                  </a:lnTo>
                  <a:lnTo>
                    <a:pt x="3508746" y="843389"/>
                  </a:lnTo>
                  <a:lnTo>
                    <a:pt x="3509407" y="897488"/>
                  </a:lnTo>
                  <a:lnTo>
                    <a:pt x="3510067" y="913642"/>
                  </a:lnTo>
                  <a:lnTo>
                    <a:pt x="3510728" y="919261"/>
                  </a:lnTo>
                  <a:lnTo>
                    <a:pt x="3511388" y="940951"/>
                  </a:lnTo>
                  <a:lnTo>
                    <a:pt x="3512049" y="953603"/>
                  </a:lnTo>
                  <a:lnTo>
                    <a:pt x="3512709" y="951881"/>
                  </a:lnTo>
                  <a:lnTo>
                    <a:pt x="3513370" y="969041"/>
                  </a:lnTo>
                  <a:lnTo>
                    <a:pt x="3514030" y="945740"/>
                  </a:lnTo>
                  <a:lnTo>
                    <a:pt x="3514691" y="917070"/>
                  </a:lnTo>
                  <a:lnTo>
                    <a:pt x="3515351" y="922286"/>
                  </a:lnTo>
                  <a:lnTo>
                    <a:pt x="3516012" y="919730"/>
                  </a:lnTo>
                  <a:lnTo>
                    <a:pt x="3516672" y="920064"/>
                  </a:lnTo>
                  <a:lnTo>
                    <a:pt x="3517333" y="936665"/>
                  </a:lnTo>
                  <a:lnTo>
                    <a:pt x="3517993" y="965991"/>
                  </a:lnTo>
                  <a:lnTo>
                    <a:pt x="3518654" y="969345"/>
                  </a:lnTo>
                  <a:lnTo>
                    <a:pt x="3519315" y="956214"/>
                  </a:lnTo>
                  <a:lnTo>
                    <a:pt x="3519975" y="1005260"/>
                  </a:lnTo>
                  <a:lnTo>
                    <a:pt x="3520636" y="1027277"/>
                  </a:lnTo>
                  <a:lnTo>
                    <a:pt x="3521296" y="1004592"/>
                  </a:lnTo>
                  <a:lnTo>
                    <a:pt x="3521957" y="986212"/>
                  </a:lnTo>
                  <a:lnTo>
                    <a:pt x="3522617" y="986811"/>
                  </a:lnTo>
                  <a:lnTo>
                    <a:pt x="3523278" y="977229"/>
                  </a:lnTo>
                  <a:lnTo>
                    <a:pt x="3523938" y="995908"/>
                  </a:lnTo>
                  <a:lnTo>
                    <a:pt x="3524599" y="998451"/>
                  </a:lnTo>
                  <a:lnTo>
                    <a:pt x="3525259" y="1014207"/>
                  </a:lnTo>
                  <a:lnTo>
                    <a:pt x="3525920" y="1019181"/>
                  </a:lnTo>
                  <a:lnTo>
                    <a:pt x="3526580" y="1034748"/>
                  </a:lnTo>
                  <a:lnTo>
                    <a:pt x="3527241" y="1001776"/>
                  </a:lnTo>
                  <a:lnTo>
                    <a:pt x="3527901" y="1022554"/>
                  </a:lnTo>
                  <a:lnTo>
                    <a:pt x="3528562" y="998526"/>
                  </a:lnTo>
                  <a:lnTo>
                    <a:pt x="3529223" y="989471"/>
                  </a:lnTo>
                  <a:lnTo>
                    <a:pt x="3529883" y="1011786"/>
                  </a:lnTo>
                  <a:lnTo>
                    <a:pt x="3530544" y="991344"/>
                  </a:lnTo>
                  <a:lnTo>
                    <a:pt x="3531204" y="994498"/>
                  </a:lnTo>
                  <a:lnTo>
                    <a:pt x="3531865" y="987274"/>
                  </a:lnTo>
                  <a:lnTo>
                    <a:pt x="3532525" y="956304"/>
                  </a:lnTo>
                  <a:lnTo>
                    <a:pt x="3533186" y="975276"/>
                  </a:lnTo>
                  <a:lnTo>
                    <a:pt x="3533846" y="986542"/>
                  </a:lnTo>
                  <a:lnTo>
                    <a:pt x="3534507" y="1008017"/>
                  </a:lnTo>
                  <a:lnTo>
                    <a:pt x="3535167" y="1017418"/>
                  </a:lnTo>
                  <a:lnTo>
                    <a:pt x="3535828" y="1021631"/>
                  </a:lnTo>
                  <a:lnTo>
                    <a:pt x="3536488" y="968839"/>
                  </a:lnTo>
                  <a:lnTo>
                    <a:pt x="3537149" y="964169"/>
                  </a:lnTo>
                  <a:lnTo>
                    <a:pt x="3537809" y="964169"/>
                  </a:lnTo>
                  <a:lnTo>
                    <a:pt x="3538470" y="971031"/>
                  </a:lnTo>
                  <a:lnTo>
                    <a:pt x="3539131" y="987791"/>
                  </a:lnTo>
                  <a:lnTo>
                    <a:pt x="3539791" y="976151"/>
                  </a:lnTo>
                  <a:lnTo>
                    <a:pt x="3540452" y="987939"/>
                  </a:lnTo>
                  <a:lnTo>
                    <a:pt x="3541112" y="983490"/>
                  </a:lnTo>
                  <a:lnTo>
                    <a:pt x="3541773" y="979895"/>
                  </a:lnTo>
                  <a:lnTo>
                    <a:pt x="3542433" y="951259"/>
                  </a:lnTo>
                  <a:lnTo>
                    <a:pt x="3543094" y="953946"/>
                  </a:lnTo>
                  <a:lnTo>
                    <a:pt x="3543754" y="951259"/>
                  </a:lnTo>
                  <a:lnTo>
                    <a:pt x="3544415" y="958095"/>
                  </a:lnTo>
                  <a:lnTo>
                    <a:pt x="3545075" y="981880"/>
                  </a:lnTo>
                  <a:lnTo>
                    <a:pt x="3545736" y="985098"/>
                  </a:lnTo>
                  <a:lnTo>
                    <a:pt x="3546396" y="989393"/>
                  </a:lnTo>
                  <a:lnTo>
                    <a:pt x="3547057" y="1021832"/>
                  </a:lnTo>
                  <a:lnTo>
                    <a:pt x="3547717" y="1027240"/>
                  </a:lnTo>
                  <a:lnTo>
                    <a:pt x="3548378" y="991126"/>
                  </a:lnTo>
                  <a:lnTo>
                    <a:pt x="3549039" y="989296"/>
                  </a:lnTo>
                  <a:lnTo>
                    <a:pt x="3549699" y="997766"/>
                  </a:lnTo>
                  <a:lnTo>
                    <a:pt x="3550360" y="996044"/>
                  </a:lnTo>
                  <a:lnTo>
                    <a:pt x="3551020" y="977455"/>
                  </a:lnTo>
                  <a:lnTo>
                    <a:pt x="3551681" y="966055"/>
                  </a:lnTo>
                  <a:lnTo>
                    <a:pt x="3552341" y="982178"/>
                  </a:lnTo>
                  <a:lnTo>
                    <a:pt x="3553002" y="988602"/>
                  </a:lnTo>
                  <a:lnTo>
                    <a:pt x="3553662" y="986120"/>
                  </a:lnTo>
                  <a:lnTo>
                    <a:pt x="3554323" y="951954"/>
                  </a:lnTo>
                  <a:lnTo>
                    <a:pt x="3554983" y="919430"/>
                  </a:lnTo>
                  <a:lnTo>
                    <a:pt x="3555644" y="929029"/>
                  </a:lnTo>
                  <a:lnTo>
                    <a:pt x="3556304" y="972700"/>
                  </a:lnTo>
                  <a:lnTo>
                    <a:pt x="3556965" y="995146"/>
                  </a:lnTo>
                  <a:lnTo>
                    <a:pt x="3557625" y="978888"/>
                  </a:lnTo>
                  <a:lnTo>
                    <a:pt x="3558286" y="981808"/>
                  </a:lnTo>
                  <a:lnTo>
                    <a:pt x="3558946" y="990573"/>
                  </a:lnTo>
                  <a:lnTo>
                    <a:pt x="3559607" y="970244"/>
                  </a:lnTo>
                  <a:lnTo>
                    <a:pt x="3560268" y="926812"/>
                  </a:lnTo>
                  <a:lnTo>
                    <a:pt x="3560928" y="942320"/>
                  </a:lnTo>
                  <a:lnTo>
                    <a:pt x="3561589" y="974449"/>
                  </a:lnTo>
                  <a:lnTo>
                    <a:pt x="3562249" y="990721"/>
                  </a:lnTo>
                  <a:lnTo>
                    <a:pt x="3562910" y="972663"/>
                  </a:lnTo>
                  <a:lnTo>
                    <a:pt x="3563570" y="959371"/>
                  </a:lnTo>
                  <a:lnTo>
                    <a:pt x="3564231" y="959371"/>
                  </a:lnTo>
                  <a:lnTo>
                    <a:pt x="3564891" y="957373"/>
                  </a:lnTo>
                  <a:lnTo>
                    <a:pt x="3565552" y="956087"/>
                  </a:lnTo>
                  <a:lnTo>
                    <a:pt x="3566212" y="953374"/>
                  </a:lnTo>
                  <a:lnTo>
                    <a:pt x="3566873" y="970144"/>
                  </a:lnTo>
                  <a:lnTo>
                    <a:pt x="3567533" y="986903"/>
                  </a:lnTo>
                  <a:lnTo>
                    <a:pt x="3568194" y="988057"/>
                  </a:lnTo>
                  <a:lnTo>
                    <a:pt x="3568854" y="998877"/>
                  </a:lnTo>
                  <a:lnTo>
                    <a:pt x="3569515" y="992872"/>
                  </a:lnTo>
                  <a:lnTo>
                    <a:pt x="3570176" y="984207"/>
                  </a:lnTo>
                  <a:lnTo>
                    <a:pt x="3570836" y="987046"/>
                  </a:lnTo>
                  <a:lnTo>
                    <a:pt x="3571497" y="995326"/>
                  </a:lnTo>
                  <a:lnTo>
                    <a:pt x="3572157" y="989234"/>
                  </a:lnTo>
                  <a:lnTo>
                    <a:pt x="3572818" y="976593"/>
                  </a:lnTo>
                  <a:lnTo>
                    <a:pt x="3573478" y="974898"/>
                  </a:lnTo>
                  <a:lnTo>
                    <a:pt x="3574139" y="971994"/>
                  </a:lnTo>
                  <a:lnTo>
                    <a:pt x="3574799" y="968179"/>
                  </a:lnTo>
                  <a:lnTo>
                    <a:pt x="3575460" y="999162"/>
                  </a:lnTo>
                  <a:lnTo>
                    <a:pt x="3576120" y="992095"/>
                  </a:lnTo>
                  <a:lnTo>
                    <a:pt x="3576781" y="963516"/>
                  </a:lnTo>
                  <a:lnTo>
                    <a:pt x="3577441" y="968548"/>
                  </a:lnTo>
                  <a:lnTo>
                    <a:pt x="3578102" y="972511"/>
                  </a:lnTo>
                  <a:lnTo>
                    <a:pt x="3578762" y="990865"/>
                  </a:lnTo>
                  <a:lnTo>
                    <a:pt x="3579423" y="1003961"/>
                  </a:lnTo>
                  <a:lnTo>
                    <a:pt x="3580084" y="999531"/>
                  </a:lnTo>
                  <a:lnTo>
                    <a:pt x="3580744" y="1010125"/>
                  </a:lnTo>
                  <a:lnTo>
                    <a:pt x="3581405" y="1006016"/>
                  </a:lnTo>
                  <a:lnTo>
                    <a:pt x="3582065" y="998031"/>
                  </a:lnTo>
                  <a:lnTo>
                    <a:pt x="3582726" y="976489"/>
                  </a:lnTo>
                  <a:lnTo>
                    <a:pt x="3583386" y="995338"/>
                  </a:lnTo>
                  <a:lnTo>
                    <a:pt x="3584047" y="985671"/>
                  </a:lnTo>
                  <a:lnTo>
                    <a:pt x="3584707" y="987785"/>
                  </a:lnTo>
                  <a:lnTo>
                    <a:pt x="3585368" y="1011199"/>
                  </a:lnTo>
                  <a:lnTo>
                    <a:pt x="3586028" y="1022275"/>
                  </a:lnTo>
                  <a:lnTo>
                    <a:pt x="3586689" y="1011199"/>
                  </a:lnTo>
                  <a:lnTo>
                    <a:pt x="3587349" y="1006904"/>
                  </a:lnTo>
                  <a:lnTo>
                    <a:pt x="3588010" y="1002360"/>
                  </a:lnTo>
                  <a:lnTo>
                    <a:pt x="3588670" y="1006060"/>
                  </a:lnTo>
                  <a:lnTo>
                    <a:pt x="3589331" y="1006060"/>
                  </a:lnTo>
                  <a:lnTo>
                    <a:pt x="3589991" y="1008633"/>
                  </a:lnTo>
                  <a:lnTo>
                    <a:pt x="3590652" y="1005333"/>
                  </a:lnTo>
                  <a:lnTo>
                    <a:pt x="3591313" y="999634"/>
                  </a:lnTo>
                  <a:lnTo>
                    <a:pt x="3591973" y="967466"/>
                  </a:lnTo>
                  <a:lnTo>
                    <a:pt x="3592634" y="967466"/>
                  </a:lnTo>
                  <a:lnTo>
                    <a:pt x="3593294" y="998301"/>
                  </a:lnTo>
                  <a:lnTo>
                    <a:pt x="3593955" y="1003474"/>
                  </a:lnTo>
                  <a:lnTo>
                    <a:pt x="3594615" y="1005304"/>
                  </a:lnTo>
                  <a:lnTo>
                    <a:pt x="3595276" y="1008235"/>
                  </a:lnTo>
                  <a:lnTo>
                    <a:pt x="3595936" y="988803"/>
                  </a:lnTo>
                  <a:lnTo>
                    <a:pt x="3596597" y="977936"/>
                  </a:lnTo>
                  <a:lnTo>
                    <a:pt x="3597257" y="982993"/>
                  </a:lnTo>
                  <a:lnTo>
                    <a:pt x="3597918" y="992357"/>
                  </a:lnTo>
                  <a:lnTo>
                    <a:pt x="3598578" y="983197"/>
                  </a:lnTo>
                  <a:lnTo>
                    <a:pt x="3599239" y="965435"/>
                  </a:lnTo>
                  <a:lnTo>
                    <a:pt x="3599899" y="965835"/>
                  </a:lnTo>
                  <a:lnTo>
                    <a:pt x="3600560" y="988391"/>
                  </a:lnTo>
                  <a:lnTo>
                    <a:pt x="3601221" y="1005541"/>
                  </a:lnTo>
                  <a:lnTo>
                    <a:pt x="3601881" y="1009836"/>
                  </a:lnTo>
                  <a:lnTo>
                    <a:pt x="3602542" y="1003632"/>
                  </a:lnTo>
                  <a:lnTo>
                    <a:pt x="3603202" y="1002212"/>
                  </a:lnTo>
                  <a:lnTo>
                    <a:pt x="3603863" y="999242"/>
                  </a:lnTo>
                  <a:lnTo>
                    <a:pt x="3604523" y="996669"/>
                  </a:lnTo>
                  <a:lnTo>
                    <a:pt x="3605184" y="1010680"/>
                  </a:lnTo>
                  <a:lnTo>
                    <a:pt x="3605844" y="1024525"/>
                  </a:lnTo>
                  <a:lnTo>
                    <a:pt x="3606505" y="1004328"/>
                  </a:lnTo>
                  <a:lnTo>
                    <a:pt x="3607165" y="1004285"/>
                  </a:lnTo>
                  <a:lnTo>
                    <a:pt x="3607826" y="1000911"/>
                  </a:lnTo>
                  <a:lnTo>
                    <a:pt x="3608486" y="1006050"/>
                  </a:lnTo>
                  <a:lnTo>
                    <a:pt x="3609147" y="1000563"/>
                  </a:lnTo>
                  <a:lnTo>
                    <a:pt x="3609807" y="997064"/>
                  </a:lnTo>
                  <a:lnTo>
                    <a:pt x="3610468" y="990741"/>
                  </a:lnTo>
                  <a:lnTo>
                    <a:pt x="3611129" y="984555"/>
                  </a:lnTo>
                  <a:lnTo>
                    <a:pt x="3611789" y="989279"/>
                  </a:lnTo>
                  <a:lnTo>
                    <a:pt x="3612450" y="992715"/>
                  </a:lnTo>
                  <a:lnTo>
                    <a:pt x="3613110" y="986781"/>
                  </a:lnTo>
                  <a:lnTo>
                    <a:pt x="3613771" y="980964"/>
                  </a:lnTo>
                  <a:lnTo>
                    <a:pt x="3614431" y="974129"/>
                  </a:lnTo>
                  <a:lnTo>
                    <a:pt x="3615092" y="984572"/>
                  </a:lnTo>
                  <a:lnTo>
                    <a:pt x="3615752" y="980868"/>
                  </a:lnTo>
                  <a:lnTo>
                    <a:pt x="3616413" y="965456"/>
                  </a:lnTo>
                  <a:lnTo>
                    <a:pt x="3617073" y="888345"/>
                  </a:lnTo>
                  <a:lnTo>
                    <a:pt x="3617734" y="919240"/>
                  </a:lnTo>
                  <a:lnTo>
                    <a:pt x="3618394" y="918344"/>
                  </a:lnTo>
                  <a:lnTo>
                    <a:pt x="3619055" y="843743"/>
                  </a:lnTo>
                  <a:lnTo>
                    <a:pt x="3619715" y="837171"/>
                  </a:lnTo>
                  <a:lnTo>
                    <a:pt x="3620376" y="837171"/>
                  </a:lnTo>
                  <a:lnTo>
                    <a:pt x="3621037" y="834534"/>
                  </a:lnTo>
                  <a:lnTo>
                    <a:pt x="3621697" y="832951"/>
                  </a:lnTo>
                  <a:lnTo>
                    <a:pt x="3622358" y="865184"/>
                  </a:lnTo>
                  <a:lnTo>
                    <a:pt x="3623018" y="884417"/>
                  </a:lnTo>
                  <a:lnTo>
                    <a:pt x="3623679" y="919531"/>
                  </a:lnTo>
                  <a:lnTo>
                    <a:pt x="3624339" y="903933"/>
                  </a:lnTo>
                  <a:lnTo>
                    <a:pt x="3625000" y="917869"/>
                  </a:lnTo>
                  <a:lnTo>
                    <a:pt x="3625660" y="924035"/>
                  </a:lnTo>
                  <a:lnTo>
                    <a:pt x="3626321" y="944474"/>
                  </a:lnTo>
                  <a:lnTo>
                    <a:pt x="3626981" y="954004"/>
                  </a:lnTo>
                  <a:lnTo>
                    <a:pt x="3627642" y="947277"/>
                  </a:lnTo>
                  <a:lnTo>
                    <a:pt x="3628302" y="956872"/>
                  </a:lnTo>
                  <a:lnTo>
                    <a:pt x="3628963" y="948838"/>
                  </a:lnTo>
                  <a:lnTo>
                    <a:pt x="3629623" y="951068"/>
                  </a:lnTo>
                  <a:lnTo>
                    <a:pt x="3630284" y="951068"/>
                  </a:lnTo>
                  <a:lnTo>
                    <a:pt x="3630944" y="960512"/>
                  </a:lnTo>
                  <a:lnTo>
                    <a:pt x="3631605" y="960803"/>
                  </a:lnTo>
                  <a:lnTo>
                    <a:pt x="3632266" y="955226"/>
                  </a:lnTo>
                  <a:lnTo>
                    <a:pt x="3632926" y="958013"/>
                  </a:lnTo>
                  <a:lnTo>
                    <a:pt x="3633587" y="958013"/>
                  </a:lnTo>
                  <a:lnTo>
                    <a:pt x="3634247" y="948570"/>
                  </a:lnTo>
                  <a:lnTo>
                    <a:pt x="3634908" y="958305"/>
                  </a:lnTo>
                  <a:lnTo>
                    <a:pt x="3635568" y="1011770"/>
                  </a:lnTo>
                  <a:lnTo>
                    <a:pt x="3636229" y="970617"/>
                  </a:lnTo>
                  <a:lnTo>
                    <a:pt x="3636889" y="952589"/>
                  </a:lnTo>
                  <a:lnTo>
                    <a:pt x="3637550" y="949080"/>
                  </a:lnTo>
                  <a:lnTo>
                    <a:pt x="3638210" y="963639"/>
                  </a:lnTo>
                  <a:lnTo>
                    <a:pt x="3638871" y="982661"/>
                  </a:lnTo>
                  <a:lnTo>
                    <a:pt x="3639531" y="1001850"/>
                  </a:lnTo>
                  <a:lnTo>
                    <a:pt x="3640192" y="1005320"/>
                  </a:lnTo>
                  <a:lnTo>
                    <a:pt x="3640852" y="1025886"/>
                  </a:lnTo>
                  <a:lnTo>
                    <a:pt x="3641513" y="1022290"/>
                  </a:lnTo>
                  <a:lnTo>
                    <a:pt x="3642174" y="1012328"/>
                  </a:lnTo>
                  <a:lnTo>
                    <a:pt x="3642834" y="985201"/>
                  </a:lnTo>
                  <a:lnTo>
                    <a:pt x="3643495" y="967620"/>
                  </a:lnTo>
                  <a:lnTo>
                    <a:pt x="3644155" y="968219"/>
                  </a:lnTo>
                  <a:lnTo>
                    <a:pt x="3644816" y="975828"/>
                  </a:lnTo>
                  <a:lnTo>
                    <a:pt x="3645476" y="984899"/>
                  </a:lnTo>
                  <a:lnTo>
                    <a:pt x="3646137" y="986675"/>
                  </a:lnTo>
                  <a:lnTo>
                    <a:pt x="3646797" y="993471"/>
                  </a:lnTo>
                  <a:lnTo>
                    <a:pt x="3647458" y="1016971"/>
                  </a:lnTo>
                  <a:lnTo>
                    <a:pt x="3648118" y="1016971"/>
                  </a:lnTo>
                  <a:lnTo>
                    <a:pt x="3648779" y="1000274"/>
                  </a:lnTo>
                  <a:lnTo>
                    <a:pt x="3649439" y="1010985"/>
                  </a:lnTo>
                  <a:lnTo>
                    <a:pt x="3650100" y="1032577"/>
                  </a:lnTo>
                  <a:lnTo>
                    <a:pt x="3650760" y="1014361"/>
                  </a:lnTo>
                  <a:lnTo>
                    <a:pt x="3651421" y="998496"/>
                  </a:lnTo>
                  <a:lnTo>
                    <a:pt x="3652082" y="1000096"/>
                  </a:lnTo>
                  <a:lnTo>
                    <a:pt x="3652742" y="1005978"/>
                  </a:lnTo>
                  <a:lnTo>
                    <a:pt x="3653403" y="1024248"/>
                  </a:lnTo>
                  <a:lnTo>
                    <a:pt x="3654063" y="1026206"/>
                  </a:lnTo>
                  <a:lnTo>
                    <a:pt x="3654724" y="1019155"/>
                  </a:lnTo>
                  <a:lnTo>
                    <a:pt x="3655384" y="1012893"/>
                  </a:lnTo>
                  <a:lnTo>
                    <a:pt x="3656045" y="1018216"/>
                  </a:lnTo>
                  <a:lnTo>
                    <a:pt x="3656705" y="1017304"/>
                  </a:lnTo>
                  <a:lnTo>
                    <a:pt x="3657366" y="1017490"/>
                  </a:lnTo>
                  <a:lnTo>
                    <a:pt x="3658026" y="1026894"/>
                  </a:lnTo>
                  <a:lnTo>
                    <a:pt x="3658687" y="1029702"/>
                  </a:lnTo>
                  <a:lnTo>
                    <a:pt x="3659347" y="992893"/>
                  </a:lnTo>
                  <a:lnTo>
                    <a:pt x="3660008" y="966741"/>
                  </a:lnTo>
                  <a:lnTo>
                    <a:pt x="3660668" y="966741"/>
                  </a:lnTo>
                  <a:lnTo>
                    <a:pt x="3661329" y="961648"/>
                  </a:lnTo>
                  <a:lnTo>
                    <a:pt x="3661989" y="975954"/>
                  </a:lnTo>
                  <a:lnTo>
                    <a:pt x="3662650" y="975954"/>
                  </a:lnTo>
                  <a:lnTo>
                    <a:pt x="3663311" y="967031"/>
                  </a:lnTo>
                  <a:lnTo>
                    <a:pt x="3663971" y="956177"/>
                  </a:lnTo>
                  <a:lnTo>
                    <a:pt x="3664632" y="959366"/>
                  </a:lnTo>
                  <a:lnTo>
                    <a:pt x="3665292" y="957381"/>
                  </a:lnTo>
                  <a:lnTo>
                    <a:pt x="3665953" y="960933"/>
                  </a:lnTo>
                  <a:lnTo>
                    <a:pt x="3666613" y="959024"/>
                  </a:lnTo>
                  <a:lnTo>
                    <a:pt x="3667274" y="948215"/>
                  </a:lnTo>
                  <a:lnTo>
                    <a:pt x="3667934" y="948215"/>
                  </a:lnTo>
                  <a:lnTo>
                    <a:pt x="3668595" y="953308"/>
                  </a:lnTo>
                  <a:lnTo>
                    <a:pt x="3669255" y="957951"/>
                  </a:lnTo>
                  <a:lnTo>
                    <a:pt x="3669916" y="948215"/>
                  </a:lnTo>
                  <a:lnTo>
                    <a:pt x="3670576" y="945028"/>
                  </a:lnTo>
                  <a:lnTo>
                    <a:pt x="3671237" y="950120"/>
                  </a:lnTo>
                  <a:lnTo>
                    <a:pt x="3671897" y="950187"/>
                  </a:lnTo>
                  <a:lnTo>
                    <a:pt x="3672558" y="970902"/>
                  </a:lnTo>
                  <a:lnTo>
                    <a:pt x="3673219" y="1007264"/>
                  </a:lnTo>
                  <a:lnTo>
                    <a:pt x="3673879" y="997379"/>
                  </a:lnTo>
                  <a:lnTo>
                    <a:pt x="3674540" y="950120"/>
                  </a:lnTo>
                  <a:lnTo>
                    <a:pt x="3675200" y="945028"/>
                  </a:lnTo>
                  <a:lnTo>
                    <a:pt x="3675861" y="946936"/>
                  </a:lnTo>
                  <a:lnTo>
                    <a:pt x="3676521" y="947960"/>
                  </a:lnTo>
                  <a:lnTo>
                    <a:pt x="3677182" y="964317"/>
                  </a:lnTo>
                  <a:lnTo>
                    <a:pt x="3677842" y="961173"/>
                  </a:lnTo>
                  <a:lnTo>
                    <a:pt x="3678503" y="979703"/>
                  </a:lnTo>
                  <a:lnTo>
                    <a:pt x="3679163" y="974098"/>
                  </a:lnTo>
                  <a:lnTo>
                    <a:pt x="3679824" y="945568"/>
                  </a:lnTo>
                  <a:lnTo>
                    <a:pt x="3680484" y="942614"/>
                  </a:lnTo>
                  <a:lnTo>
                    <a:pt x="3681145" y="938263"/>
                  </a:lnTo>
                  <a:lnTo>
                    <a:pt x="3681805" y="919247"/>
                  </a:lnTo>
                  <a:lnTo>
                    <a:pt x="3682466" y="924406"/>
                  </a:lnTo>
                  <a:lnTo>
                    <a:pt x="3683127" y="900013"/>
                  </a:lnTo>
                  <a:lnTo>
                    <a:pt x="3683787" y="928691"/>
                  </a:lnTo>
                  <a:lnTo>
                    <a:pt x="3684448" y="954824"/>
                  </a:lnTo>
                  <a:lnTo>
                    <a:pt x="3685108" y="938263"/>
                  </a:lnTo>
                  <a:lnTo>
                    <a:pt x="3685769" y="942614"/>
                  </a:lnTo>
                  <a:lnTo>
                    <a:pt x="3686429" y="938329"/>
                  </a:lnTo>
                  <a:lnTo>
                    <a:pt x="3687090" y="919247"/>
                  </a:lnTo>
                  <a:lnTo>
                    <a:pt x="3687750" y="935079"/>
                  </a:lnTo>
                  <a:lnTo>
                    <a:pt x="3688411" y="943789"/>
                  </a:lnTo>
                  <a:lnTo>
                    <a:pt x="3689071" y="954781"/>
                  </a:lnTo>
                  <a:lnTo>
                    <a:pt x="3689732" y="957151"/>
                  </a:lnTo>
                  <a:lnTo>
                    <a:pt x="3690392" y="960058"/>
                  </a:lnTo>
                  <a:lnTo>
                    <a:pt x="3691053" y="985355"/>
                  </a:lnTo>
                  <a:lnTo>
                    <a:pt x="3691713" y="1010664"/>
                  </a:lnTo>
                  <a:lnTo>
                    <a:pt x="3692374" y="983072"/>
                  </a:lnTo>
                  <a:lnTo>
                    <a:pt x="3693035" y="971842"/>
                  </a:lnTo>
                  <a:lnTo>
                    <a:pt x="3693695" y="967557"/>
                  </a:lnTo>
                  <a:lnTo>
                    <a:pt x="3694356" y="975229"/>
                  </a:lnTo>
                  <a:lnTo>
                    <a:pt x="3695016" y="987824"/>
                  </a:lnTo>
                  <a:lnTo>
                    <a:pt x="3695677" y="1001510"/>
                  </a:lnTo>
                  <a:lnTo>
                    <a:pt x="3696337" y="1004853"/>
                  </a:lnTo>
                  <a:lnTo>
                    <a:pt x="3696998" y="1022433"/>
                  </a:lnTo>
                  <a:lnTo>
                    <a:pt x="3697658" y="1001041"/>
                  </a:lnTo>
                  <a:lnTo>
                    <a:pt x="3698319" y="971881"/>
                  </a:lnTo>
                  <a:lnTo>
                    <a:pt x="3698979" y="970146"/>
                  </a:lnTo>
                  <a:lnTo>
                    <a:pt x="3699640" y="964987"/>
                  </a:lnTo>
                  <a:lnTo>
                    <a:pt x="3700300" y="965859"/>
                  </a:lnTo>
                  <a:lnTo>
                    <a:pt x="3700961" y="946844"/>
                  </a:lnTo>
                  <a:lnTo>
                    <a:pt x="3701621" y="952003"/>
                  </a:lnTo>
                  <a:lnTo>
                    <a:pt x="3702282" y="975221"/>
                  </a:lnTo>
                  <a:lnTo>
                    <a:pt x="3702942" y="965926"/>
                  </a:lnTo>
                  <a:lnTo>
                    <a:pt x="3703603" y="965926"/>
                  </a:lnTo>
                  <a:lnTo>
                    <a:pt x="3704264" y="960767"/>
                  </a:lnTo>
                  <a:lnTo>
                    <a:pt x="3704924" y="965859"/>
                  </a:lnTo>
                  <a:lnTo>
                    <a:pt x="3705585" y="973598"/>
                  </a:lnTo>
                  <a:lnTo>
                    <a:pt x="3706245" y="986193"/>
                  </a:lnTo>
                  <a:lnTo>
                    <a:pt x="3706906" y="1008463"/>
                  </a:lnTo>
                  <a:lnTo>
                    <a:pt x="3707566" y="990212"/>
                  </a:lnTo>
                  <a:lnTo>
                    <a:pt x="3708227" y="974197"/>
                  </a:lnTo>
                  <a:lnTo>
                    <a:pt x="3708887" y="991075"/>
                  </a:lnTo>
                  <a:lnTo>
                    <a:pt x="3709548" y="989476"/>
                  </a:lnTo>
                  <a:lnTo>
                    <a:pt x="3710208" y="964198"/>
                  </a:lnTo>
                  <a:lnTo>
                    <a:pt x="3710869" y="964198"/>
                  </a:lnTo>
                  <a:lnTo>
                    <a:pt x="3711529" y="974274"/>
                  </a:lnTo>
                  <a:lnTo>
                    <a:pt x="3712190" y="978930"/>
                  </a:lnTo>
                  <a:lnTo>
                    <a:pt x="3712850" y="997636"/>
                  </a:lnTo>
                  <a:lnTo>
                    <a:pt x="3713511" y="1014964"/>
                  </a:lnTo>
                  <a:lnTo>
                    <a:pt x="3714172" y="1013133"/>
                  </a:lnTo>
                  <a:lnTo>
                    <a:pt x="3714832" y="1041947"/>
                  </a:lnTo>
                  <a:lnTo>
                    <a:pt x="3715493" y="1046053"/>
                  </a:lnTo>
                  <a:lnTo>
                    <a:pt x="3716153" y="1025622"/>
                  </a:lnTo>
                  <a:lnTo>
                    <a:pt x="3716814" y="1038626"/>
                  </a:lnTo>
                  <a:lnTo>
                    <a:pt x="3717474" y="1032711"/>
                  </a:lnTo>
                  <a:lnTo>
                    <a:pt x="3718135" y="998015"/>
                  </a:lnTo>
                  <a:lnTo>
                    <a:pt x="3718795" y="986910"/>
                  </a:lnTo>
                  <a:lnTo>
                    <a:pt x="3719456" y="1001288"/>
                  </a:lnTo>
                  <a:lnTo>
                    <a:pt x="3720116" y="1020108"/>
                  </a:lnTo>
                  <a:lnTo>
                    <a:pt x="3720777" y="980126"/>
                  </a:lnTo>
                  <a:lnTo>
                    <a:pt x="3721437" y="964633"/>
                  </a:lnTo>
                  <a:lnTo>
                    <a:pt x="3722098" y="968918"/>
                  </a:lnTo>
                  <a:lnTo>
                    <a:pt x="3722758" y="973777"/>
                  </a:lnTo>
                  <a:lnTo>
                    <a:pt x="3723419" y="992833"/>
                  </a:lnTo>
                  <a:lnTo>
                    <a:pt x="3724080" y="985259"/>
                  </a:lnTo>
                  <a:lnTo>
                    <a:pt x="3724740" y="981521"/>
                  </a:lnTo>
                  <a:lnTo>
                    <a:pt x="3725401" y="973928"/>
                  </a:lnTo>
                  <a:lnTo>
                    <a:pt x="3726061" y="911861"/>
                  </a:lnTo>
                  <a:lnTo>
                    <a:pt x="3726722" y="910278"/>
                  </a:lnTo>
                  <a:lnTo>
                    <a:pt x="3727382" y="910278"/>
                  </a:lnTo>
                  <a:lnTo>
                    <a:pt x="3728043" y="913760"/>
                  </a:lnTo>
                  <a:lnTo>
                    <a:pt x="3728703" y="966818"/>
                  </a:lnTo>
                  <a:lnTo>
                    <a:pt x="3729364" y="972427"/>
                  </a:lnTo>
                  <a:lnTo>
                    <a:pt x="3730024" y="966548"/>
                  </a:lnTo>
                  <a:lnTo>
                    <a:pt x="3730685" y="961665"/>
                  </a:lnTo>
                  <a:lnTo>
                    <a:pt x="3731345" y="965949"/>
                  </a:lnTo>
                  <a:lnTo>
                    <a:pt x="3732006" y="959478"/>
                  </a:lnTo>
                  <a:lnTo>
                    <a:pt x="3732666" y="959544"/>
                  </a:lnTo>
                  <a:lnTo>
                    <a:pt x="3733327" y="959478"/>
                  </a:lnTo>
                  <a:lnTo>
                    <a:pt x="3733987" y="963829"/>
                  </a:lnTo>
                  <a:lnTo>
                    <a:pt x="3734648" y="975037"/>
                  </a:lnTo>
                  <a:lnTo>
                    <a:pt x="3735309" y="971404"/>
                  </a:lnTo>
                  <a:lnTo>
                    <a:pt x="3735969" y="910771"/>
                  </a:lnTo>
                  <a:lnTo>
                    <a:pt x="3736630" y="910771"/>
                  </a:lnTo>
                  <a:lnTo>
                    <a:pt x="3737290" y="959192"/>
                  </a:lnTo>
                  <a:lnTo>
                    <a:pt x="3737951" y="981243"/>
                  </a:lnTo>
                  <a:lnTo>
                    <a:pt x="3738611" y="976110"/>
                  </a:lnTo>
                  <a:lnTo>
                    <a:pt x="3739272" y="969913"/>
                  </a:lnTo>
                  <a:lnTo>
                    <a:pt x="3739932" y="967061"/>
                  </a:lnTo>
                  <a:lnTo>
                    <a:pt x="3740593" y="967234"/>
                  </a:lnTo>
                  <a:lnTo>
                    <a:pt x="3741253" y="966700"/>
                  </a:lnTo>
                  <a:lnTo>
                    <a:pt x="3741914" y="993336"/>
                  </a:lnTo>
                  <a:lnTo>
                    <a:pt x="3742574" y="1024734"/>
                  </a:lnTo>
                  <a:lnTo>
                    <a:pt x="3743235" y="1007690"/>
                  </a:lnTo>
                  <a:lnTo>
                    <a:pt x="3743895" y="1013286"/>
                  </a:lnTo>
                  <a:lnTo>
                    <a:pt x="3744556" y="1024907"/>
                  </a:lnTo>
                  <a:lnTo>
                    <a:pt x="3745217" y="1016138"/>
                  </a:lnTo>
                  <a:lnTo>
                    <a:pt x="3745877" y="1029663"/>
                  </a:lnTo>
                  <a:lnTo>
                    <a:pt x="3746538" y="1020466"/>
                  </a:lnTo>
                  <a:lnTo>
                    <a:pt x="3747198" y="1009032"/>
                  </a:lnTo>
                  <a:lnTo>
                    <a:pt x="3747859" y="1013616"/>
                  </a:lnTo>
                  <a:lnTo>
                    <a:pt x="3748519" y="1021594"/>
                  </a:lnTo>
                  <a:lnTo>
                    <a:pt x="3749180" y="995552"/>
                  </a:lnTo>
                  <a:lnTo>
                    <a:pt x="3749840" y="957850"/>
                  </a:lnTo>
                  <a:lnTo>
                    <a:pt x="3750501" y="924591"/>
                  </a:lnTo>
                  <a:lnTo>
                    <a:pt x="3751161" y="928698"/>
                  </a:lnTo>
                  <a:lnTo>
                    <a:pt x="3751822" y="951187"/>
                  </a:lnTo>
                  <a:lnTo>
                    <a:pt x="3752482" y="971084"/>
                  </a:lnTo>
                  <a:lnTo>
                    <a:pt x="3753143" y="956896"/>
                  </a:lnTo>
                  <a:lnTo>
                    <a:pt x="3753803" y="951991"/>
                  </a:lnTo>
                  <a:lnTo>
                    <a:pt x="3754464" y="966233"/>
                  </a:lnTo>
                  <a:lnTo>
                    <a:pt x="3755125" y="1003644"/>
                  </a:lnTo>
                  <a:lnTo>
                    <a:pt x="3755785" y="1005629"/>
                  </a:lnTo>
                  <a:lnTo>
                    <a:pt x="3756446" y="1005755"/>
                  </a:lnTo>
                  <a:lnTo>
                    <a:pt x="3757106" y="1004525"/>
                  </a:lnTo>
                  <a:lnTo>
                    <a:pt x="3757767" y="989547"/>
                  </a:lnTo>
                  <a:lnTo>
                    <a:pt x="3758427" y="964342"/>
                  </a:lnTo>
                  <a:lnTo>
                    <a:pt x="3759088" y="972080"/>
                  </a:lnTo>
                  <a:lnTo>
                    <a:pt x="3759748" y="1002359"/>
                  </a:lnTo>
                  <a:lnTo>
                    <a:pt x="3760409" y="1010583"/>
                  </a:lnTo>
                  <a:lnTo>
                    <a:pt x="3761069" y="1018406"/>
                  </a:lnTo>
                  <a:lnTo>
                    <a:pt x="3761730" y="990305"/>
                  </a:lnTo>
                  <a:lnTo>
                    <a:pt x="3762390" y="979449"/>
                  </a:lnTo>
                  <a:lnTo>
                    <a:pt x="3763051" y="971602"/>
                  </a:lnTo>
                  <a:lnTo>
                    <a:pt x="3763711" y="974477"/>
                  </a:lnTo>
                  <a:lnTo>
                    <a:pt x="3764372" y="996332"/>
                  </a:lnTo>
                  <a:lnTo>
                    <a:pt x="3765033" y="993641"/>
                  </a:lnTo>
                  <a:lnTo>
                    <a:pt x="3765693" y="1004608"/>
                  </a:lnTo>
                  <a:lnTo>
                    <a:pt x="3766354" y="1014361"/>
                  </a:lnTo>
                  <a:lnTo>
                    <a:pt x="3767014" y="1016417"/>
                  </a:lnTo>
                  <a:lnTo>
                    <a:pt x="3767675" y="1035468"/>
                  </a:lnTo>
                  <a:lnTo>
                    <a:pt x="3768335" y="1040440"/>
                  </a:lnTo>
                  <a:lnTo>
                    <a:pt x="3768996" y="1030724"/>
                  </a:lnTo>
                  <a:lnTo>
                    <a:pt x="3769656" y="1025500"/>
                  </a:lnTo>
                  <a:lnTo>
                    <a:pt x="3770317" y="1048589"/>
                  </a:lnTo>
                  <a:lnTo>
                    <a:pt x="3770977" y="1038443"/>
                  </a:lnTo>
                  <a:lnTo>
                    <a:pt x="3771638" y="1016417"/>
                  </a:lnTo>
                  <a:lnTo>
                    <a:pt x="3772298" y="1001141"/>
                  </a:lnTo>
                  <a:lnTo>
                    <a:pt x="3772959" y="1000096"/>
                  </a:lnTo>
                  <a:lnTo>
                    <a:pt x="3773619" y="1016231"/>
                  </a:lnTo>
                  <a:lnTo>
                    <a:pt x="3774280" y="1018216"/>
                  </a:lnTo>
                  <a:lnTo>
                    <a:pt x="3774940" y="1016231"/>
                  </a:lnTo>
                  <a:lnTo>
                    <a:pt x="3775601" y="1020525"/>
                  </a:lnTo>
                  <a:lnTo>
                    <a:pt x="3776262" y="1021369"/>
                  </a:lnTo>
                  <a:lnTo>
                    <a:pt x="3776922" y="1004163"/>
                  </a:lnTo>
                  <a:lnTo>
                    <a:pt x="3777583" y="1012086"/>
                  </a:lnTo>
                  <a:lnTo>
                    <a:pt x="3778243" y="985488"/>
                  </a:lnTo>
                  <a:lnTo>
                    <a:pt x="3778904" y="972493"/>
                  </a:lnTo>
                  <a:lnTo>
                    <a:pt x="3779564" y="1006418"/>
                  </a:lnTo>
                  <a:lnTo>
                    <a:pt x="3780225" y="1029540"/>
                  </a:lnTo>
                  <a:lnTo>
                    <a:pt x="3780885" y="1020129"/>
                  </a:lnTo>
                  <a:lnTo>
                    <a:pt x="3781546" y="977104"/>
                  </a:lnTo>
                  <a:lnTo>
                    <a:pt x="3782206" y="969653"/>
                  </a:lnTo>
                  <a:lnTo>
                    <a:pt x="3782867" y="979890"/>
                  </a:lnTo>
                  <a:lnTo>
                    <a:pt x="3783527" y="994063"/>
                  </a:lnTo>
                  <a:lnTo>
                    <a:pt x="3784188" y="1001545"/>
                  </a:lnTo>
                  <a:lnTo>
                    <a:pt x="3784848" y="1027429"/>
                  </a:lnTo>
                  <a:lnTo>
                    <a:pt x="3785509" y="1023320"/>
                  </a:lnTo>
                  <a:lnTo>
                    <a:pt x="3786170" y="1012814"/>
                  </a:lnTo>
                  <a:lnTo>
                    <a:pt x="3786830" y="990686"/>
                  </a:lnTo>
                  <a:lnTo>
                    <a:pt x="3787491" y="999088"/>
                  </a:lnTo>
                  <a:lnTo>
                    <a:pt x="3788151" y="1031810"/>
                  </a:lnTo>
                  <a:lnTo>
                    <a:pt x="3788812" y="1041726"/>
                  </a:lnTo>
                  <a:lnTo>
                    <a:pt x="3789472" y="1024471"/>
                  </a:lnTo>
                  <a:lnTo>
                    <a:pt x="3790133" y="1005413"/>
                  </a:lnTo>
                  <a:lnTo>
                    <a:pt x="3790793" y="1026503"/>
                  </a:lnTo>
                  <a:lnTo>
                    <a:pt x="3791454" y="1039442"/>
                  </a:lnTo>
                  <a:lnTo>
                    <a:pt x="3792114" y="1014717"/>
                  </a:lnTo>
                  <a:lnTo>
                    <a:pt x="3792775" y="994137"/>
                  </a:lnTo>
                  <a:lnTo>
                    <a:pt x="3793435" y="1007403"/>
                  </a:lnTo>
                  <a:lnTo>
                    <a:pt x="3794096" y="978765"/>
                  </a:lnTo>
                  <a:lnTo>
                    <a:pt x="3794756" y="976204"/>
                  </a:lnTo>
                  <a:lnTo>
                    <a:pt x="3795417" y="981238"/>
                  </a:lnTo>
                  <a:lnTo>
                    <a:pt x="3796078" y="930124"/>
                  </a:lnTo>
                  <a:lnTo>
                    <a:pt x="3796738" y="947027"/>
                  </a:lnTo>
                  <a:lnTo>
                    <a:pt x="3797399" y="908829"/>
                  </a:lnTo>
                  <a:lnTo>
                    <a:pt x="3798059" y="884558"/>
                  </a:lnTo>
                  <a:lnTo>
                    <a:pt x="3798720" y="878457"/>
                  </a:lnTo>
                  <a:lnTo>
                    <a:pt x="3799380" y="853160"/>
                  </a:lnTo>
                  <a:lnTo>
                    <a:pt x="3800041" y="839237"/>
                  </a:lnTo>
                  <a:lnTo>
                    <a:pt x="3800701" y="812686"/>
                  </a:lnTo>
                  <a:lnTo>
                    <a:pt x="3801362" y="810882"/>
                  </a:lnTo>
                  <a:lnTo>
                    <a:pt x="3802022" y="815987"/>
                  </a:lnTo>
                  <a:lnTo>
                    <a:pt x="3802683" y="826497"/>
                  </a:lnTo>
                  <a:lnTo>
                    <a:pt x="3803343" y="869626"/>
                  </a:lnTo>
                  <a:lnTo>
                    <a:pt x="3804004" y="910598"/>
                  </a:lnTo>
                  <a:lnTo>
                    <a:pt x="3804664" y="945024"/>
                  </a:lnTo>
                  <a:lnTo>
                    <a:pt x="3805325" y="943571"/>
                  </a:lnTo>
                  <a:lnTo>
                    <a:pt x="3805985" y="959908"/>
                  </a:lnTo>
                  <a:lnTo>
                    <a:pt x="3806646" y="1001519"/>
                  </a:lnTo>
                  <a:lnTo>
                    <a:pt x="3807307" y="1010922"/>
                  </a:lnTo>
                  <a:lnTo>
                    <a:pt x="3807967" y="986290"/>
                  </a:lnTo>
                  <a:lnTo>
                    <a:pt x="3808628" y="982310"/>
                  </a:lnTo>
                  <a:lnTo>
                    <a:pt x="3809288" y="1005305"/>
                  </a:lnTo>
                  <a:lnTo>
                    <a:pt x="3809949" y="995866"/>
                  </a:lnTo>
                  <a:lnTo>
                    <a:pt x="3810609" y="1011336"/>
                  </a:lnTo>
                  <a:lnTo>
                    <a:pt x="3811270" y="1021003"/>
                  </a:lnTo>
                  <a:lnTo>
                    <a:pt x="3811930" y="1015455"/>
                  </a:lnTo>
                  <a:lnTo>
                    <a:pt x="3812591" y="1012505"/>
                  </a:lnTo>
                  <a:lnTo>
                    <a:pt x="3813251" y="1016567"/>
                  </a:lnTo>
                  <a:lnTo>
                    <a:pt x="3813912" y="1014809"/>
                  </a:lnTo>
                  <a:lnTo>
                    <a:pt x="3814572" y="1023893"/>
                  </a:lnTo>
                  <a:lnTo>
                    <a:pt x="3815233" y="1033050"/>
                  </a:lnTo>
                  <a:lnTo>
                    <a:pt x="3815893" y="1031072"/>
                  </a:lnTo>
                  <a:lnTo>
                    <a:pt x="3816554" y="1009108"/>
                  </a:lnTo>
                  <a:lnTo>
                    <a:pt x="3817215" y="1013088"/>
                  </a:lnTo>
                  <a:lnTo>
                    <a:pt x="3817875" y="1015395"/>
                  </a:lnTo>
                  <a:lnTo>
                    <a:pt x="3818536" y="1020158"/>
                  </a:lnTo>
                  <a:lnTo>
                    <a:pt x="3819196" y="1014919"/>
                  </a:lnTo>
                  <a:lnTo>
                    <a:pt x="3819857" y="1035460"/>
                  </a:lnTo>
                  <a:lnTo>
                    <a:pt x="3820517" y="1021714"/>
                  </a:lnTo>
                  <a:lnTo>
                    <a:pt x="3821178" y="1002427"/>
                  </a:lnTo>
                  <a:lnTo>
                    <a:pt x="3821838" y="1017419"/>
                  </a:lnTo>
                  <a:lnTo>
                    <a:pt x="3822499" y="1016354"/>
                  </a:lnTo>
                  <a:lnTo>
                    <a:pt x="3823159" y="1024942"/>
                  </a:lnTo>
                  <a:lnTo>
                    <a:pt x="3823820" y="1020113"/>
                  </a:lnTo>
                  <a:lnTo>
                    <a:pt x="3824480" y="1012180"/>
                  </a:lnTo>
                  <a:lnTo>
                    <a:pt x="3825141" y="1020113"/>
                  </a:lnTo>
                  <a:lnTo>
                    <a:pt x="3825801" y="1021840"/>
                  </a:lnTo>
                  <a:lnTo>
                    <a:pt x="3826462" y="1036844"/>
                  </a:lnTo>
                  <a:lnTo>
                    <a:pt x="3827123" y="1027870"/>
                  </a:lnTo>
                  <a:lnTo>
                    <a:pt x="3827783" y="988387"/>
                  </a:lnTo>
                  <a:lnTo>
                    <a:pt x="3828444" y="974956"/>
                  </a:lnTo>
                  <a:lnTo>
                    <a:pt x="3829104" y="988990"/>
                  </a:lnTo>
                  <a:lnTo>
                    <a:pt x="3829765" y="987195"/>
                  </a:lnTo>
                  <a:lnTo>
                    <a:pt x="3830425" y="993902"/>
                  </a:lnTo>
                  <a:lnTo>
                    <a:pt x="3831086" y="987195"/>
                  </a:lnTo>
                  <a:lnTo>
                    <a:pt x="3831746" y="987154"/>
                  </a:lnTo>
                  <a:lnTo>
                    <a:pt x="3832407" y="981202"/>
                  </a:lnTo>
                  <a:lnTo>
                    <a:pt x="3833067" y="961293"/>
                  </a:lnTo>
                  <a:lnTo>
                    <a:pt x="3833728" y="973756"/>
                  </a:lnTo>
                  <a:lnTo>
                    <a:pt x="3834388" y="982139"/>
                  </a:lnTo>
                  <a:lnTo>
                    <a:pt x="3835049" y="1008891"/>
                  </a:lnTo>
                  <a:lnTo>
                    <a:pt x="3835709" y="1003717"/>
                  </a:lnTo>
                  <a:lnTo>
                    <a:pt x="3836370" y="990217"/>
                  </a:lnTo>
                  <a:lnTo>
                    <a:pt x="3837031" y="975327"/>
                  </a:lnTo>
                  <a:lnTo>
                    <a:pt x="3837691" y="941493"/>
                  </a:lnTo>
                  <a:lnTo>
                    <a:pt x="3838352" y="930657"/>
                  </a:lnTo>
                  <a:lnTo>
                    <a:pt x="3839012" y="918912"/>
                  </a:lnTo>
                  <a:lnTo>
                    <a:pt x="3839673" y="919394"/>
                  </a:lnTo>
                  <a:lnTo>
                    <a:pt x="3840333" y="923018"/>
                  </a:lnTo>
                  <a:lnTo>
                    <a:pt x="3840994" y="887830"/>
                  </a:lnTo>
                  <a:lnTo>
                    <a:pt x="3841654" y="877415"/>
                  </a:lnTo>
                  <a:lnTo>
                    <a:pt x="3842315" y="777943"/>
                  </a:lnTo>
                  <a:lnTo>
                    <a:pt x="3842975" y="779041"/>
                  </a:lnTo>
                  <a:lnTo>
                    <a:pt x="3843636" y="775984"/>
                  </a:lnTo>
                  <a:lnTo>
                    <a:pt x="3844296" y="775520"/>
                  </a:lnTo>
                  <a:lnTo>
                    <a:pt x="3844957" y="775520"/>
                  </a:lnTo>
                  <a:lnTo>
                    <a:pt x="3845617" y="803488"/>
                  </a:lnTo>
                  <a:lnTo>
                    <a:pt x="3846278" y="852653"/>
                  </a:lnTo>
                  <a:lnTo>
                    <a:pt x="3846938" y="777430"/>
                  </a:lnTo>
                  <a:lnTo>
                    <a:pt x="3847599" y="779041"/>
                  </a:lnTo>
                  <a:lnTo>
                    <a:pt x="3848260" y="782860"/>
                  </a:lnTo>
                  <a:lnTo>
                    <a:pt x="3848920" y="873569"/>
                  </a:lnTo>
                  <a:lnTo>
                    <a:pt x="3849581" y="873060"/>
                  </a:lnTo>
                  <a:lnTo>
                    <a:pt x="3850241" y="891397"/>
                  </a:lnTo>
                  <a:lnTo>
                    <a:pt x="3850902" y="893228"/>
                  </a:lnTo>
                  <a:lnTo>
                    <a:pt x="3851562" y="911710"/>
                  </a:lnTo>
                  <a:lnTo>
                    <a:pt x="3852223" y="916226"/>
                  </a:lnTo>
                  <a:lnTo>
                    <a:pt x="3852883" y="897968"/>
                  </a:lnTo>
                  <a:lnTo>
                    <a:pt x="3853544" y="924183"/>
                  </a:lnTo>
                  <a:lnTo>
                    <a:pt x="3854204" y="904043"/>
                  </a:lnTo>
                  <a:lnTo>
                    <a:pt x="3854865" y="910675"/>
                  </a:lnTo>
                  <a:lnTo>
                    <a:pt x="3855525" y="979301"/>
                  </a:lnTo>
                  <a:lnTo>
                    <a:pt x="3856186" y="976881"/>
                  </a:lnTo>
                  <a:lnTo>
                    <a:pt x="3856846" y="964580"/>
                  </a:lnTo>
                  <a:lnTo>
                    <a:pt x="3857507" y="987398"/>
                  </a:lnTo>
                  <a:lnTo>
                    <a:pt x="3858168" y="980799"/>
                  </a:lnTo>
                  <a:lnTo>
                    <a:pt x="3858828" y="995011"/>
                  </a:lnTo>
                  <a:lnTo>
                    <a:pt x="3859489" y="979415"/>
                  </a:lnTo>
                  <a:lnTo>
                    <a:pt x="3860149" y="955890"/>
                  </a:lnTo>
                  <a:lnTo>
                    <a:pt x="3860810" y="986917"/>
                  </a:lnTo>
                  <a:lnTo>
                    <a:pt x="3861470" y="993853"/>
                  </a:lnTo>
                  <a:lnTo>
                    <a:pt x="3862131" y="1010468"/>
                  </a:lnTo>
                  <a:lnTo>
                    <a:pt x="3862791" y="1019944"/>
                  </a:lnTo>
                  <a:lnTo>
                    <a:pt x="3863452" y="1019136"/>
                  </a:lnTo>
                  <a:lnTo>
                    <a:pt x="3864112" y="1004342"/>
                  </a:lnTo>
                  <a:lnTo>
                    <a:pt x="3864773" y="995126"/>
                  </a:lnTo>
                  <a:lnTo>
                    <a:pt x="3865433" y="996496"/>
                  </a:lnTo>
                  <a:lnTo>
                    <a:pt x="3866094" y="998767"/>
                  </a:lnTo>
                  <a:lnTo>
                    <a:pt x="3866754" y="1004561"/>
                  </a:lnTo>
                  <a:lnTo>
                    <a:pt x="3867415" y="985865"/>
                  </a:lnTo>
                  <a:lnTo>
                    <a:pt x="3868076" y="975659"/>
                  </a:lnTo>
                  <a:lnTo>
                    <a:pt x="3868736" y="975060"/>
                  </a:lnTo>
                  <a:lnTo>
                    <a:pt x="3869397" y="998233"/>
                  </a:lnTo>
                  <a:lnTo>
                    <a:pt x="3870057" y="1011625"/>
                  </a:lnTo>
                  <a:lnTo>
                    <a:pt x="3870718" y="999598"/>
                  </a:lnTo>
                  <a:lnTo>
                    <a:pt x="3871378" y="1006150"/>
                  </a:lnTo>
                  <a:lnTo>
                    <a:pt x="3872039" y="1012925"/>
                  </a:lnTo>
                  <a:lnTo>
                    <a:pt x="3872699" y="1024360"/>
                  </a:lnTo>
                  <a:lnTo>
                    <a:pt x="3873360" y="1002683"/>
                  </a:lnTo>
                  <a:lnTo>
                    <a:pt x="3874020" y="978135"/>
                  </a:lnTo>
                  <a:lnTo>
                    <a:pt x="3874681" y="974578"/>
                  </a:lnTo>
                  <a:lnTo>
                    <a:pt x="3875341" y="974869"/>
                  </a:lnTo>
                  <a:lnTo>
                    <a:pt x="3876002" y="997074"/>
                  </a:lnTo>
                  <a:lnTo>
                    <a:pt x="3876662" y="1002124"/>
                  </a:lnTo>
                  <a:lnTo>
                    <a:pt x="3877323" y="989296"/>
                  </a:lnTo>
                  <a:lnTo>
                    <a:pt x="3877983" y="1009618"/>
                  </a:lnTo>
                  <a:lnTo>
                    <a:pt x="3878644" y="1029140"/>
                  </a:lnTo>
                  <a:lnTo>
                    <a:pt x="3879305" y="1039299"/>
                  </a:lnTo>
                  <a:lnTo>
                    <a:pt x="3879965" y="1020876"/>
                  </a:lnTo>
                  <a:lnTo>
                    <a:pt x="3880626" y="1019165"/>
                  </a:lnTo>
                  <a:lnTo>
                    <a:pt x="3881286" y="1034024"/>
                  </a:lnTo>
                  <a:lnTo>
                    <a:pt x="3881947" y="1017489"/>
                  </a:lnTo>
                  <a:lnTo>
                    <a:pt x="3882607" y="994981"/>
                  </a:lnTo>
                  <a:lnTo>
                    <a:pt x="3883268" y="981356"/>
                  </a:lnTo>
                  <a:lnTo>
                    <a:pt x="3883928" y="981356"/>
                  </a:lnTo>
                  <a:lnTo>
                    <a:pt x="3884589" y="986182"/>
                  </a:lnTo>
                  <a:lnTo>
                    <a:pt x="3885249" y="984988"/>
                  </a:lnTo>
                  <a:lnTo>
                    <a:pt x="3885910" y="981157"/>
                  </a:lnTo>
                  <a:lnTo>
                    <a:pt x="3886570" y="976116"/>
                  </a:lnTo>
                  <a:lnTo>
                    <a:pt x="3887231" y="1013145"/>
                  </a:lnTo>
                  <a:lnTo>
                    <a:pt x="3887891" y="1039979"/>
                  </a:lnTo>
                  <a:lnTo>
                    <a:pt x="3888552" y="1018639"/>
                  </a:lnTo>
                  <a:lnTo>
                    <a:pt x="3889213" y="1021558"/>
                  </a:lnTo>
                  <a:lnTo>
                    <a:pt x="3889873" y="1028695"/>
                  </a:lnTo>
                  <a:lnTo>
                    <a:pt x="3890534" y="1039831"/>
                  </a:lnTo>
                  <a:lnTo>
                    <a:pt x="3891194" y="1027262"/>
                  </a:lnTo>
                  <a:lnTo>
                    <a:pt x="3891855" y="1014293"/>
                  </a:lnTo>
                  <a:lnTo>
                    <a:pt x="3892515" y="1012324"/>
                  </a:lnTo>
                  <a:lnTo>
                    <a:pt x="3893176" y="984502"/>
                  </a:lnTo>
                  <a:lnTo>
                    <a:pt x="3893836" y="978018"/>
                  </a:lnTo>
                  <a:lnTo>
                    <a:pt x="3894497" y="1008474"/>
                  </a:lnTo>
                  <a:lnTo>
                    <a:pt x="3895157" y="1012454"/>
                  </a:lnTo>
                  <a:lnTo>
                    <a:pt x="3895818" y="993895"/>
                  </a:lnTo>
                  <a:lnTo>
                    <a:pt x="3896478" y="981113"/>
                  </a:lnTo>
                  <a:lnTo>
                    <a:pt x="3897139" y="977726"/>
                  </a:lnTo>
                  <a:lnTo>
                    <a:pt x="3897799" y="978018"/>
                  </a:lnTo>
                  <a:lnTo>
                    <a:pt x="3898460" y="986692"/>
                  </a:lnTo>
                  <a:lnTo>
                    <a:pt x="3899121" y="975176"/>
                  </a:lnTo>
                  <a:lnTo>
                    <a:pt x="3899781" y="969431"/>
                  </a:lnTo>
                  <a:lnTo>
                    <a:pt x="3900442" y="969498"/>
                  </a:lnTo>
                  <a:lnTo>
                    <a:pt x="3901102" y="977926"/>
                  </a:lnTo>
                  <a:lnTo>
                    <a:pt x="3901763" y="978937"/>
                  </a:lnTo>
                  <a:lnTo>
                    <a:pt x="3902423" y="982405"/>
                  </a:lnTo>
                  <a:lnTo>
                    <a:pt x="3903084" y="1011105"/>
                  </a:lnTo>
                  <a:lnTo>
                    <a:pt x="3903744" y="1019153"/>
                  </a:lnTo>
                  <a:lnTo>
                    <a:pt x="3904405" y="994794"/>
                  </a:lnTo>
                  <a:lnTo>
                    <a:pt x="3905065" y="975843"/>
                  </a:lnTo>
                  <a:lnTo>
                    <a:pt x="3905726" y="976481"/>
                  </a:lnTo>
                  <a:lnTo>
                    <a:pt x="3906386" y="988962"/>
                  </a:lnTo>
                  <a:lnTo>
                    <a:pt x="3907047" y="1004018"/>
                  </a:lnTo>
                  <a:lnTo>
                    <a:pt x="3907707" y="1006679"/>
                  </a:lnTo>
                  <a:lnTo>
                    <a:pt x="3908368" y="1010571"/>
                  </a:lnTo>
                  <a:lnTo>
                    <a:pt x="3909029" y="1007206"/>
                  </a:lnTo>
                  <a:lnTo>
                    <a:pt x="3909689" y="987397"/>
                  </a:lnTo>
                  <a:lnTo>
                    <a:pt x="3910350" y="979343"/>
                  </a:lnTo>
                  <a:lnTo>
                    <a:pt x="3911010" y="970720"/>
                  </a:lnTo>
                  <a:lnTo>
                    <a:pt x="3911671" y="981683"/>
                  </a:lnTo>
                  <a:lnTo>
                    <a:pt x="3912331" y="1012752"/>
                  </a:lnTo>
                  <a:lnTo>
                    <a:pt x="3912992" y="1021794"/>
                  </a:lnTo>
                  <a:lnTo>
                    <a:pt x="3913652" y="1004775"/>
                  </a:lnTo>
                  <a:lnTo>
                    <a:pt x="3914313" y="1018366"/>
                  </a:lnTo>
                  <a:lnTo>
                    <a:pt x="3914973" y="1019210"/>
                  </a:lnTo>
                  <a:lnTo>
                    <a:pt x="3915634" y="1024260"/>
                  </a:lnTo>
                  <a:lnTo>
                    <a:pt x="3916294" y="1007281"/>
                  </a:lnTo>
                  <a:lnTo>
                    <a:pt x="3916955" y="991296"/>
                  </a:lnTo>
                  <a:lnTo>
                    <a:pt x="3917615" y="989853"/>
                  </a:lnTo>
                  <a:lnTo>
                    <a:pt x="3918276" y="970393"/>
                  </a:lnTo>
                  <a:lnTo>
                    <a:pt x="3918936" y="968939"/>
                  </a:lnTo>
                  <a:lnTo>
                    <a:pt x="3919597" y="992558"/>
                  </a:lnTo>
                  <a:lnTo>
                    <a:pt x="3920258" y="977978"/>
                  </a:lnTo>
                  <a:lnTo>
                    <a:pt x="3920918" y="971479"/>
                  </a:lnTo>
                  <a:lnTo>
                    <a:pt x="3921579" y="993276"/>
                  </a:lnTo>
                  <a:lnTo>
                    <a:pt x="3922239" y="982849"/>
                  </a:lnTo>
                  <a:lnTo>
                    <a:pt x="3922900" y="969122"/>
                  </a:lnTo>
                  <a:lnTo>
                    <a:pt x="3923560" y="972087"/>
                  </a:lnTo>
                  <a:lnTo>
                    <a:pt x="3924221" y="955422"/>
                  </a:lnTo>
                  <a:lnTo>
                    <a:pt x="3924881" y="959968"/>
                  </a:lnTo>
                  <a:lnTo>
                    <a:pt x="3925542" y="954927"/>
                  </a:lnTo>
                  <a:lnTo>
                    <a:pt x="3926202" y="957922"/>
                  </a:lnTo>
                  <a:lnTo>
                    <a:pt x="3926863" y="952502"/>
                  </a:lnTo>
                  <a:lnTo>
                    <a:pt x="3927523" y="946810"/>
                  </a:lnTo>
                  <a:lnTo>
                    <a:pt x="3928184" y="956685"/>
                  </a:lnTo>
                  <a:lnTo>
                    <a:pt x="3928844" y="946599"/>
                  </a:lnTo>
                  <a:lnTo>
                    <a:pt x="3929505" y="946621"/>
                  </a:lnTo>
                  <a:lnTo>
                    <a:pt x="3930166" y="944460"/>
                  </a:lnTo>
                  <a:lnTo>
                    <a:pt x="3930826" y="946364"/>
                  </a:lnTo>
                  <a:lnTo>
                    <a:pt x="3931487" y="945787"/>
                  </a:lnTo>
                  <a:lnTo>
                    <a:pt x="3932147" y="947015"/>
                  </a:lnTo>
                  <a:lnTo>
                    <a:pt x="3932808" y="942967"/>
                  </a:lnTo>
                  <a:lnTo>
                    <a:pt x="3933468" y="942967"/>
                  </a:lnTo>
                  <a:lnTo>
                    <a:pt x="3934129" y="947015"/>
                  </a:lnTo>
                  <a:lnTo>
                    <a:pt x="3934789" y="941368"/>
                  </a:lnTo>
                  <a:lnTo>
                    <a:pt x="3935450" y="957029"/>
                  </a:lnTo>
                  <a:lnTo>
                    <a:pt x="3936110" y="965049"/>
                  </a:lnTo>
                  <a:lnTo>
                    <a:pt x="3936771" y="1000351"/>
                  </a:lnTo>
                  <a:lnTo>
                    <a:pt x="3937431" y="1000351"/>
                  </a:lnTo>
                  <a:lnTo>
                    <a:pt x="3938092" y="992162"/>
                  </a:lnTo>
                  <a:lnTo>
                    <a:pt x="3938752" y="972885"/>
                  </a:lnTo>
                  <a:lnTo>
                    <a:pt x="3939413" y="948204"/>
                  </a:lnTo>
                  <a:lnTo>
                    <a:pt x="3940074" y="964287"/>
                  </a:lnTo>
                  <a:lnTo>
                    <a:pt x="3940734" y="962268"/>
                  </a:lnTo>
                  <a:lnTo>
                    <a:pt x="3941395" y="960324"/>
                  </a:lnTo>
                  <a:lnTo>
                    <a:pt x="3942055" y="953534"/>
                  </a:lnTo>
                  <a:lnTo>
                    <a:pt x="3942716" y="970803"/>
                  </a:lnTo>
                  <a:lnTo>
                    <a:pt x="3943376" y="983935"/>
                  </a:lnTo>
                  <a:lnTo>
                    <a:pt x="3944037" y="975023"/>
                  </a:lnTo>
                  <a:lnTo>
                    <a:pt x="3944697" y="948493"/>
                  </a:lnTo>
                  <a:lnTo>
                    <a:pt x="3945358" y="948493"/>
                  </a:lnTo>
                  <a:lnTo>
                    <a:pt x="3946018" y="941406"/>
                  </a:lnTo>
                  <a:lnTo>
                    <a:pt x="3946679" y="941114"/>
                  </a:lnTo>
                  <a:lnTo>
                    <a:pt x="3947339" y="936333"/>
                  </a:lnTo>
                  <a:lnTo>
                    <a:pt x="3948000" y="942687"/>
                  </a:lnTo>
                  <a:lnTo>
                    <a:pt x="3948660" y="955107"/>
                  </a:lnTo>
                  <a:lnTo>
                    <a:pt x="3949321" y="946850"/>
                  </a:lnTo>
                  <a:lnTo>
                    <a:pt x="3949981" y="973819"/>
                  </a:lnTo>
                  <a:lnTo>
                    <a:pt x="3950642" y="990856"/>
                  </a:lnTo>
                  <a:lnTo>
                    <a:pt x="3951303" y="951434"/>
                  </a:lnTo>
                  <a:lnTo>
                    <a:pt x="3951963" y="936977"/>
                  </a:lnTo>
                  <a:lnTo>
                    <a:pt x="3952624" y="950112"/>
                  </a:lnTo>
                  <a:lnTo>
                    <a:pt x="3953284" y="958563"/>
                  </a:lnTo>
                  <a:lnTo>
                    <a:pt x="3953945" y="953782"/>
                  </a:lnTo>
                  <a:lnTo>
                    <a:pt x="3954605" y="954302"/>
                  </a:lnTo>
                  <a:lnTo>
                    <a:pt x="3955266" y="961046"/>
                  </a:lnTo>
                  <a:lnTo>
                    <a:pt x="3955926" y="952992"/>
                  </a:lnTo>
                  <a:lnTo>
                    <a:pt x="3956587" y="941251"/>
                  </a:lnTo>
                  <a:lnTo>
                    <a:pt x="3957247" y="929013"/>
                  </a:lnTo>
                  <a:lnTo>
                    <a:pt x="3957908" y="946081"/>
                  </a:lnTo>
                  <a:lnTo>
                    <a:pt x="3958568" y="962441"/>
                  </a:lnTo>
                  <a:lnTo>
                    <a:pt x="3959229" y="973053"/>
                  </a:lnTo>
                  <a:lnTo>
                    <a:pt x="3959889" y="935941"/>
                  </a:lnTo>
                  <a:lnTo>
                    <a:pt x="3960550" y="930848"/>
                  </a:lnTo>
                  <a:lnTo>
                    <a:pt x="3961211" y="930848"/>
                  </a:lnTo>
                  <a:lnTo>
                    <a:pt x="3961871" y="916925"/>
                  </a:lnTo>
                  <a:lnTo>
                    <a:pt x="3962532" y="920020"/>
                  </a:lnTo>
                  <a:lnTo>
                    <a:pt x="3963192" y="938087"/>
                  </a:lnTo>
                  <a:lnTo>
                    <a:pt x="3963853" y="927259"/>
                  </a:lnTo>
                  <a:lnTo>
                    <a:pt x="3964513" y="945662"/>
                  </a:lnTo>
                  <a:lnTo>
                    <a:pt x="3965174" y="928531"/>
                  </a:lnTo>
                  <a:lnTo>
                    <a:pt x="3965834" y="916653"/>
                  </a:lnTo>
                  <a:lnTo>
                    <a:pt x="3966495" y="946228"/>
                  </a:lnTo>
                  <a:lnTo>
                    <a:pt x="3967155" y="961488"/>
                  </a:lnTo>
                  <a:lnTo>
                    <a:pt x="3967816" y="961488"/>
                  </a:lnTo>
                  <a:lnTo>
                    <a:pt x="3968476" y="957575"/>
                  </a:lnTo>
                  <a:lnTo>
                    <a:pt x="3969137" y="957284"/>
                  </a:lnTo>
                  <a:lnTo>
                    <a:pt x="3969797" y="959676"/>
                  </a:lnTo>
                  <a:lnTo>
                    <a:pt x="3970458" y="971647"/>
                  </a:lnTo>
                  <a:lnTo>
                    <a:pt x="3971119" y="984236"/>
                  </a:lnTo>
                  <a:lnTo>
                    <a:pt x="3971779" y="1007250"/>
                  </a:lnTo>
                  <a:lnTo>
                    <a:pt x="3972440" y="1017492"/>
                  </a:lnTo>
                  <a:lnTo>
                    <a:pt x="3973100" y="1011099"/>
                  </a:lnTo>
                  <a:lnTo>
                    <a:pt x="3973761" y="993282"/>
                  </a:lnTo>
                  <a:lnTo>
                    <a:pt x="3974421" y="982143"/>
                  </a:lnTo>
                  <a:lnTo>
                    <a:pt x="3975082" y="977882"/>
                  </a:lnTo>
                  <a:lnTo>
                    <a:pt x="3975742" y="978730"/>
                  </a:lnTo>
                  <a:lnTo>
                    <a:pt x="3976403" y="992294"/>
                  </a:lnTo>
                  <a:lnTo>
                    <a:pt x="3977063" y="980491"/>
                  </a:lnTo>
                  <a:lnTo>
                    <a:pt x="3977724" y="986205"/>
                  </a:lnTo>
                  <a:lnTo>
                    <a:pt x="3978384" y="996659"/>
                  </a:lnTo>
                  <a:lnTo>
                    <a:pt x="3979045" y="1004938"/>
                  </a:lnTo>
                  <a:lnTo>
                    <a:pt x="3979705" y="1017028"/>
                  </a:lnTo>
                  <a:lnTo>
                    <a:pt x="3980366" y="1030170"/>
                  </a:lnTo>
                  <a:lnTo>
                    <a:pt x="3981027" y="1020376"/>
                  </a:lnTo>
                  <a:lnTo>
                    <a:pt x="3981687" y="1004679"/>
                  </a:lnTo>
                  <a:lnTo>
                    <a:pt x="3982348" y="1001507"/>
                  </a:lnTo>
                  <a:lnTo>
                    <a:pt x="3983008" y="1006701"/>
                  </a:lnTo>
                  <a:lnTo>
                    <a:pt x="3983669" y="1017463"/>
                  </a:lnTo>
                  <a:lnTo>
                    <a:pt x="3984329" y="1012260"/>
                  </a:lnTo>
                  <a:lnTo>
                    <a:pt x="3984990" y="992054"/>
                  </a:lnTo>
                  <a:lnTo>
                    <a:pt x="3985650" y="960270"/>
                  </a:lnTo>
                  <a:lnTo>
                    <a:pt x="3986311" y="956130"/>
                  </a:lnTo>
                  <a:lnTo>
                    <a:pt x="3986971" y="949843"/>
                  </a:lnTo>
                  <a:lnTo>
                    <a:pt x="3987632" y="948820"/>
                  </a:lnTo>
                  <a:lnTo>
                    <a:pt x="3988292" y="944924"/>
                  </a:lnTo>
                  <a:lnTo>
                    <a:pt x="3988953" y="944924"/>
                  </a:lnTo>
                  <a:lnTo>
                    <a:pt x="3989613" y="944924"/>
                  </a:lnTo>
                  <a:lnTo>
                    <a:pt x="3990274" y="944924"/>
                  </a:lnTo>
                  <a:lnTo>
                    <a:pt x="3990934" y="952677"/>
                  </a:lnTo>
                  <a:lnTo>
                    <a:pt x="3991595" y="988695"/>
                  </a:lnTo>
                  <a:lnTo>
                    <a:pt x="3992256" y="966053"/>
                  </a:lnTo>
                  <a:lnTo>
                    <a:pt x="3992916" y="971242"/>
                  </a:lnTo>
                  <a:lnTo>
                    <a:pt x="3993577" y="943021"/>
                  </a:lnTo>
                  <a:lnTo>
                    <a:pt x="3994237" y="948461"/>
                  </a:lnTo>
                  <a:lnTo>
                    <a:pt x="3994898" y="948201"/>
                  </a:lnTo>
                  <a:lnTo>
                    <a:pt x="3995558" y="960033"/>
                  </a:lnTo>
                  <a:lnTo>
                    <a:pt x="3996219" y="943368"/>
                  </a:lnTo>
                  <a:lnTo>
                    <a:pt x="3996879" y="918617"/>
                  </a:lnTo>
                  <a:lnTo>
                    <a:pt x="3997540" y="934605"/>
                  </a:lnTo>
                  <a:lnTo>
                    <a:pt x="3998200" y="914528"/>
                  </a:lnTo>
                  <a:lnTo>
                    <a:pt x="3998861" y="913360"/>
                  </a:lnTo>
                  <a:lnTo>
                    <a:pt x="3999521" y="945107"/>
                  </a:lnTo>
                  <a:lnTo>
                    <a:pt x="4000182" y="951299"/>
                  </a:lnTo>
                  <a:lnTo>
                    <a:pt x="4000842" y="958512"/>
                  </a:lnTo>
                  <a:lnTo>
                    <a:pt x="4001503" y="961643"/>
                  </a:lnTo>
                  <a:lnTo>
                    <a:pt x="4002164" y="975685"/>
                  </a:lnTo>
                  <a:lnTo>
                    <a:pt x="4002824" y="983087"/>
                  </a:lnTo>
                  <a:lnTo>
                    <a:pt x="4003485" y="996555"/>
                  </a:lnTo>
                  <a:lnTo>
                    <a:pt x="4004145" y="986638"/>
                  </a:lnTo>
                  <a:lnTo>
                    <a:pt x="4004806" y="973761"/>
                  </a:lnTo>
                  <a:lnTo>
                    <a:pt x="4005466" y="967514"/>
                  </a:lnTo>
                  <a:lnTo>
                    <a:pt x="4006127" y="954675"/>
                  </a:lnTo>
                  <a:lnTo>
                    <a:pt x="4006787" y="954037"/>
                  </a:lnTo>
                  <a:lnTo>
                    <a:pt x="4007448" y="948996"/>
                  </a:lnTo>
                  <a:lnTo>
                    <a:pt x="4008108" y="942042"/>
                  </a:lnTo>
                  <a:lnTo>
                    <a:pt x="4008769" y="927159"/>
                  </a:lnTo>
                  <a:lnTo>
                    <a:pt x="4009429" y="946175"/>
                  </a:lnTo>
                  <a:lnTo>
                    <a:pt x="4010090" y="953446"/>
                  </a:lnTo>
                  <a:lnTo>
                    <a:pt x="4010750" y="956006"/>
                  </a:lnTo>
                  <a:lnTo>
                    <a:pt x="4011411" y="981206"/>
                  </a:lnTo>
                  <a:lnTo>
                    <a:pt x="4012072" y="973009"/>
                  </a:lnTo>
                  <a:lnTo>
                    <a:pt x="4012732" y="958974"/>
                  </a:lnTo>
                  <a:lnTo>
                    <a:pt x="4013393" y="934206"/>
                  </a:lnTo>
                  <a:lnTo>
                    <a:pt x="4014053" y="955855"/>
                  </a:lnTo>
                  <a:lnTo>
                    <a:pt x="4014714" y="998370"/>
                  </a:lnTo>
                  <a:lnTo>
                    <a:pt x="4015374" y="966069"/>
                  </a:lnTo>
                  <a:lnTo>
                    <a:pt x="4016035" y="936077"/>
                  </a:lnTo>
                  <a:lnTo>
                    <a:pt x="4016695" y="917061"/>
                  </a:lnTo>
                  <a:lnTo>
                    <a:pt x="4017356" y="930984"/>
                  </a:lnTo>
                  <a:lnTo>
                    <a:pt x="4018016" y="930984"/>
                  </a:lnTo>
                  <a:lnTo>
                    <a:pt x="4018677" y="936077"/>
                  </a:lnTo>
                  <a:lnTo>
                    <a:pt x="4019337" y="941250"/>
                  </a:lnTo>
                  <a:lnTo>
                    <a:pt x="4019998" y="938615"/>
                  </a:lnTo>
                  <a:lnTo>
                    <a:pt x="4020658" y="938615"/>
                  </a:lnTo>
                  <a:lnTo>
                    <a:pt x="4021319" y="931963"/>
                  </a:lnTo>
                  <a:lnTo>
                    <a:pt x="4021979" y="958739"/>
                  </a:lnTo>
                  <a:lnTo>
                    <a:pt x="4022640" y="986708"/>
                  </a:lnTo>
                  <a:lnTo>
                    <a:pt x="4023301" y="989989"/>
                  </a:lnTo>
                  <a:lnTo>
                    <a:pt x="4023961" y="978201"/>
                  </a:lnTo>
                  <a:lnTo>
                    <a:pt x="4024622" y="973367"/>
                  </a:lnTo>
                  <a:lnTo>
                    <a:pt x="4025282" y="981598"/>
                  </a:lnTo>
                  <a:lnTo>
                    <a:pt x="4025943" y="971352"/>
                  </a:lnTo>
                  <a:lnTo>
                    <a:pt x="4026603" y="966964"/>
                  </a:lnTo>
                  <a:lnTo>
                    <a:pt x="4027264" y="959579"/>
                  </a:lnTo>
                  <a:lnTo>
                    <a:pt x="4027924" y="935963"/>
                  </a:lnTo>
                  <a:lnTo>
                    <a:pt x="4028585" y="944554"/>
                  </a:lnTo>
                  <a:lnTo>
                    <a:pt x="4029245" y="951624"/>
                  </a:lnTo>
                  <a:lnTo>
                    <a:pt x="4029906" y="959579"/>
                  </a:lnTo>
                  <a:lnTo>
                    <a:pt x="4030566" y="968359"/>
                  </a:lnTo>
                  <a:lnTo>
                    <a:pt x="4031227" y="981598"/>
                  </a:lnTo>
                  <a:lnTo>
                    <a:pt x="4031887" y="983779"/>
                  </a:lnTo>
                  <a:lnTo>
                    <a:pt x="4032548" y="954012"/>
                  </a:lnTo>
                  <a:lnTo>
                    <a:pt x="4033209" y="955660"/>
                  </a:lnTo>
                  <a:lnTo>
                    <a:pt x="4033869" y="950327"/>
                  </a:lnTo>
                  <a:lnTo>
                    <a:pt x="4034530" y="941082"/>
                  </a:lnTo>
                  <a:lnTo>
                    <a:pt x="4035190" y="937525"/>
                  </a:lnTo>
                  <a:lnTo>
                    <a:pt x="4035851" y="911987"/>
                  </a:lnTo>
                  <a:lnTo>
                    <a:pt x="4036511" y="922815"/>
                  </a:lnTo>
                  <a:lnTo>
                    <a:pt x="4037172" y="952809"/>
                  </a:lnTo>
                  <a:lnTo>
                    <a:pt x="4037832" y="966385"/>
                  </a:lnTo>
                  <a:lnTo>
                    <a:pt x="4038493" y="950092"/>
                  </a:lnTo>
                  <a:lnTo>
                    <a:pt x="4039153" y="946896"/>
                  </a:lnTo>
                  <a:lnTo>
                    <a:pt x="4039814" y="932210"/>
                  </a:lnTo>
                  <a:lnTo>
                    <a:pt x="4040474" y="944613"/>
                  </a:lnTo>
                  <a:lnTo>
                    <a:pt x="4041135" y="979365"/>
                  </a:lnTo>
                  <a:lnTo>
                    <a:pt x="4041795" y="962842"/>
                  </a:lnTo>
                  <a:lnTo>
                    <a:pt x="4042456" y="956302"/>
                  </a:lnTo>
                  <a:lnTo>
                    <a:pt x="4043117" y="978730"/>
                  </a:lnTo>
                  <a:lnTo>
                    <a:pt x="4043777" y="972208"/>
                  </a:lnTo>
                  <a:lnTo>
                    <a:pt x="4044438" y="966187"/>
                  </a:lnTo>
                  <a:lnTo>
                    <a:pt x="4045098" y="943794"/>
                  </a:lnTo>
                  <a:lnTo>
                    <a:pt x="4045759" y="948627"/>
                  </a:lnTo>
                  <a:lnTo>
                    <a:pt x="4046419" y="924363"/>
                  </a:lnTo>
                  <a:lnTo>
                    <a:pt x="4047080" y="907699"/>
                  </a:lnTo>
                  <a:lnTo>
                    <a:pt x="4047740" y="910762"/>
                  </a:lnTo>
                  <a:lnTo>
                    <a:pt x="4048401" y="885183"/>
                  </a:lnTo>
                  <a:lnTo>
                    <a:pt x="4049061" y="841387"/>
                  </a:lnTo>
                  <a:lnTo>
                    <a:pt x="4049722" y="841387"/>
                  </a:lnTo>
                  <a:lnTo>
                    <a:pt x="4050382" y="826603"/>
                  </a:lnTo>
                  <a:lnTo>
                    <a:pt x="4051043" y="826603"/>
                  </a:lnTo>
                  <a:lnTo>
                    <a:pt x="4051703" y="826603"/>
                  </a:lnTo>
                  <a:lnTo>
                    <a:pt x="4052364" y="852027"/>
                  </a:lnTo>
                  <a:lnTo>
                    <a:pt x="4053025" y="842018"/>
                  </a:lnTo>
                  <a:lnTo>
                    <a:pt x="4053685" y="829860"/>
                  </a:lnTo>
                  <a:lnTo>
                    <a:pt x="4054346" y="824718"/>
                  </a:lnTo>
                  <a:lnTo>
                    <a:pt x="4055006" y="824530"/>
                  </a:lnTo>
                  <a:lnTo>
                    <a:pt x="4055667" y="850141"/>
                  </a:lnTo>
                  <a:lnTo>
                    <a:pt x="4056327" y="888390"/>
                  </a:lnTo>
                  <a:lnTo>
                    <a:pt x="4056988" y="869099"/>
                  </a:lnTo>
                  <a:lnTo>
                    <a:pt x="4057648" y="879927"/>
                  </a:lnTo>
                  <a:lnTo>
                    <a:pt x="4058309" y="899671"/>
                  </a:lnTo>
                  <a:lnTo>
                    <a:pt x="4058969" y="878225"/>
                  </a:lnTo>
                  <a:lnTo>
                    <a:pt x="4059630" y="880134"/>
                  </a:lnTo>
                  <a:lnTo>
                    <a:pt x="4060290" y="866839"/>
                  </a:lnTo>
                  <a:lnTo>
                    <a:pt x="4060951" y="906454"/>
                  </a:lnTo>
                  <a:lnTo>
                    <a:pt x="4061611" y="923508"/>
                  </a:lnTo>
                  <a:lnTo>
                    <a:pt x="4062272" y="870867"/>
                  </a:lnTo>
                  <a:lnTo>
                    <a:pt x="4062932" y="900079"/>
                  </a:lnTo>
                  <a:lnTo>
                    <a:pt x="4063593" y="948985"/>
                  </a:lnTo>
                  <a:lnTo>
                    <a:pt x="4064254" y="899265"/>
                  </a:lnTo>
                  <a:lnTo>
                    <a:pt x="4064914" y="884868"/>
                  </a:lnTo>
                  <a:lnTo>
                    <a:pt x="4065575" y="902505"/>
                  </a:lnTo>
                  <a:lnTo>
                    <a:pt x="4066235" y="911326"/>
                  </a:lnTo>
                  <a:lnTo>
                    <a:pt x="4066896" y="915001"/>
                  </a:lnTo>
                  <a:lnTo>
                    <a:pt x="4067556" y="917642"/>
                  </a:lnTo>
                  <a:lnTo>
                    <a:pt x="4068217" y="911667"/>
                  </a:lnTo>
                  <a:lnTo>
                    <a:pt x="4068877" y="914470"/>
                  </a:lnTo>
                  <a:lnTo>
                    <a:pt x="4069538" y="905750"/>
                  </a:lnTo>
                  <a:lnTo>
                    <a:pt x="4070198" y="906164"/>
                  </a:lnTo>
                  <a:lnTo>
                    <a:pt x="4070859" y="900635"/>
                  </a:lnTo>
                  <a:lnTo>
                    <a:pt x="4071519" y="919353"/>
                  </a:lnTo>
                  <a:lnTo>
                    <a:pt x="4072180" y="905860"/>
                  </a:lnTo>
                  <a:lnTo>
                    <a:pt x="4072840" y="894867"/>
                  </a:lnTo>
                  <a:lnTo>
                    <a:pt x="4073501" y="904212"/>
                  </a:lnTo>
                  <a:lnTo>
                    <a:pt x="4074162" y="877216"/>
                  </a:lnTo>
                  <a:lnTo>
                    <a:pt x="4074822" y="873806"/>
                  </a:lnTo>
                  <a:lnTo>
                    <a:pt x="4075483" y="881731"/>
                  </a:lnTo>
                  <a:lnTo>
                    <a:pt x="4076143" y="903860"/>
                  </a:lnTo>
                  <a:lnTo>
                    <a:pt x="4076804" y="887356"/>
                  </a:lnTo>
                  <a:lnTo>
                    <a:pt x="4077464" y="860283"/>
                  </a:lnTo>
                  <a:lnTo>
                    <a:pt x="4078125" y="798187"/>
                  </a:lnTo>
                  <a:lnTo>
                    <a:pt x="4078785" y="782412"/>
                  </a:lnTo>
                  <a:lnTo>
                    <a:pt x="4079446" y="757888"/>
                  </a:lnTo>
                  <a:lnTo>
                    <a:pt x="4080106" y="706266"/>
                  </a:lnTo>
                  <a:lnTo>
                    <a:pt x="4080767" y="684053"/>
                  </a:lnTo>
                  <a:lnTo>
                    <a:pt x="4081427" y="680009"/>
                  </a:lnTo>
                  <a:lnTo>
                    <a:pt x="4082088" y="684053"/>
                  </a:lnTo>
                  <a:lnTo>
                    <a:pt x="4082748" y="700106"/>
                  </a:lnTo>
                  <a:lnTo>
                    <a:pt x="4083409" y="715803"/>
                  </a:lnTo>
                  <a:lnTo>
                    <a:pt x="4084070" y="707808"/>
                  </a:lnTo>
                  <a:lnTo>
                    <a:pt x="4084730" y="724786"/>
                  </a:lnTo>
                  <a:lnTo>
                    <a:pt x="4085391" y="759571"/>
                  </a:lnTo>
                  <a:lnTo>
                    <a:pt x="4086051" y="766465"/>
                  </a:lnTo>
                  <a:lnTo>
                    <a:pt x="4086712" y="761838"/>
                  </a:lnTo>
                  <a:lnTo>
                    <a:pt x="4087372" y="770071"/>
                  </a:lnTo>
                  <a:lnTo>
                    <a:pt x="4088033" y="808505"/>
                  </a:lnTo>
                  <a:lnTo>
                    <a:pt x="4088693" y="826152"/>
                  </a:lnTo>
                  <a:lnTo>
                    <a:pt x="4089354" y="864171"/>
                  </a:lnTo>
                  <a:lnTo>
                    <a:pt x="4090014" y="889685"/>
                  </a:lnTo>
                  <a:lnTo>
                    <a:pt x="4090675" y="891433"/>
                  </a:lnTo>
                  <a:lnTo>
                    <a:pt x="4091335" y="916572"/>
                  </a:lnTo>
                  <a:lnTo>
                    <a:pt x="4091996" y="964671"/>
                  </a:lnTo>
                  <a:lnTo>
                    <a:pt x="4092656" y="936810"/>
                  </a:lnTo>
                  <a:lnTo>
                    <a:pt x="4093317" y="971198"/>
                  </a:lnTo>
                  <a:lnTo>
                    <a:pt x="4093977" y="950010"/>
                  </a:lnTo>
                  <a:lnTo>
                    <a:pt x="4094638" y="890682"/>
                  </a:lnTo>
                  <a:lnTo>
                    <a:pt x="4095299" y="898634"/>
                  </a:lnTo>
                  <a:lnTo>
                    <a:pt x="4095959" y="901772"/>
                  </a:lnTo>
                  <a:lnTo>
                    <a:pt x="4096620" y="917927"/>
                  </a:lnTo>
                  <a:lnTo>
                    <a:pt x="4097280" y="908018"/>
                  </a:lnTo>
                  <a:lnTo>
                    <a:pt x="4097941" y="913509"/>
                  </a:lnTo>
                  <a:lnTo>
                    <a:pt x="4098601" y="912014"/>
                  </a:lnTo>
                  <a:lnTo>
                    <a:pt x="4099262" y="920444"/>
                  </a:lnTo>
                  <a:lnTo>
                    <a:pt x="4099922" y="931923"/>
                  </a:lnTo>
                  <a:lnTo>
                    <a:pt x="4100583" y="938188"/>
                  </a:lnTo>
                  <a:lnTo>
                    <a:pt x="4101243" y="926309"/>
                  </a:lnTo>
                  <a:lnTo>
                    <a:pt x="4101904" y="912001"/>
                  </a:lnTo>
                  <a:lnTo>
                    <a:pt x="4102564" y="920190"/>
                  </a:lnTo>
                  <a:lnTo>
                    <a:pt x="4103225" y="923534"/>
                  </a:lnTo>
                  <a:lnTo>
                    <a:pt x="4103885" y="927661"/>
                  </a:lnTo>
                  <a:lnTo>
                    <a:pt x="4104546" y="923948"/>
                  </a:lnTo>
                  <a:lnTo>
                    <a:pt x="4105207" y="909912"/>
                  </a:lnTo>
                  <a:lnTo>
                    <a:pt x="4105867" y="911529"/>
                  </a:lnTo>
                  <a:lnTo>
                    <a:pt x="4106528" y="923698"/>
                  </a:lnTo>
                  <a:lnTo>
                    <a:pt x="4107188" y="942804"/>
                  </a:lnTo>
                  <a:lnTo>
                    <a:pt x="4107849" y="934459"/>
                  </a:lnTo>
                  <a:lnTo>
                    <a:pt x="4108509" y="932416"/>
                  </a:lnTo>
                  <a:lnTo>
                    <a:pt x="4109170" y="944760"/>
                  </a:lnTo>
                  <a:lnTo>
                    <a:pt x="4109830" y="944469"/>
                  </a:lnTo>
                  <a:lnTo>
                    <a:pt x="4110491" y="961517"/>
                  </a:lnTo>
                  <a:lnTo>
                    <a:pt x="4111151" y="977449"/>
                  </a:lnTo>
                  <a:lnTo>
                    <a:pt x="4111812" y="947172"/>
                  </a:lnTo>
                  <a:lnTo>
                    <a:pt x="4112472" y="934319"/>
                  </a:lnTo>
                  <a:lnTo>
                    <a:pt x="4113133" y="944193"/>
                  </a:lnTo>
                  <a:lnTo>
                    <a:pt x="4113793" y="942805"/>
                  </a:lnTo>
                  <a:lnTo>
                    <a:pt x="4114454" y="928771"/>
                  </a:lnTo>
                  <a:lnTo>
                    <a:pt x="4115115" y="923678"/>
                  </a:lnTo>
                  <a:lnTo>
                    <a:pt x="4115775" y="929600"/>
                  </a:lnTo>
                  <a:lnTo>
                    <a:pt x="4116436" y="934382"/>
                  </a:lnTo>
                  <a:lnTo>
                    <a:pt x="4117096" y="929600"/>
                  </a:lnTo>
                  <a:lnTo>
                    <a:pt x="4117757" y="924507"/>
                  </a:lnTo>
                  <a:lnTo>
                    <a:pt x="4118417" y="927354"/>
                  </a:lnTo>
                  <a:lnTo>
                    <a:pt x="4119078" y="927354"/>
                  </a:lnTo>
                  <a:lnTo>
                    <a:pt x="4119738" y="922520"/>
                  </a:lnTo>
                  <a:lnTo>
                    <a:pt x="4120399" y="908989"/>
                  </a:lnTo>
                  <a:lnTo>
                    <a:pt x="4121059" y="909643"/>
                  </a:lnTo>
                  <a:lnTo>
                    <a:pt x="4121720" y="911763"/>
                  </a:lnTo>
                  <a:lnTo>
                    <a:pt x="4122380" y="925294"/>
                  </a:lnTo>
                  <a:lnTo>
                    <a:pt x="4123041" y="930985"/>
                  </a:lnTo>
                  <a:lnTo>
                    <a:pt x="4123701" y="924664"/>
                  </a:lnTo>
                  <a:lnTo>
                    <a:pt x="4124362" y="933300"/>
                  </a:lnTo>
                  <a:lnTo>
                    <a:pt x="4125023" y="926304"/>
                  </a:lnTo>
                  <a:lnTo>
                    <a:pt x="4125683" y="915416"/>
                  </a:lnTo>
                  <a:lnTo>
                    <a:pt x="4126344" y="915453"/>
                  </a:lnTo>
                  <a:lnTo>
                    <a:pt x="4127004" y="921513"/>
                  </a:lnTo>
                  <a:lnTo>
                    <a:pt x="4127665" y="909184"/>
                  </a:lnTo>
                  <a:lnTo>
                    <a:pt x="4128325" y="904678"/>
                  </a:lnTo>
                  <a:lnTo>
                    <a:pt x="4128986" y="904678"/>
                  </a:lnTo>
                  <a:lnTo>
                    <a:pt x="4129646" y="859934"/>
                  </a:lnTo>
                  <a:lnTo>
                    <a:pt x="4130307" y="859934"/>
                  </a:lnTo>
                  <a:lnTo>
                    <a:pt x="4130967" y="860122"/>
                  </a:lnTo>
                  <a:lnTo>
                    <a:pt x="4131628" y="860122"/>
                  </a:lnTo>
                  <a:lnTo>
                    <a:pt x="4132288" y="860122"/>
                  </a:lnTo>
                  <a:lnTo>
                    <a:pt x="4132949" y="860122"/>
                  </a:lnTo>
                  <a:lnTo>
                    <a:pt x="4133609" y="865264"/>
                  </a:lnTo>
                  <a:lnTo>
                    <a:pt x="4134270" y="865264"/>
                  </a:lnTo>
                  <a:lnTo>
                    <a:pt x="4134930" y="865264"/>
                  </a:lnTo>
                  <a:lnTo>
                    <a:pt x="4135591" y="860122"/>
                  </a:lnTo>
                  <a:lnTo>
                    <a:pt x="4136252" y="865264"/>
                  </a:lnTo>
                  <a:lnTo>
                    <a:pt x="4136912" y="874905"/>
                  </a:lnTo>
                  <a:lnTo>
                    <a:pt x="4137573" y="874905"/>
                  </a:lnTo>
                  <a:lnTo>
                    <a:pt x="4138233" y="885545"/>
                  </a:lnTo>
                  <a:lnTo>
                    <a:pt x="4138894" y="885545"/>
                  </a:lnTo>
                  <a:lnTo>
                    <a:pt x="4139554" y="859934"/>
                  </a:lnTo>
                  <a:lnTo>
                    <a:pt x="4140215" y="874717"/>
                  </a:lnTo>
                  <a:lnTo>
                    <a:pt x="4140875" y="935847"/>
                  </a:lnTo>
                  <a:lnTo>
                    <a:pt x="4141536" y="935299"/>
                  </a:lnTo>
                  <a:lnTo>
                    <a:pt x="4142196" y="949037"/>
                  </a:lnTo>
                  <a:lnTo>
                    <a:pt x="4142857" y="984152"/>
                  </a:lnTo>
                  <a:lnTo>
                    <a:pt x="4143517" y="1004607"/>
                  </a:lnTo>
                  <a:lnTo>
                    <a:pt x="4144178" y="961696"/>
                  </a:lnTo>
                  <a:lnTo>
                    <a:pt x="4144838" y="945313"/>
                  </a:lnTo>
                  <a:lnTo>
                    <a:pt x="4145499" y="947531"/>
                  </a:lnTo>
                  <a:lnTo>
                    <a:pt x="4146160" y="953171"/>
                  </a:lnTo>
                  <a:lnTo>
                    <a:pt x="4146820" y="955366"/>
                  </a:lnTo>
                  <a:lnTo>
                    <a:pt x="4147481" y="962565"/>
                  </a:lnTo>
                  <a:lnTo>
                    <a:pt x="4148141" y="950941"/>
                  </a:lnTo>
                  <a:lnTo>
                    <a:pt x="4148802" y="951089"/>
                  </a:lnTo>
                  <a:lnTo>
                    <a:pt x="4149462" y="957885"/>
                  </a:lnTo>
                  <a:lnTo>
                    <a:pt x="4150123" y="991229"/>
                  </a:lnTo>
                  <a:lnTo>
                    <a:pt x="4150783" y="987761"/>
                  </a:lnTo>
                  <a:lnTo>
                    <a:pt x="4151444" y="980320"/>
                  </a:lnTo>
                  <a:lnTo>
                    <a:pt x="4152104" y="994170"/>
                  </a:lnTo>
                  <a:lnTo>
                    <a:pt x="4152765" y="988201"/>
                  </a:lnTo>
                  <a:lnTo>
                    <a:pt x="4153425" y="987104"/>
                  </a:lnTo>
                  <a:lnTo>
                    <a:pt x="4154086" y="1024226"/>
                  </a:lnTo>
                  <a:lnTo>
                    <a:pt x="4154746" y="1039135"/>
                  </a:lnTo>
                  <a:lnTo>
                    <a:pt x="4155407" y="1005609"/>
                  </a:lnTo>
                  <a:lnTo>
                    <a:pt x="4156068" y="1009707"/>
                  </a:lnTo>
                  <a:lnTo>
                    <a:pt x="4156728" y="986304"/>
                  </a:lnTo>
                  <a:lnTo>
                    <a:pt x="4157389" y="989202"/>
                  </a:lnTo>
                  <a:lnTo>
                    <a:pt x="4158049" y="996268"/>
                  </a:lnTo>
                  <a:lnTo>
                    <a:pt x="4158710" y="1006863"/>
                  </a:lnTo>
                  <a:lnTo>
                    <a:pt x="4159370" y="999447"/>
                  </a:lnTo>
                  <a:lnTo>
                    <a:pt x="4160031" y="1000699"/>
                  </a:lnTo>
                  <a:lnTo>
                    <a:pt x="4160691" y="999231"/>
                  </a:lnTo>
                  <a:lnTo>
                    <a:pt x="4161352" y="1004553"/>
                  </a:lnTo>
                  <a:lnTo>
                    <a:pt x="4162012" y="1023845"/>
                  </a:lnTo>
                  <a:lnTo>
                    <a:pt x="4162673" y="1005483"/>
                  </a:lnTo>
                  <a:lnTo>
                    <a:pt x="4163333" y="995857"/>
                  </a:lnTo>
                  <a:lnTo>
                    <a:pt x="4163994" y="993618"/>
                  </a:lnTo>
                  <a:lnTo>
                    <a:pt x="4164654" y="991436"/>
                  </a:lnTo>
                  <a:lnTo>
                    <a:pt x="4165315" y="987635"/>
                  </a:lnTo>
                  <a:lnTo>
                    <a:pt x="4165975" y="975646"/>
                  </a:lnTo>
                  <a:lnTo>
                    <a:pt x="4166636" y="991065"/>
                  </a:lnTo>
                  <a:lnTo>
                    <a:pt x="4167297" y="1030562"/>
                  </a:lnTo>
                  <a:lnTo>
                    <a:pt x="4167957" y="1023032"/>
                  </a:lnTo>
                  <a:lnTo>
                    <a:pt x="4168618" y="1016891"/>
                  </a:lnTo>
                  <a:lnTo>
                    <a:pt x="4169278" y="1023026"/>
                  </a:lnTo>
                  <a:lnTo>
                    <a:pt x="4169939" y="1027008"/>
                  </a:lnTo>
                  <a:lnTo>
                    <a:pt x="4170599" y="1019818"/>
                  </a:lnTo>
                  <a:lnTo>
                    <a:pt x="4171260" y="997315"/>
                  </a:lnTo>
                  <a:lnTo>
                    <a:pt x="4171920" y="1002488"/>
                  </a:lnTo>
                  <a:lnTo>
                    <a:pt x="4172581" y="1002141"/>
                  </a:lnTo>
                  <a:lnTo>
                    <a:pt x="4173241" y="992246"/>
                  </a:lnTo>
                  <a:lnTo>
                    <a:pt x="4173902" y="992203"/>
                  </a:lnTo>
                  <a:lnTo>
                    <a:pt x="4174562" y="995600"/>
                  </a:lnTo>
                  <a:lnTo>
                    <a:pt x="4175223" y="1009828"/>
                  </a:lnTo>
                  <a:lnTo>
                    <a:pt x="4175883" y="1024958"/>
                  </a:lnTo>
                  <a:lnTo>
                    <a:pt x="4176544" y="983018"/>
                  </a:lnTo>
                  <a:lnTo>
                    <a:pt x="4177205" y="991421"/>
                  </a:lnTo>
                  <a:lnTo>
                    <a:pt x="4177865" y="1011304"/>
                  </a:lnTo>
                  <a:lnTo>
                    <a:pt x="4178526" y="999367"/>
                  </a:lnTo>
                  <a:lnTo>
                    <a:pt x="4179186" y="977793"/>
                  </a:lnTo>
                  <a:lnTo>
                    <a:pt x="4179847" y="980393"/>
                  </a:lnTo>
                  <a:lnTo>
                    <a:pt x="4180507" y="980353"/>
                  </a:lnTo>
                  <a:lnTo>
                    <a:pt x="4181168" y="987609"/>
                  </a:lnTo>
                  <a:lnTo>
                    <a:pt x="4181828" y="954995"/>
                  </a:lnTo>
                  <a:lnTo>
                    <a:pt x="4182489" y="932474"/>
                  </a:lnTo>
                  <a:lnTo>
                    <a:pt x="4183149" y="951374"/>
                  </a:lnTo>
                  <a:lnTo>
                    <a:pt x="4183810" y="958611"/>
                  </a:lnTo>
                  <a:lnTo>
                    <a:pt x="4184470" y="961986"/>
                  </a:lnTo>
                  <a:lnTo>
                    <a:pt x="4185131" y="948951"/>
                  </a:lnTo>
                  <a:lnTo>
                    <a:pt x="4185791" y="935284"/>
                  </a:lnTo>
                  <a:lnTo>
                    <a:pt x="4186452" y="914477"/>
                  </a:lnTo>
                  <a:lnTo>
                    <a:pt x="4187113" y="910950"/>
                  </a:lnTo>
                  <a:lnTo>
                    <a:pt x="4187773" y="925995"/>
                  </a:lnTo>
                  <a:lnTo>
                    <a:pt x="4188434" y="967319"/>
                  </a:lnTo>
                  <a:lnTo>
                    <a:pt x="4189094" y="954210"/>
                  </a:lnTo>
                  <a:lnTo>
                    <a:pt x="4189755" y="954473"/>
                  </a:lnTo>
                  <a:lnTo>
                    <a:pt x="4190415" y="839929"/>
                  </a:lnTo>
                  <a:lnTo>
                    <a:pt x="4191076" y="798344"/>
                  </a:lnTo>
                  <a:lnTo>
                    <a:pt x="4191736" y="794620"/>
                  </a:lnTo>
                  <a:lnTo>
                    <a:pt x="4192397" y="792711"/>
                  </a:lnTo>
                  <a:lnTo>
                    <a:pt x="4193057" y="790535"/>
                  </a:lnTo>
                  <a:lnTo>
                    <a:pt x="4193718" y="788063"/>
                  </a:lnTo>
                  <a:lnTo>
                    <a:pt x="4194378" y="788723"/>
                  </a:lnTo>
                  <a:lnTo>
                    <a:pt x="4195039" y="788723"/>
                  </a:lnTo>
                  <a:lnTo>
                    <a:pt x="4195699" y="793371"/>
                  </a:lnTo>
                  <a:lnTo>
                    <a:pt x="4196360" y="788977"/>
                  </a:lnTo>
                  <a:lnTo>
                    <a:pt x="4197021" y="788977"/>
                  </a:lnTo>
                  <a:lnTo>
                    <a:pt x="4197681" y="792391"/>
                  </a:lnTo>
                  <a:lnTo>
                    <a:pt x="4198342" y="827544"/>
                  </a:lnTo>
                  <a:lnTo>
                    <a:pt x="4199002" y="843398"/>
                  </a:lnTo>
                  <a:lnTo>
                    <a:pt x="4199663" y="851245"/>
                  </a:lnTo>
                  <a:lnTo>
                    <a:pt x="4200323" y="872531"/>
                  </a:lnTo>
                  <a:lnTo>
                    <a:pt x="4200984" y="848237"/>
                  </a:lnTo>
                  <a:lnTo>
                    <a:pt x="4201644" y="828193"/>
                  </a:lnTo>
                  <a:lnTo>
                    <a:pt x="4202305" y="784991"/>
                  </a:lnTo>
                  <a:lnTo>
                    <a:pt x="4202965" y="756795"/>
                  </a:lnTo>
                  <a:lnTo>
                    <a:pt x="4203626" y="757534"/>
                  </a:lnTo>
                  <a:lnTo>
                    <a:pt x="4204286" y="849927"/>
                  </a:lnTo>
                  <a:lnTo>
                    <a:pt x="4204947" y="780439"/>
                  </a:lnTo>
                  <a:lnTo>
                    <a:pt x="4205607" y="753272"/>
                  </a:lnTo>
                  <a:lnTo>
                    <a:pt x="4206268" y="764101"/>
                  </a:lnTo>
                  <a:lnTo>
                    <a:pt x="4206928" y="791713"/>
                  </a:lnTo>
                  <a:lnTo>
                    <a:pt x="4207589" y="797584"/>
                  </a:lnTo>
                  <a:lnTo>
                    <a:pt x="4208250" y="789822"/>
                  </a:lnTo>
                  <a:lnTo>
                    <a:pt x="4208910" y="815529"/>
                  </a:lnTo>
                  <a:lnTo>
                    <a:pt x="4209571" y="854435"/>
                  </a:lnTo>
                  <a:lnTo>
                    <a:pt x="4210231" y="849995"/>
                  </a:lnTo>
                  <a:lnTo>
                    <a:pt x="4210892" y="856209"/>
                  </a:lnTo>
                  <a:lnTo>
                    <a:pt x="4211552" y="857413"/>
                  </a:lnTo>
                  <a:lnTo>
                    <a:pt x="4212213" y="827733"/>
                  </a:lnTo>
                  <a:lnTo>
                    <a:pt x="4212873" y="828103"/>
                  </a:lnTo>
                  <a:lnTo>
                    <a:pt x="4213534" y="832626"/>
                  </a:lnTo>
                  <a:lnTo>
                    <a:pt x="4214194" y="855775"/>
                  </a:lnTo>
                  <a:lnTo>
                    <a:pt x="4214855" y="898328"/>
                  </a:lnTo>
                  <a:lnTo>
                    <a:pt x="4215515" y="935804"/>
                  </a:lnTo>
                  <a:lnTo>
                    <a:pt x="4216176" y="948099"/>
                  </a:lnTo>
                  <a:lnTo>
                    <a:pt x="4216836" y="977305"/>
                  </a:lnTo>
                  <a:lnTo>
                    <a:pt x="4217497" y="963593"/>
                  </a:lnTo>
                  <a:lnTo>
                    <a:pt x="4218158" y="992074"/>
                  </a:lnTo>
                  <a:lnTo>
                    <a:pt x="4218818" y="977643"/>
                  </a:lnTo>
                  <a:lnTo>
                    <a:pt x="4219479" y="967785"/>
                  </a:lnTo>
                  <a:lnTo>
                    <a:pt x="4220139" y="976717"/>
                  </a:lnTo>
                  <a:lnTo>
                    <a:pt x="4220800" y="976265"/>
                  </a:lnTo>
                  <a:lnTo>
                    <a:pt x="4221460" y="961272"/>
                  </a:lnTo>
                  <a:lnTo>
                    <a:pt x="4222121" y="916433"/>
                  </a:lnTo>
                  <a:lnTo>
                    <a:pt x="4222781" y="941184"/>
                  </a:lnTo>
                  <a:lnTo>
                    <a:pt x="4223442" y="946277"/>
                  </a:lnTo>
                  <a:lnTo>
                    <a:pt x="4224102" y="974895"/>
                  </a:lnTo>
                  <a:lnTo>
                    <a:pt x="4224763" y="981438"/>
                  </a:lnTo>
                  <a:lnTo>
                    <a:pt x="4225423" y="978837"/>
                  </a:lnTo>
                  <a:lnTo>
                    <a:pt x="4226084" y="982787"/>
                  </a:lnTo>
                  <a:lnTo>
                    <a:pt x="4226744" y="987962"/>
                  </a:lnTo>
                  <a:lnTo>
                    <a:pt x="4227405" y="990996"/>
                  </a:lnTo>
                  <a:lnTo>
                    <a:pt x="4228066" y="983862"/>
                  </a:lnTo>
                  <a:lnTo>
                    <a:pt x="4228726" y="951065"/>
                  </a:lnTo>
                  <a:lnTo>
                    <a:pt x="4229387" y="940923"/>
                  </a:lnTo>
                  <a:lnTo>
                    <a:pt x="4230047" y="955942"/>
                  </a:lnTo>
                  <a:lnTo>
                    <a:pt x="4230708" y="959165"/>
                  </a:lnTo>
                  <a:lnTo>
                    <a:pt x="4231368" y="958758"/>
                  </a:lnTo>
                  <a:lnTo>
                    <a:pt x="4232029" y="961327"/>
                  </a:lnTo>
                  <a:lnTo>
                    <a:pt x="4232689" y="950880"/>
                  </a:lnTo>
                  <a:lnTo>
                    <a:pt x="4233350" y="943211"/>
                  </a:lnTo>
                  <a:lnTo>
                    <a:pt x="4234010" y="930760"/>
                  </a:lnTo>
                  <a:lnTo>
                    <a:pt x="4234671" y="930760"/>
                  </a:lnTo>
                  <a:lnTo>
                    <a:pt x="4235331" y="957944"/>
                  </a:lnTo>
                  <a:lnTo>
                    <a:pt x="4235992" y="995172"/>
                  </a:lnTo>
                  <a:lnTo>
                    <a:pt x="4236652" y="977398"/>
                  </a:lnTo>
                  <a:lnTo>
                    <a:pt x="4237313" y="967393"/>
                  </a:lnTo>
                  <a:lnTo>
                    <a:pt x="4237973" y="987700"/>
                  </a:lnTo>
                  <a:lnTo>
                    <a:pt x="4238634" y="991882"/>
                  </a:lnTo>
                  <a:lnTo>
                    <a:pt x="4239295" y="987064"/>
                  </a:lnTo>
                  <a:lnTo>
                    <a:pt x="4239955" y="1016686"/>
                  </a:lnTo>
                  <a:lnTo>
                    <a:pt x="4240616" y="1025781"/>
                  </a:lnTo>
                  <a:lnTo>
                    <a:pt x="4241276" y="1006655"/>
                  </a:lnTo>
                  <a:lnTo>
                    <a:pt x="4241937" y="997324"/>
                  </a:lnTo>
                  <a:lnTo>
                    <a:pt x="4242597" y="996569"/>
                  </a:lnTo>
                  <a:lnTo>
                    <a:pt x="4243258" y="988702"/>
                  </a:lnTo>
                  <a:lnTo>
                    <a:pt x="4243918" y="989713"/>
                  </a:lnTo>
                  <a:lnTo>
                    <a:pt x="4244579" y="985220"/>
                  </a:lnTo>
                  <a:lnTo>
                    <a:pt x="4245239" y="974168"/>
                  </a:lnTo>
                  <a:lnTo>
                    <a:pt x="4245900" y="968801"/>
                  </a:lnTo>
                  <a:lnTo>
                    <a:pt x="4246560" y="971705"/>
                  </a:lnTo>
                  <a:lnTo>
                    <a:pt x="4247221" y="967760"/>
                  </a:lnTo>
                  <a:lnTo>
                    <a:pt x="4247881" y="973633"/>
                  </a:lnTo>
                  <a:lnTo>
                    <a:pt x="4248542" y="970871"/>
                  </a:lnTo>
                  <a:lnTo>
                    <a:pt x="4249203" y="965627"/>
                  </a:lnTo>
                  <a:lnTo>
                    <a:pt x="4249863" y="974562"/>
                  </a:lnTo>
                  <a:lnTo>
                    <a:pt x="4250524" y="984228"/>
                  </a:lnTo>
                  <a:lnTo>
                    <a:pt x="4251184" y="975103"/>
                  </a:lnTo>
                  <a:lnTo>
                    <a:pt x="4251845" y="979597"/>
                  </a:lnTo>
                  <a:lnTo>
                    <a:pt x="4252505" y="964037"/>
                  </a:lnTo>
                  <a:lnTo>
                    <a:pt x="4253166" y="946728"/>
                  </a:lnTo>
                  <a:lnTo>
                    <a:pt x="4253826" y="937976"/>
                  </a:lnTo>
                  <a:lnTo>
                    <a:pt x="4254487" y="929441"/>
                  </a:lnTo>
                  <a:lnTo>
                    <a:pt x="4255147" y="920319"/>
                  </a:lnTo>
                  <a:lnTo>
                    <a:pt x="4255808" y="927395"/>
                  </a:lnTo>
                  <a:lnTo>
                    <a:pt x="4256468" y="907537"/>
                  </a:lnTo>
                  <a:lnTo>
                    <a:pt x="4257129" y="891355"/>
                  </a:lnTo>
                  <a:lnTo>
                    <a:pt x="4257789" y="850679"/>
                  </a:lnTo>
                  <a:lnTo>
                    <a:pt x="4258450" y="857422"/>
                  </a:lnTo>
                  <a:lnTo>
                    <a:pt x="4259111" y="824266"/>
                  </a:lnTo>
                  <a:lnTo>
                    <a:pt x="4259771" y="743702"/>
                  </a:lnTo>
                  <a:lnTo>
                    <a:pt x="4260432" y="696951"/>
                  </a:lnTo>
                  <a:lnTo>
                    <a:pt x="4261092" y="696951"/>
                  </a:lnTo>
                  <a:lnTo>
                    <a:pt x="4261753" y="702093"/>
                  </a:lnTo>
                  <a:lnTo>
                    <a:pt x="4262413" y="702093"/>
                  </a:lnTo>
                  <a:lnTo>
                    <a:pt x="4263074" y="702093"/>
                  </a:lnTo>
                  <a:lnTo>
                    <a:pt x="4263734" y="702093"/>
                  </a:lnTo>
                  <a:lnTo>
                    <a:pt x="4264395" y="739805"/>
                  </a:lnTo>
                  <a:lnTo>
                    <a:pt x="4265055" y="739805"/>
                  </a:lnTo>
                  <a:lnTo>
                    <a:pt x="4265716" y="810172"/>
                  </a:lnTo>
                  <a:lnTo>
                    <a:pt x="4266376" y="908793"/>
                  </a:lnTo>
                  <a:lnTo>
                    <a:pt x="4267037" y="946394"/>
                  </a:lnTo>
                  <a:lnTo>
                    <a:pt x="4267697" y="947646"/>
                  </a:lnTo>
                  <a:lnTo>
                    <a:pt x="4268358" y="958165"/>
                  </a:lnTo>
                  <a:lnTo>
                    <a:pt x="4269019" y="964165"/>
                  </a:lnTo>
                  <a:lnTo>
                    <a:pt x="4269679" y="972779"/>
                  </a:lnTo>
                  <a:lnTo>
                    <a:pt x="4270340" y="976139"/>
                  </a:lnTo>
                  <a:lnTo>
                    <a:pt x="4271000" y="990074"/>
                  </a:lnTo>
                  <a:lnTo>
                    <a:pt x="4271661" y="987737"/>
                  </a:lnTo>
                  <a:lnTo>
                    <a:pt x="4272321" y="988833"/>
                  </a:lnTo>
                  <a:lnTo>
                    <a:pt x="4272982" y="985738"/>
                  </a:lnTo>
                  <a:lnTo>
                    <a:pt x="4273642" y="971358"/>
                  </a:lnTo>
                  <a:lnTo>
                    <a:pt x="4274303" y="968808"/>
                  </a:lnTo>
                  <a:lnTo>
                    <a:pt x="4274963" y="957689"/>
                  </a:lnTo>
                  <a:lnTo>
                    <a:pt x="4275624" y="965018"/>
                  </a:lnTo>
                  <a:lnTo>
                    <a:pt x="4276284" y="989539"/>
                  </a:lnTo>
                  <a:lnTo>
                    <a:pt x="4276945" y="995162"/>
                  </a:lnTo>
                  <a:lnTo>
                    <a:pt x="4277605" y="991312"/>
                  </a:lnTo>
                  <a:lnTo>
                    <a:pt x="4278266" y="1003840"/>
                  </a:lnTo>
                  <a:lnTo>
                    <a:pt x="4278926" y="983446"/>
                  </a:lnTo>
                  <a:lnTo>
                    <a:pt x="4279587" y="972206"/>
                  </a:lnTo>
                  <a:lnTo>
                    <a:pt x="4280248" y="980072"/>
                  </a:lnTo>
                  <a:lnTo>
                    <a:pt x="4280908" y="995248"/>
                  </a:lnTo>
                  <a:lnTo>
                    <a:pt x="4281569" y="1006160"/>
                  </a:lnTo>
                  <a:lnTo>
                    <a:pt x="4282229" y="997875"/>
                  </a:lnTo>
                  <a:lnTo>
                    <a:pt x="4282890" y="1001929"/>
                  </a:lnTo>
                  <a:lnTo>
                    <a:pt x="4283550" y="997435"/>
                  </a:lnTo>
                  <a:lnTo>
                    <a:pt x="4284211" y="1008629"/>
                  </a:lnTo>
                  <a:lnTo>
                    <a:pt x="4284871" y="1018407"/>
                  </a:lnTo>
                  <a:lnTo>
                    <a:pt x="4285532" y="1008629"/>
                  </a:lnTo>
                  <a:lnTo>
                    <a:pt x="4286192" y="1021286"/>
                  </a:lnTo>
                  <a:lnTo>
                    <a:pt x="4286853" y="1024766"/>
                  </a:lnTo>
                  <a:lnTo>
                    <a:pt x="4287513" y="1017088"/>
                  </a:lnTo>
                  <a:lnTo>
                    <a:pt x="4288174" y="1015622"/>
                  </a:lnTo>
                  <a:lnTo>
                    <a:pt x="4288834" y="1000202"/>
                  </a:lnTo>
                  <a:lnTo>
                    <a:pt x="4289495" y="978873"/>
                  </a:lnTo>
                  <a:lnTo>
                    <a:pt x="4290156" y="988749"/>
                  </a:lnTo>
                  <a:lnTo>
                    <a:pt x="4290816" y="1010460"/>
                  </a:lnTo>
                  <a:lnTo>
                    <a:pt x="4291477" y="1000545"/>
                  </a:lnTo>
                  <a:lnTo>
                    <a:pt x="4292137" y="1000891"/>
                  </a:lnTo>
                  <a:lnTo>
                    <a:pt x="4292798" y="1000744"/>
                  </a:lnTo>
                  <a:lnTo>
                    <a:pt x="4293458" y="979952"/>
                  </a:lnTo>
                  <a:lnTo>
                    <a:pt x="4294119" y="955984"/>
                  </a:lnTo>
                  <a:lnTo>
                    <a:pt x="4294779" y="950892"/>
                  </a:lnTo>
                  <a:lnTo>
                    <a:pt x="4295440" y="963353"/>
                  </a:lnTo>
                  <a:lnTo>
                    <a:pt x="4296100" y="979697"/>
                  </a:lnTo>
                  <a:lnTo>
                    <a:pt x="4296761" y="987175"/>
                  </a:lnTo>
                  <a:lnTo>
                    <a:pt x="4297421" y="957931"/>
                  </a:lnTo>
                  <a:lnTo>
                    <a:pt x="4298082" y="972283"/>
                  </a:lnTo>
                  <a:lnTo>
                    <a:pt x="4298742" y="1021347"/>
                  </a:lnTo>
                  <a:lnTo>
                    <a:pt x="4299403" y="1029164"/>
                  </a:lnTo>
                  <a:lnTo>
                    <a:pt x="4300064" y="983970"/>
                  </a:lnTo>
                  <a:lnTo>
                    <a:pt x="4300724" y="920369"/>
                  </a:lnTo>
                  <a:lnTo>
                    <a:pt x="4301385" y="909541"/>
                  </a:lnTo>
                  <a:lnTo>
                    <a:pt x="4302045" y="920369"/>
                  </a:lnTo>
                  <a:lnTo>
                    <a:pt x="4302706" y="939592"/>
                  </a:lnTo>
                  <a:lnTo>
                    <a:pt x="4303366" y="955887"/>
                  </a:lnTo>
                  <a:lnTo>
                    <a:pt x="4304027" y="950947"/>
                  </a:lnTo>
                  <a:lnTo>
                    <a:pt x="4304687" y="951827"/>
                  </a:lnTo>
                  <a:lnTo>
                    <a:pt x="4305348" y="966925"/>
                  </a:lnTo>
                  <a:lnTo>
                    <a:pt x="4306008" y="1002178"/>
                  </a:lnTo>
                  <a:lnTo>
                    <a:pt x="4306669" y="1003826"/>
                  </a:lnTo>
                  <a:lnTo>
                    <a:pt x="4307329" y="975024"/>
                  </a:lnTo>
                  <a:lnTo>
                    <a:pt x="4307990" y="983586"/>
                  </a:lnTo>
                  <a:lnTo>
                    <a:pt x="4308650" y="987566"/>
                  </a:lnTo>
                  <a:lnTo>
                    <a:pt x="4309311" y="961183"/>
                  </a:lnTo>
                  <a:lnTo>
                    <a:pt x="4309971" y="942977"/>
                  </a:lnTo>
                  <a:lnTo>
                    <a:pt x="4310632" y="932407"/>
                  </a:lnTo>
                  <a:lnTo>
                    <a:pt x="4311293" y="923025"/>
                  </a:lnTo>
                  <a:lnTo>
                    <a:pt x="4311953" y="920576"/>
                  </a:lnTo>
                  <a:lnTo>
                    <a:pt x="4312614" y="914145"/>
                  </a:lnTo>
                  <a:lnTo>
                    <a:pt x="4313274" y="904688"/>
                  </a:lnTo>
                  <a:lnTo>
                    <a:pt x="4313935" y="894502"/>
                  </a:lnTo>
                  <a:lnTo>
                    <a:pt x="4314595" y="877549"/>
                  </a:lnTo>
                  <a:lnTo>
                    <a:pt x="4315256" y="866234"/>
                  </a:lnTo>
                  <a:lnTo>
                    <a:pt x="4315916" y="859247"/>
                  </a:lnTo>
                  <a:lnTo>
                    <a:pt x="4316577" y="859247"/>
                  </a:lnTo>
                  <a:lnTo>
                    <a:pt x="4317237" y="842599"/>
                  </a:lnTo>
                  <a:lnTo>
                    <a:pt x="4317898" y="818140"/>
                  </a:lnTo>
                  <a:lnTo>
                    <a:pt x="4318558" y="805688"/>
                  </a:lnTo>
                  <a:lnTo>
                    <a:pt x="4319219" y="809479"/>
                  </a:lnTo>
                  <a:lnTo>
                    <a:pt x="4319879" y="807818"/>
                  </a:lnTo>
                  <a:lnTo>
                    <a:pt x="4320540" y="819531"/>
                  </a:lnTo>
                  <a:lnTo>
                    <a:pt x="4321201" y="915702"/>
                  </a:lnTo>
                  <a:lnTo>
                    <a:pt x="4321861" y="908802"/>
                  </a:lnTo>
                  <a:lnTo>
                    <a:pt x="4322522" y="878643"/>
                  </a:lnTo>
                  <a:lnTo>
                    <a:pt x="4323182" y="962896"/>
                  </a:lnTo>
                  <a:lnTo>
                    <a:pt x="4323843" y="961693"/>
                  </a:lnTo>
                  <a:lnTo>
                    <a:pt x="4324503" y="925992"/>
                  </a:lnTo>
                  <a:lnTo>
                    <a:pt x="4325164" y="922926"/>
                  </a:lnTo>
                  <a:lnTo>
                    <a:pt x="4325824" y="939622"/>
                  </a:lnTo>
                  <a:lnTo>
                    <a:pt x="4326485" y="941871"/>
                  </a:lnTo>
                  <a:lnTo>
                    <a:pt x="4327145" y="945831"/>
                  </a:lnTo>
                  <a:lnTo>
                    <a:pt x="4327806" y="965692"/>
                  </a:lnTo>
                  <a:lnTo>
                    <a:pt x="4328466" y="984354"/>
                  </a:lnTo>
                  <a:lnTo>
                    <a:pt x="4329127" y="989317"/>
                  </a:lnTo>
                  <a:lnTo>
                    <a:pt x="4329787" y="1014719"/>
                  </a:lnTo>
                  <a:lnTo>
                    <a:pt x="4330448" y="1019694"/>
                  </a:lnTo>
                  <a:lnTo>
                    <a:pt x="4331109" y="1013159"/>
                  </a:lnTo>
                  <a:lnTo>
                    <a:pt x="4331769" y="1011486"/>
                  </a:lnTo>
                  <a:lnTo>
                    <a:pt x="4332430" y="996494"/>
                  </a:lnTo>
                  <a:lnTo>
                    <a:pt x="4333090" y="1002409"/>
                  </a:lnTo>
                  <a:lnTo>
                    <a:pt x="4333751" y="985954"/>
                  </a:lnTo>
                  <a:lnTo>
                    <a:pt x="4334411" y="965940"/>
                  </a:lnTo>
                  <a:lnTo>
                    <a:pt x="4335072" y="956035"/>
                  </a:lnTo>
                  <a:lnTo>
                    <a:pt x="4335732" y="956035"/>
                  </a:lnTo>
                  <a:lnTo>
                    <a:pt x="4336393" y="984067"/>
                  </a:lnTo>
                  <a:lnTo>
                    <a:pt x="4337053" y="1002987"/>
                  </a:lnTo>
                  <a:lnTo>
                    <a:pt x="4337714" y="1033895"/>
                  </a:lnTo>
                  <a:lnTo>
                    <a:pt x="4338374" y="1041405"/>
                  </a:lnTo>
                  <a:lnTo>
                    <a:pt x="4339035" y="1026819"/>
                  </a:lnTo>
                  <a:lnTo>
                    <a:pt x="4339695" y="1041136"/>
                  </a:lnTo>
                  <a:lnTo>
                    <a:pt x="4340356" y="1046511"/>
                  </a:lnTo>
                  <a:lnTo>
                    <a:pt x="4341017" y="1024313"/>
                  </a:lnTo>
                  <a:lnTo>
                    <a:pt x="4341677" y="1020182"/>
                  </a:lnTo>
                  <a:lnTo>
                    <a:pt x="4342338" y="1032701"/>
                  </a:lnTo>
                  <a:lnTo>
                    <a:pt x="4342998" y="1046402"/>
                  </a:lnTo>
                  <a:lnTo>
                    <a:pt x="4343659" y="1034837"/>
                  </a:lnTo>
                  <a:lnTo>
                    <a:pt x="4344319" y="1010256"/>
                  </a:lnTo>
                  <a:lnTo>
                    <a:pt x="4344980" y="993768"/>
                  </a:lnTo>
                  <a:lnTo>
                    <a:pt x="4345640" y="975561"/>
                  </a:lnTo>
                  <a:lnTo>
                    <a:pt x="4346301" y="975697"/>
                  </a:lnTo>
                  <a:lnTo>
                    <a:pt x="4346961" y="991404"/>
                  </a:lnTo>
                  <a:lnTo>
                    <a:pt x="4347622" y="980427"/>
                  </a:lnTo>
                  <a:lnTo>
                    <a:pt x="4348282" y="980664"/>
                  </a:lnTo>
                  <a:lnTo>
                    <a:pt x="4348943" y="991750"/>
                  </a:lnTo>
                  <a:lnTo>
                    <a:pt x="4349603" y="991750"/>
                  </a:lnTo>
                  <a:lnTo>
                    <a:pt x="4350264" y="981230"/>
                  </a:lnTo>
                  <a:lnTo>
                    <a:pt x="4350924" y="972725"/>
                  </a:lnTo>
                  <a:lnTo>
                    <a:pt x="4351585" y="962252"/>
                  </a:lnTo>
                  <a:lnTo>
                    <a:pt x="4352246" y="983577"/>
                  </a:lnTo>
                  <a:lnTo>
                    <a:pt x="4352906" y="1023687"/>
                  </a:lnTo>
                  <a:lnTo>
                    <a:pt x="4353567" y="1001071"/>
                  </a:lnTo>
                  <a:lnTo>
                    <a:pt x="4354227" y="992502"/>
                  </a:lnTo>
                  <a:lnTo>
                    <a:pt x="4354888" y="1003900"/>
                  </a:lnTo>
                  <a:lnTo>
                    <a:pt x="4355548" y="994582"/>
                  </a:lnTo>
                  <a:lnTo>
                    <a:pt x="4356209" y="971687"/>
                  </a:lnTo>
                  <a:lnTo>
                    <a:pt x="4356869" y="969000"/>
                  </a:lnTo>
                  <a:lnTo>
                    <a:pt x="4357530" y="966475"/>
                  </a:lnTo>
                  <a:lnTo>
                    <a:pt x="4358190" y="966475"/>
                  </a:lnTo>
                  <a:lnTo>
                    <a:pt x="4358851" y="969132"/>
                  </a:lnTo>
                  <a:lnTo>
                    <a:pt x="4359511" y="978060"/>
                  </a:lnTo>
                  <a:lnTo>
                    <a:pt x="4360172" y="995826"/>
                  </a:lnTo>
                  <a:lnTo>
                    <a:pt x="4360832" y="1003025"/>
                  </a:lnTo>
                  <a:lnTo>
                    <a:pt x="4361493" y="987916"/>
                  </a:lnTo>
                  <a:lnTo>
                    <a:pt x="4362154" y="962295"/>
                  </a:lnTo>
                  <a:lnTo>
                    <a:pt x="4362814" y="965554"/>
                  </a:lnTo>
                  <a:lnTo>
                    <a:pt x="4363475" y="984840"/>
                  </a:lnTo>
                  <a:lnTo>
                    <a:pt x="4364135" y="963885"/>
                  </a:lnTo>
                  <a:lnTo>
                    <a:pt x="4364796" y="957800"/>
                  </a:lnTo>
                  <a:lnTo>
                    <a:pt x="4365456" y="962893"/>
                  </a:lnTo>
                  <a:lnTo>
                    <a:pt x="4366117" y="977353"/>
                  </a:lnTo>
                  <a:lnTo>
                    <a:pt x="4366777" y="987714"/>
                  </a:lnTo>
                  <a:lnTo>
                    <a:pt x="4367438" y="995214"/>
                  </a:lnTo>
                  <a:lnTo>
                    <a:pt x="4368098" y="992394"/>
                  </a:lnTo>
                  <a:lnTo>
                    <a:pt x="4368759" y="962526"/>
                  </a:lnTo>
                  <a:lnTo>
                    <a:pt x="4369419" y="955688"/>
                  </a:lnTo>
                  <a:lnTo>
                    <a:pt x="4370080" y="978903"/>
                  </a:lnTo>
                  <a:lnTo>
                    <a:pt x="4370740" y="1000276"/>
                  </a:lnTo>
                  <a:lnTo>
                    <a:pt x="4371401" y="969718"/>
                  </a:lnTo>
                  <a:lnTo>
                    <a:pt x="4372062" y="955397"/>
                  </a:lnTo>
                  <a:lnTo>
                    <a:pt x="4372722" y="955138"/>
                  </a:lnTo>
                  <a:lnTo>
                    <a:pt x="4373383" y="967933"/>
                  </a:lnTo>
                  <a:lnTo>
                    <a:pt x="4374043" y="967686"/>
                  </a:lnTo>
                  <a:lnTo>
                    <a:pt x="4374704" y="954464"/>
                  </a:lnTo>
                  <a:lnTo>
                    <a:pt x="4375364" y="952124"/>
                  </a:lnTo>
                  <a:lnTo>
                    <a:pt x="4376025" y="947475"/>
                  </a:lnTo>
                  <a:lnTo>
                    <a:pt x="4376685" y="943158"/>
                  </a:lnTo>
                  <a:lnTo>
                    <a:pt x="4377346" y="947849"/>
                  </a:lnTo>
                  <a:lnTo>
                    <a:pt x="4378006" y="956120"/>
                  </a:lnTo>
                  <a:lnTo>
                    <a:pt x="4378667" y="963432"/>
                  </a:lnTo>
                  <a:lnTo>
                    <a:pt x="4379327" y="960715"/>
                  </a:lnTo>
                  <a:lnTo>
                    <a:pt x="4379988" y="960599"/>
                  </a:lnTo>
                  <a:lnTo>
                    <a:pt x="4380648" y="961062"/>
                  </a:lnTo>
                  <a:lnTo>
                    <a:pt x="4381309" y="936313"/>
                  </a:lnTo>
                  <a:lnTo>
                    <a:pt x="4381969" y="958721"/>
                  </a:lnTo>
                  <a:lnTo>
                    <a:pt x="4382630" y="961661"/>
                  </a:lnTo>
                  <a:lnTo>
                    <a:pt x="4383291" y="936305"/>
                  </a:lnTo>
                  <a:lnTo>
                    <a:pt x="4383951" y="941751"/>
                  </a:lnTo>
                  <a:lnTo>
                    <a:pt x="4384612" y="922477"/>
                  </a:lnTo>
                  <a:lnTo>
                    <a:pt x="4385272" y="935746"/>
                  </a:lnTo>
                  <a:lnTo>
                    <a:pt x="4385933" y="936871"/>
                  </a:lnTo>
                  <a:lnTo>
                    <a:pt x="4386593" y="844372"/>
                  </a:lnTo>
                  <a:lnTo>
                    <a:pt x="4387254" y="814193"/>
                  </a:lnTo>
                  <a:lnTo>
                    <a:pt x="4387914" y="814970"/>
                  </a:lnTo>
                  <a:lnTo>
                    <a:pt x="4388575" y="817673"/>
                  </a:lnTo>
                  <a:lnTo>
                    <a:pt x="4389235" y="881576"/>
                  </a:lnTo>
                  <a:lnTo>
                    <a:pt x="4389896" y="915760"/>
                  </a:lnTo>
                  <a:lnTo>
                    <a:pt x="4390556" y="886947"/>
                  </a:lnTo>
                  <a:lnTo>
                    <a:pt x="4391217" y="890385"/>
                  </a:lnTo>
                  <a:lnTo>
                    <a:pt x="4391877" y="945069"/>
                  </a:lnTo>
                  <a:lnTo>
                    <a:pt x="4392538" y="950261"/>
                  </a:lnTo>
                  <a:lnTo>
                    <a:pt x="4393199" y="924082"/>
                  </a:lnTo>
                  <a:lnTo>
                    <a:pt x="4393859" y="929284"/>
                  </a:lnTo>
                  <a:lnTo>
                    <a:pt x="4394520" y="934049"/>
                  </a:lnTo>
                  <a:lnTo>
                    <a:pt x="4395180" y="939700"/>
                  </a:lnTo>
                  <a:lnTo>
                    <a:pt x="4395841" y="965797"/>
                  </a:lnTo>
                  <a:lnTo>
                    <a:pt x="4396501" y="1007076"/>
                  </a:lnTo>
                  <a:lnTo>
                    <a:pt x="4397162" y="1017536"/>
                  </a:lnTo>
                  <a:lnTo>
                    <a:pt x="4397822" y="967274"/>
                  </a:lnTo>
                  <a:lnTo>
                    <a:pt x="4398483" y="946049"/>
                  </a:lnTo>
                  <a:lnTo>
                    <a:pt x="4399143" y="945913"/>
                  </a:lnTo>
                  <a:lnTo>
                    <a:pt x="4399804" y="953317"/>
                  </a:lnTo>
                  <a:lnTo>
                    <a:pt x="4400464" y="940894"/>
                  </a:lnTo>
                  <a:lnTo>
                    <a:pt x="4401125" y="936316"/>
                  </a:lnTo>
                  <a:lnTo>
                    <a:pt x="4401785" y="939993"/>
                  </a:lnTo>
                  <a:lnTo>
                    <a:pt x="4402446" y="944075"/>
                  </a:lnTo>
                  <a:lnTo>
                    <a:pt x="4403107" y="952641"/>
                  </a:lnTo>
                  <a:lnTo>
                    <a:pt x="4403767" y="956461"/>
                  </a:lnTo>
                  <a:lnTo>
                    <a:pt x="4404428" y="956355"/>
                  </a:lnTo>
                  <a:lnTo>
                    <a:pt x="4405088" y="947557"/>
                  </a:lnTo>
                  <a:lnTo>
                    <a:pt x="4405749" y="952650"/>
                  </a:lnTo>
                  <a:lnTo>
                    <a:pt x="4406409" y="952650"/>
                  </a:lnTo>
                  <a:lnTo>
                    <a:pt x="4407070" y="947557"/>
                  </a:lnTo>
                  <a:lnTo>
                    <a:pt x="4407730" y="952650"/>
                  </a:lnTo>
                  <a:lnTo>
                    <a:pt x="4408391" y="955302"/>
                  </a:lnTo>
                  <a:lnTo>
                    <a:pt x="4409051" y="956466"/>
                  </a:lnTo>
                  <a:lnTo>
                    <a:pt x="4409712" y="956466"/>
                  </a:lnTo>
                  <a:lnTo>
                    <a:pt x="4410372" y="954346"/>
                  </a:lnTo>
                  <a:lnTo>
                    <a:pt x="4411033" y="997309"/>
                  </a:lnTo>
                  <a:lnTo>
                    <a:pt x="4411693" y="1016754"/>
                  </a:lnTo>
                  <a:lnTo>
                    <a:pt x="4412354" y="1018279"/>
                  </a:lnTo>
                  <a:lnTo>
                    <a:pt x="4413015" y="1015264"/>
                  </a:lnTo>
                  <a:lnTo>
                    <a:pt x="4413675" y="986823"/>
                  </a:lnTo>
                  <a:lnTo>
                    <a:pt x="4414336" y="962359"/>
                  </a:lnTo>
                  <a:lnTo>
                    <a:pt x="4414996" y="949077"/>
                  </a:lnTo>
                  <a:lnTo>
                    <a:pt x="4415657" y="943596"/>
                  </a:lnTo>
                  <a:lnTo>
                    <a:pt x="4416317" y="937811"/>
                  </a:lnTo>
                  <a:lnTo>
                    <a:pt x="4416978" y="941600"/>
                  </a:lnTo>
                  <a:lnTo>
                    <a:pt x="4417638" y="946693"/>
                  </a:lnTo>
                  <a:lnTo>
                    <a:pt x="4418299" y="932981"/>
                  </a:lnTo>
                  <a:lnTo>
                    <a:pt x="4418959" y="931527"/>
                  </a:lnTo>
                  <a:lnTo>
                    <a:pt x="4419620" y="925411"/>
                  </a:lnTo>
                  <a:lnTo>
                    <a:pt x="4420280" y="935311"/>
                  </a:lnTo>
                  <a:lnTo>
                    <a:pt x="4420941" y="921387"/>
                  </a:lnTo>
                  <a:lnTo>
                    <a:pt x="4421601" y="905180"/>
                  </a:lnTo>
                  <a:lnTo>
                    <a:pt x="4422262" y="905180"/>
                  </a:lnTo>
                  <a:lnTo>
                    <a:pt x="4422922" y="937035"/>
                  </a:lnTo>
                  <a:lnTo>
                    <a:pt x="4423583" y="912472"/>
                  </a:lnTo>
                  <a:lnTo>
                    <a:pt x="4424244" y="873234"/>
                  </a:lnTo>
                  <a:lnTo>
                    <a:pt x="4424904" y="891962"/>
                  </a:lnTo>
                  <a:lnTo>
                    <a:pt x="4425565" y="925118"/>
                  </a:lnTo>
                  <a:lnTo>
                    <a:pt x="4426225" y="935946"/>
                  </a:lnTo>
                  <a:lnTo>
                    <a:pt x="4426886" y="935077"/>
                  </a:lnTo>
                  <a:lnTo>
                    <a:pt x="4427546" y="910326"/>
                  </a:lnTo>
                  <a:lnTo>
                    <a:pt x="4428207" y="910326"/>
                  </a:lnTo>
                  <a:lnTo>
                    <a:pt x="4428867" y="925494"/>
                  </a:lnTo>
                  <a:lnTo>
                    <a:pt x="4429528" y="938230"/>
                  </a:lnTo>
                  <a:lnTo>
                    <a:pt x="4430188" y="977826"/>
                  </a:lnTo>
                  <a:lnTo>
                    <a:pt x="4430849" y="1000001"/>
                  </a:lnTo>
                  <a:lnTo>
                    <a:pt x="4431509" y="970674"/>
                  </a:lnTo>
                  <a:lnTo>
                    <a:pt x="4432170" y="968411"/>
                  </a:lnTo>
                  <a:lnTo>
                    <a:pt x="4432830" y="994172"/>
                  </a:lnTo>
                  <a:lnTo>
                    <a:pt x="4433491" y="956412"/>
                  </a:lnTo>
                  <a:lnTo>
                    <a:pt x="4434152" y="933602"/>
                  </a:lnTo>
                  <a:lnTo>
                    <a:pt x="4434812" y="933602"/>
                  </a:lnTo>
                  <a:lnTo>
                    <a:pt x="4435473" y="945335"/>
                  </a:lnTo>
                  <a:lnTo>
                    <a:pt x="4436133" y="946640"/>
                  </a:lnTo>
                  <a:lnTo>
                    <a:pt x="4436794" y="951473"/>
                  </a:lnTo>
                  <a:lnTo>
                    <a:pt x="4437454" y="932716"/>
                  </a:lnTo>
                  <a:lnTo>
                    <a:pt x="4438115" y="935812"/>
                  </a:lnTo>
                  <a:lnTo>
                    <a:pt x="4438775" y="935812"/>
                  </a:lnTo>
                  <a:lnTo>
                    <a:pt x="4439436" y="953720"/>
                  </a:lnTo>
                  <a:lnTo>
                    <a:pt x="4440096" y="949628"/>
                  </a:lnTo>
                  <a:lnTo>
                    <a:pt x="4440757" y="951748"/>
                  </a:lnTo>
                  <a:lnTo>
                    <a:pt x="4441417" y="956841"/>
                  </a:lnTo>
                  <a:lnTo>
                    <a:pt x="4442078" y="956841"/>
                  </a:lnTo>
                  <a:lnTo>
                    <a:pt x="4442738" y="969847"/>
                  </a:lnTo>
                  <a:lnTo>
                    <a:pt x="4443399" y="970446"/>
                  </a:lnTo>
                  <a:lnTo>
                    <a:pt x="4444060" y="1006691"/>
                  </a:lnTo>
                  <a:lnTo>
                    <a:pt x="4444720" y="1006864"/>
                  </a:lnTo>
                  <a:lnTo>
                    <a:pt x="4445381" y="974136"/>
                  </a:lnTo>
                  <a:lnTo>
                    <a:pt x="4446041" y="1006158"/>
                  </a:lnTo>
                  <a:lnTo>
                    <a:pt x="4446702" y="1026857"/>
                  </a:lnTo>
                  <a:lnTo>
                    <a:pt x="4447362" y="1025325"/>
                  </a:lnTo>
                  <a:lnTo>
                    <a:pt x="4448023" y="1025012"/>
                  </a:lnTo>
                  <a:lnTo>
                    <a:pt x="4448683" y="992082"/>
                  </a:lnTo>
                  <a:lnTo>
                    <a:pt x="4449344" y="992451"/>
                  </a:lnTo>
                  <a:lnTo>
                    <a:pt x="4450004" y="985805"/>
                  </a:lnTo>
                  <a:lnTo>
                    <a:pt x="4450665" y="991253"/>
                  </a:lnTo>
                  <a:lnTo>
                    <a:pt x="4451325" y="1004146"/>
                  </a:lnTo>
                  <a:lnTo>
                    <a:pt x="4451986" y="1004146"/>
                  </a:lnTo>
                  <a:lnTo>
                    <a:pt x="4452646" y="1006524"/>
                  </a:lnTo>
                  <a:lnTo>
                    <a:pt x="4453307" y="1006331"/>
                  </a:lnTo>
                  <a:lnTo>
                    <a:pt x="4453967" y="1005434"/>
                  </a:lnTo>
                  <a:lnTo>
                    <a:pt x="4454628" y="1005287"/>
                  </a:lnTo>
                  <a:lnTo>
                    <a:pt x="4455289" y="1006412"/>
                  </a:lnTo>
                  <a:lnTo>
                    <a:pt x="4455949" y="1011149"/>
                  </a:lnTo>
                  <a:lnTo>
                    <a:pt x="4456610" y="1009709"/>
                  </a:lnTo>
                  <a:lnTo>
                    <a:pt x="4457270" y="1009819"/>
                  </a:lnTo>
                  <a:lnTo>
                    <a:pt x="4457931" y="1001689"/>
                  </a:lnTo>
                  <a:lnTo>
                    <a:pt x="4458591" y="996174"/>
                  </a:lnTo>
                  <a:lnTo>
                    <a:pt x="4459252" y="1005791"/>
                  </a:lnTo>
                  <a:lnTo>
                    <a:pt x="4459912" y="990833"/>
                  </a:lnTo>
                  <a:lnTo>
                    <a:pt x="4460573" y="976568"/>
                  </a:lnTo>
                  <a:lnTo>
                    <a:pt x="4461233" y="966068"/>
                  </a:lnTo>
                  <a:lnTo>
                    <a:pt x="4461894" y="944782"/>
                  </a:lnTo>
                  <a:lnTo>
                    <a:pt x="4462554" y="949875"/>
                  </a:lnTo>
                  <a:lnTo>
                    <a:pt x="4463215" y="911625"/>
                  </a:lnTo>
                  <a:lnTo>
                    <a:pt x="4463875" y="920031"/>
                  </a:lnTo>
                  <a:lnTo>
                    <a:pt x="4464536" y="930859"/>
                  </a:lnTo>
                  <a:lnTo>
                    <a:pt x="4465197" y="944782"/>
                  </a:lnTo>
                  <a:lnTo>
                    <a:pt x="4465857" y="949615"/>
                  </a:lnTo>
                  <a:lnTo>
                    <a:pt x="4466518" y="944782"/>
                  </a:lnTo>
                  <a:lnTo>
                    <a:pt x="4467178" y="934142"/>
                  </a:lnTo>
                  <a:lnTo>
                    <a:pt x="4467839" y="920031"/>
                  </a:lnTo>
                  <a:lnTo>
                    <a:pt x="4468499" y="895655"/>
                  </a:lnTo>
                  <a:lnTo>
                    <a:pt x="4469160" y="920972"/>
                  </a:lnTo>
                  <a:lnTo>
                    <a:pt x="4469820" y="950816"/>
                  </a:lnTo>
                  <a:lnTo>
                    <a:pt x="4470481" y="950816"/>
                  </a:lnTo>
                  <a:lnTo>
                    <a:pt x="4471141" y="945723"/>
                  </a:lnTo>
                  <a:lnTo>
                    <a:pt x="4471802" y="945723"/>
                  </a:lnTo>
                  <a:lnTo>
                    <a:pt x="4472462" y="938870"/>
                  </a:lnTo>
                  <a:lnTo>
                    <a:pt x="4473123" y="971158"/>
                  </a:lnTo>
                  <a:lnTo>
                    <a:pt x="4473783" y="968254"/>
                  </a:lnTo>
                  <a:lnTo>
                    <a:pt x="4474444" y="1007918"/>
                  </a:lnTo>
                  <a:lnTo>
                    <a:pt x="4475105" y="1000559"/>
                  </a:lnTo>
                  <a:lnTo>
                    <a:pt x="4475765" y="992251"/>
                  </a:lnTo>
                  <a:lnTo>
                    <a:pt x="4476426" y="993850"/>
                  </a:lnTo>
                  <a:lnTo>
                    <a:pt x="4477086" y="987827"/>
                  </a:lnTo>
                  <a:lnTo>
                    <a:pt x="4477747" y="991758"/>
                  </a:lnTo>
                  <a:lnTo>
                    <a:pt x="4478407" y="986264"/>
                  </a:lnTo>
                  <a:lnTo>
                    <a:pt x="4479068" y="988960"/>
                  </a:lnTo>
                  <a:lnTo>
                    <a:pt x="4479728" y="1022387"/>
                  </a:lnTo>
                  <a:lnTo>
                    <a:pt x="4480389" y="1018809"/>
                  </a:lnTo>
                  <a:lnTo>
                    <a:pt x="4481049" y="1017564"/>
                  </a:lnTo>
                  <a:lnTo>
                    <a:pt x="4481710" y="1012293"/>
                  </a:lnTo>
                  <a:lnTo>
                    <a:pt x="4482370" y="1012657"/>
                  </a:lnTo>
                  <a:lnTo>
                    <a:pt x="4483031" y="1003151"/>
                  </a:lnTo>
                  <a:lnTo>
                    <a:pt x="4483691" y="999823"/>
                  </a:lnTo>
                  <a:lnTo>
                    <a:pt x="4484352" y="1000483"/>
                  </a:lnTo>
                  <a:lnTo>
                    <a:pt x="4485013" y="983747"/>
                  </a:lnTo>
                  <a:lnTo>
                    <a:pt x="4485673" y="983747"/>
                  </a:lnTo>
                  <a:lnTo>
                    <a:pt x="4486334" y="986760"/>
                  </a:lnTo>
                  <a:lnTo>
                    <a:pt x="4486994" y="986855"/>
                  </a:lnTo>
                  <a:lnTo>
                    <a:pt x="4487655" y="978406"/>
                  </a:lnTo>
                  <a:lnTo>
                    <a:pt x="4488315" y="997000"/>
                  </a:lnTo>
                  <a:lnTo>
                    <a:pt x="4488976" y="1019636"/>
                  </a:lnTo>
                  <a:lnTo>
                    <a:pt x="4489636" y="936667"/>
                  </a:lnTo>
                  <a:lnTo>
                    <a:pt x="4490297" y="891257"/>
                  </a:lnTo>
                  <a:lnTo>
                    <a:pt x="4490957" y="870852"/>
                  </a:lnTo>
                  <a:lnTo>
                    <a:pt x="4491618" y="877148"/>
                  </a:lnTo>
                  <a:lnTo>
                    <a:pt x="4492278" y="862535"/>
                  </a:lnTo>
                  <a:lnTo>
                    <a:pt x="4492939" y="888360"/>
                  </a:lnTo>
                  <a:lnTo>
                    <a:pt x="4493599" y="941231"/>
                  </a:lnTo>
                  <a:lnTo>
                    <a:pt x="4494260" y="921397"/>
                  </a:lnTo>
                  <a:lnTo>
                    <a:pt x="4494920" y="918225"/>
                  </a:lnTo>
                  <a:lnTo>
                    <a:pt x="4495581" y="932205"/>
                  </a:lnTo>
                  <a:lnTo>
                    <a:pt x="4496242" y="899644"/>
                  </a:lnTo>
                  <a:lnTo>
                    <a:pt x="4496902" y="914219"/>
                  </a:lnTo>
                  <a:lnTo>
                    <a:pt x="4497563" y="1018432"/>
                  </a:lnTo>
                  <a:lnTo>
                    <a:pt x="4498223" y="1021434"/>
                  </a:lnTo>
                  <a:lnTo>
                    <a:pt x="4498884" y="1027840"/>
                  </a:lnTo>
                  <a:lnTo>
                    <a:pt x="4499544" y="1030974"/>
                  </a:lnTo>
                  <a:lnTo>
                    <a:pt x="4500205" y="1008263"/>
                  </a:lnTo>
                  <a:lnTo>
                    <a:pt x="4500865" y="978797"/>
                  </a:lnTo>
                  <a:lnTo>
                    <a:pt x="4501526" y="987249"/>
                  </a:lnTo>
                  <a:lnTo>
                    <a:pt x="4502186" y="963065"/>
                  </a:lnTo>
                  <a:lnTo>
                    <a:pt x="4502847" y="966115"/>
                  </a:lnTo>
                  <a:lnTo>
                    <a:pt x="4503507" y="999341"/>
                  </a:lnTo>
                  <a:lnTo>
                    <a:pt x="4504168" y="1016239"/>
                  </a:lnTo>
                  <a:lnTo>
                    <a:pt x="4504828" y="1027370"/>
                  </a:lnTo>
                  <a:lnTo>
                    <a:pt x="4505489" y="1023158"/>
                  </a:lnTo>
                  <a:lnTo>
                    <a:pt x="4506150" y="1007711"/>
                  </a:lnTo>
                  <a:lnTo>
                    <a:pt x="4506810" y="1007711"/>
                  </a:lnTo>
                  <a:lnTo>
                    <a:pt x="4507471" y="1033712"/>
                  </a:lnTo>
                  <a:lnTo>
                    <a:pt x="4508131" y="1037157"/>
                  </a:lnTo>
                  <a:lnTo>
                    <a:pt x="4508792" y="1028908"/>
                  </a:lnTo>
                  <a:lnTo>
                    <a:pt x="4509452" y="1025490"/>
                  </a:lnTo>
                  <a:lnTo>
                    <a:pt x="4510113" y="1038026"/>
                  </a:lnTo>
                  <a:lnTo>
                    <a:pt x="4510773" y="1041337"/>
                  </a:lnTo>
                  <a:lnTo>
                    <a:pt x="4511434" y="1032707"/>
                  </a:lnTo>
                  <a:lnTo>
                    <a:pt x="4512094" y="1027891"/>
                  </a:lnTo>
                  <a:lnTo>
                    <a:pt x="4512755" y="1009593"/>
                  </a:lnTo>
                  <a:lnTo>
                    <a:pt x="4513415" y="1016515"/>
                  </a:lnTo>
                  <a:lnTo>
                    <a:pt x="4514076" y="1032232"/>
                  </a:lnTo>
                  <a:lnTo>
                    <a:pt x="4514736" y="1042572"/>
                  </a:lnTo>
                  <a:lnTo>
                    <a:pt x="4515397" y="1033076"/>
                  </a:lnTo>
                  <a:lnTo>
                    <a:pt x="4516058" y="1021353"/>
                  </a:lnTo>
                  <a:lnTo>
                    <a:pt x="4516718" y="1027852"/>
                  </a:lnTo>
                  <a:lnTo>
                    <a:pt x="4517379" y="1029810"/>
                  </a:lnTo>
                  <a:lnTo>
                    <a:pt x="4518039" y="1018217"/>
                  </a:lnTo>
                  <a:lnTo>
                    <a:pt x="4518700" y="995509"/>
                  </a:lnTo>
                  <a:lnTo>
                    <a:pt x="4519360" y="1013372"/>
                  </a:lnTo>
                  <a:lnTo>
                    <a:pt x="4520021" y="1024973"/>
                  </a:lnTo>
                  <a:lnTo>
                    <a:pt x="4520681" y="1023285"/>
                  </a:lnTo>
                  <a:lnTo>
                    <a:pt x="4521342" y="1026893"/>
                  </a:lnTo>
                  <a:lnTo>
                    <a:pt x="4522002" y="1033076"/>
                  </a:lnTo>
                  <a:lnTo>
                    <a:pt x="4522663" y="1027852"/>
                  </a:lnTo>
                  <a:lnTo>
                    <a:pt x="4523323" y="1016560"/>
                  </a:lnTo>
                  <a:lnTo>
                    <a:pt x="4523984" y="1023099"/>
                  </a:lnTo>
                  <a:lnTo>
                    <a:pt x="4524644" y="1028074"/>
                  </a:lnTo>
                  <a:lnTo>
                    <a:pt x="4525305" y="1023943"/>
                  </a:lnTo>
                  <a:lnTo>
                    <a:pt x="4525965" y="1035536"/>
                  </a:lnTo>
                  <a:lnTo>
                    <a:pt x="4526626" y="1035150"/>
                  </a:lnTo>
                  <a:lnTo>
                    <a:pt x="4527287" y="1011542"/>
                  </a:lnTo>
                  <a:lnTo>
                    <a:pt x="4527947" y="997330"/>
                  </a:lnTo>
                  <a:lnTo>
                    <a:pt x="4528608" y="1016565"/>
                  </a:lnTo>
                  <a:lnTo>
                    <a:pt x="4529268" y="1018033"/>
                  </a:lnTo>
                  <a:lnTo>
                    <a:pt x="4529929" y="1004320"/>
                  </a:lnTo>
                  <a:lnTo>
                    <a:pt x="4530589" y="1016737"/>
                  </a:lnTo>
                  <a:lnTo>
                    <a:pt x="4531250" y="1022570"/>
                  </a:lnTo>
                  <a:lnTo>
                    <a:pt x="4531910" y="1037135"/>
                  </a:lnTo>
                  <a:lnTo>
                    <a:pt x="4532571" y="1049440"/>
                  </a:lnTo>
                  <a:lnTo>
                    <a:pt x="4533231" y="1040881"/>
                  </a:lnTo>
                  <a:lnTo>
                    <a:pt x="4533892" y="1028074"/>
                  </a:lnTo>
                  <a:lnTo>
                    <a:pt x="4534552" y="1031012"/>
                  </a:lnTo>
                  <a:lnTo>
                    <a:pt x="4535213" y="1016565"/>
                  </a:lnTo>
                  <a:lnTo>
                    <a:pt x="4535873" y="1010184"/>
                  </a:lnTo>
                  <a:lnTo>
                    <a:pt x="4536534" y="1028128"/>
                  </a:lnTo>
                  <a:lnTo>
                    <a:pt x="4537195" y="1033413"/>
                  </a:lnTo>
                  <a:lnTo>
                    <a:pt x="4537855" y="1035275"/>
                  </a:lnTo>
                  <a:lnTo>
                    <a:pt x="4538516" y="1015052"/>
                  </a:lnTo>
                  <a:lnTo>
                    <a:pt x="4539176" y="1000636"/>
                  </a:lnTo>
                  <a:lnTo>
                    <a:pt x="4539837" y="994543"/>
                  </a:lnTo>
                  <a:lnTo>
                    <a:pt x="4540497" y="999266"/>
                  </a:lnTo>
                  <a:lnTo>
                    <a:pt x="4541158" y="1012742"/>
                  </a:lnTo>
                  <a:lnTo>
                    <a:pt x="4541818" y="1000081"/>
                  </a:lnTo>
                  <a:lnTo>
                    <a:pt x="4542479" y="1005944"/>
                  </a:lnTo>
                  <a:lnTo>
                    <a:pt x="4543139" y="1008453"/>
                  </a:lnTo>
                  <a:lnTo>
                    <a:pt x="4543800" y="983068"/>
                  </a:lnTo>
                  <a:lnTo>
                    <a:pt x="4544460" y="995315"/>
                  </a:lnTo>
                  <a:lnTo>
                    <a:pt x="4545121" y="1023138"/>
                  </a:lnTo>
                  <a:lnTo>
                    <a:pt x="4545781" y="1015612"/>
                  </a:lnTo>
                  <a:lnTo>
                    <a:pt x="4546442" y="984073"/>
                  </a:lnTo>
                  <a:lnTo>
                    <a:pt x="4547103" y="1001494"/>
                  </a:lnTo>
                  <a:lnTo>
                    <a:pt x="4547763" y="1031901"/>
                  </a:lnTo>
                  <a:lnTo>
                    <a:pt x="4548424" y="977609"/>
                  </a:lnTo>
                  <a:lnTo>
                    <a:pt x="4549084" y="989090"/>
                  </a:lnTo>
                  <a:lnTo>
                    <a:pt x="4549745" y="1014361"/>
                  </a:lnTo>
                  <a:lnTo>
                    <a:pt x="4550405" y="1026677"/>
                  </a:lnTo>
                  <a:lnTo>
                    <a:pt x="4551066" y="1028096"/>
                  </a:lnTo>
                  <a:lnTo>
                    <a:pt x="4551726" y="1018546"/>
                  </a:lnTo>
                  <a:lnTo>
                    <a:pt x="4552387" y="1025045"/>
                  </a:lnTo>
                  <a:lnTo>
                    <a:pt x="4553047" y="1036332"/>
                  </a:lnTo>
                  <a:lnTo>
                    <a:pt x="4553708" y="1036332"/>
                  </a:lnTo>
                  <a:lnTo>
                    <a:pt x="4554368" y="1016029"/>
                  </a:lnTo>
                  <a:lnTo>
                    <a:pt x="4555029" y="1014319"/>
                  </a:lnTo>
                  <a:lnTo>
                    <a:pt x="4555689" y="1037028"/>
                  </a:lnTo>
                  <a:lnTo>
                    <a:pt x="4556350" y="1023742"/>
                  </a:lnTo>
                  <a:lnTo>
                    <a:pt x="4557011" y="1021897"/>
                  </a:lnTo>
                  <a:lnTo>
                    <a:pt x="4557671" y="1023742"/>
                  </a:lnTo>
                  <a:lnTo>
                    <a:pt x="4558332" y="1021897"/>
                  </a:lnTo>
                  <a:lnTo>
                    <a:pt x="4558992" y="1026273"/>
                  </a:lnTo>
                  <a:lnTo>
                    <a:pt x="4559653" y="1032437"/>
                  </a:lnTo>
                  <a:lnTo>
                    <a:pt x="4560313" y="1026362"/>
                  </a:lnTo>
                  <a:lnTo>
                    <a:pt x="4560974" y="1025103"/>
                  </a:lnTo>
                  <a:lnTo>
                    <a:pt x="4561634" y="999584"/>
                  </a:lnTo>
                  <a:lnTo>
                    <a:pt x="4562295" y="996187"/>
                  </a:lnTo>
                  <a:lnTo>
                    <a:pt x="4562955" y="1024625"/>
                  </a:lnTo>
                  <a:lnTo>
                    <a:pt x="4563616" y="1021971"/>
                  </a:lnTo>
                  <a:lnTo>
                    <a:pt x="4564276" y="1020494"/>
                  </a:lnTo>
                  <a:lnTo>
                    <a:pt x="4564937" y="1032087"/>
                  </a:lnTo>
                  <a:lnTo>
                    <a:pt x="4565597" y="1027113"/>
                  </a:lnTo>
                  <a:lnTo>
                    <a:pt x="4566258" y="1016987"/>
                  </a:lnTo>
                  <a:lnTo>
                    <a:pt x="4566918" y="1012094"/>
                  </a:lnTo>
                  <a:lnTo>
                    <a:pt x="4567579" y="1012910"/>
                  </a:lnTo>
                  <a:lnTo>
                    <a:pt x="4568240" y="1016040"/>
                  </a:lnTo>
                  <a:lnTo>
                    <a:pt x="4568900" y="1017286"/>
                  </a:lnTo>
                  <a:lnTo>
                    <a:pt x="4569561" y="1022440"/>
                  </a:lnTo>
                  <a:lnTo>
                    <a:pt x="4570221" y="987068"/>
                  </a:lnTo>
                  <a:lnTo>
                    <a:pt x="4570882" y="986771"/>
                  </a:lnTo>
                  <a:lnTo>
                    <a:pt x="4571542" y="993662"/>
                  </a:lnTo>
                  <a:lnTo>
                    <a:pt x="4572203" y="998156"/>
                  </a:lnTo>
                  <a:lnTo>
                    <a:pt x="4572863" y="1000728"/>
                  </a:lnTo>
                  <a:lnTo>
                    <a:pt x="4573524" y="950109"/>
                  </a:lnTo>
                  <a:lnTo>
                    <a:pt x="4574184" y="943515"/>
                  </a:lnTo>
                  <a:lnTo>
                    <a:pt x="4574845" y="994134"/>
                  </a:lnTo>
                  <a:lnTo>
                    <a:pt x="4575505" y="1011841"/>
                  </a:lnTo>
                  <a:lnTo>
                    <a:pt x="4576166" y="1019229"/>
                  </a:lnTo>
                  <a:lnTo>
                    <a:pt x="4576826" y="1007578"/>
                  </a:lnTo>
                  <a:lnTo>
                    <a:pt x="4577487" y="996774"/>
                  </a:lnTo>
                  <a:lnTo>
                    <a:pt x="4578148" y="1010305"/>
                  </a:lnTo>
                  <a:lnTo>
                    <a:pt x="4578808" y="1011207"/>
                  </a:lnTo>
                  <a:lnTo>
                    <a:pt x="4579469" y="998801"/>
                  </a:lnTo>
                  <a:lnTo>
                    <a:pt x="4580129" y="996228"/>
                  </a:lnTo>
                  <a:lnTo>
                    <a:pt x="4580790" y="1005930"/>
                  </a:lnTo>
                  <a:lnTo>
                    <a:pt x="4581450" y="1007799"/>
                  </a:lnTo>
                  <a:lnTo>
                    <a:pt x="4582111" y="1012542"/>
                  </a:lnTo>
                  <a:lnTo>
                    <a:pt x="4582771" y="1000883"/>
                  </a:lnTo>
                  <a:lnTo>
                    <a:pt x="4583432" y="1001008"/>
                  </a:lnTo>
                  <a:lnTo>
                    <a:pt x="4584092" y="995916"/>
                  </a:lnTo>
                  <a:lnTo>
                    <a:pt x="4584753" y="1000961"/>
                  </a:lnTo>
                  <a:lnTo>
                    <a:pt x="4585413" y="1008962"/>
                  </a:lnTo>
                  <a:lnTo>
                    <a:pt x="4586074" y="1000987"/>
                  </a:lnTo>
                  <a:lnTo>
                    <a:pt x="4586734" y="997863"/>
                  </a:lnTo>
                  <a:lnTo>
                    <a:pt x="4587395" y="1006877"/>
                  </a:lnTo>
                  <a:lnTo>
                    <a:pt x="4588056" y="1002357"/>
                  </a:lnTo>
                  <a:lnTo>
                    <a:pt x="4588716" y="994033"/>
                  </a:lnTo>
                  <a:lnTo>
                    <a:pt x="4589377" y="984977"/>
                  </a:lnTo>
                  <a:lnTo>
                    <a:pt x="4590037" y="1004745"/>
                  </a:lnTo>
                  <a:lnTo>
                    <a:pt x="4590698" y="1013138"/>
                  </a:lnTo>
                  <a:lnTo>
                    <a:pt x="4591358" y="997567"/>
                  </a:lnTo>
                  <a:lnTo>
                    <a:pt x="4592019" y="1004930"/>
                  </a:lnTo>
                  <a:lnTo>
                    <a:pt x="4592679" y="1018386"/>
                  </a:lnTo>
                  <a:lnTo>
                    <a:pt x="4593340" y="1020107"/>
                  </a:lnTo>
                  <a:lnTo>
                    <a:pt x="4594000" y="1042564"/>
                  </a:lnTo>
                  <a:lnTo>
                    <a:pt x="4594661" y="1037257"/>
                  </a:lnTo>
                  <a:lnTo>
                    <a:pt x="4595321" y="1027990"/>
                  </a:lnTo>
                  <a:lnTo>
                    <a:pt x="4595982" y="1017253"/>
                  </a:lnTo>
                  <a:lnTo>
                    <a:pt x="4596642" y="1021821"/>
                  </a:lnTo>
                  <a:lnTo>
                    <a:pt x="4597303" y="1029452"/>
                  </a:lnTo>
                  <a:lnTo>
                    <a:pt x="4597963" y="1018245"/>
                  </a:lnTo>
                  <a:lnTo>
                    <a:pt x="4598624" y="1034809"/>
                  </a:lnTo>
                  <a:lnTo>
                    <a:pt x="4599285" y="1033931"/>
                  </a:lnTo>
                  <a:lnTo>
                    <a:pt x="4599945" y="1020565"/>
                  </a:lnTo>
                  <a:lnTo>
                    <a:pt x="4600606" y="1019089"/>
                  </a:lnTo>
                  <a:lnTo>
                    <a:pt x="4601266" y="1021375"/>
                  </a:lnTo>
                  <a:lnTo>
                    <a:pt x="4601927" y="1017430"/>
                  </a:lnTo>
                  <a:lnTo>
                    <a:pt x="4602587" y="1014922"/>
                  </a:lnTo>
                  <a:lnTo>
                    <a:pt x="4603248" y="1011927"/>
                  </a:lnTo>
                  <a:lnTo>
                    <a:pt x="4603908" y="1018097"/>
                  </a:lnTo>
                  <a:lnTo>
                    <a:pt x="4604569" y="1030143"/>
                  </a:lnTo>
                  <a:lnTo>
                    <a:pt x="4605229" y="1037719"/>
                  </a:lnTo>
                  <a:lnTo>
                    <a:pt x="4605890" y="1033334"/>
                  </a:lnTo>
                  <a:lnTo>
                    <a:pt x="4606550" y="1008770"/>
                  </a:lnTo>
                  <a:lnTo>
                    <a:pt x="4607211" y="1000987"/>
                  </a:lnTo>
                  <a:lnTo>
                    <a:pt x="4607871" y="997567"/>
                  </a:lnTo>
                  <a:lnTo>
                    <a:pt x="4608532" y="998960"/>
                  </a:lnTo>
                  <a:lnTo>
                    <a:pt x="4609193" y="997863"/>
                  </a:lnTo>
                  <a:lnTo>
                    <a:pt x="4609853" y="986528"/>
                  </a:lnTo>
                  <a:lnTo>
                    <a:pt x="4610514" y="981781"/>
                  </a:lnTo>
                  <a:lnTo>
                    <a:pt x="4611174" y="967733"/>
                  </a:lnTo>
                  <a:lnTo>
                    <a:pt x="4611835" y="967733"/>
                  </a:lnTo>
                  <a:lnTo>
                    <a:pt x="4612495" y="997863"/>
                  </a:lnTo>
                  <a:lnTo>
                    <a:pt x="4613156" y="1013138"/>
                  </a:lnTo>
                  <a:lnTo>
                    <a:pt x="4613816" y="1014662"/>
                  </a:lnTo>
                  <a:lnTo>
                    <a:pt x="4614477" y="1016910"/>
                  </a:lnTo>
                  <a:lnTo>
                    <a:pt x="4615137" y="1014662"/>
                  </a:lnTo>
                  <a:lnTo>
                    <a:pt x="4615798" y="1000987"/>
                  </a:lnTo>
                  <a:lnTo>
                    <a:pt x="4616458" y="1008770"/>
                  </a:lnTo>
                  <a:lnTo>
                    <a:pt x="4617119" y="1027990"/>
                  </a:lnTo>
                  <a:lnTo>
                    <a:pt x="4617779" y="1024186"/>
                  </a:lnTo>
                  <a:lnTo>
                    <a:pt x="4618440" y="1028808"/>
                  </a:lnTo>
                  <a:lnTo>
                    <a:pt x="4619101" y="1010396"/>
                  </a:lnTo>
                  <a:lnTo>
                    <a:pt x="4619761" y="986546"/>
                  </a:lnTo>
                  <a:lnTo>
                    <a:pt x="4620422" y="998047"/>
                  </a:lnTo>
                  <a:lnTo>
                    <a:pt x="4621082" y="1019721"/>
                  </a:lnTo>
                  <a:lnTo>
                    <a:pt x="4621743" y="1032562"/>
                  </a:lnTo>
                  <a:lnTo>
                    <a:pt x="4622403" y="1020123"/>
                  </a:lnTo>
                  <a:lnTo>
                    <a:pt x="4623064" y="1033869"/>
                  </a:lnTo>
                  <a:lnTo>
                    <a:pt x="4623724" y="1022337"/>
                  </a:lnTo>
                  <a:lnTo>
                    <a:pt x="4624385" y="1030207"/>
                  </a:lnTo>
                  <a:lnTo>
                    <a:pt x="4625045" y="1029822"/>
                  </a:lnTo>
                  <a:lnTo>
                    <a:pt x="4625706" y="1008652"/>
                  </a:lnTo>
                  <a:lnTo>
                    <a:pt x="4626366" y="996034"/>
                  </a:lnTo>
                  <a:lnTo>
                    <a:pt x="4627027" y="994937"/>
                  </a:lnTo>
                  <a:lnTo>
                    <a:pt x="4627687" y="997724"/>
                  </a:lnTo>
                  <a:lnTo>
                    <a:pt x="4628348" y="1004439"/>
                  </a:lnTo>
                  <a:lnTo>
                    <a:pt x="4629009" y="1011724"/>
                  </a:lnTo>
                  <a:lnTo>
                    <a:pt x="4629669" y="1024324"/>
                  </a:lnTo>
                  <a:lnTo>
                    <a:pt x="4630330" y="1026876"/>
                  </a:lnTo>
                  <a:lnTo>
                    <a:pt x="4630990" y="999972"/>
                  </a:lnTo>
                  <a:lnTo>
                    <a:pt x="4631651" y="1018255"/>
                  </a:lnTo>
                  <a:lnTo>
                    <a:pt x="4632311" y="1024287"/>
                  </a:lnTo>
                  <a:lnTo>
                    <a:pt x="4632972" y="985239"/>
                  </a:lnTo>
                  <a:lnTo>
                    <a:pt x="4633632" y="981819"/>
                  </a:lnTo>
                  <a:lnTo>
                    <a:pt x="4634293" y="996447"/>
                  </a:lnTo>
                  <a:lnTo>
                    <a:pt x="4634953" y="999964"/>
                  </a:lnTo>
                  <a:lnTo>
                    <a:pt x="4635614" y="1001536"/>
                  </a:lnTo>
                  <a:lnTo>
                    <a:pt x="4636274" y="1028024"/>
                  </a:lnTo>
                  <a:lnTo>
                    <a:pt x="4636935" y="1041538"/>
                  </a:lnTo>
                  <a:lnTo>
                    <a:pt x="4637595" y="1036450"/>
                  </a:lnTo>
                  <a:lnTo>
                    <a:pt x="4638256" y="1022989"/>
                  </a:lnTo>
                  <a:lnTo>
                    <a:pt x="4638916" y="1026433"/>
                  </a:lnTo>
                  <a:lnTo>
                    <a:pt x="4639577" y="1017545"/>
                  </a:lnTo>
                  <a:lnTo>
                    <a:pt x="4640238" y="974830"/>
                  </a:lnTo>
                  <a:lnTo>
                    <a:pt x="4640898" y="982286"/>
                  </a:lnTo>
                  <a:lnTo>
                    <a:pt x="4641559" y="1004849"/>
                  </a:lnTo>
                  <a:lnTo>
                    <a:pt x="4642219" y="994427"/>
                  </a:lnTo>
                  <a:lnTo>
                    <a:pt x="4642880" y="994279"/>
                  </a:lnTo>
                  <a:lnTo>
                    <a:pt x="4643540" y="998176"/>
                  </a:lnTo>
                  <a:lnTo>
                    <a:pt x="4644201" y="999954"/>
                  </a:lnTo>
                  <a:lnTo>
                    <a:pt x="4644861" y="1022151"/>
                  </a:lnTo>
                  <a:lnTo>
                    <a:pt x="4645522" y="1013503"/>
                  </a:lnTo>
                  <a:lnTo>
                    <a:pt x="4646182" y="1003803"/>
                  </a:lnTo>
                  <a:lnTo>
                    <a:pt x="4646843" y="1001674"/>
                  </a:lnTo>
                  <a:lnTo>
                    <a:pt x="4647503" y="1017606"/>
                  </a:lnTo>
                  <a:lnTo>
                    <a:pt x="4648164" y="1010937"/>
                  </a:lnTo>
                  <a:lnTo>
                    <a:pt x="4648824" y="995764"/>
                  </a:lnTo>
                  <a:lnTo>
                    <a:pt x="4649485" y="998759"/>
                  </a:lnTo>
                  <a:lnTo>
                    <a:pt x="4650146" y="976055"/>
                  </a:lnTo>
                  <a:lnTo>
                    <a:pt x="4650806" y="948170"/>
                  </a:lnTo>
                  <a:lnTo>
                    <a:pt x="4651467" y="983560"/>
                  </a:lnTo>
                  <a:lnTo>
                    <a:pt x="4652127" y="1018858"/>
                  </a:lnTo>
                  <a:lnTo>
                    <a:pt x="4652788" y="1030856"/>
                  </a:lnTo>
                  <a:lnTo>
                    <a:pt x="4653448" y="1011781"/>
                  </a:lnTo>
                  <a:lnTo>
                    <a:pt x="4654109" y="1011337"/>
                  </a:lnTo>
                  <a:lnTo>
                    <a:pt x="4654769" y="988064"/>
                  </a:lnTo>
                  <a:lnTo>
                    <a:pt x="4655430" y="982842"/>
                  </a:lnTo>
                  <a:lnTo>
                    <a:pt x="4656090" y="975975"/>
                  </a:lnTo>
                  <a:lnTo>
                    <a:pt x="4656751" y="970723"/>
                  </a:lnTo>
                  <a:lnTo>
                    <a:pt x="4657411" y="980589"/>
                  </a:lnTo>
                  <a:lnTo>
                    <a:pt x="4658072" y="976840"/>
                  </a:lnTo>
                  <a:lnTo>
                    <a:pt x="4658732" y="974049"/>
                  </a:lnTo>
                  <a:lnTo>
                    <a:pt x="4659393" y="988012"/>
                  </a:lnTo>
                  <a:lnTo>
                    <a:pt x="4660054" y="1015008"/>
                  </a:lnTo>
                  <a:lnTo>
                    <a:pt x="4660714" y="1007138"/>
                  </a:lnTo>
                  <a:lnTo>
                    <a:pt x="4661375" y="998691"/>
                  </a:lnTo>
                  <a:lnTo>
                    <a:pt x="4662035" y="1022223"/>
                  </a:lnTo>
                  <a:lnTo>
                    <a:pt x="4662696" y="1022622"/>
                  </a:lnTo>
                  <a:lnTo>
                    <a:pt x="4663356" y="1012891"/>
                  </a:lnTo>
                  <a:lnTo>
                    <a:pt x="4664017" y="1011859"/>
                  </a:lnTo>
                  <a:lnTo>
                    <a:pt x="4664677" y="1003160"/>
                  </a:lnTo>
                  <a:lnTo>
                    <a:pt x="4665338" y="995422"/>
                  </a:lnTo>
                  <a:lnTo>
                    <a:pt x="4665998" y="993822"/>
                  </a:lnTo>
                  <a:lnTo>
                    <a:pt x="4666659" y="1002624"/>
                  </a:lnTo>
                  <a:lnTo>
                    <a:pt x="4667319" y="993934"/>
                  </a:lnTo>
                  <a:lnTo>
                    <a:pt x="4667980" y="961912"/>
                  </a:lnTo>
                  <a:lnTo>
                    <a:pt x="4668640" y="961912"/>
                  </a:lnTo>
                  <a:lnTo>
                    <a:pt x="4669301" y="997748"/>
                  </a:lnTo>
                  <a:lnTo>
                    <a:pt x="4669961" y="984223"/>
                  </a:lnTo>
                  <a:lnTo>
                    <a:pt x="4670622" y="978614"/>
                  </a:lnTo>
                  <a:lnTo>
                    <a:pt x="4671283" y="979506"/>
                  </a:lnTo>
                  <a:lnTo>
                    <a:pt x="4671943" y="1001202"/>
                  </a:lnTo>
                  <a:lnTo>
                    <a:pt x="4672604" y="980081"/>
                  </a:lnTo>
                  <a:lnTo>
                    <a:pt x="4673264" y="960225"/>
                  </a:lnTo>
                  <a:lnTo>
                    <a:pt x="4673925" y="948421"/>
                  </a:lnTo>
                  <a:lnTo>
                    <a:pt x="4674585" y="939439"/>
                  </a:lnTo>
                  <a:lnTo>
                    <a:pt x="4675246" y="938210"/>
                  </a:lnTo>
                  <a:lnTo>
                    <a:pt x="4675906" y="952697"/>
                  </a:lnTo>
                  <a:lnTo>
                    <a:pt x="4676567" y="951518"/>
                  </a:lnTo>
                  <a:lnTo>
                    <a:pt x="4677227" y="935528"/>
                  </a:lnTo>
                  <a:lnTo>
                    <a:pt x="4677888" y="939337"/>
                  </a:lnTo>
                  <a:lnTo>
                    <a:pt x="4678548" y="964963"/>
                  </a:lnTo>
                  <a:lnTo>
                    <a:pt x="4679209" y="1006010"/>
                  </a:lnTo>
                  <a:lnTo>
                    <a:pt x="4679869" y="985927"/>
                  </a:lnTo>
                  <a:lnTo>
                    <a:pt x="4680530" y="980290"/>
                  </a:lnTo>
                  <a:lnTo>
                    <a:pt x="4681191" y="954456"/>
                  </a:lnTo>
                  <a:lnTo>
                    <a:pt x="4681851" y="944462"/>
                  </a:lnTo>
                  <a:lnTo>
                    <a:pt x="4682512" y="954019"/>
                  </a:lnTo>
                  <a:lnTo>
                    <a:pt x="4683172" y="951972"/>
                  </a:lnTo>
                  <a:lnTo>
                    <a:pt x="4683833" y="926499"/>
                  </a:lnTo>
                  <a:lnTo>
                    <a:pt x="4684493" y="929458"/>
                  </a:lnTo>
                  <a:lnTo>
                    <a:pt x="4685154" y="928258"/>
                  </a:lnTo>
                  <a:lnTo>
                    <a:pt x="4685814" y="929981"/>
                  </a:lnTo>
                  <a:lnTo>
                    <a:pt x="4686475" y="936876"/>
                  </a:lnTo>
                  <a:lnTo>
                    <a:pt x="4687135" y="948870"/>
                  </a:lnTo>
                  <a:lnTo>
                    <a:pt x="4687796" y="938245"/>
                  </a:lnTo>
                  <a:lnTo>
                    <a:pt x="4688456" y="932207"/>
                  </a:lnTo>
                  <a:lnTo>
                    <a:pt x="4689117" y="934807"/>
                  </a:lnTo>
                  <a:lnTo>
                    <a:pt x="4689777" y="943315"/>
                  </a:lnTo>
                  <a:lnTo>
                    <a:pt x="4690438" y="978344"/>
                  </a:lnTo>
                  <a:lnTo>
                    <a:pt x="4691099" y="984371"/>
                  </a:lnTo>
                  <a:lnTo>
                    <a:pt x="4691759" y="988736"/>
                  </a:lnTo>
                  <a:lnTo>
                    <a:pt x="4692420" y="930621"/>
                  </a:lnTo>
                  <a:lnTo>
                    <a:pt x="4693080" y="927323"/>
                  </a:lnTo>
                  <a:lnTo>
                    <a:pt x="4693741" y="918243"/>
                  </a:lnTo>
                  <a:lnTo>
                    <a:pt x="4694401" y="884071"/>
                  </a:lnTo>
                  <a:lnTo>
                    <a:pt x="4695062" y="889230"/>
                  </a:lnTo>
                  <a:lnTo>
                    <a:pt x="4695722" y="881290"/>
                  </a:lnTo>
                  <a:lnTo>
                    <a:pt x="4696383" y="886509"/>
                  </a:lnTo>
                  <a:lnTo>
                    <a:pt x="4697043" y="873720"/>
                  </a:lnTo>
                  <a:lnTo>
                    <a:pt x="4697704" y="873720"/>
                  </a:lnTo>
                  <a:lnTo>
                    <a:pt x="4698364" y="881537"/>
                  </a:lnTo>
                  <a:lnTo>
                    <a:pt x="4699025" y="873853"/>
                  </a:lnTo>
                  <a:lnTo>
                    <a:pt x="4699685" y="853487"/>
                  </a:lnTo>
                  <a:lnTo>
                    <a:pt x="4700346" y="809712"/>
                  </a:lnTo>
                  <a:lnTo>
                    <a:pt x="4701007" y="793584"/>
                  </a:lnTo>
                  <a:lnTo>
                    <a:pt x="4701667" y="717621"/>
                  </a:lnTo>
                  <a:lnTo>
                    <a:pt x="4702328" y="679032"/>
                  </a:lnTo>
                  <a:lnTo>
                    <a:pt x="4702988" y="675034"/>
                  </a:lnTo>
                  <a:lnTo>
                    <a:pt x="4703649" y="656387"/>
                  </a:lnTo>
                  <a:lnTo>
                    <a:pt x="4704309" y="657024"/>
                  </a:lnTo>
                  <a:lnTo>
                    <a:pt x="4704970" y="651011"/>
                  </a:lnTo>
                  <a:lnTo>
                    <a:pt x="4705630" y="642351"/>
                  </a:lnTo>
                  <a:lnTo>
                    <a:pt x="4706291" y="663998"/>
                  </a:lnTo>
                  <a:lnTo>
                    <a:pt x="4706951" y="663998"/>
                  </a:lnTo>
                  <a:lnTo>
                    <a:pt x="4707612" y="680667"/>
                  </a:lnTo>
                  <a:lnTo>
                    <a:pt x="4708272" y="681935"/>
                  </a:lnTo>
                  <a:lnTo>
                    <a:pt x="4708933" y="681935"/>
                  </a:lnTo>
                  <a:lnTo>
                    <a:pt x="4709593" y="774247"/>
                  </a:lnTo>
                  <a:lnTo>
                    <a:pt x="4710254" y="747938"/>
                  </a:lnTo>
                  <a:lnTo>
                    <a:pt x="4710914" y="742378"/>
                  </a:lnTo>
                  <a:lnTo>
                    <a:pt x="4711575" y="729754"/>
                  </a:lnTo>
                  <a:lnTo>
                    <a:pt x="4712236" y="732548"/>
                  </a:lnTo>
                  <a:lnTo>
                    <a:pt x="4712896" y="732937"/>
                  </a:lnTo>
                  <a:lnTo>
                    <a:pt x="4713557" y="730761"/>
                  </a:lnTo>
                  <a:lnTo>
                    <a:pt x="4714217" y="738074"/>
                  </a:lnTo>
                  <a:lnTo>
                    <a:pt x="4714878" y="743073"/>
                  </a:lnTo>
                  <a:lnTo>
                    <a:pt x="4715538" y="775350"/>
                  </a:lnTo>
                  <a:lnTo>
                    <a:pt x="4716199" y="682526"/>
                  </a:lnTo>
                  <a:lnTo>
                    <a:pt x="4716859" y="689917"/>
                  </a:lnTo>
                  <a:lnTo>
                    <a:pt x="4717520" y="670830"/>
                  </a:lnTo>
                  <a:lnTo>
                    <a:pt x="4718180" y="677205"/>
                  </a:lnTo>
                  <a:lnTo>
                    <a:pt x="4718841" y="719517"/>
                  </a:lnTo>
                  <a:lnTo>
                    <a:pt x="4719501" y="722034"/>
                  </a:lnTo>
                  <a:lnTo>
                    <a:pt x="4720162" y="729995"/>
                  </a:lnTo>
                  <a:lnTo>
                    <a:pt x="4720822" y="739882"/>
                  </a:lnTo>
                  <a:lnTo>
                    <a:pt x="4721483" y="755720"/>
                  </a:lnTo>
                  <a:lnTo>
                    <a:pt x="4722144" y="756324"/>
                  </a:lnTo>
                  <a:lnTo>
                    <a:pt x="4722804" y="756324"/>
                  </a:lnTo>
                  <a:lnTo>
                    <a:pt x="4723465" y="754385"/>
                  </a:lnTo>
                  <a:lnTo>
                    <a:pt x="4724125" y="758863"/>
                  </a:lnTo>
                  <a:lnTo>
                    <a:pt x="4724786" y="741196"/>
                  </a:lnTo>
                  <a:lnTo>
                    <a:pt x="4725446" y="732693"/>
                  </a:lnTo>
                  <a:lnTo>
                    <a:pt x="4726107" y="704783"/>
                  </a:lnTo>
                  <a:lnTo>
                    <a:pt x="4726767" y="715364"/>
                  </a:lnTo>
                  <a:lnTo>
                    <a:pt x="4727428" y="703354"/>
                  </a:lnTo>
                  <a:lnTo>
                    <a:pt x="4728088" y="716673"/>
                  </a:lnTo>
                  <a:lnTo>
                    <a:pt x="4728749" y="718741"/>
                  </a:lnTo>
                  <a:lnTo>
                    <a:pt x="4729409" y="759499"/>
                  </a:lnTo>
                  <a:lnTo>
                    <a:pt x="4730070" y="796626"/>
                  </a:lnTo>
                  <a:lnTo>
                    <a:pt x="4730730" y="802950"/>
                  </a:lnTo>
                  <a:lnTo>
                    <a:pt x="4731391" y="812742"/>
                  </a:lnTo>
                  <a:lnTo>
                    <a:pt x="4732052" y="797028"/>
                  </a:lnTo>
                  <a:lnTo>
                    <a:pt x="4732712" y="792253"/>
                  </a:lnTo>
                  <a:lnTo>
                    <a:pt x="4733373" y="801198"/>
                  </a:lnTo>
                  <a:lnTo>
                    <a:pt x="4734033" y="810641"/>
                  </a:lnTo>
                  <a:lnTo>
                    <a:pt x="4734694" y="808112"/>
                  </a:lnTo>
                  <a:lnTo>
                    <a:pt x="4735354" y="822499"/>
                  </a:lnTo>
                  <a:lnTo>
                    <a:pt x="4736015" y="842817"/>
                  </a:lnTo>
                  <a:lnTo>
                    <a:pt x="4736675" y="846367"/>
                  </a:lnTo>
                  <a:lnTo>
                    <a:pt x="4737336" y="825320"/>
                  </a:lnTo>
                  <a:lnTo>
                    <a:pt x="4737996" y="815259"/>
                  </a:lnTo>
                  <a:lnTo>
                    <a:pt x="4738657" y="832486"/>
                  </a:lnTo>
                  <a:lnTo>
                    <a:pt x="4739317" y="867140"/>
                  </a:lnTo>
                  <a:lnTo>
                    <a:pt x="4739978" y="897664"/>
                  </a:lnTo>
                  <a:lnTo>
                    <a:pt x="4740638" y="906895"/>
                  </a:lnTo>
                  <a:lnTo>
                    <a:pt x="4741299" y="926426"/>
                  </a:lnTo>
                  <a:lnTo>
                    <a:pt x="4741959" y="914154"/>
                  </a:lnTo>
                  <a:lnTo>
                    <a:pt x="4742620" y="902477"/>
                  </a:lnTo>
                  <a:lnTo>
                    <a:pt x="4743281" y="844975"/>
                  </a:lnTo>
                  <a:lnTo>
                    <a:pt x="4743941" y="831640"/>
                  </a:lnTo>
                  <a:lnTo>
                    <a:pt x="4744602" y="856639"/>
                  </a:lnTo>
                  <a:lnTo>
                    <a:pt x="4745262" y="888683"/>
                  </a:lnTo>
                  <a:lnTo>
                    <a:pt x="4745923" y="900576"/>
                  </a:lnTo>
                  <a:lnTo>
                    <a:pt x="4746583" y="931801"/>
                  </a:lnTo>
                  <a:lnTo>
                    <a:pt x="4747244" y="935664"/>
                  </a:lnTo>
                  <a:lnTo>
                    <a:pt x="4747904" y="932806"/>
                  </a:lnTo>
                  <a:lnTo>
                    <a:pt x="4748565" y="914534"/>
                  </a:lnTo>
                  <a:lnTo>
                    <a:pt x="4749225" y="914534"/>
                  </a:lnTo>
                  <a:lnTo>
                    <a:pt x="4749886" y="908611"/>
                  </a:lnTo>
                  <a:lnTo>
                    <a:pt x="4750546" y="920953"/>
                  </a:lnTo>
                  <a:lnTo>
                    <a:pt x="4751207" y="984004"/>
                  </a:lnTo>
                  <a:lnTo>
                    <a:pt x="4751867" y="998398"/>
                  </a:lnTo>
                  <a:lnTo>
                    <a:pt x="4752528" y="941207"/>
                  </a:lnTo>
                  <a:lnTo>
                    <a:pt x="4753189" y="935394"/>
                  </a:lnTo>
                  <a:lnTo>
                    <a:pt x="4753849" y="946880"/>
                  </a:lnTo>
                  <a:lnTo>
                    <a:pt x="4754510" y="951982"/>
                  </a:lnTo>
                  <a:lnTo>
                    <a:pt x="4755170" y="994737"/>
                  </a:lnTo>
                  <a:lnTo>
                    <a:pt x="4755831" y="984990"/>
                  </a:lnTo>
                  <a:lnTo>
                    <a:pt x="4756491" y="985559"/>
                  </a:lnTo>
                  <a:lnTo>
                    <a:pt x="4757152" y="997310"/>
                  </a:lnTo>
                  <a:lnTo>
                    <a:pt x="4757812" y="959655"/>
                  </a:lnTo>
                  <a:lnTo>
                    <a:pt x="4758473" y="930332"/>
                  </a:lnTo>
                  <a:lnTo>
                    <a:pt x="4759133" y="926156"/>
                  </a:lnTo>
                  <a:lnTo>
                    <a:pt x="4759794" y="916439"/>
                  </a:lnTo>
                  <a:lnTo>
                    <a:pt x="4760454" y="921766"/>
                  </a:lnTo>
                  <a:lnTo>
                    <a:pt x="4761115" y="921618"/>
                  </a:lnTo>
                  <a:lnTo>
                    <a:pt x="4761775" y="943024"/>
                  </a:lnTo>
                  <a:lnTo>
                    <a:pt x="4762436" y="970806"/>
                  </a:lnTo>
                  <a:lnTo>
                    <a:pt x="4763097" y="962960"/>
                  </a:lnTo>
                  <a:lnTo>
                    <a:pt x="4763757" y="962478"/>
                  </a:lnTo>
                  <a:lnTo>
                    <a:pt x="4764418" y="953353"/>
                  </a:lnTo>
                  <a:lnTo>
                    <a:pt x="4765078" y="927076"/>
                  </a:lnTo>
                  <a:lnTo>
                    <a:pt x="4765739" y="919777"/>
                  </a:lnTo>
                  <a:lnTo>
                    <a:pt x="4766399" y="921337"/>
                  </a:lnTo>
                  <a:lnTo>
                    <a:pt x="4767060" y="948992"/>
                  </a:lnTo>
                  <a:lnTo>
                    <a:pt x="4767720" y="946854"/>
                  </a:lnTo>
                  <a:lnTo>
                    <a:pt x="4768381" y="940092"/>
                  </a:lnTo>
                  <a:lnTo>
                    <a:pt x="4769041" y="935918"/>
                  </a:lnTo>
                  <a:lnTo>
                    <a:pt x="4769702" y="931893"/>
                  </a:lnTo>
                  <a:lnTo>
                    <a:pt x="4770362" y="926801"/>
                  </a:lnTo>
                  <a:lnTo>
                    <a:pt x="4771023" y="935918"/>
                  </a:lnTo>
                  <a:lnTo>
                    <a:pt x="4771683" y="941974"/>
                  </a:lnTo>
                  <a:lnTo>
                    <a:pt x="4772344" y="924174"/>
                  </a:lnTo>
                  <a:lnTo>
                    <a:pt x="4773005" y="940727"/>
                  </a:lnTo>
                  <a:lnTo>
                    <a:pt x="4773665" y="940727"/>
                  </a:lnTo>
                  <a:lnTo>
                    <a:pt x="4774326" y="945819"/>
                  </a:lnTo>
                  <a:lnTo>
                    <a:pt x="4774986" y="946418"/>
                  </a:lnTo>
                  <a:lnTo>
                    <a:pt x="4775647" y="930669"/>
                  </a:lnTo>
                  <a:lnTo>
                    <a:pt x="4776307" y="941682"/>
                  </a:lnTo>
                  <a:lnTo>
                    <a:pt x="4776968" y="951842"/>
                  </a:lnTo>
                  <a:lnTo>
                    <a:pt x="4777628" y="969202"/>
                  </a:lnTo>
                  <a:lnTo>
                    <a:pt x="4778289" y="989728"/>
                  </a:lnTo>
                  <a:lnTo>
                    <a:pt x="4778949" y="966972"/>
                  </a:lnTo>
                  <a:lnTo>
                    <a:pt x="4779610" y="948873"/>
                  </a:lnTo>
                  <a:lnTo>
                    <a:pt x="4780270" y="936441"/>
                  </a:lnTo>
                  <a:lnTo>
                    <a:pt x="4780931" y="935175"/>
                  </a:lnTo>
                  <a:lnTo>
                    <a:pt x="4781591" y="946618"/>
                  </a:lnTo>
                  <a:lnTo>
                    <a:pt x="4782252" y="950581"/>
                  </a:lnTo>
                  <a:lnTo>
                    <a:pt x="4782912" y="964829"/>
                  </a:lnTo>
                  <a:lnTo>
                    <a:pt x="4783573" y="982313"/>
                  </a:lnTo>
                  <a:lnTo>
                    <a:pt x="4784234" y="997509"/>
                  </a:lnTo>
                  <a:lnTo>
                    <a:pt x="4784894" y="977646"/>
                  </a:lnTo>
                  <a:lnTo>
                    <a:pt x="4785555" y="959273"/>
                  </a:lnTo>
                  <a:lnTo>
                    <a:pt x="4786215" y="981812"/>
                  </a:lnTo>
                  <a:lnTo>
                    <a:pt x="4786876" y="967384"/>
                  </a:lnTo>
                  <a:lnTo>
                    <a:pt x="4787536" y="972166"/>
                  </a:lnTo>
                  <a:lnTo>
                    <a:pt x="4788197" y="1001531"/>
                  </a:lnTo>
                  <a:lnTo>
                    <a:pt x="4788857" y="971779"/>
                  </a:lnTo>
                  <a:lnTo>
                    <a:pt x="4789518" y="972993"/>
                  </a:lnTo>
                  <a:lnTo>
                    <a:pt x="4790178" y="974302"/>
                  </a:lnTo>
                  <a:lnTo>
                    <a:pt x="4790839" y="972523"/>
                  </a:lnTo>
                  <a:lnTo>
                    <a:pt x="4791499" y="976884"/>
                  </a:lnTo>
                  <a:lnTo>
                    <a:pt x="4792160" y="994592"/>
                  </a:lnTo>
                  <a:lnTo>
                    <a:pt x="4792820" y="965633"/>
                  </a:lnTo>
                  <a:lnTo>
                    <a:pt x="4793481" y="950238"/>
                  </a:lnTo>
                  <a:lnTo>
                    <a:pt x="4794142" y="931640"/>
                  </a:lnTo>
                  <a:lnTo>
                    <a:pt x="4794802" y="941788"/>
                  </a:lnTo>
                  <a:lnTo>
                    <a:pt x="4795463" y="964298"/>
                  </a:lnTo>
                  <a:lnTo>
                    <a:pt x="4796123" y="981747"/>
                  </a:lnTo>
                  <a:lnTo>
                    <a:pt x="4796784" y="972146"/>
                  </a:lnTo>
                  <a:lnTo>
                    <a:pt x="4797444" y="938783"/>
                  </a:lnTo>
                  <a:lnTo>
                    <a:pt x="4798105" y="933502"/>
                  </a:lnTo>
                  <a:lnTo>
                    <a:pt x="4798765" y="918924"/>
                  </a:lnTo>
                  <a:lnTo>
                    <a:pt x="4799426" y="918589"/>
                  </a:lnTo>
                  <a:lnTo>
                    <a:pt x="4800086" y="928494"/>
                  </a:lnTo>
                  <a:lnTo>
                    <a:pt x="4800747" y="931464"/>
                  </a:lnTo>
                  <a:lnTo>
                    <a:pt x="4801407" y="950546"/>
                  </a:lnTo>
                  <a:lnTo>
                    <a:pt x="4802068" y="962119"/>
                  </a:lnTo>
                  <a:lnTo>
                    <a:pt x="4802728" y="930533"/>
                  </a:lnTo>
                  <a:lnTo>
                    <a:pt x="4803389" y="890209"/>
                  </a:lnTo>
                  <a:lnTo>
                    <a:pt x="4804050" y="891052"/>
                  </a:lnTo>
                  <a:lnTo>
                    <a:pt x="4804710" y="883949"/>
                  </a:lnTo>
                  <a:lnTo>
                    <a:pt x="4805371" y="854578"/>
                  </a:lnTo>
                  <a:lnTo>
                    <a:pt x="4806031" y="842956"/>
                  </a:lnTo>
                  <a:lnTo>
                    <a:pt x="4806692" y="827064"/>
                  </a:lnTo>
                  <a:lnTo>
                    <a:pt x="4807352" y="803249"/>
                  </a:lnTo>
                  <a:lnTo>
                    <a:pt x="4808013" y="780658"/>
                  </a:lnTo>
                  <a:lnTo>
                    <a:pt x="4808673" y="775148"/>
                  </a:lnTo>
                  <a:lnTo>
                    <a:pt x="4809334" y="774179"/>
                  </a:lnTo>
                  <a:lnTo>
                    <a:pt x="4809994" y="774073"/>
                  </a:lnTo>
                  <a:lnTo>
                    <a:pt x="4810655" y="774073"/>
                  </a:lnTo>
                  <a:lnTo>
                    <a:pt x="4811315" y="782299"/>
                  </a:lnTo>
                  <a:lnTo>
                    <a:pt x="4811976" y="878126"/>
                  </a:lnTo>
                  <a:lnTo>
                    <a:pt x="4812636" y="940165"/>
                  </a:lnTo>
                  <a:lnTo>
                    <a:pt x="4813297" y="954812"/>
                  </a:lnTo>
                  <a:lnTo>
                    <a:pt x="4813957" y="923093"/>
                  </a:lnTo>
                  <a:lnTo>
                    <a:pt x="4814618" y="928369"/>
                  </a:lnTo>
                  <a:lnTo>
                    <a:pt x="4815279" y="974141"/>
                  </a:lnTo>
                  <a:lnTo>
                    <a:pt x="4815939" y="975192"/>
                  </a:lnTo>
                  <a:lnTo>
                    <a:pt x="4816600" y="955894"/>
                  </a:lnTo>
                  <a:lnTo>
                    <a:pt x="4817260" y="945632"/>
                  </a:lnTo>
                  <a:lnTo>
                    <a:pt x="4817921" y="960918"/>
                  </a:lnTo>
                  <a:lnTo>
                    <a:pt x="4818581" y="950496"/>
                  </a:lnTo>
                  <a:lnTo>
                    <a:pt x="4819242" y="965106"/>
                  </a:lnTo>
                  <a:lnTo>
                    <a:pt x="4819902" y="951621"/>
                  </a:lnTo>
                  <a:lnTo>
                    <a:pt x="4820563" y="942642"/>
                  </a:lnTo>
                  <a:lnTo>
                    <a:pt x="4821223" y="928829"/>
                  </a:lnTo>
                  <a:lnTo>
                    <a:pt x="4821884" y="929078"/>
                  </a:lnTo>
                  <a:lnTo>
                    <a:pt x="4822544" y="947601"/>
                  </a:lnTo>
                  <a:lnTo>
                    <a:pt x="4823205" y="947601"/>
                  </a:lnTo>
                  <a:lnTo>
                    <a:pt x="4823865" y="920990"/>
                  </a:lnTo>
                  <a:lnTo>
                    <a:pt x="4824526" y="912239"/>
                  </a:lnTo>
                  <a:lnTo>
                    <a:pt x="4825187" y="916513"/>
                  </a:lnTo>
                  <a:lnTo>
                    <a:pt x="4825847" y="924238"/>
                  </a:lnTo>
                  <a:lnTo>
                    <a:pt x="4826508" y="883200"/>
                  </a:lnTo>
                  <a:lnTo>
                    <a:pt x="4827168" y="834289"/>
                  </a:lnTo>
                  <a:lnTo>
                    <a:pt x="4827829" y="795024"/>
                  </a:lnTo>
                  <a:lnTo>
                    <a:pt x="4828489" y="795024"/>
                  </a:lnTo>
                  <a:lnTo>
                    <a:pt x="4829150" y="824422"/>
                  </a:lnTo>
                  <a:lnTo>
                    <a:pt x="4829810" y="855952"/>
                  </a:lnTo>
                  <a:lnTo>
                    <a:pt x="4830471" y="869277"/>
                  </a:lnTo>
                  <a:lnTo>
                    <a:pt x="4831131" y="831165"/>
                  </a:lnTo>
                  <a:lnTo>
                    <a:pt x="4831792" y="859871"/>
                  </a:lnTo>
                  <a:lnTo>
                    <a:pt x="4832452" y="881176"/>
                  </a:lnTo>
                  <a:lnTo>
                    <a:pt x="4833113" y="922389"/>
                  </a:lnTo>
                  <a:lnTo>
                    <a:pt x="4833773" y="921303"/>
                  </a:lnTo>
                  <a:lnTo>
                    <a:pt x="4834434" y="945653"/>
                  </a:lnTo>
                  <a:lnTo>
                    <a:pt x="4835095" y="965231"/>
                  </a:lnTo>
                  <a:lnTo>
                    <a:pt x="4835755" y="953754"/>
                  </a:lnTo>
                  <a:lnTo>
                    <a:pt x="4836416" y="955801"/>
                  </a:lnTo>
                  <a:lnTo>
                    <a:pt x="4837076" y="973994"/>
                  </a:lnTo>
                  <a:lnTo>
                    <a:pt x="4837737" y="977175"/>
                  </a:lnTo>
                  <a:lnTo>
                    <a:pt x="4838397" y="964467"/>
                  </a:lnTo>
                  <a:lnTo>
                    <a:pt x="4839058" y="970290"/>
                  </a:lnTo>
                  <a:lnTo>
                    <a:pt x="4839718" y="959441"/>
                  </a:lnTo>
                  <a:lnTo>
                    <a:pt x="4840379" y="976550"/>
                  </a:lnTo>
                  <a:lnTo>
                    <a:pt x="4841039" y="994179"/>
                  </a:lnTo>
                  <a:lnTo>
                    <a:pt x="4841700" y="987716"/>
                  </a:lnTo>
                  <a:lnTo>
                    <a:pt x="4842360" y="963822"/>
                  </a:lnTo>
                  <a:lnTo>
                    <a:pt x="4843021" y="971138"/>
                  </a:lnTo>
                  <a:lnTo>
                    <a:pt x="4843681" y="968893"/>
                  </a:lnTo>
                  <a:lnTo>
                    <a:pt x="4844342" y="991032"/>
                  </a:lnTo>
                  <a:lnTo>
                    <a:pt x="4845003" y="965299"/>
                  </a:lnTo>
                  <a:lnTo>
                    <a:pt x="4845663" y="964310"/>
                  </a:lnTo>
                  <a:lnTo>
                    <a:pt x="4846324" y="976836"/>
                  </a:lnTo>
                  <a:lnTo>
                    <a:pt x="4846984" y="992657"/>
                  </a:lnTo>
                  <a:lnTo>
                    <a:pt x="4847645" y="968465"/>
                  </a:lnTo>
                  <a:lnTo>
                    <a:pt x="4848305" y="966997"/>
                  </a:lnTo>
                  <a:lnTo>
                    <a:pt x="4848966" y="969779"/>
                  </a:lnTo>
                  <a:lnTo>
                    <a:pt x="4849626" y="974130"/>
                  </a:lnTo>
                  <a:lnTo>
                    <a:pt x="4850287" y="975018"/>
                  </a:lnTo>
                  <a:lnTo>
                    <a:pt x="4850947" y="965417"/>
                  </a:lnTo>
                  <a:lnTo>
                    <a:pt x="4851608" y="957633"/>
                  </a:lnTo>
                  <a:lnTo>
                    <a:pt x="4852268" y="951957"/>
                  </a:lnTo>
                  <a:lnTo>
                    <a:pt x="4852929" y="951957"/>
                  </a:lnTo>
                  <a:lnTo>
                    <a:pt x="4853589" y="961224"/>
                  </a:lnTo>
                  <a:lnTo>
                    <a:pt x="4854250" y="965718"/>
                  </a:lnTo>
                  <a:lnTo>
                    <a:pt x="4854910" y="964833"/>
                  </a:lnTo>
                  <a:lnTo>
                    <a:pt x="4855571" y="975094"/>
                  </a:lnTo>
                  <a:lnTo>
                    <a:pt x="4856232" y="970632"/>
                  </a:lnTo>
                  <a:lnTo>
                    <a:pt x="4856892" y="963244"/>
                  </a:lnTo>
                  <a:lnTo>
                    <a:pt x="4857553" y="973969"/>
                  </a:lnTo>
                  <a:lnTo>
                    <a:pt x="4858213" y="987053"/>
                  </a:lnTo>
                  <a:lnTo>
                    <a:pt x="4858874" y="972756"/>
                  </a:lnTo>
                  <a:lnTo>
                    <a:pt x="4859534" y="997848"/>
                  </a:lnTo>
                  <a:lnTo>
                    <a:pt x="4860195" y="997848"/>
                  </a:lnTo>
                  <a:lnTo>
                    <a:pt x="4860855" y="996803"/>
                  </a:lnTo>
                  <a:lnTo>
                    <a:pt x="4861516" y="968194"/>
                  </a:lnTo>
                  <a:lnTo>
                    <a:pt x="4862176" y="978768"/>
                  </a:lnTo>
                  <a:lnTo>
                    <a:pt x="4862837" y="936243"/>
                  </a:lnTo>
                  <a:lnTo>
                    <a:pt x="4863497" y="919380"/>
                  </a:lnTo>
                  <a:lnTo>
                    <a:pt x="4864158" y="920823"/>
                  </a:lnTo>
                  <a:lnTo>
                    <a:pt x="4864818" y="940820"/>
                  </a:lnTo>
                  <a:lnTo>
                    <a:pt x="4865479" y="930190"/>
                  </a:lnTo>
                  <a:lnTo>
                    <a:pt x="4866140" y="918347"/>
                  </a:lnTo>
                  <a:lnTo>
                    <a:pt x="4866800" y="887706"/>
                  </a:lnTo>
                  <a:lnTo>
                    <a:pt x="4867461" y="893969"/>
                  </a:lnTo>
                  <a:lnTo>
                    <a:pt x="4868121" y="913133"/>
                  </a:lnTo>
                  <a:lnTo>
                    <a:pt x="4868782" y="900334"/>
                  </a:lnTo>
                  <a:lnTo>
                    <a:pt x="4869442" y="775726"/>
                  </a:lnTo>
                  <a:lnTo>
                    <a:pt x="4870103" y="784451"/>
                  </a:lnTo>
                  <a:lnTo>
                    <a:pt x="4870763" y="823636"/>
                  </a:lnTo>
                  <a:lnTo>
                    <a:pt x="4871424" y="801862"/>
                  </a:lnTo>
                  <a:lnTo>
                    <a:pt x="4872084" y="796153"/>
                  </a:lnTo>
                  <a:lnTo>
                    <a:pt x="4872745" y="778461"/>
                  </a:lnTo>
                  <a:lnTo>
                    <a:pt x="4873405" y="757171"/>
                  </a:lnTo>
                  <a:lnTo>
                    <a:pt x="4874066" y="751224"/>
                  </a:lnTo>
                  <a:lnTo>
                    <a:pt x="4874726" y="736860"/>
                  </a:lnTo>
                  <a:lnTo>
                    <a:pt x="4875387" y="733338"/>
                  </a:lnTo>
                  <a:lnTo>
                    <a:pt x="4876048" y="736092"/>
                  </a:lnTo>
                  <a:lnTo>
                    <a:pt x="4876708" y="787264"/>
                  </a:lnTo>
                  <a:lnTo>
                    <a:pt x="4877369" y="779658"/>
                  </a:lnTo>
                  <a:lnTo>
                    <a:pt x="4878029" y="724030"/>
                  </a:lnTo>
                  <a:lnTo>
                    <a:pt x="4878690" y="732268"/>
                  </a:lnTo>
                  <a:lnTo>
                    <a:pt x="4879350" y="697720"/>
                  </a:lnTo>
                  <a:lnTo>
                    <a:pt x="4880011" y="694127"/>
                  </a:lnTo>
                  <a:lnTo>
                    <a:pt x="4880671" y="693373"/>
                  </a:lnTo>
                  <a:lnTo>
                    <a:pt x="4881332" y="690578"/>
                  </a:lnTo>
                  <a:lnTo>
                    <a:pt x="4881992" y="699389"/>
                  </a:lnTo>
                  <a:lnTo>
                    <a:pt x="4882653" y="699384"/>
                  </a:lnTo>
                  <a:lnTo>
                    <a:pt x="4883313" y="699406"/>
                  </a:lnTo>
                  <a:lnTo>
                    <a:pt x="4883974" y="681347"/>
                  </a:lnTo>
                  <a:lnTo>
                    <a:pt x="4884634" y="690590"/>
                  </a:lnTo>
                  <a:lnTo>
                    <a:pt x="4885295" y="696439"/>
                  </a:lnTo>
                  <a:lnTo>
                    <a:pt x="4885955" y="739310"/>
                  </a:lnTo>
                  <a:lnTo>
                    <a:pt x="4886616" y="744208"/>
                  </a:lnTo>
                  <a:lnTo>
                    <a:pt x="4887277" y="716723"/>
                  </a:lnTo>
                  <a:lnTo>
                    <a:pt x="4887937" y="766948"/>
                  </a:lnTo>
                  <a:lnTo>
                    <a:pt x="4888598" y="769354"/>
                  </a:lnTo>
                  <a:lnTo>
                    <a:pt x="4889258" y="813661"/>
                  </a:lnTo>
                  <a:lnTo>
                    <a:pt x="4889919" y="803910"/>
                  </a:lnTo>
                  <a:lnTo>
                    <a:pt x="4890579" y="855135"/>
                  </a:lnTo>
                  <a:lnTo>
                    <a:pt x="4891240" y="867260"/>
                  </a:lnTo>
                  <a:lnTo>
                    <a:pt x="4891900" y="821940"/>
                  </a:lnTo>
                  <a:lnTo>
                    <a:pt x="4892561" y="817591"/>
                  </a:lnTo>
                  <a:lnTo>
                    <a:pt x="4893221" y="838023"/>
                  </a:lnTo>
                  <a:lnTo>
                    <a:pt x="4893882" y="859911"/>
                  </a:lnTo>
                  <a:lnTo>
                    <a:pt x="4894542" y="878450"/>
                  </a:lnTo>
                  <a:lnTo>
                    <a:pt x="4895203" y="889058"/>
                  </a:lnTo>
                  <a:lnTo>
                    <a:pt x="4895863" y="911249"/>
                  </a:lnTo>
                  <a:lnTo>
                    <a:pt x="4896524" y="954772"/>
                  </a:lnTo>
                  <a:lnTo>
                    <a:pt x="4897185" y="954408"/>
                  </a:lnTo>
                  <a:lnTo>
                    <a:pt x="4897845" y="904688"/>
                  </a:lnTo>
                  <a:lnTo>
                    <a:pt x="4898506" y="882989"/>
                  </a:lnTo>
                  <a:lnTo>
                    <a:pt x="4899166" y="857110"/>
                  </a:lnTo>
                  <a:lnTo>
                    <a:pt x="4899827" y="876563"/>
                  </a:lnTo>
                  <a:lnTo>
                    <a:pt x="4900487" y="896017"/>
                  </a:lnTo>
                  <a:lnTo>
                    <a:pt x="4901148" y="849856"/>
                  </a:lnTo>
                  <a:lnTo>
                    <a:pt x="4901808" y="872947"/>
                  </a:lnTo>
                  <a:lnTo>
                    <a:pt x="4902469" y="885148"/>
                  </a:lnTo>
                  <a:lnTo>
                    <a:pt x="4903129" y="856247"/>
                  </a:lnTo>
                  <a:lnTo>
                    <a:pt x="4903790" y="865684"/>
                  </a:lnTo>
                  <a:lnTo>
                    <a:pt x="4904450" y="848825"/>
                  </a:lnTo>
                  <a:lnTo>
                    <a:pt x="4905111" y="856548"/>
                  </a:lnTo>
                  <a:lnTo>
                    <a:pt x="4905771" y="884512"/>
                  </a:lnTo>
                  <a:lnTo>
                    <a:pt x="4906432" y="898950"/>
                  </a:lnTo>
                  <a:lnTo>
                    <a:pt x="4907093" y="860761"/>
                  </a:lnTo>
                  <a:lnTo>
                    <a:pt x="4907753" y="839729"/>
                  </a:lnTo>
                  <a:lnTo>
                    <a:pt x="4908414" y="844464"/>
                  </a:lnTo>
                  <a:lnTo>
                    <a:pt x="4909074" y="833517"/>
                  </a:lnTo>
                  <a:lnTo>
                    <a:pt x="4909735" y="819806"/>
                  </a:lnTo>
                  <a:lnTo>
                    <a:pt x="4910395" y="813825"/>
                  </a:lnTo>
                  <a:lnTo>
                    <a:pt x="4911056" y="785439"/>
                  </a:lnTo>
                  <a:lnTo>
                    <a:pt x="4911716" y="779592"/>
                  </a:lnTo>
                  <a:lnTo>
                    <a:pt x="4912377" y="739436"/>
                  </a:lnTo>
                  <a:lnTo>
                    <a:pt x="4913037" y="670279"/>
                  </a:lnTo>
                  <a:lnTo>
                    <a:pt x="4913698" y="656894"/>
                  </a:lnTo>
                  <a:lnTo>
                    <a:pt x="4914358" y="641703"/>
                  </a:lnTo>
                  <a:lnTo>
                    <a:pt x="4915019" y="636849"/>
                  </a:lnTo>
                  <a:lnTo>
                    <a:pt x="4915679" y="647744"/>
                  </a:lnTo>
                  <a:lnTo>
                    <a:pt x="4916340" y="628709"/>
                  </a:lnTo>
                  <a:lnTo>
                    <a:pt x="4917001" y="612158"/>
                  </a:lnTo>
                  <a:lnTo>
                    <a:pt x="4917661" y="609271"/>
                  </a:lnTo>
                  <a:lnTo>
                    <a:pt x="4918322" y="609276"/>
                  </a:lnTo>
                  <a:lnTo>
                    <a:pt x="4918982" y="635465"/>
                  </a:lnTo>
                  <a:lnTo>
                    <a:pt x="4919643" y="662338"/>
                  </a:lnTo>
                  <a:lnTo>
                    <a:pt x="4920303" y="706166"/>
                  </a:lnTo>
                  <a:lnTo>
                    <a:pt x="4920964" y="747658"/>
                  </a:lnTo>
                  <a:lnTo>
                    <a:pt x="4921624" y="789854"/>
                  </a:lnTo>
                  <a:lnTo>
                    <a:pt x="4922285" y="819899"/>
                  </a:lnTo>
                  <a:lnTo>
                    <a:pt x="4922945" y="795236"/>
                  </a:lnTo>
                  <a:lnTo>
                    <a:pt x="4923606" y="791787"/>
                  </a:lnTo>
                  <a:lnTo>
                    <a:pt x="4924266" y="789181"/>
                  </a:lnTo>
                  <a:lnTo>
                    <a:pt x="4924927" y="817193"/>
                  </a:lnTo>
                  <a:lnTo>
                    <a:pt x="4925587" y="855989"/>
                  </a:lnTo>
                  <a:lnTo>
                    <a:pt x="4926248" y="869900"/>
                  </a:lnTo>
                  <a:lnTo>
                    <a:pt x="4926908" y="868478"/>
                  </a:lnTo>
                  <a:lnTo>
                    <a:pt x="4927569" y="894250"/>
                  </a:lnTo>
                  <a:lnTo>
                    <a:pt x="4928230" y="900791"/>
                  </a:lnTo>
                  <a:lnTo>
                    <a:pt x="4928890" y="887112"/>
                  </a:lnTo>
                  <a:lnTo>
                    <a:pt x="4929551" y="900131"/>
                  </a:lnTo>
                  <a:lnTo>
                    <a:pt x="4930211" y="882381"/>
                  </a:lnTo>
                  <a:lnTo>
                    <a:pt x="4930872" y="905584"/>
                  </a:lnTo>
                  <a:lnTo>
                    <a:pt x="4931532" y="906610"/>
                  </a:lnTo>
                  <a:lnTo>
                    <a:pt x="4932193" y="894188"/>
                  </a:lnTo>
                  <a:lnTo>
                    <a:pt x="4932853" y="870847"/>
                  </a:lnTo>
                  <a:lnTo>
                    <a:pt x="4933514" y="830509"/>
                  </a:lnTo>
                  <a:lnTo>
                    <a:pt x="4934174" y="823561"/>
                  </a:lnTo>
                  <a:lnTo>
                    <a:pt x="4934835" y="806920"/>
                  </a:lnTo>
                  <a:lnTo>
                    <a:pt x="4935495" y="761406"/>
                  </a:lnTo>
                  <a:lnTo>
                    <a:pt x="4936156" y="759698"/>
                  </a:lnTo>
                  <a:lnTo>
                    <a:pt x="4936816" y="771993"/>
                  </a:lnTo>
                  <a:lnTo>
                    <a:pt x="4937477" y="815664"/>
                  </a:lnTo>
                  <a:lnTo>
                    <a:pt x="4938138" y="832775"/>
                  </a:lnTo>
                  <a:lnTo>
                    <a:pt x="4938798" y="836619"/>
                  </a:lnTo>
                  <a:lnTo>
                    <a:pt x="4939459" y="884789"/>
                  </a:lnTo>
                  <a:lnTo>
                    <a:pt x="4940119" y="891566"/>
                  </a:lnTo>
                  <a:lnTo>
                    <a:pt x="4940780" y="947213"/>
                  </a:lnTo>
                  <a:lnTo>
                    <a:pt x="4941440" y="960714"/>
                  </a:lnTo>
                  <a:lnTo>
                    <a:pt x="4942101" y="954682"/>
                  </a:lnTo>
                  <a:lnTo>
                    <a:pt x="4942761" y="960102"/>
                  </a:lnTo>
                  <a:lnTo>
                    <a:pt x="4943422" y="949885"/>
                  </a:lnTo>
                  <a:lnTo>
                    <a:pt x="4944082" y="942957"/>
                  </a:lnTo>
                  <a:lnTo>
                    <a:pt x="4944743" y="955145"/>
                  </a:lnTo>
                  <a:lnTo>
                    <a:pt x="4945403" y="971006"/>
                  </a:lnTo>
                  <a:lnTo>
                    <a:pt x="4946064" y="978788"/>
                  </a:lnTo>
                  <a:lnTo>
                    <a:pt x="4946724" y="989377"/>
                  </a:lnTo>
                  <a:lnTo>
                    <a:pt x="4947385" y="981139"/>
                  </a:lnTo>
                  <a:lnTo>
                    <a:pt x="4948046" y="992331"/>
                  </a:lnTo>
                  <a:lnTo>
                    <a:pt x="4948706" y="981983"/>
                  </a:lnTo>
                  <a:lnTo>
                    <a:pt x="4949367" y="965510"/>
                  </a:lnTo>
                  <a:lnTo>
                    <a:pt x="4950027" y="960357"/>
                  </a:lnTo>
                  <a:lnTo>
                    <a:pt x="4950688" y="955863"/>
                  </a:lnTo>
                  <a:lnTo>
                    <a:pt x="4951348" y="966588"/>
                  </a:lnTo>
                  <a:lnTo>
                    <a:pt x="4952009" y="975138"/>
                  </a:lnTo>
                  <a:lnTo>
                    <a:pt x="4952669" y="968907"/>
                  </a:lnTo>
                  <a:lnTo>
                    <a:pt x="4953330" y="970220"/>
                  </a:lnTo>
                  <a:lnTo>
                    <a:pt x="4953990" y="966588"/>
                  </a:lnTo>
                  <a:lnTo>
                    <a:pt x="4954651" y="973269"/>
                  </a:lnTo>
                  <a:lnTo>
                    <a:pt x="4955311" y="965095"/>
                  </a:lnTo>
                  <a:lnTo>
                    <a:pt x="4955972" y="939516"/>
                  </a:lnTo>
                  <a:lnTo>
                    <a:pt x="4956632" y="945904"/>
                  </a:lnTo>
                  <a:lnTo>
                    <a:pt x="4957293" y="972024"/>
                  </a:lnTo>
                  <a:lnTo>
                    <a:pt x="4957953" y="1003373"/>
                  </a:lnTo>
                  <a:lnTo>
                    <a:pt x="4958614" y="1009756"/>
                  </a:lnTo>
                  <a:lnTo>
                    <a:pt x="4959275" y="976640"/>
                  </a:lnTo>
                  <a:lnTo>
                    <a:pt x="4959935" y="996168"/>
                  </a:lnTo>
                  <a:lnTo>
                    <a:pt x="4960596" y="987982"/>
                  </a:lnTo>
                  <a:lnTo>
                    <a:pt x="4961256" y="999438"/>
                  </a:lnTo>
                  <a:lnTo>
                    <a:pt x="4961917" y="1004420"/>
                  </a:lnTo>
                  <a:lnTo>
                    <a:pt x="4962577" y="998919"/>
                  </a:lnTo>
                  <a:lnTo>
                    <a:pt x="4963238" y="1030773"/>
                  </a:lnTo>
                  <a:lnTo>
                    <a:pt x="4963898" y="1010653"/>
                  </a:lnTo>
                  <a:lnTo>
                    <a:pt x="4964559" y="1005827"/>
                  </a:lnTo>
                  <a:lnTo>
                    <a:pt x="4965219" y="984309"/>
                  </a:lnTo>
                  <a:lnTo>
                    <a:pt x="4965880" y="953149"/>
                  </a:lnTo>
                  <a:lnTo>
                    <a:pt x="4966540" y="971996"/>
                  </a:lnTo>
                  <a:lnTo>
                    <a:pt x="4967201" y="982020"/>
                  </a:lnTo>
                  <a:lnTo>
                    <a:pt x="4967861" y="1018467"/>
                  </a:lnTo>
                  <a:lnTo>
                    <a:pt x="4968522" y="996241"/>
                  </a:lnTo>
                  <a:lnTo>
                    <a:pt x="4969183" y="987188"/>
                  </a:lnTo>
                  <a:lnTo>
                    <a:pt x="4969843" y="1000845"/>
                  </a:lnTo>
                  <a:lnTo>
                    <a:pt x="4970504" y="1002369"/>
                  </a:lnTo>
                  <a:lnTo>
                    <a:pt x="4971164" y="1017041"/>
                  </a:lnTo>
                  <a:lnTo>
                    <a:pt x="4971825" y="1031320"/>
                  </a:lnTo>
                  <a:lnTo>
                    <a:pt x="4972485" y="1017857"/>
                  </a:lnTo>
                  <a:lnTo>
                    <a:pt x="4973146" y="1023655"/>
                  </a:lnTo>
                  <a:lnTo>
                    <a:pt x="4973806" y="1008120"/>
                  </a:lnTo>
                  <a:lnTo>
                    <a:pt x="4974467" y="1021497"/>
                  </a:lnTo>
                  <a:lnTo>
                    <a:pt x="4975127" y="1018265"/>
                  </a:lnTo>
                  <a:lnTo>
                    <a:pt x="4975788" y="1028416"/>
                  </a:lnTo>
                  <a:lnTo>
                    <a:pt x="4976448" y="1023735"/>
                  </a:lnTo>
                  <a:lnTo>
                    <a:pt x="4977109" y="1004138"/>
                  </a:lnTo>
                  <a:lnTo>
                    <a:pt x="4977769" y="994602"/>
                  </a:lnTo>
                  <a:lnTo>
                    <a:pt x="4978430" y="991131"/>
                  </a:lnTo>
                  <a:lnTo>
                    <a:pt x="4979091" y="991131"/>
                  </a:lnTo>
                  <a:lnTo>
                    <a:pt x="4979751" y="999046"/>
                  </a:lnTo>
                  <a:lnTo>
                    <a:pt x="4980412" y="999824"/>
                  </a:lnTo>
                  <a:lnTo>
                    <a:pt x="4981072" y="1000668"/>
                  </a:lnTo>
                  <a:lnTo>
                    <a:pt x="4981733" y="1014882"/>
                  </a:lnTo>
                  <a:lnTo>
                    <a:pt x="4982393" y="984858"/>
                  </a:lnTo>
                  <a:lnTo>
                    <a:pt x="4983054" y="1006716"/>
                  </a:lnTo>
                  <a:lnTo>
                    <a:pt x="4983714" y="1014388"/>
                  </a:lnTo>
                  <a:lnTo>
                    <a:pt x="4984375" y="990557"/>
                  </a:lnTo>
                  <a:lnTo>
                    <a:pt x="4985035" y="987608"/>
                  </a:lnTo>
                  <a:lnTo>
                    <a:pt x="4985696" y="975052"/>
                  </a:lnTo>
                  <a:lnTo>
                    <a:pt x="4986356" y="979699"/>
                  </a:lnTo>
                  <a:lnTo>
                    <a:pt x="4987017" y="980543"/>
                  </a:lnTo>
                  <a:lnTo>
                    <a:pt x="4987677" y="971040"/>
                  </a:lnTo>
                  <a:lnTo>
                    <a:pt x="4988338" y="969639"/>
                  </a:lnTo>
                  <a:lnTo>
                    <a:pt x="4988998" y="959345"/>
                  </a:lnTo>
                  <a:lnTo>
                    <a:pt x="4989659" y="943204"/>
                  </a:lnTo>
                  <a:lnTo>
                    <a:pt x="4990320" y="965325"/>
                  </a:lnTo>
                  <a:lnTo>
                    <a:pt x="4990980" y="925984"/>
                  </a:lnTo>
                  <a:lnTo>
                    <a:pt x="4991641" y="873890"/>
                  </a:lnTo>
                  <a:lnTo>
                    <a:pt x="4992301" y="873890"/>
                  </a:lnTo>
                  <a:lnTo>
                    <a:pt x="4992962" y="856477"/>
                  </a:lnTo>
                  <a:lnTo>
                    <a:pt x="4993622" y="886868"/>
                  </a:lnTo>
                  <a:lnTo>
                    <a:pt x="4994283" y="874136"/>
                  </a:lnTo>
                  <a:lnTo>
                    <a:pt x="4994943" y="939986"/>
                  </a:lnTo>
                  <a:lnTo>
                    <a:pt x="4995604" y="935153"/>
                  </a:lnTo>
                  <a:lnTo>
                    <a:pt x="4996264" y="925261"/>
                  </a:lnTo>
                  <a:lnTo>
                    <a:pt x="4996925" y="921719"/>
                  </a:lnTo>
                  <a:lnTo>
                    <a:pt x="4997585" y="931341"/>
                  </a:lnTo>
                  <a:lnTo>
                    <a:pt x="4998246" y="960457"/>
                  </a:lnTo>
                  <a:lnTo>
                    <a:pt x="4998906" y="967888"/>
                  </a:lnTo>
                  <a:lnTo>
                    <a:pt x="4999567" y="977568"/>
                  </a:lnTo>
                  <a:lnTo>
                    <a:pt x="5000228" y="985253"/>
                  </a:lnTo>
                  <a:lnTo>
                    <a:pt x="5000888" y="1004697"/>
                  </a:lnTo>
                  <a:lnTo>
                    <a:pt x="5001549" y="987097"/>
                  </a:lnTo>
                  <a:lnTo>
                    <a:pt x="5002209" y="1002290"/>
                  </a:lnTo>
                  <a:lnTo>
                    <a:pt x="5002870" y="980220"/>
                  </a:lnTo>
                  <a:lnTo>
                    <a:pt x="5003530" y="982300"/>
                  </a:lnTo>
                  <a:lnTo>
                    <a:pt x="5004191" y="995488"/>
                  </a:lnTo>
                  <a:lnTo>
                    <a:pt x="5004851" y="985344"/>
                  </a:lnTo>
                  <a:lnTo>
                    <a:pt x="5005512" y="997212"/>
                  </a:lnTo>
                  <a:lnTo>
                    <a:pt x="5006172" y="1008282"/>
                  </a:lnTo>
                  <a:lnTo>
                    <a:pt x="5006833" y="1015744"/>
                  </a:lnTo>
                  <a:lnTo>
                    <a:pt x="5007493" y="1004529"/>
                  </a:lnTo>
                  <a:lnTo>
                    <a:pt x="5008154" y="970044"/>
                  </a:lnTo>
                  <a:lnTo>
                    <a:pt x="5008814" y="942861"/>
                  </a:lnTo>
                  <a:lnTo>
                    <a:pt x="5009475" y="967287"/>
                  </a:lnTo>
                  <a:lnTo>
                    <a:pt x="5010136" y="994919"/>
                  </a:lnTo>
                  <a:lnTo>
                    <a:pt x="5010796" y="986997"/>
                  </a:lnTo>
                  <a:lnTo>
                    <a:pt x="5011457" y="981437"/>
                  </a:lnTo>
                  <a:lnTo>
                    <a:pt x="5012117" y="960192"/>
                  </a:lnTo>
                  <a:lnTo>
                    <a:pt x="5012778" y="956931"/>
                  </a:lnTo>
                  <a:lnTo>
                    <a:pt x="5013438" y="962669"/>
                  </a:lnTo>
                  <a:lnTo>
                    <a:pt x="5014099" y="962879"/>
                  </a:lnTo>
                  <a:lnTo>
                    <a:pt x="5014759" y="981127"/>
                  </a:lnTo>
                  <a:lnTo>
                    <a:pt x="5015420" y="1004668"/>
                  </a:lnTo>
                  <a:lnTo>
                    <a:pt x="5016080" y="1013698"/>
                  </a:lnTo>
                  <a:lnTo>
                    <a:pt x="5016741" y="1007036"/>
                  </a:lnTo>
                  <a:lnTo>
                    <a:pt x="5017401" y="1008898"/>
                  </a:lnTo>
                  <a:lnTo>
                    <a:pt x="5018062" y="1007737"/>
                  </a:lnTo>
                  <a:lnTo>
                    <a:pt x="5018722" y="1000899"/>
                  </a:lnTo>
                  <a:lnTo>
                    <a:pt x="5019383" y="1005190"/>
                  </a:lnTo>
                  <a:lnTo>
                    <a:pt x="5020044" y="1000443"/>
                  </a:lnTo>
                  <a:lnTo>
                    <a:pt x="5020704" y="980655"/>
                  </a:lnTo>
                  <a:lnTo>
                    <a:pt x="5021365" y="970506"/>
                  </a:lnTo>
                  <a:lnTo>
                    <a:pt x="5022025" y="983946"/>
                  </a:lnTo>
                  <a:lnTo>
                    <a:pt x="5022686" y="1005027"/>
                  </a:lnTo>
                  <a:lnTo>
                    <a:pt x="5023346" y="992387"/>
                  </a:lnTo>
                  <a:lnTo>
                    <a:pt x="5024007" y="971398"/>
                  </a:lnTo>
                  <a:lnTo>
                    <a:pt x="5024667" y="987894"/>
                  </a:lnTo>
                  <a:lnTo>
                    <a:pt x="5025328" y="988990"/>
                  </a:lnTo>
                  <a:lnTo>
                    <a:pt x="5025988" y="972646"/>
                  </a:lnTo>
                  <a:lnTo>
                    <a:pt x="5026649" y="962875"/>
                  </a:lnTo>
                  <a:lnTo>
                    <a:pt x="5027309" y="979488"/>
                  </a:lnTo>
                  <a:lnTo>
                    <a:pt x="5027970" y="989052"/>
                  </a:lnTo>
                  <a:lnTo>
                    <a:pt x="5028630" y="1000535"/>
                  </a:lnTo>
                  <a:lnTo>
                    <a:pt x="5029291" y="991669"/>
                  </a:lnTo>
                  <a:lnTo>
                    <a:pt x="5029951" y="987090"/>
                  </a:lnTo>
                  <a:lnTo>
                    <a:pt x="5030612" y="997160"/>
                  </a:lnTo>
                  <a:lnTo>
                    <a:pt x="5031273" y="987752"/>
                  </a:lnTo>
                  <a:lnTo>
                    <a:pt x="5031933" y="982941"/>
                  </a:lnTo>
                  <a:lnTo>
                    <a:pt x="5032594" y="973983"/>
                  </a:lnTo>
                  <a:lnTo>
                    <a:pt x="5033254" y="981947"/>
                  </a:lnTo>
                  <a:lnTo>
                    <a:pt x="5033915" y="1010004"/>
                  </a:lnTo>
                  <a:lnTo>
                    <a:pt x="5034575" y="985757"/>
                  </a:lnTo>
                  <a:lnTo>
                    <a:pt x="5035236" y="965841"/>
                  </a:lnTo>
                  <a:lnTo>
                    <a:pt x="5035896" y="941883"/>
                  </a:lnTo>
                  <a:lnTo>
                    <a:pt x="5036557" y="940478"/>
                  </a:lnTo>
                  <a:lnTo>
                    <a:pt x="5037217" y="955958"/>
                  </a:lnTo>
                  <a:lnTo>
                    <a:pt x="5037878" y="981917"/>
                  </a:lnTo>
                  <a:lnTo>
                    <a:pt x="5038538" y="989872"/>
                  </a:lnTo>
                  <a:lnTo>
                    <a:pt x="5039199" y="982504"/>
                  </a:lnTo>
                  <a:lnTo>
                    <a:pt x="5039859" y="1008019"/>
                  </a:lnTo>
                  <a:lnTo>
                    <a:pt x="5040520" y="1032815"/>
                  </a:lnTo>
                  <a:lnTo>
                    <a:pt x="5041181" y="1034746"/>
                  </a:lnTo>
                  <a:lnTo>
                    <a:pt x="5041841" y="1024459"/>
                  </a:lnTo>
                  <a:lnTo>
                    <a:pt x="5042502" y="985344"/>
                  </a:lnTo>
                  <a:lnTo>
                    <a:pt x="5043162" y="957558"/>
                  </a:lnTo>
                  <a:lnTo>
                    <a:pt x="5043823" y="968642"/>
                  </a:lnTo>
                  <a:lnTo>
                    <a:pt x="5044483" y="981189"/>
                  </a:lnTo>
                  <a:lnTo>
                    <a:pt x="5045144" y="992002"/>
                  </a:lnTo>
                  <a:lnTo>
                    <a:pt x="5045804" y="1004959"/>
                  </a:lnTo>
                  <a:lnTo>
                    <a:pt x="5046465" y="1006348"/>
                  </a:lnTo>
                  <a:lnTo>
                    <a:pt x="5047125" y="1014646"/>
                  </a:lnTo>
                  <a:lnTo>
                    <a:pt x="5047786" y="986995"/>
                  </a:lnTo>
                  <a:lnTo>
                    <a:pt x="5048446" y="977941"/>
                  </a:lnTo>
                  <a:lnTo>
                    <a:pt x="5049107" y="984240"/>
                  </a:lnTo>
                  <a:lnTo>
                    <a:pt x="5049767" y="998446"/>
                  </a:lnTo>
                  <a:lnTo>
                    <a:pt x="5050428" y="1002426"/>
                  </a:lnTo>
                  <a:lnTo>
                    <a:pt x="5051089" y="998452"/>
                  </a:lnTo>
                  <a:lnTo>
                    <a:pt x="5051749" y="995115"/>
                  </a:lnTo>
                  <a:lnTo>
                    <a:pt x="5052410" y="1003181"/>
                  </a:lnTo>
                  <a:lnTo>
                    <a:pt x="5053070" y="997931"/>
                  </a:lnTo>
                  <a:lnTo>
                    <a:pt x="5053731" y="1004893"/>
                  </a:lnTo>
                  <a:lnTo>
                    <a:pt x="5054391" y="1010138"/>
                  </a:lnTo>
                  <a:lnTo>
                    <a:pt x="5055052" y="1004552"/>
                  </a:lnTo>
                  <a:lnTo>
                    <a:pt x="5055712" y="1012506"/>
                  </a:lnTo>
                  <a:lnTo>
                    <a:pt x="5056373" y="1027087"/>
                  </a:lnTo>
                  <a:lnTo>
                    <a:pt x="5057033" y="1020013"/>
                  </a:lnTo>
                  <a:lnTo>
                    <a:pt x="5057694" y="1008058"/>
                  </a:lnTo>
                  <a:lnTo>
                    <a:pt x="5058354" y="1006189"/>
                  </a:lnTo>
                  <a:lnTo>
                    <a:pt x="5059015" y="1017703"/>
                  </a:lnTo>
                  <a:lnTo>
                    <a:pt x="5059675" y="1040985"/>
                  </a:lnTo>
                  <a:lnTo>
                    <a:pt x="5060336" y="1039740"/>
                  </a:lnTo>
                  <a:lnTo>
                    <a:pt x="5060996" y="1039526"/>
                  </a:lnTo>
                  <a:lnTo>
                    <a:pt x="5061657" y="1038776"/>
                  </a:lnTo>
                  <a:lnTo>
                    <a:pt x="5062318" y="1043727"/>
                  </a:lnTo>
                  <a:lnTo>
                    <a:pt x="5062978" y="1046525"/>
                  </a:lnTo>
                  <a:lnTo>
                    <a:pt x="5063639" y="1041772"/>
                  </a:lnTo>
                  <a:lnTo>
                    <a:pt x="5064299" y="1042754"/>
                  </a:lnTo>
                  <a:lnTo>
                    <a:pt x="5064960" y="1042754"/>
                  </a:lnTo>
                  <a:lnTo>
                    <a:pt x="5065620" y="1033259"/>
                  </a:lnTo>
                  <a:lnTo>
                    <a:pt x="5066281" y="1006011"/>
                  </a:lnTo>
                  <a:lnTo>
                    <a:pt x="5066941" y="1011563"/>
                  </a:lnTo>
                  <a:lnTo>
                    <a:pt x="5067602" y="1024689"/>
                  </a:lnTo>
                  <a:lnTo>
                    <a:pt x="5068262" y="1026452"/>
                  </a:lnTo>
                  <a:lnTo>
                    <a:pt x="5068923" y="1024927"/>
                  </a:lnTo>
                  <a:lnTo>
                    <a:pt x="5069583" y="1015768"/>
                  </a:lnTo>
                  <a:lnTo>
                    <a:pt x="5070244" y="1022836"/>
                  </a:lnTo>
                  <a:lnTo>
                    <a:pt x="5070904" y="1021447"/>
                  </a:lnTo>
                  <a:lnTo>
                    <a:pt x="5071565" y="1013889"/>
                  </a:lnTo>
                  <a:lnTo>
                    <a:pt x="5072226" y="999723"/>
                  </a:lnTo>
                  <a:lnTo>
                    <a:pt x="5072886" y="1006436"/>
                  </a:lnTo>
                  <a:lnTo>
                    <a:pt x="5073547" y="1023824"/>
                  </a:lnTo>
                  <a:lnTo>
                    <a:pt x="5074207" y="992253"/>
                  </a:lnTo>
                  <a:lnTo>
                    <a:pt x="5074868" y="1017728"/>
                  </a:lnTo>
                  <a:lnTo>
                    <a:pt x="5075528" y="1001159"/>
                  </a:lnTo>
                  <a:lnTo>
                    <a:pt x="5076189" y="995190"/>
                  </a:lnTo>
                  <a:lnTo>
                    <a:pt x="5076849" y="1017359"/>
                  </a:lnTo>
                  <a:lnTo>
                    <a:pt x="5077510" y="1006259"/>
                  </a:lnTo>
                  <a:lnTo>
                    <a:pt x="5078170" y="1006067"/>
                  </a:lnTo>
                  <a:lnTo>
                    <a:pt x="5078831" y="1017359"/>
                  </a:lnTo>
                  <a:lnTo>
                    <a:pt x="5079491" y="1013228"/>
                  </a:lnTo>
                  <a:lnTo>
                    <a:pt x="5080152" y="1011829"/>
                  </a:lnTo>
                  <a:lnTo>
                    <a:pt x="5080812" y="1026252"/>
                  </a:lnTo>
                  <a:lnTo>
                    <a:pt x="5081473" y="1011871"/>
                  </a:lnTo>
                  <a:lnTo>
                    <a:pt x="5082134" y="1035191"/>
                  </a:lnTo>
                  <a:lnTo>
                    <a:pt x="5082794" y="1033883"/>
                  </a:lnTo>
                  <a:lnTo>
                    <a:pt x="5083455" y="992439"/>
                  </a:lnTo>
                  <a:lnTo>
                    <a:pt x="5084115" y="976466"/>
                  </a:lnTo>
                  <a:lnTo>
                    <a:pt x="5084776" y="998875"/>
                  </a:lnTo>
                  <a:lnTo>
                    <a:pt x="5085436" y="1008299"/>
                  </a:lnTo>
                  <a:lnTo>
                    <a:pt x="5086097" y="992439"/>
                  </a:lnTo>
                  <a:lnTo>
                    <a:pt x="5086757" y="947077"/>
                  </a:lnTo>
                  <a:lnTo>
                    <a:pt x="5087418" y="939304"/>
                  </a:lnTo>
                  <a:lnTo>
                    <a:pt x="5088078" y="950103"/>
                  </a:lnTo>
                  <a:lnTo>
                    <a:pt x="5088739" y="951513"/>
                  </a:lnTo>
                  <a:lnTo>
                    <a:pt x="5089399" y="996258"/>
                  </a:lnTo>
                  <a:lnTo>
                    <a:pt x="5090060" y="996258"/>
                  </a:lnTo>
                  <a:lnTo>
                    <a:pt x="5090720" y="998097"/>
                  </a:lnTo>
                  <a:lnTo>
                    <a:pt x="5091381" y="996629"/>
                  </a:lnTo>
                  <a:lnTo>
                    <a:pt x="5092042" y="991181"/>
                  </a:lnTo>
                  <a:lnTo>
                    <a:pt x="5092702" y="988847"/>
                  </a:lnTo>
                  <a:lnTo>
                    <a:pt x="5093363" y="981530"/>
                  </a:lnTo>
                  <a:lnTo>
                    <a:pt x="5094023" y="983651"/>
                  </a:lnTo>
                  <a:lnTo>
                    <a:pt x="5094684" y="1006768"/>
                  </a:lnTo>
                  <a:lnTo>
                    <a:pt x="5095344" y="1007204"/>
                  </a:lnTo>
                  <a:lnTo>
                    <a:pt x="5096005" y="998982"/>
                  </a:lnTo>
                  <a:lnTo>
                    <a:pt x="5096665" y="987834"/>
                  </a:lnTo>
                  <a:lnTo>
                    <a:pt x="5097326" y="963731"/>
                  </a:lnTo>
                  <a:lnTo>
                    <a:pt x="5097986" y="970944"/>
                  </a:lnTo>
                  <a:lnTo>
                    <a:pt x="5098647" y="994258"/>
                  </a:lnTo>
                  <a:lnTo>
                    <a:pt x="5099307" y="974775"/>
                  </a:lnTo>
                  <a:lnTo>
                    <a:pt x="5099968" y="978933"/>
                  </a:lnTo>
                  <a:lnTo>
                    <a:pt x="5100628" y="981838"/>
                  </a:lnTo>
                  <a:lnTo>
                    <a:pt x="5101289" y="975394"/>
                  </a:lnTo>
                  <a:lnTo>
                    <a:pt x="5101949" y="976813"/>
                  </a:lnTo>
                  <a:lnTo>
                    <a:pt x="5102610" y="946615"/>
                  </a:lnTo>
                  <a:lnTo>
                    <a:pt x="5103271" y="982259"/>
                  </a:lnTo>
                  <a:lnTo>
                    <a:pt x="5103931" y="994309"/>
                  </a:lnTo>
                  <a:lnTo>
                    <a:pt x="5104592" y="982510"/>
                  </a:lnTo>
                  <a:lnTo>
                    <a:pt x="5105252" y="956485"/>
                  </a:lnTo>
                  <a:lnTo>
                    <a:pt x="5105913" y="932795"/>
                  </a:lnTo>
                  <a:lnTo>
                    <a:pt x="5106573" y="948687"/>
                  </a:lnTo>
                  <a:lnTo>
                    <a:pt x="5107234" y="918752"/>
                  </a:lnTo>
                  <a:lnTo>
                    <a:pt x="5107894" y="915944"/>
                  </a:lnTo>
                  <a:lnTo>
                    <a:pt x="5108555" y="949594"/>
                  </a:lnTo>
                  <a:lnTo>
                    <a:pt x="5109215" y="966689"/>
                  </a:lnTo>
                  <a:lnTo>
                    <a:pt x="5109876" y="961323"/>
                  </a:lnTo>
                  <a:lnTo>
                    <a:pt x="5110536" y="967155"/>
                  </a:lnTo>
                  <a:lnTo>
                    <a:pt x="5111197" y="956453"/>
                  </a:lnTo>
                  <a:lnTo>
                    <a:pt x="5111857" y="979244"/>
                  </a:lnTo>
                  <a:lnTo>
                    <a:pt x="5112518" y="991963"/>
                  </a:lnTo>
                  <a:lnTo>
                    <a:pt x="5113179" y="989989"/>
                  </a:lnTo>
                  <a:lnTo>
                    <a:pt x="5113839" y="997839"/>
                  </a:lnTo>
                  <a:lnTo>
                    <a:pt x="5114500" y="992977"/>
                  </a:lnTo>
                  <a:lnTo>
                    <a:pt x="5115160" y="981931"/>
                  </a:lnTo>
                  <a:lnTo>
                    <a:pt x="5115821" y="1000772"/>
                  </a:lnTo>
                  <a:lnTo>
                    <a:pt x="5116481" y="993706"/>
                  </a:lnTo>
                  <a:lnTo>
                    <a:pt x="5117142" y="978427"/>
                  </a:lnTo>
                  <a:lnTo>
                    <a:pt x="5117802" y="997143"/>
                  </a:lnTo>
                  <a:lnTo>
                    <a:pt x="5118463" y="984800"/>
                  </a:lnTo>
                  <a:lnTo>
                    <a:pt x="5119123" y="990498"/>
                  </a:lnTo>
                  <a:lnTo>
                    <a:pt x="5119784" y="984511"/>
                  </a:lnTo>
                  <a:lnTo>
                    <a:pt x="5120444" y="970227"/>
                  </a:lnTo>
                  <a:lnTo>
                    <a:pt x="5121105" y="967807"/>
                  </a:lnTo>
                  <a:lnTo>
                    <a:pt x="5121765" y="961820"/>
                  </a:lnTo>
                  <a:lnTo>
                    <a:pt x="5122426" y="990468"/>
                  </a:lnTo>
                  <a:lnTo>
                    <a:pt x="5123087" y="1047206"/>
                  </a:lnTo>
                  <a:lnTo>
                    <a:pt x="5123747" y="1046103"/>
                  </a:lnTo>
                  <a:lnTo>
                    <a:pt x="5124408" y="1004727"/>
                  </a:lnTo>
                  <a:lnTo>
                    <a:pt x="5125068" y="1016321"/>
                  </a:lnTo>
                  <a:lnTo>
                    <a:pt x="5125729" y="1028373"/>
                  </a:lnTo>
                  <a:lnTo>
                    <a:pt x="5126389" y="1014428"/>
                  </a:lnTo>
                  <a:lnTo>
                    <a:pt x="5127050" y="1019082"/>
                  </a:lnTo>
                  <a:lnTo>
                    <a:pt x="5127710" y="1018278"/>
                  </a:lnTo>
                  <a:lnTo>
                    <a:pt x="5128371" y="1033731"/>
                  </a:lnTo>
                  <a:lnTo>
                    <a:pt x="5129031" y="1043829"/>
                  </a:lnTo>
                  <a:lnTo>
                    <a:pt x="5129692" y="1044809"/>
                  </a:lnTo>
                  <a:lnTo>
                    <a:pt x="5130352" y="1044803"/>
                  </a:lnTo>
                  <a:lnTo>
                    <a:pt x="5131013" y="1042125"/>
                  </a:lnTo>
                  <a:lnTo>
                    <a:pt x="5131673" y="1041693"/>
                  </a:lnTo>
                  <a:lnTo>
                    <a:pt x="5132334" y="1022484"/>
                  </a:lnTo>
                  <a:lnTo>
                    <a:pt x="5132994" y="1023277"/>
                  </a:lnTo>
                  <a:lnTo>
                    <a:pt x="5133655" y="1012817"/>
                  </a:lnTo>
                  <a:lnTo>
                    <a:pt x="5134316" y="1006811"/>
                  </a:lnTo>
                  <a:lnTo>
                    <a:pt x="5134976" y="1016756"/>
                  </a:lnTo>
                  <a:lnTo>
                    <a:pt x="5135637" y="1011977"/>
                  </a:lnTo>
                  <a:lnTo>
                    <a:pt x="5136297" y="998033"/>
                  </a:lnTo>
                  <a:lnTo>
                    <a:pt x="5136958" y="968062"/>
                  </a:lnTo>
                  <a:lnTo>
                    <a:pt x="5137618" y="925949"/>
                  </a:lnTo>
                  <a:lnTo>
                    <a:pt x="5138279" y="925949"/>
                  </a:lnTo>
                  <a:lnTo>
                    <a:pt x="5138939" y="941775"/>
                  </a:lnTo>
                  <a:lnTo>
                    <a:pt x="5139600" y="953091"/>
                  </a:lnTo>
                  <a:lnTo>
                    <a:pt x="5140260" y="944414"/>
                  </a:lnTo>
                  <a:lnTo>
                    <a:pt x="5140921" y="958604"/>
                  </a:lnTo>
                  <a:lnTo>
                    <a:pt x="5141581" y="986358"/>
                  </a:lnTo>
                  <a:lnTo>
                    <a:pt x="5142242" y="990805"/>
                  </a:lnTo>
                  <a:lnTo>
                    <a:pt x="5142902" y="978406"/>
                  </a:lnTo>
                  <a:lnTo>
                    <a:pt x="5143563" y="978928"/>
                  </a:lnTo>
                  <a:lnTo>
                    <a:pt x="5144224" y="990673"/>
                  </a:lnTo>
                  <a:lnTo>
                    <a:pt x="5144884" y="1002319"/>
                  </a:lnTo>
                  <a:lnTo>
                    <a:pt x="5145545" y="1009277"/>
                  </a:lnTo>
                  <a:lnTo>
                    <a:pt x="5146205" y="1016875"/>
                  </a:lnTo>
                  <a:lnTo>
                    <a:pt x="5146866" y="1039377"/>
                  </a:lnTo>
                  <a:lnTo>
                    <a:pt x="5147526" y="1025038"/>
                  </a:lnTo>
                  <a:lnTo>
                    <a:pt x="5148187" y="1029008"/>
                  </a:lnTo>
                  <a:lnTo>
                    <a:pt x="5148847" y="1032207"/>
                  </a:lnTo>
                  <a:lnTo>
                    <a:pt x="5149508" y="1008945"/>
                  </a:lnTo>
                  <a:lnTo>
                    <a:pt x="5150168" y="995521"/>
                  </a:lnTo>
                  <a:lnTo>
                    <a:pt x="5150829" y="982742"/>
                  </a:lnTo>
                  <a:lnTo>
                    <a:pt x="5151489" y="981646"/>
                  </a:lnTo>
                  <a:lnTo>
                    <a:pt x="5152150" y="969523"/>
                  </a:lnTo>
                  <a:lnTo>
                    <a:pt x="5152810" y="962688"/>
                  </a:lnTo>
                  <a:lnTo>
                    <a:pt x="5153471" y="985894"/>
                  </a:lnTo>
                  <a:lnTo>
                    <a:pt x="5154132" y="1005884"/>
                  </a:lnTo>
                  <a:lnTo>
                    <a:pt x="5154792" y="991699"/>
                  </a:lnTo>
                  <a:lnTo>
                    <a:pt x="5155453" y="972539"/>
                  </a:lnTo>
                  <a:lnTo>
                    <a:pt x="5156113" y="974050"/>
                  </a:lnTo>
                  <a:lnTo>
                    <a:pt x="5156774" y="1003314"/>
                  </a:lnTo>
                  <a:lnTo>
                    <a:pt x="5157434" y="1003314"/>
                  </a:lnTo>
                  <a:lnTo>
                    <a:pt x="5158095" y="981832"/>
                  </a:lnTo>
                  <a:lnTo>
                    <a:pt x="5158755" y="996048"/>
                  </a:lnTo>
                  <a:lnTo>
                    <a:pt x="5159416" y="999593"/>
                  </a:lnTo>
                  <a:lnTo>
                    <a:pt x="5160076" y="987765"/>
                  </a:lnTo>
                  <a:lnTo>
                    <a:pt x="5160737" y="1006146"/>
                  </a:lnTo>
                  <a:lnTo>
                    <a:pt x="5161397" y="999593"/>
                  </a:lnTo>
                  <a:lnTo>
                    <a:pt x="5162058" y="998223"/>
                  </a:lnTo>
                  <a:lnTo>
                    <a:pt x="5162718" y="1009681"/>
                  </a:lnTo>
                  <a:lnTo>
                    <a:pt x="5163379" y="1012605"/>
                  </a:lnTo>
                  <a:lnTo>
                    <a:pt x="5164040" y="1017359"/>
                  </a:lnTo>
                  <a:lnTo>
                    <a:pt x="5164700" y="1017359"/>
                  </a:lnTo>
                  <a:lnTo>
                    <a:pt x="5165361" y="1009681"/>
                  </a:lnTo>
                  <a:lnTo>
                    <a:pt x="5166021" y="998592"/>
                  </a:lnTo>
                  <a:lnTo>
                    <a:pt x="5166682" y="1001691"/>
                  </a:lnTo>
                  <a:lnTo>
                    <a:pt x="5167342" y="1023076"/>
                  </a:lnTo>
                  <a:lnTo>
                    <a:pt x="5168003" y="1006251"/>
                  </a:lnTo>
                  <a:lnTo>
                    <a:pt x="5168663" y="1002535"/>
                  </a:lnTo>
                  <a:lnTo>
                    <a:pt x="5169324" y="1014129"/>
                  </a:lnTo>
                  <a:lnTo>
                    <a:pt x="5169984" y="986087"/>
                  </a:lnTo>
                  <a:lnTo>
                    <a:pt x="5170645" y="989716"/>
                  </a:lnTo>
                  <a:lnTo>
                    <a:pt x="5171305" y="1009681"/>
                  </a:lnTo>
                  <a:lnTo>
                    <a:pt x="5171966" y="990581"/>
                  </a:lnTo>
                  <a:lnTo>
                    <a:pt x="5172626" y="979714"/>
                  </a:lnTo>
                  <a:lnTo>
                    <a:pt x="5173287" y="995709"/>
                  </a:lnTo>
                  <a:lnTo>
                    <a:pt x="5173947" y="1002535"/>
                  </a:lnTo>
                  <a:lnTo>
                    <a:pt x="5174608" y="1019104"/>
                  </a:lnTo>
                  <a:lnTo>
                    <a:pt x="5175269" y="1017737"/>
                  </a:lnTo>
                  <a:lnTo>
                    <a:pt x="5175929" y="993869"/>
                  </a:lnTo>
                  <a:lnTo>
                    <a:pt x="5176590" y="979714"/>
                  </a:lnTo>
                  <a:lnTo>
                    <a:pt x="5177250" y="989211"/>
                  </a:lnTo>
                  <a:lnTo>
                    <a:pt x="5177911" y="1030710"/>
                  </a:lnTo>
                  <a:lnTo>
                    <a:pt x="5178571" y="1040432"/>
                  </a:lnTo>
                  <a:lnTo>
                    <a:pt x="5179232" y="1043855"/>
                  </a:lnTo>
                  <a:lnTo>
                    <a:pt x="5179892" y="1045648"/>
                  </a:lnTo>
                  <a:lnTo>
                    <a:pt x="5180553" y="1045474"/>
                  </a:lnTo>
                  <a:lnTo>
                    <a:pt x="5181213" y="1025347"/>
                  </a:lnTo>
                  <a:lnTo>
                    <a:pt x="5181874" y="995468"/>
                  </a:lnTo>
                  <a:lnTo>
                    <a:pt x="5182534" y="998592"/>
                  </a:lnTo>
                  <a:lnTo>
                    <a:pt x="5183195" y="995621"/>
                  </a:lnTo>
                  <a:lnTo>
                    <a:pt x="5183855" y="984196"/>
                  </a:lnTo>
                  <a:lnTo>
                    <a:pt x="5184516" y="990898"/>
                  </a:lnTo>
                  <a:lnTo>
                    <a:pt x="5185177" y="1010437"/>
                  </a:lnTo>
                  <a:lnTo>
                    <a:pt x="5185837" y="997769"/>
                  </a:lnTo>
                  <a:lnTo>
                    <a:pt x="5186498" y="999638"/>
                  </a:lnTo>
                  <a:lnTo>
                    <a:pt x="5187158" y="1009048"/>
                  </a:lnTo>
                  <a:lnTo>
                    <a:pt x="5187819" y="1002787"/>
                  </a:lnTo>
                  <a:lnTo>
                    <a:pt x="5188479" y="1001779"/>
                  </a:lnTo>
                  <a:lnTo>
                    <a:pt x="5189140" y="1020325"/>
                  </a:lnTo>
                  <a:lnTo>
                    <a:pt x="5189800" y="1006216"/>
                  </a:lnTo>
                  <a:lnTo>
                    <a:pt x="5190461" y="1008584"/>
                  </a:lnTo>
                  <a:lnTo>
                    <a:pt x="5191121" y="1004773"/>
                  </a:lnTo>
                  <a:lnTo>
                    <a:pt x="5191782" y="1007985"/>
                  </a:lnTo>
                  <a:lnTo>
                    <a:pt x="5192442" y="998851"/>
                  </a:lnTo>
                  <a:lnTo>
                    <a:pt x="5193103" y="995514"/>
                  </a:lnTo>
                  <a:lnTo>
                    <a:pt x="5193763" y="1003299"/>
                  </a:lnTo>
                  <a:lnTo>
                    <a:pt x="5194424" y="995514"/>
                  </a:lnTo>
                  <a:lnTo>
                    <a:pt x="5195085" y="979368"/>
                  </a:lnTo>
                  <a:lnTo>
                    <a:pt x="5195745" y="983521"/>
                  </a:lnTo>
                  <a:lnTo>
                    <a:pt x="5196406" y="989614"/>
                  </a:lnTo>
                  <a:lnTo>
                    <a:pt x="5197066" y="985120"/>
                  </a:lnTo>
                  <a:lnTo>
                    <a:pt x="5197727" y="960774"/>
                  </a:lnTo>
                  <a:lnTo>
                    <a:pt x="5198387" y="983521"/>
                  </a:lnTo>
                  <a:lnTo>
                    <a:pt x="5199048" y="986811"/>
                  </a:lnTo>
                  <a:lnTo>
                    <a:pt x="5199708" y="975447"/>
                  </a:lnTo>
                  <a:lnTo>
                    <a:pt x="5200369" y="982513"/>
                  </a:lnTo>
                  <a:lnTo>
                    <a:pt x="5201029" y="1009373"/>
                  </a:lnTo>
                  <a:lnTo>
                    <a:pt x="5201690" y="1000824"/>
                  </a:lnTo>
                  <a:lnTo>
                    <a:pt x="5202350" y="972778"/>
                  </a:lnTo>
                  <a:lnTo>
                    <a:pt x="5203011" y="937693"/>
                  </a:lnTo>
                  <a:lnTo>
                    <a:pt x="5203671" y="980244"/>
                  </a:lnTo>
                  <a:lnTo>
                    <a:pt x="5204332" y="985391"/>
                  </a:lnTo>
                  <a:lnTo>
                    <a:pt x="5204992" y="959906"/>
                  </a:lnTo>
                  <a:lnTo>
                    <a:pt x="5205653" y="991021"/>
                  </a:lnTo>
                  <a:lnTo>
                    <a:pt x="5206314" y="1005114"/>
                  </a:lnTo>
                  <a:lnTo>
                    <a:pt x="5206974" y="998830"/>
                  </a:lnTo>
                  <a:lnTo>
                    <a:pt x="5207635" y="975669"/>
                  </a:lnTo>
                  <a:lnTo>
                    <a:pt x="5208295" y="963704"/>
                  </a:lnTo>
                  <a:lnTo>
                    <a:pt x="5208956" y="986882"/>
                  </a:lnTo>
                  <a:lnTo>
                    <a:pt x="5209616" y="1031443"/>
                  </a:lnTo>
                  <a:lnTo>
                    <a:pt x="5210277" y="1020231"/>
                  </a:lnTo>
                  <a:lnTo>
                    <a:pt x="5210937" y="989614"/>
                  </a:lnTo>
                  <a:lnTo>
                    <a:pt x="5211598" y="982513"/>
                  </a:lnTo>
                  <a:lnTo>
                    <a:pt x="5212258" y="979941"/>
                  </a:lnTo>
                  <a:lnTo>
                    <a:pt x="5212919" y="971649"/>
                  </a:lnTo>
                  <a:lnTo>
                    <a:pt x="5213579" y="960638"/>
                  </a:lnTo>
                  <a:lnTo>
                    <a:pt x="5214240" y="941597"/>
                  </a:lnTo>
                  <a:lnTo>
                    <a:pt x="5214900" y="935094"/>
                  </a:lnTo>
                  <a:lnTo>
                    <a:pt x="5215561" y="931758"/>
                  </a:lnTo>
                  <a:lnTo>
                    <a:pt x="5216222" y="953345"/>
                  </a:lnTo>
                  <a:lnTo>
                    <a:pt x="5216882" y="970679"/>
                  </a:lnTo>
                  <a:lnTo>
                    <a:pt x="5217543" y="962735"/>
                  </a:lnTo>
                  <a:lnTo>
                    <a:pt x="5218203" y="986376"/>
                  </a:lnTo>
                  <a:lnTo>
                    <a:pt x="5218864" y="994706"/>
                  </a:lnTo>
                  <a:lnTo>
                    <a:pt x="5219524" y="1000127"/>
                  </a:lnTo>
                  <a:lnTo>
                    <a:pt x="5220185" y="991951"/>
                  </a:lnTo>
                  <a:lnTo>
                    <a:pt x="5220845" y="986457"/>
                  </a:lnTo>
                  <a:lnTo>
                    <a:pt x="5221506" y="954775"/>
                  </a:lnTo>
                  <a:lnTo>
                    <a:pt x="5222166" y="960928"/>
                  </a:lnTo>
                  <a:lnTo>
                    <a:pt x="5222827" y="990992"/>
                  </a:lnTo>
                  <a:lnTo>
                    <a:pt x="5223487" y="1019307"/>
                  </a:lnTo>
                  <a:lnTo>
                    <a:pt x="5224148" y="1036650"/>
                  </a:lnTo>
                  <a:lnTo>
                    <a:pt x="5224808" y="1042815"/>
                  </a:lnTo>
                  <a:lnTo>
                    <a:pt x="5225469" y="1040803"/>
                  </a:lnTo>
                  <a:lnTo>
                    <a:pt x="5226130" y="1023515"/>
                  </a:lnTo>
                  <a:lnTo>
                    <a:pt x="5226790" y="1017852"/>
                  </a:lnTo>
                  <a:lnTo>
                    <a:pt x="5227451" y="1032685"/>
                  </a:lnTo>
                  <a:lnTo>
                    <a:pt x="5228111" y="1028152"/>
                  </a:lnTo>
                  <a:lnTo>
                    <a:pt x="5228772" y="1006551"/>
                  </a:lnTo>
                  <a:lnTo>
                    <a:pt x="5229432" y="1031567"/>
                  </a:lnTo>
                  <a:lnTo>
                    <a:pt x="5230093" y="1044325"/>
                  </a:lnTo>
                  <a:lnTo>
                    <a:pt x="5230753" y="1032622"/>
                  </a:lnTo>
                  <a:lnTo>
                    <a:pt x="5231414" y="1019794"/>
                  </a:lnTo>
                  <a:lnTo>
                    <a:pt x="5232074" y="1006182"/>
                  </a:lnTo>
                  <a:lnTo>
                    <a:pt x="5232735" y="986080"/>
                  </a:lnTo>
                  <a:lnTo>
                    <a:pt x="5233395" y="982207"/>
                  </a:lnTo>
                  <a:lnTo>
                    <a:pt x="5234056" y="1023127"/>
                  </a:lnTo>
                  <a:lnTo>
                    <a:pt x="5234716" y="1042254"/>
                  </a:lnTo>
                  <a:lnTo>
                    <a:pt x="5235377" y="1037824"/>
                  </a:lnTo>
                  <a:lnTo>
                    <a:pt x="5236038" y="1024041"/>
                  </a:lnTo>
                  <a:lnTo>
                    <a:pt x="5236698" y="1000288"/>
                  </a:lnTo>
                  <a:lnTo>
                    <a:pt x="5237359" y="1006974"/>
                  </a:lnTo>
                  <a:lnTo>
                    <a:pt x="5238019" y="972378"/>
                  </a:lnTo>
                  <a:lnTo>
                    <a:pt x="5238680" y="970655"/>
                  </a:lnTo>
                  <a:lnTo>
                    <a:pt x="5239340" y="997441"/>
                  </a:lnTo>
                  <a:lnTo>
                    <a:pt x="5240001" y="995320"/>
                  </a:lnTo>
                  <a:lnTo>
                    <a:pt x="5240661" y="976766"/>
                  </a:lnTo>
                  <a:lnTo>
                    <a:pt x="5241322" y="949559"/>
                  </a:lnTo>
                  <a:lnTo>
                    <a:pt x="5241982" y="949695"/>
                  </a:lnTo>
                  <a:lnTo>
                    <a:pt x="5242643" y="970258"/>
                  </a:lnTo>
                  <a:lnTo>
                    <a:pt x="5243303" y="1015948"/>
                  </a:lnTo>
                  <a:lnTo>
                    <a:pt x="5243964" y="1009761"/>
                  </a:lnTo>
                  <a:lnTo>
                    <a:pt x="5244624" y="988250"/>
                  </a:lnTo>
                  <a:lnTo>
                    <a:pt x="5245285" y="969643"/>
                  </a:lnTo>
                  <a:lnTo>
                    <a:pt x="5245945" y="956650"/>
                  </a:lnTo>
                  <a:lnTo>
                    <a:pt x="5246606" y="977178"/>
                  </a:lnTo>
                  <a:lnTo>
                    <a:pt x="5247267" y="983036"/>
                  </a:lnTo>
                  <a:lnTo>
                    <a:pt x="5247927" y="990103"/>
                  </a:lnTo>
                  <a:lnTo>
                    <a:pt x="5248588" y="997536"/>
                  </a:lnTo>
                  <a:lnTo>
                    <a:pt x="5249248" y="994442"/>
                  </a:lnTo>
                  <a:lnTo>
                    <a:pt x="5249909" y="1002580"/>
                  </a:lnTo>
                  <a:lnTo>
                    <a:pt x="5250569" y="1029065"/>
                  </a:lnTo>
                  <a:lnTo>
                    <a:pt x="5251230" y="1038252"/>
                  </a:lnTo>
                  <a:lnTo>
                    <a:pt x="5251890" y="1019337"/>
                  </a:lnTo>
                  <a:lnTo>
                    <a:pt x="5252551" y="995728"/>
                  </a:lnTo>
                  <a:lnTo>
                    <a:pt x="5253211" y="1021399"/>
                  </a:lnTo>
                  <a:lnTo>
                    <a:pt x="5253872" y="1031636"/>
                  </a:lnTo>
                  <a:lnTo>
                    <a:pt x="5254532" y="1029281"/>
                  </a:lnTo>
                  <a:lnTo>
                    <a:pt x="5255193" y="1037078"/>
                  </a:lnTo>
                  <a:lnTo>
                    <a:pt x="5255853" y="1037289"/>
                  </a:lnTo>
                  <a:lnTo>
                    <a:pt x="5256514" y="1041569"/>
                  </a:lnTo>
                  <a:lnTo>
                    <a:pt x="5257175" y="1041569"/>
                  </a:lnTo>
                  <a:lnTo>
                    <a:pt x="5257835" y="1039751"/>
                  </a:lnTo>
                  <a:lnTo>
                    <a:pt x="5258496" y="1021817"/>
                  </a:lnTo>
                  <a:lnTo>
                    <a:pt x="5259156" y="995521"/>
                  </a:lnTo>
                  <a:lnTo>
                    <a:pt x="5259817" y="1005235"/>
                  </a:lnTo>
                  <a:lnTo>
                    <a:pt x="5260477" y="1026630"/>
                  </a:lnTo>
                  <a:lnTo>
                    <a:pt x="5261138" y="1040786"/>
                  </a:lnTo>
                  <a:lnTo>
                    <a:pt x="5261798" y="1027882"/>
                  </a:lnTo>
                  <a:lnTo>
                    <a:pt x="5262459" y="1022683"/>
                  </a:lnTo>
                  <a:lnTo>
                    <a:pt x="5263119" y="1042191"/>
                  </a:lnTo>
                  <a:lnTo>
                    <a:pt x="5263780" y="1021459"/>
                  </a:lnTo>
                  <a:lnTo>
                    <a:pt x="5264440" y="1006106"/>
                  </a:lnTo>
                  <a:lnTo>
                    <a:pt x="5265101" y="1025863"/>
                  </a:lnTo>
                  <a:lnTo>
                    <a:pt x="5265761" y="1029039"/>
                  </a:lnTo>
                  <a:lnTo>
                    <a:pt x="5266422" y="1016913"/>
                  </a:lnTo>
                  <a:lnTo>
                    <a:pt x="5267083" y="1004307"/>
                  </a:lnTo>
                  <a:lnTo>
                    <a:pt x="5267743" y="1000016"/>
                  </a:lnTo>
                  <a:lnTo>
                    <a:pt x="5268404" y="997416"/>
                  </a:lnTo>
                  <a:lnTo>
                    <a:pt x="5269064" y="1007630"/>
                  </a:lnTo>
                  <a:lnTo>
                    <a:pt x="5269725" y="1005930"/>
                  </a:lnTo>
                  <a:lnTo>
                    <a:pt x="5270385" y="992299"/>
                  </a:lnTo>
                  <a:lnTo>
                    <a:pt x="5271046" y="994102"/>
                  </a:lnTo>
                  <a:lnTo>
                    <a:pt x="5271706" y="998164"/>
                  </a:lnTo>
                  <a:lnTo>
                    <a:pt x="5272367" y="1012047"/>
                  </a:lnTo>
                  <a:lnTo>
                    <a:pt x="5273027" y="1020893"/>
                  </a:lnTo>
                  <a:lnTo>
                    <a:pt x="5273688" y="1005483"/>
                  </a:lnTo>
                  <a:lnTo>
                    <a:pt x="5274348" y="988028"/>
                  </a:lnTo>
                  <a:lnTo>
                    <a:pt x="5275009" y="973398"/>
                  </a:lnTo>
                  <a:lnTo>
                    <a:pt x="5275669" y="968903"/>
                  </a:lnTo>
                  <a:lnTo>
                    <a:pt x="5276330" y="992547"/>
                  </a:lnTo>
                  <a:lnTo>
                    <a:pt x="5276990" y="974392"/>
                  </a:lnTo>
                  <a:lnTo>
                    <a:pt x="5277651" y="956512"/>
                  </a:lnTo>
                  <a:lnTo>
                    <a:pt x="5278312" y="965082"/>
                  </a:lnTo>
                  <a:lnTo>
                    <a:pt x="5278972" y="1012880"/>
                  </a:lnTo>
                  <a:lnTo>
                    <a:pt x="5279633" y="994541"/>
                  </a:lnTo>
                  <a:lnTo>
                    <a:pt x="5280293" y="934836"/>
                  </a:lnTo>
                  <a:lnTo>
                    <a:pt x="5280954" y="934836"/>
                  </a:lnTo>
                  <a:lnTo>
                    <a:pt x="5281614" y="931109"/>
                  </a:lnTo>
                  <a:lnTo>
                    <a:pt x="5282275" y="942713"/>
                  </a:lnTo>
                  <a:lnTo>
                    <a:pt x="5282935" y="998640"/>
                  </a:lnTo>
                  <a:lnTo>
                    <a:pt x="5283596" y="1025441"/>
                  </a:lnTo>
                  <a:lnTo>
                    <a:pt x="5284256" y="1023758"/>
                  </a:lnTo>
                  <a:lnTo>
                    <a:pt x="5284917" y="986771"/>
                  </a:lnTo>
                  <a:lnTo>
                    <a:pt x="5285577" y="962701"/>
                  </a:lnTo>
                  <a:lnTo>
                    <a:pt x="5286238" y="967027"/>
                  </a:lnTo>
                  <a:lnTo>
                    <a:pt x="5286898" y="966736"/>
                  </a:lnTo>
                  <a:lnTo>
                    <a:pt x="5287559" y="945596"/>
                  </a:lnTo>
                  <a:lnTo>
                    <a:pt x="5288220" y="910249"/>
                  </a:lnTo>
                  <a:lnTo>
                    <a:pt x="5288880" y="900051"/>
                  </a:lnTo>
                  <a:lnTo>
                    <a:pt x="5289541" y="886161"/>
                  </a:lnTo>
                  <a:lnTo>
                    <a:pt x="5290201" y="878202"/>
                  </a:lnTo>
                  <a:lnTo>
                    <a:pt x="5290862" y="872468"/>
                  </a:lnTo>
                  <a:lnTo>
                    <a:pt x="5291522" y="818220"/>
                  </a:lnTo>
                  <a:lnTo>
                    <a:pt x="5292183" y="809868"/>
                  </a:lnTo>
                  <a:lnTo>
                    <a:pt x="5292843" y="891350"/>
                  </a:lnTo>
                  <a:lnTo>
                    <a:pt x="5293504" y="865868"/>
                  </a:lnTo>
                  <a:lnTo>
                    <a:pt x="5294164" y="839691"/>
                  </a:lnTo>
                  <a:lnTo>
                    <a:pt x="5294825" y="810471"/>
                  </a:lnTo>
                  <a:lnTo>
                    <a:pt x="5295485" y="845329"/>
                  </a:lnTo>
                  <a:lnTo>
                    <a:pt x="5296146" y="852641"/>
                  </a:lnTo>
                  <a:lnTo>
                    <a:pt x="5296806" y="836303"/>
                  </a:lnTo>
                  <a:lnTo>
                    <a:pt x="5297467" y="863734"/>
                  </a:lnTo>
                  <a:lnTo>
                    <a:pt x="5298128" y="880499"/>
                  </a:lnTo>
                  <a:lnTo>
                    <a:pt x="5298788" y="914342"/>
                  </a:lnTo>
                  <a:lnTo>
                    <a:pt x="5299449" y="867090"/>
                  </a:lnTo>
                  <a:lnTo>
                    <a:pt x="5300109" y="892845"/>
                  </a:lnTo>
                  <a:lnTo>
                    <a:pt x="5300770" y="903065"/>
                  </a:lnTo>
                  <a:lnTo>
                    <a:pt x="5301430" y="903449"/>
                  </a:lnTo>
                  <a:lnTo>
                    <a:pt x="5302091" y="912823"/>
                  </a:lnTo>
                  <a:lnTo>
                    <a:pt x="5302751" y="932966"/>
                  </a:lnTo>
                  <a:lnTo>
                    <a:pt x="5303412" y="926163"/>
                  </a:lnTo>
                  <a:lnTo>
                    <a:pt x="5304072" y="924500"/>
                  </a:lnTo>
                  <a:lnTo>
                    <a:pt x="5304733" y="946269"/>
                  </a:lnTo>
                  <a:lnTo>
                    <a:pt x="5305393" y="1007067"/>
                  </a:lnTo>
                  <a:lnTo>
                    <a:pt x="5306054" y="978328"/>
                  </a:lnTo>
                  <a:lnTo>
                    <a:pt x="5306714" y="945237"/>
                  </a:lnTo>
                  <a:lnTo>
                    <a:pt x="5307375" y="959389"/>
                  </a:lnTo>
                  <a:lnTo>
                    <a:pt x="5308036" y="1004839"/>
                  </a:lnTo>
                  <a:lnTo>
                    <a:pt x="5308696" y="941109"/>
                  </a:lnTo>
                  <a:lnTo>
                    <a:pt x="5309357" y="909017"/>
                  </a:lnTo>
                  <a:lnTo>
                    <a:pt x="5310017" y="932790"/>
                  </a:lnTo>
                  <a:lnTo>
                    <a:pt x="5310678" y="896557"/>
                  </a:lnTo>
                  <a:lnTo>
                    <a:pt x="5311338" y="882194"/>
                  </a:lnTo>
                  <a:lnTo>
                    <a:pt x="5311999" y="887771"/>
                  </a:lnTo>
                  <a:lnTo>
                    <a:pt x="5312659" y="916122"/>
                  </a:lnTo>
                  <a:lnTo>
                    <a:pt x="5313320" y="932000"/>
                  </a:lnTo>
                  <a:lnTo>
                    <a:pt x="5313980" y="905091"/>
                  </a:lnTo>
                  <a:lnTo>
                    <a:pt x="5314641" y="855452"/>
                  </a:lnTo>
                  <a:lnTo>
                    <a:pt x="5315301" y="815090"/>
                  </a:lnTo>
                  <a:lnTo>
                    <a:pt x="5315962" y="802097"/>
                  </a:lnTo>
                  <a:lnTo>
                    <a:pt x="5316622" y="830714"/>
                  </a:lnTo>
                  <a:lnTo>
                    <a:pt x="5317283" y="823909"/>
                  </a:lnTo>
                  <a:lnTo>
                    <a:pt x="5317943" y="803010"/>
                  </a:lnTo>
                  <a:lnTo>
                    <a:pt x="5318604" y="756096"/>
                  </a:lnTo>
                  <a:lnTo>
                    <a:pt x="5319265" y="723225"/>
                  </a:lnTo>
                  <a:lnTo>
                    <a:pt x="5319925" y="708509"/>
                  </a:lnTo>
                  <a:lnTo>
                    <a:pt x="5320586" y="708509"/>
                  </a:lnTo>
                  <a:lnTo>
                    <a:pt x="5321246" y="758311"/>
                  </a:lnTo>
                  <a:lnTo>
                    <a:pt x="5321907" y="761422"/>
                  </a:lnTo>
                  <a:lnTo>
                    <a:pt x="5322567" y="819989"/>
                  </a:lnTo>
                  <a:lnTo>
                    <a:pt x="5323228" y="808178"/>
                  </a:lnTo>
                  <a:lnTo>
                    <a:pt x="5323888" y="819693"/>
                  </a:lnTo>
                  <a:lnTo>
                    <a:pt x="5324549" y="814780"/>
                  </a:lnTo>
                  <a:lnTo>
                    <a:pt x="5325209" y="892453"/>
                  </a:lnTo>
                  <a:lnTo>
                    <a:pt x="5325870" y="878882"/>
                  </a:lnTo>
                  <a:lnTo>
                    <a:pt x="5326530" y="868282"/>
                  </a:lnTo>
                  <a:lnTo>
                    <a:pt x="5327191" y="898239"/>
                  </a:lnTo>
                  <a:lnTo>
                    <a:pt x="5327851" y="893384"/>
                  </a:lnTo>
                  <a:lnTo>
                    <a:pt x="5328512" y="885971"/>
                  </a:lnTo>
                  <a:lnTo>
                    <a:pt x="5329173" y="888076"/>
                  </a:lnTo>
                  <a:lnTo>
                    <a:pt x="5329833" y="884579"/>
                  </a:lnTo>
                  <a:lnTo>
                    <a:pt x="5330494" y="895190"/>
                  </a:lnTo>
                  <a:lnTo>
                    <a:pt x="5331154" y="923134"/>
                  </a:lnTo>
                  <a:lnTo>
                    <a:pt x="5331815" y="939129"/>
                  </a:lnTo>
                  <a:lnTo>
                    <a:pt x="5332475" y="938920"/>
                  </a:lnTo>
                  <a:lnTo>
                    <a:pt x="5333136" y="936773"/>
                  </a:lnTo>
                  <a:lnTo>
                    <a:pt x="5333796" y="945075"/>
                  </a:lnTo>
                  <a:lnTo>
                    <a:pt x="5334457" y="964398"/>
                  </a:lnTo>
                  <a:lnTo>
                    <a:pt x="5335117" y="958495"/>
                  </a:lnTo>
                  <a:lnTo>
                    <a:pt x="5335778" y="926800"/>
                  </a:lnTo>
                  <a:lnTo>
                    <a:pt x="5336438" y="935806"/>
                  </a:lnTo>
                  <a:lnTo>
                    <a:pt x="5337099" y="953608"/>
                  </a:lnTo>
                  <a:lnTo>
                    <a:pt x="5337759" y="944728"/>
                  </a:lnTo>
                  <a:lnTo>
                    <a:pt x="5338420" y="931220"/>
                  </a:lnTo>
                  <a:lnTo>
                    <a:pt x="5339081" y="920677"/>
                  </a:lnTo>
                  <a:lnTo>
                    <a:pt x="5339741" y="921152"/>
                  </a:lnTo>
                  <a:lnTo>
                    <a:pt x="5340402" y="912880"/>
                  </a:lnTo>
                  <a:lnTo>
                    <a:pt x="5341062" y="922059"/>
                  </a:lnTo>
                  <a:lnTo>
                    <a:pt x="5341723" y="945214"/>
                  </a:lnTo>
                  <a:lnTo>
                    <a:pt x="5342383" y="963189"/>
                  </a:lnTo>
                  <a:lnTo>
                    <a:pt x="5343044" y="951577"/>
                  </a:lnTo>
                  <a:lnTo>
                    <a:pt x="5343704" y="973474"/>
                  </a:lnTo>
                  <a:lnTo>
                    <a:pt x="5344365" y="970852"/>
                  </a:lnTo>
                  <a:lnTo>
                    <a:pt x="5345025" y="978511"/>
                  </a:lnTo>
                  <a:lnTo>
                    <a:pt x="5345686" y="993618"/>
                  </a:lnTo>
                  <a:lnTo>
                    <a:pt x="5346346" y="1027394"/>
                  </a:lnTo>
                  <a:lnTo>
                    <a:pt x="5347007" y="984624"/>
                  </a:lnTo>
                  <a:lnTo>
                    <a:pt x="5347667" y="949453"/>
                  </a:lnTo>
                  <a:lnTo>
                    <a:pt x="5348328" y="939026"/>
                  </a:lnTo>
                  <a:lnTo>
                    <a:pt x="5348988" y="951086"/>
                  </a:lnTo>
                  <a:lnTo>
                    <a:pt x="5349649" y="930760"/>
                  </a:lnTo>
                  <a:lnTo>
                    <a:pt x="5350310" y="905167"/>
                  </a:lnTo>
                  <a:lnTo>
                    <a:pt x="5350970" y="900281"/>
                  </a:lnTo>
                  <a:lnTo>
                    <a:pt x="5351631" y="915629"/>
                  </a:lnTo>
                  <a:lnTo>
                    <a:pt x="5352291" y="885144"/>
                  </a:lnTo>
                  <a:lnTo>
                    <a:pt x="5352952" y="872636"/>
                  </a:lnTo>
                  <a:lnTo>
                    <a:pt x="5353612" y="888852"/>
                  </a:lnTo>
                  <a:lnTo>
                    <a:pt x="5354273" y="879247"/>
                  </a:lnTo>
                  <a:lnTo>
                    <a:pt x="5354933" y="862428"/>
                  </a:lnTo>
                  <a:lnTo>
                    <a:pt x="5355594" y="828628"/>
                  </a:lnTo>
                  <a:lnTo>
                    <a:pt x="5356254" y="834898"/>
                  </a:lnTo>
                  <a:lnTo>
                    <a:pt x="5356915" y="831716"/>
                  </a:lnTo>
                  <a:lnTo>
                    <a:pt x="5357575" y="822516"/>
                  </a:lnTo>
                  <a:lnTo>
                    <a:pt x="5358236" y="813860"/>
                  </a:lnTo>
                  <a:lnTo>
                    <a:pt x="5358896" y="799078"/>
                  </a:lnTo>
                  <a:lnTo>
                    <a:pt x="5359557" y="834898"/>
                  </a:lnTo>
                  <a:lnTo>
                    <a:pt x="5360218" y="862984"/>
                  </a:lnTo>
                  <a:lnTo>
                    <a:pt x="5360878" y="870536"/>
                  </a:lnTo>
                  <a:lnTo>
                    <a:pt x="5361539" y="879247"/>
                  </a:lnTo>
                  <a:lnTo>
                    <a:pt x="5362199" y="887679"/>
                  </a:lnTo>
                  <a:lnTo>
                    <a:pt x="5362860" y="898408"/>
                  </a:lnTo>
                  <a:lnTo>
                    <a:pt x="5363520" y="935352"/>
                  </a:lnTo>
                  <a:lnTo>
                    <a:pt x="5364181" y="930576"/>
                  </a:lnTo>
                  <a:lnTo>
                    <a:pt x="5364841" y="901291"/>
                  </a:lnTo>
                  <a:lnTo>
                    <a:pt x="5365502" y="892955"/>
                  </a:lnTo>
                  <a:lnTo>
                    <a:pt x="5366162" y="926794"/>
                  </a:lnTo>
                  <a:lnTo>
                    <a:pt x="5366823" y="956381"/>
                  </a:lnTo>
                  <a:lnTo>
                    <a:pt x="5367483" y="942703"/>
                  </a:lnTo>
                  <a:lnTo>
                    <a:pt x="5368144" y="947014"/>
                  </a:lnTo>
                  <a:lnTo>
                    <a:pt x="5368804" y="956574"/>
                  </a:lnTo>
                  <a:lnTo>
                    <a:pt x="5369465" y="947404"/>
                  </a:lnTo>
                  <a:lnTo>
                    <a:pt x="5370126" y="932914"/>
                  </a:lnTo>
                  <a:lnTo>
                    <a:pt x="5370786" y="943818"/>
                  </a:lnTo>
                  <a:lnTo>
                    <a:pt x="5371447" y="951719"/>
                  </a:lnTo>
                  <a:lnTo>
                    <a:pt x="5372107" y="965721"/>
                  </a:lnTo>
                  <a:lnTo>
                    <a:pt x="5372768" y="956908"/>
                  </a:lnTo>
                  <a:lnTo>
                    <a:pt x="5373428" y="939368"/>
                  </a:lnTo>
                  <a:lnTo>
                    <a:pt x="5374089" y="939837"/>
                  </a:lnTo>
                  <a:lnTo>
                    <a:pt x="5374749" y="963706"/>
                  </a:lnTo>
                  <a:lnTo>
                    <a:pt x="5375410" y="978339"/>
                  </a:lnTo>
                  <a:lnTo>
                    <a:pt x="5376070" y="984352"/>
                  </a:lnTo>
                  <a:lnTo>
                    <a:pt x="5376731" y="984779"/>
                  </a:lnTo>
                  <a:lnTo>
                    <a:pt x="5377391" y="1005171"/>
                  </a:lnTo>
                  <a:lnTo>
                    <a:pt x="5378052" y="982724"/>
                  </a:lnTo>
                  <a:lnTo>
                    <a:pt x="5378712" y="972264"/>
                  </a:lnTo>
                  <a:lnTo>
                    <a:pt x="5379373" y="985833"/>
                  </a:lnTo>
                  <a:lnTo>
                    <a:pt x="5380034" y="986837"/>
                  </a:lnTo>
                  <a:lnTo>
                    <a:pt x="5380694" y="970997"/>
                  </a:lnTo>
                  <a:lnTo>
                    <a:pt x="5381355" y="976693"/>
                  </a:lnTo>
                  <a:lnTo>
                    <a:pt x="5382015" y="1009927"/>
                  </a:lnTo>
                  <a:lnTo>
                    <a:pt x="5382676" y="998999"/>
                  </a:lnTo>
                  <a:lnTo>
                    <a:pt x="5383336" y="981258"/>
                  </a:lnTo>
                  <a:lnTo>
                    <a:pt x="5383997" y="986012"/>
                  </a:lnTo>
                  <a:lnTo>
                    <a:pt x="5384657" y="993391"/>
                  </a:lnTo>
                  <a:lnTo>
                    <a:pt x="5385318" y="1012148"/>
                  </a:lnTo>
                  <a:lnTo>
                    <a:pt x="5385978" y="1002471"/>
                  </a:lnTo>
                  <a:lnTo>
                    <a:pt x="5386639" y="988885"/>
                  </a:lnTo>
                  <a:lnTo>
                    <a:pt x="5387299" y="1012889"/>
                  </a:lnTo>
                  <a:lnTo>
                    <a:pt x="5387960" y="1005812"/>
                  </a:lnTo>
                  <a:lnTo>
                    <a:pt x="5388620" y="991269"/>
                  </a:lnTo>
                  <a:lnTo>
                    <a:pt x="5389281" y="987470"/>
                  </a:lnTo>
                  <a:lnTo>
                    <a:pt x="5389941" y="994213"/>
                  </a:lnTo>
                  <a:lnTo>
                    <a:pt x="5390602" y="1003900"/>
                  </a:lnTo>
                  <a:lnTo>
                    <a:pt x="5391263" y="992950"/>
                  </a:lnTo>
                  <a:lnTo>
                    <a:pt x="5391923" y="971635"/>
                  </a:lnTo>
                  <a:lnTo>
                    <a:pt x="5392584" y="952679"/>
                  </a:lnTo>
                  <a:lnTo>
                    <a:pt x="5393244" y="962009"/>
                  </a:lnTo>
                  <a:lnTo>
                    <a:pt x="5393905" y="967716"/>
                  </a:lnTo>
                  <a:lnTo>
                    <a:pt x="5394565" y="960406"/>
                  </a:lnTo>
                  <a:lnTo>
                    <a:pt x="5395226" y="952540"/>
                  </a:lnTo>
                  <a:lnTo>
                    <a:pt x="5395886" y="967242"/>
                  </a:lnTo>
                  <a:lnTo>
                    <a:pt x="5396547" y="964780"/>
                  </a:lnTo>
                  <a:lnTo>
                    <a:pt x="5397207" y="954756"/>
                  </a:lnTo>
                  <a:lnTo>
                    <a:pt x="5397868" y="972833"/>
                  </a:lnTo>
                  <a:lnTo>
                    <a:pt x="5398528" y="976641"/>
                  </a:lnTo>
                  <a:lnTo>
                    <a:pt x="5399189" y="961608"/>
                  </a:lnTo>
                  <a:lnTo>
                    <a:pt x="5399849" y="971568"/>
                  </a:lnTo>
                  <a:lnTo>
                    <a:pt x="5400510" y="990771"/>
                  </a:lnTo>
                  <a:lnTo>
                    <a:pt x="5401171" y="992558"/>
                  </a:lnTo>
                  <a:lnTo>
                    <a:pt x="5401831" y="984044"/>
                  </a:lnTo>
                  <a:lnTo>
                    <a:pt x="5402492" y="981960"/>
                  </a:lnTo>
                  <a:lnTo>
                    <a:pt x="5403152" y="958515"/>
                  </a:lnTo>
                  <a:lnTo>
                    <a:pt x="5403813" y="950340"/>
                  </a:lnTo>
                  <a:lnTo>
                    <a:pt x="5404473" y="950631"/>
                  </a:lnTo>
                  <a:lnTo>
                    <a:pt x="5405134" y="954513"/>
                  </a:lnTo>
                  <a:lnTo>
                    <a:pt x="5405794" y="945794"/>
                  </a:lnTo>
                  <a:lnTo>
                    <a:pt x="5406455" y="948416"/>
                  </a:lnTo>
                  <a:lnTo>
                    <a:pt x="5407115" y="958172"/>
                  </a:lnTo>
                  <a:lnTo>
                    <a:pt x="5407776" y="972649"/>
                  </a:lnTo>
                  <a:lnTo>
                    <a:pt x="5408436" y="978524"/>
                  </a:lnTo>
                  <a:lnTo>
                    <a:pt x="5409097" y="990212"/>
                  </a:lnTo>
                  <a:lnTo>
                    <a:pt x="5409757" y="985630"/>
                  </a:lnTo>
                  <a:lnTo>
                    <a:pt x="5410418" y="965955"/>
                  </a:lnTo>
                  <a:lnTo>
                    <a:pt x="5411079" y="985378"/>
                  </a:lnTo>
                  <a:lnTo>
                    <a:pt x="5411739" y="1025101"/>
                  </a:lnTo>
                  <a:lnTo>
                    <a:pt x="5412400" y="1010260"/>
                  </a:lnTo>
                  <a:lnTo>
                    <a:pt x="5413060" y="1011179"/>
                  </a:lnTo>
                  <a:lnTo>
                    <a:pt x="5413721" y="987986"/>
                  </a:lnTo>
                  <a:lnTo>
                    <a:pt x="5414381" y="976082"/>
                  </a:lnTo>
                  <a:lnTo>
                    <a:pt x="5415042" y="965702"/>
                  </a:lnTo>
                  <a:lnTo>
                    <a:pt x="5415702" y="975946"/>
                  </a:lnTo>
                  <a:lnTo>
                    <a:pt x="5416363" y="1014595"/>
                  </a:lnTo>
                  <a:lnTo>
                    <a:pt x="5417023" y="1010309"/>
                  </a:lnTo>
                  <a:lnTo>
                    <a:pt x="5417684" y="1004020"/>
                  </a:lnTo>
                  <a:lnTo>
                    <a:pt x="5418344" y="998074"/>
                  </a:lnTo>
                  <a:lnTo>
                    <a:pt x="5419005" y="971165"/>
                  </a:lnTo>
                  <a:lnTo>
                    <a:pt x="5419665" y="964388"/>
                  </a:lnTo>
                  <a:lnTo>
                    <a:pt x="5420326" y="979096"/>
                  </a:lnTo>
                  <a:lnTo>
                    <a:pt x="5420986" y="1000257"/>
                  </a:lnTo>
                  <a:lnTo>
                    <a:pt x="5421647" y="993572"/>
                  </a:lnTo>
                  <a:lnTo>
                    <a:pt x="5422308" y="971532"/>
                  </a:lnTo>
                  <a:lnTo>
                    <a:pt x="5422968" y="988422"/>
                  </a:lnTo>
                  <a:lnTo>
                    <a:pt x="5423629" y="995600"/>
                  </a:lnTo>
                  <a:lnTo>
                    <a:pt x="5424289" y="987031"/>
                  </a:lnTo>
                  <a:lnTo>
                    <a:pt x="5424950" y="960595"/>
                  </a:lnTo>
                  <a:lnTo>
                    <a:pt x="5425610" y="963220"/>
                  </a:lnTo>
                  <a:lnTo>
                    <a:pt x="5426271" y="949005"/>
                  </a:lnTo>
                  <a:lnTo>
                    <a:pt x="5426931" y="949005"/>
                  </a:lnTo>
                  <a:lnTo>
                    <a:pt x="5427592" y="976736"/>
                  </a:lnTo>
                  <a:lnTo>
                    <a:pt x="5428252" y="1018775"/>
                  </a:lnTo>
                  <a:lnTo>
                    <a:pt x="5428913" y="1019287"/>
                  </a:lnTo>
                  <a:lnTo>
                    <a:pt x="5429573" y="1033000"/>
                  </a:lnTo>
                  <a:lnTo>
                    <a:pt x="5430234" y="1036087"/>
                  </a:lnTo>
                  <a:lnTo>
                    <a:pt x="5430894" y="1006650"/>
                  </a:lnTo>
                  <a:lnTo>
                    <a:pt x="5431555" y="1027040"/>
                  </a:lnTo>
                  <a:lnTo>
                    <a:pt x="5432216" y="1029924"/>
                  </a:lnTo>
                  <a:lnTo>
                    <a:pt x="5432876" y="1008734"/>
                  </a:lnTo>
                  <a:lnTo>
                    <a:pt x="5433537" y="1006443"/>
                  </a:lnTo>
                  <a:lnTo>
                    <a:pt x="5434197" y="1007630"/>
                  </a:lnTo>
                  <a:lnTo>
                    <a:pt x="5434858" y="983455"/>
                  </a:lnTo>
                  <a:lnTo>
                    <a:pt x="5435518" y="976754"/>
                  </a:lnTo>
                  <a:lnTo>
                    <a:pt x="5436179" y="989573"/>
                  </a:lnTo>
                  <a:lnTo>
                    <a:pt x="5436839" y="1008199"/>
                  </a:lnTo>
                  <a:lnTo>
                    <a:pt x="5437500" y="1031625"/>
                  </a:lnTo>
                  <a:lnTo>
                    <a:pt x="5438160" y="1003063"/>
                  </a:lnTo>
                  <a:lnTo>
                    <a:pt x="5438821" y="970360"/>
                  </a:lnTo>
                  <a:lnTo>
                    <a:pt x="5439481" y="965472"/>
                  </a:lnTo>
                  <a:lnTo>
                    <a:pt x="5440142" y="983324"/>
                  </a:lnTo>
                  <a:lnTo>
                    <a:pt x="5440802" y="1002158"/>
                  </a:lnTo>
                  <a:lnTo>
                    <a:pt x="5441463" y="1007481"/>
                  </a:lnTo>
                  <a:lnTo>
                    <a:pt x="5442124" y="1024574"/>
                  </a:lnTo>
                  <a:lnTo>
                    <a:pt x="5442784" y="1017519"/>
                  </a:lnTo>
                  <a:lnTo>
                    <a:pt x="5443445" y="1022393"/>
                  </a:lnTo>
                  <a:lnTo>
                    <a:pt x="5444105" y="997300"/>
                  </a:lnTo>
                  <a:lnTo>
                    <a:pt x="5444766" y="1008188"/>
                  </a:lnTo>
                  <a:lnTo>
                    <a:pt x="5445426" y="1020718"/>
                  </a:lnTo>
                  <a:lnTo>
                    <a:pt x="5446087" y="1016141"/>
                  </a:lnTo>
                  <a:lnTo>
                    <a:pt x="5446747" y="1008841"/>
                  </a:lnTo>
                  <a:lnTo>
                    <a:pt x="5447408" y="1008643"/>
                  </a:lnTo>
                  <a:lnTo>
                    <a:pt x="5448068" y="1002241"/>
                  </a:lnTo>
                  <a:lnTo>
                    <a:pt x="5448729" y="1008315"/>
                  </a:lnTo>
                  <a:lnTo>
                    <a:pt x="5449389" y="1007119"/>
                  </a:lnTo>
                  <a:lnTo>
                    <a:pt x="5450050" y="987408"/>
                  </a:lnTo>
                  <a:lnTo>
                    <a:pt x="5450710" y="956155"/>
                  </a:lnTo>
                  <a:lnTo>
                    <a:pt x="5451371" y="966391"/>
                  </a:lnTo>
                  <a:lnTo>
                    <a:pt x="5452032" y="958616"/>
                  </a:lnTo>
                  <a:lnTo>
                    <a:pt x="5452692" y="974812"/>
                  </a:lnTo>
                  <a:lnTo>
                    <a:pt x="5453353" y="1007668"/>
                  </a:lnTo>
                  <a:lnTo>
                    <a:pt x="5454013" y="1010798"/>
                  </a:lnTo>
                  <a:lnTo>
                    <a:pt x="5454674" y="1005411"/>
                  </a:lnTo>
                  <a:lnTo>
                    <a:pt x="5455334" y="1010641"/>
                  </a:lnTo>
                  <a:lnTo>
                    <a:pt x="5455995" y="1012962"/>
                  </a:lnTo>
                  <a:lnTo>
                    <a:pt x="5456655" y="1003370"/>
                  </a:lnTo>
                  <a:lnTo>
                    <a:pt x="5457316" y="1006242"/>
                  </a:lnTo>
                  <a:lnTo>
                    <a:pt x="5457976" y="1013517"/>
                  </a:lnTo>
                  <a:lnTo>
                    <a:pt x="5458637" y="1027253"/>
                  </a:lnTo>
                  <a:lnTo>
                    <a:pt x="5459297" y="1004059"/>
                  </a:lnTo>
                  <a:lnTo>
                    <a:pt x="5459958" y="978098"/>
                  </a:lnTo>
                  <a:lnTo>
                    <a:pt x="5460618" y="970551"/>
                  </a:lnTo>
                  <a:lnTo>
                    <a:pt x="5461279" y="950577"/>
                  </a:lnTo>
                  <a:lnTo>
                    <a:pt x="5461939" y="968015"/>
                  </a:lnTo>
                  <a:lnTo>
                    <a:pt x="5462600" y="973922"/>
                  </a:lnTo>
                  <a:lnTo>
                    <a:pt x="5463261" y="986532"/>
                  </a:lnTo>
                  <a:lnTo>
                    <a:pt x="5463921" y="995187"/>
                  </a:lnTo>
                  <a:lnTo>
                    <a:pt x="5464582" y="995468"/>
                  </a:lnTo>
                  <a:lnTo>
                    <a:pt x="5465242" y="1018164"/>
                  </a:lnTo>
                  <a:lnTo>
                    <a:pt x="5465903" y="1037847"/>
                  </a:lnTo>
                  <a:lnTo>
                    <a:pt x="5466563" y="1025448"/>
                  </a:lnTo>
                  <a:lnTo>
                    <a:pt x="5467224" y="1009063"/>
                  </a:lnTo>
                  <a:lnTo>
                    <a:pt x="5467884" y="1019416"/>
                  </a:lnTo>
                  <a:lnTo>
                    <a:pt x="5468545" y="1033203"/>
                  </a:lnTo>
                  <a:lnTo>
                    <a:pt x="5469205" y="1019416"/>
                  </a:lnTo>
                  <a:lnTo>
                    <a:pt x="5469866" y="1003786"/>
                  </a:lnTo>
                  <a:lnTo>
                    <a:pt x="5470526" y="1011580"/>
                  </a:lnTo>
                  <a:lnTo>
                    <a:pt x="5471187" y="1019427"/>
                  </a:lnTo>
                  <a:lnTo>
                    <a:pt x="5471847" y="1022052"/>
                  </a:lnTo>
                  <a:lnTo>
                    <a:pt x="5472508" y="1038740"/>
                  </a:lnTo>
                  <a:lnTo>
                    <a:pt x="5473169" y="1037744"/>
                  </a:lnTo>
                  <a:lnTo>
                    <a:pt x="5473829" y="1025463"/>
                  </a:lnTo>
                  <a:lnTo>
                    <a:pt x="5474490" y="1016983"/>
                  </a:lnTo>
                  <a:lnTo>
                    <a:pt x="5475150" y="1016558"/>
                  </a:lnTo>
                  <a:lnTo>
                    <a:pt x="5475811" y="1029473"/>
                  </a:lnTo>
                  <a:lnTo>
                    <a:pt x="5476471" y="1029294"/>
                  </a:lnTo>
                  <a:lnTo>
                    <a:pt x="5477132" y="1025912"/>
                  </a:lnTo>
                  <a:lnTo>
                    <a:pt x="5477792" y="1030181"/>
                  </a:lnTo>
                  <a:lnTo>
                    <a:pt x="5478453" y="1006965"/>
                  </a:lnTo>
                  <a:lnTo>
                    <a:pt x="5479113" y="1000412"/>
                  </a:lnTo>
                  <a:lnTo>
                    <a:pt x="5479774" y="1010496"/>
                  </a:lnTo>
                  <a:lnTo>
                    <a:pt x="5480434" y="1007009"/>
                  </a:lnTo>
                  <a:lnTo>
                    <a:pt x="5481095" y="1002098"/>
                  </a:lnTo>
                  <a:lnTo>
                    <a:pt x="5481755" y="1006635"/>
                  </a:lnTo>
                  <a:lnTo>
                    <a:pt x="5482416" y="1014717"/>
                  </a:lnTo>
                  <a:lnTo>
                    <a:pt x="5483077" y="1009902"/>
                  </a:lnTo>
                  <a:lnTo>
                    <a:pt x="5483737" y="1007009"/>
                  </a:lnTo>
                  <a:lnTo>
                    <a:pt x="5484398" y="1006120"/>
                  </a:lnTo>
                  <a:lnTo>
                    <a:pt x="5485058" y="1018794"/>
                  </a:lnTo>
                  <a:lnTo>
                    <a:pt x="5485719" y="1039730"/>
                  </a:lnTo>
                  <a:lnTo>
                    <a:pt x="5486379" y="1032173"/>
                  </a:lnTo>
                  <a:lnTo>
                    <a:pt x="5487040" y="1024418"/>
                  </a:lnTo>
                  <a:lnTo>
                    <a:pt x="5487700" y="1009324"/>
                  </a:lnTo>
                  <a:lnTo>
                    <a:pt x="5488361" y="1013819"/>
                  </a:lnTo>
                  <a:lnTo>
                    <a:pt x="5489021" y="1018386"/>
                  </a:lnTo>
                  <a:lnTo>
                    <a:pt x="5489682" y="1022766"/>
                  </a:lnTo>
                  <a:lnTo>
                    <a:pt x="5490342" y="1023598"/>
                  </a:lnTo>
                  <a:lnTo>
                    <a:pt x="5491003" y="1026372"/>
                  </a:lnTo>
                  <a:lnTo>
                    <a:pt x="5491663" y="1041733"/>
                  </a:lnTo>
                  <a:lnTo>
                    <a:pt x="5492324" y="1027969"/>
                  </a:lnTo>
                  <a:lnTo>
                    <a:pt x="5492984" y="1036587"/>
                  </a:lnTo>
                  <a:lnTo>
                    <a:pt x="5493645" y="1038646"/>
                  </a:lnTo>
                  <a:lnTo>
                    <a:pt x="5494306" y="1003953"/>
                  </a:lnTo>
                  <a:lnTo>
                    <a:pt x="5494966" y="974886"/>
                  </a:lnTo>
                  <a:lnTo>
                    <a:pt x="5495627" y="978849"/>
                  </a:lnTo>
                  <a:lnTo>
                    <a:pt x="5496287" y="974540"/>
                  </a:lnTo>
                  <a:lnTo>
                    <a:pt x="5496948" y="986851"/>
                  </a:lnTo>
                  <a:lnTo>
                    <a:pt x="5497608" y="992669"/>
                  </a:lnTo>
                  <a:lnTo>
                    <a:pt x="5498269" y="996676"/>
                  </a:lnTo>
                  <a:lnTo>
                    <a:pt x="5498929" y="979325"/>
                  </a:lnTo>
                  <a:lnTo>
                    <a:pt x="5499590" y="995083"/>
                  </a:lnTo>
                  <a:lnTo>
                    <a:pt x="5500250" y="1020114"/>
                  </a:lnTo>
                  <a:lnTo>
                    <a:pt x="5500911" y="1032885"/>
                  </a:lnTo>
                  <a:lnTo>
                    <a:pt x="5501571" y="1020497"/>
                  </a:lnTo>
                  <a:lnTo>
                    <a:pt x="5502232" y="1014044"/>
                  </a:lnTo>
                  <a:lnTo>
                    <a:pt x="5502892" y="1014998"/>
                  </a:lnTo>
                  <a:lnTo>
                    <a:pt x="5503553" y="1024034"/>
                  </a:lnTo>
                  <a:lnTo>
                    <a:pt x="5504214" y="1021966"/>
                  </a:lnTo>
                  <a:lnTo>
                    <a:pt x="5504874" y="1010692"/>
                  </a:lnTo>
                  <a:lnTo>
                    <a:pt x="5505535" y="1016551"/>
                  </a:lnTo>
                  <a:lnTo>
                    <a:pt x="5506195" y="1017366"/>
                  </a:lnTo>
                  <a:lnTo>
                    <a:pt x="5506856" y="1011144"/>
                  </a:lnTo>
                  <a:lnTo>
                    <a:pt x="5507516" y="1021090"/>
                  </a:lnTo>
                  <a:lnTo>
                    <a:pt x="5508177" y="1035442"/>
                  </a:lnTo>
                  <a:lnTo>
                    <a:pt x="5508837" y="1037880"/>
                  </a:lnTo>
                  <a:lnTo>
                    <a:pt x="5509498" y="991464"/>
                  </a:lnTo>
                  <a:lnTo>
                    <a:pt x="5510158" y="994861"/>
                  </a:lnTo>
                  <a:lnTo>
                    <a:pt x="5510819" y="1004564"/>
                  </a:lnTo>
                  <a:lnTo>
                    <a:pt x="5511479" y="1004580"/>
                  </a:lnTo>
                  <a:lnTo>
                    <a:pt x="5512140" y="1010470"/>
                  </a:lnTo>
                  <a:lnTo>
                    <a:pt x="5512800" y="1024651"/>
                  </a:lnTo>
                  <a:lnTo>
                    <a:pt x="5513461" y="1016330"/>
                  </a:lnTo>
                  <a:lnTo>
                    <a:pt x="5514122" y="1015621"/>
                  </a:lnTo>
                  <a:lnTo>
                    <a:pt x="5514782" y="1016622"/>
                  </a:lnTo>
                  <a:lnTo>
                    <a:pt x="5515443" y="974027"/>
                  </a:lnTo>
                  <a:lnTo>
                    <a:pt x="5516103" y="970002"/>
                  </a:lnTo>
                  <a:lnTo>
                    <a:pt x="5516764" y="975367"/>
                  </a:lnTo>
                  <a:lnTo>
                    <a:pt x="5517424" y="989393"/>
                  </a:lnTo>
                  <a:lnTo>
                    <a:pt x="5518085" y="995044"/>
                  </a:lnTo>
                  <a:lnTo>
                    <a:pt x="5518745" y="978628"/>
                  </a:lnTo>
                  <a:lnTo>
                    <a:pt x="5519406" y="974027"/>
                  </a:lnTo>
                  <a:lnTo>
                    <a:pt x="5520066" y="1008426"/>
                  </a:lnTo>
                  <a:lnTo>
                    <a:pt x="5520727" y="1015252"/>
                  </a:lnTo>
                  <a:lnTo>
                    <a:pt x="5521387" y="1003548"/>
                  </a:lnTo>
                  <a:lnTo>
                    <a:pt x="5522048" y="1010553"/>
                  </a:lnTo>
                  <a:lnTo>
                    <a:pt x="5522708" y="1015932"/>
                  </a:lnTo>
                  <a:lnTo>
                    <a:pt x="5523369" y="1015104"/>
                  </a:lnTo>
                  <a:lnTo>
                    <a:pt x="5524030" y="1005700"/>
                  </a:lnTo>
                  <a:lnTo>
                    <a:pt x="5524690" y="1000716"/>
                  </a:lnTo>
                  <a:lnTo>
                    <a:pt x="5525351" y="1013944"/>
                  </a:lnTo>
                  <a:lnTo>
                    <a:pt x="5526011" y="1009836"/>
                  </a:lnTo>
                  <a:lnTo>
                    <a:pt x="5526672" y="1038412"/>
                  </a:lnTo>
                  <a:lnTo>
                    <a:pt x="5527332" y="1038031"/>
                  </a:lnTo>
                  <a:lnTo>
                    <a:pt x="5527993" y="1015347"/>
                  </a:lnTo>
                  <a:lnTo>
                    <a:pt x="5528653" y="1029133"/>
                  </a:lnTo>
                  <a:lnTo>
                    <a:pt x="5529314" y="1016599"/>
                  </a:lnTo>
                  <a:lnTo>
                    <a:pt x="5529974" y="1006245"/>
                  </a:lnTo>
                  <a:lnTo>
                    <a:pt x="5530635" y="1016223"/>
                  </a:lnTo>
                  <a:lnTo>
                    <a:pt x="5531295" y="1012627"/>
                  </a:lnTo>
                  <a:lnTo>
                    <a:pt x="5531956" y="989422"/>
                  </a:lnTo>
                  <a:lnTo>
                    <a:pt x="5532616" y="997673"/>
                  </a:lnTo>
                  <a:lnTo>
                    <a:pt x="5533277" y="1004864"/>
                  </a:lnTo>
                  <a:lnTo>
                    <a:pt x="5533937" y="1011623"/>
                  </a:lnTo>
                  <a:lnTo>
                    <a:pt x="5534598" y="994536"/>
                  </a:lnTo>
                  <a:lnTo>
                    <a:pt x="5535259" y="986424"/>
                  </a:lnTo>
                  <a:lnTo>
                    <a:pt x="5535919" y="998748"/>
                  </a:lnTo>
                  <a:lnTo>
                    <a:pt x="5536580" y="1000118"/>
                  </a:lnTo>
                  <a:lnTo>
                    <a:pt x="5537240" y="994233"/>
                  </a:lnTo>
                  <a:lnTo>
                    <a:pt x="5537901" y="1001565"/>
                  </a:lnTo>
                  <a:lnTo>
                    <a:pt x="5538561" y="1007879"/>
                  </a:lnTo>
                  <a:lnTo>
                    <a:pt x="5539222" y="992959"/>
                  </a:lnTo>
                  <a:lnTo>
                    <a:pt x="5539882" y="986460"/>
                  </a:lnTo>
                  <a:lnTo>
                    <a:pt x="5540543" y="991551"/>
                  </a:lnTo>
                  <a:lnTo>
                    <a:pt x="5541203" y="999488"/>
                  </a:lnTo>
                  <a:lnTo>
                    <a:pt x="5541864" y="1012914"/>
                  </a:lnTo>
                  <a:lnTo>
                    <a:pt x="5542524" y="1009768"/>
                  </a:lnTo>
                  <a:lnTo>
                    <a:pt x="5543185" y="994861"/>
                  </a:lnTo>
                  <a:lnTo>
                    <a:pt x="5543845" y="1002710"/>
                  </a:lnTo>
                  <a:lnTo>
                    <a:pt x="5544506" y="1021276"/>
                  </a:lnTo>
                  <a:lnTo>
                    <a:pt x="5545167" y="1030012"/>
                  </a:lnTo>
                  <a:lnTo>
                    <a:pt x="5545827" y="1029011"/>
                  </a:lnTo>
                  <a:lnTo>
                    <a:pt x="5546488" y="1025211"/>
                  </a:lnTo>
                  <a:lnTo>
                    <a:pt x="5547148" y="1018148"/>
                  </a:lnTo>
                  <a:lnTo>
                    <a:pt x="5547809" y="1015621"/>
                  </a:lnTo>
                  <a:lnTo>
                    <a:pt x="5548469" y="1017989"/>
                  </a:lnTo>
                  <a:lnTo>
                    <a:pt x="5549130" y="1040586"/>
                  </a:lnTo>
                  <a:lnTo>
                    <a:pt x="5549790" y="1029231"/>
                  </a:lnTo>
                  <a:lnTo>
                    <a:pt x="5550451" y="1016364"/>
                  </a:lnTo>
                  <a:lnTo>
                    <a:pt x="5551111" y="1027379"/>
                  </a:lnTo>
                  <a:lnTo>
                    <a:pt x="5551772" y="1009481"/>
                  </a:lnTo>
                  <a:lnTo>
                    <a:pt x="5552432" y="998435"/>
                  </a:lnTo>
                  <a:lnTo>
                    <a:pt x="5553093" y="1012898"/>
                  </a:lnTo>
                  <a:lnTo>
                    <a:pt x="5553753" y="1019500"/>
                  </a:lnTo>
                  <a:lnTo>
                    <a:pt x="5554414" y="1006747"/>
                  </a:lnTo>
                  <a:lnTo>
                    <a:pt x="5555075" y="1002146"/>
                  </a:lnTo>
                  <a:lnTo>
                    <a:pt x="5555735" y="1000777"/>
                  </a:lnTo>
                  <a:lnTo>
                    <a:pt x="5556396" y="1004174"/>
                  </a:lnTo>
                  <a:lnTo>
                    <a:pt x="5557056" y="1004174"/>
                  </a:lnTo>
                  <a:lnTo>
                    <a:pt x="5557717" y="1004174"/>
                  </a:lnTo>
                  <a:lnTo>
                    <a:pt x="5558377" y="1006747"/>
                  </a:lnTo>
                  <a:lnTo>
                    <a:pt x="5559038" y="1006238"/>
                  </a:lnTo>
                  <a:lnTo>
                    <a:pt x="5559698" y="988102"/>
                  </a:lnTo>
                  <a:lnTo>
                    <a:pt x="5560359" y="978478"/>
                  </a:lnTo>
                  <a:lnTo>
                    <a:pt x="5561019" y="1002999"/>
                  </a:lnTo>
                  <a:lnTo>
                    <a:pt x="5561680" y="998276"/>
                  </a:lnTo>
                  <a:lnTo>
                    <a:pt x="5562340" y="985467"/>
                  </a:lnTo>
                  <a:lnTo>
                    <a:pt x="5563001" y="998276"/>
                  </a:lnTo>
                  <a:lnTo>
                    <a:pt x="5563661" y="1004369"/>
                  </a:lnTo>
                  <a:lnTo>
                    <a:pt x="5564322" y="1017596"/>
                  </a:lnTo>
                  <a:lnTo>
                    <a:pt x="5564982" y="1026544"/>
                  </a:lnTo>
                  <a:lnTo>
                    <a:pt x="5565643" y="1006942"/>
                  </a:lnTo>
                  <a:lnTo>
                    <a:pt x="5566304" y="980100"/>
                  </a:lnTo>
                  <a:lnTo>
                    <a:pt x="5566964" y="980100"/>
                  </a:lnTo>
                  <a:lnTo>
                    <a:pt x="5567625" y="999875"/>
                  </a:lnTo>
                  <a:lnTo>
                    <a:pt x="5568285" y="996137"/>
                  </a:lnTo>
                  <a:lnTo>
                    <a:pt x="5568946" y="991152"/>
                  </a:lnTo>
                  <a:lnTo>
                    <a:pt x="5569606" y="1012218"/>
                  </a:lnTo>
                  <a:lnTo>
                    <a:pt x="5570267" y="1006942"/>
                  </a:lnTo>
                  <a:lnTo>
                    <a:pt x="5570927" y="1007889"/>
                  </a:lnTo>
                  <a:lnTo>
                    <a:pt x="5571588" y="1007889"/>
                  </a:lnTo>
                  <a:lnTo>
                    <a:pt x="5572248" y="1005316"/>
                  </a:lnTo>
                  <a:lnTo>
                    <a:pt x="5572909" y="1011698"/>
                  </a:lnTo>
                  <a:lnTo>
                    <a:pt x="5573569" y="1010845"/>
                  </a:lnTo>
                  <a:lnTo>
                    <a:pt x="5574230" y="1004293"/>
                  </a:lnTo>
                  <a:lnTo>
                    <a:pt x="5574890" y="1006865"/>
                  </a:lnTo>
                  <a:lnTo>
                    <a:pt x="5575551" y="995966"/>
                  </a:lnTo>
                  <a:lnTo>
                    <a:pt x="5576212" y="1006708"/>
                  </a:lnTo>
                  <a:lnTo>
                    <a:pt x="5576872" y="1018544"/>
                  </a:lnTo>
                  <a:lnTo>
                    <a:pt x="5577533" y="1048590"/>
                  </a:lnTo>
                  <a:lnTo>
                    <a:pt x="5578193" y="1040495"/>
                  </a:lnTo>
                  <a:lnTo>
                    <a:pt x="5578854" y="1017020"/>
                  </a:lnTo>
                  <a:lnTo>
                    <a:pt x="5579514" y="1032695"/>
                  </a:lnTo>
                  <a:lnTo>
                    <a:pt x="5580175" y="1026681"/>
                  </a:lnTo>
                  <a:lnTo>
                    <a:pt x="5580835" y="1023519"/>
                  </a:lnTo>
                  <a:lnTo>
                    <a:pt x="5581496" y="1019388"/>
                  </a:lnTo>
                  <a:lnTo>
                    <a:pt x="5582156" y="1016796"/>
                  </a:lnTo>
                  <a:lnTo>
                    <a:pt x="5582817" y="1015035"/>
                  </a:lnTo>
                  <a:lnTo>
                    <a:pt x="5583477" y="1015221"/>
                  </a:lnTo>
                  <a:lnTo>
                    <a:pt x="5584138" y="1031757"/>
                  </a:lnTo>
                  <a:lnTo>
                    <a:pt x="5584798" y="1033124"/>
                  </a:lnTo>
                  <a:lnTo>
                    <a:pt x="5585459" y="1023519"/>
                  </a:lnTo>
                  <a:lnTo>
                    <a:pt x="5586120" y="1013166"/>
                  </a:lnTo>
                  <a:lnTo>
                    <a:pt x="5586780" y="1005316"/>
                  </a:lnTo>
                  <a:lnTo>
                    <a:pt x="5587441" y="995221"/>
                  </a:lnTo>
                  <a:lnTo>
                    <a:pt x="5588101" y="1005316"/>
                  </a:lnTo>
                  <a:lnTo>
                    <a:pt x="5588762" y="1000823"/>
                  </a:lnTo>
                  <a:lnTo>
                    <a:pt x="5589422" y="1007889"/>
                  </a:lnTo>
                  <a:lnTo>
                    <a:pt x="5590083" y="1015035"/>
                  </a:lnTo>
                  <a:lnTo>
                    <a:pt x="5590743" y="1018136"/>
                  </a:lnTo>
                  <a:lnTo>
                    <a:pt x="5591404" y="1029344"/>
                  </a:lnTo>
                  <a:lnTo>
                    <a:pt x="5592064" y="1029729"/>
                  </a:lnTo>
                  <a:lnTo>
                    <a:pt x="5592725" y="998345"/>
                  </a:lnTo>
                  <a:lnTo>
                    <a:pt x="5593385" y="1022828"/>
                  </a:lnTo>
                  <a:lnTo>
                    <a:pt x="5594046" y="1036829"/>
                  </a:lnTo>
                  <a:lnTo>
                    <a:pt x="5594706" y="1023537"/>
                  </a:lnTo>
                  <a:lnTo>
                    <a:pt x="5595367" y="1002695"/>
                  </a:lnTo>
                  <a:lnTo>
                    <a:pt x="5596028" y="986027"/>
                  </a:lnTo>
                  <a:lnTo>
                    <a:pt x="5596688" y="983967"/>
                  </a:lnTo>
                  <a:lnTo>
                    <a:pt x="5597349" y="998200"/>
                  </a:lnTo>
                  <a:lnTo>
                    <a:pt x="5598009" y="975100"/>
                  </a:lnTo>
                  <a:lnTo>
                    <a:pt x="5598670" y="966696"/>
                  </a:lnTo>
                  <a:lnTo>
                    <a:pt x="5599330" y="968319"/>
                  </a:lnTo>
                  <a:lnTo>
                    <a:pt x="5599991" y="984645"/>
                  </a:lnTo>
                  <a:lnTo>
                    <a:pt x="5600651" y="1009183"/>
                  </a:lnTo>
                  <a:lnTo>
                    <a:pt x="5601312" y="1039516"/>
                  </a:lnTo>
                  <a:lnTo>
                    <a:pt x="5601972" y="1018246"/>
                  </a:lnTo>
                  <a:lnTo>
                    <a:pt x="5602633" y="991282"/>
                  </a:lnTo>
                  <a:lnTo>
                    <a:pt x="5603293" y="1000949"/>
                  </a:lnTo>
                  <a:lnTo>
                    <a:pt x="5603954" y="1024837"/>
                  </a:lnTo>
                  <a:lnTo>
                    <a:pt x="5604614" y="999827"/>
                  </a:lnTo>
                  <a:lnTo>
                    <a:pt x="5605275" y="980816"/>
                  </a:lnTo>
                  <a:lnTo>
                    <a:pt x="5605935" y="978354"/>
                  </a:lnTo>
                  <a:lnTo>
                    <a:pt x="5606596" y="983251"/>
                  </a:lnTo>
                  <a:lnTo>
                    <a:pt x="5607257" y="993403"/>
                  </a:lnTo>
                  <a:lnTo>
                    <a:pt x="5607917" y="996800"/>
                  </a:lnTo>
                  <a:lnTo>
                    <a:pt x="5608578" y="1023865"/>
                  </a:lnTo>
                  <a:lnTo>
                    <a:pt x="5609238" y="1035901"/>
                  </a:lnTo>
                  <a:lnTo>
                    <a:pt x="5609899" y="1032589"/>
                  </a:lnTo>
                  <a:lnTo>
                    <a:pt x="5610559" y="1029624"/>
                  </a:lnTo>
                  <a:lnTo>
                    <a:pt x="5611220" y="1006603"/>
                  </a:lnTo>
                  <a:lnTo>
                    <a:pt x="5611880" y="1017583"/>
                  </a:lnTo>
                  <a:lnTo>
                    <a:pt x="5612541" y="995598"/>
                  </a:lnTo>
                  <a:lnTo>
                    <a:pt x="5613201" y="1009660"/>
                  </a:lnTo>
                  <a:lnTo>
                    <a:pt x="5613862" y="1040274"/>
                  </a:lnTo>
                  <a:lnTo>
                    <a:pt x="5614522" y="997830"/>
                  </a:lnTo>
                  <a:lnTo>
                    <a:pt x="5615183" y="988734"/>
                  </a:lnTo>
                  <a:lnTo>
                    <a:pt x="5615843" y="979366"/>
                  </a:lnTo>
                  <a:lnTo>
                    <a:pt x="5616504" y="947235"/>
                  </a:lnTo>
                  <a:lnTo>
                    <a:pt x="5617165" y="949921"/>
                  </a:lnTo>
                  <a:lnTo>
                    <a:pt x="5617825" y="940891"/>
                  </a:lnTo>
                  <a:lnTo>
                    <a:pt x="5618486" y="896463"/>
                  </a:lnTo>
                  <a:lnTo>
                    <a:pt x="5619146" y="892073"/>
                  </a:lnTo>
                  <a:lnTo>
                    <a:pt x="5619807" y="883325"/>
                  </a:lnTo>
                  <a:lnTo>
                    <a:pt x="5620467" y="869449"/>
                  </a:lnTo>
                  <a:lnTo>
                    <a:pt x="5621128" y="859202"/>
                  </a:lnTo>
                  <a:lnTo>
                    <a:pt x="5621788" y="826638"/>
                  </a:lnTo>
                  <a:lnTo>
                    <a:pt x="5622449" y="829020"/>
                  </a:lnTo>
                  <a:lnTo>
                    <a:pt x="5623109" y="827922"/>
                  </a:lnTo>
                  <a:lnTo>
                    <a:pt x="5623770" y="918434"/>
                  </a:lnTo>
                  <a:lnTo>
                    <a:pt x="5624430" y="963050"/>
                  </a:lnTo>
                  <a:lnTo>
                    <a:pt x="5625091" y="946530"/>
                  </a:lnTo>
                  <a:lnTo>
                    <a:pt x="5625751" y="952902"/>
                  </a:lnTo>
                  <a:lnTo>
                    <a:pt x="5626412" y="916885"/>
                  </a:lnTo>
                  <a:lnTo>
                    <a:pt x="5627073" y="929291"/>
                  </a:lnTo>
                  <a:lnTo>
                    <a:pt x="5627733" y="978736"/>
                  </a:lnTo>
                  <a:lnTo>
                    <a:pt x="5628394" y="1020157"/>
                  </a:lnTo>
                  <a:lnTo>
                    <a:pt x="5629054" y="1031153"/>
                  </a:lnTo>
                  <a:lnTo>
                    <a:pt x="5629715" y="1028276"/>
                  </a:lnTo>
                  <a:lnTo>
                    <a:pt x="5630375" y="977438"/>
                  </a:lnTo>
                  <a:lnTo>
                    <a:pt x="5631036" y="972870"/>
                  </a:lnTo>
                  <a:lnTo>
                    <a:pt x="5631696" y="1018941"/>
                  </a:lnTo>
                  <a:lnTo>
                    <a:pt x="5632357" y="1042114"/>
                  </a:lnTo>
                  <a:lnTo>
                    <a:pt x="5633017" y="1033094"/>
                  </a:lnTo>
                  <a:lnTo>
                    <a:pt x="5633678" y="1005662"/>
                  </a:lnTo>
                  <a:lnTo>
                    <a:pt x="5634338" y="1006411"/>
                  </a:lnTo>
                  <a:lnTo>
                    <a:pt x="5634999" y="1005159"/>
                  </a:lnTo>
                  <a:lnTo>
                    <a:pt x="5635659" y="1020419"/>
                  </a:lnTo>
                  <a:lnTo>
                    <a:pt x="5636320" y="1008569"/>
                  </a:lnTo>
                  <a:lnTo>
                    <a:pt x="5636980" y="1011614"/>
                  </a:lnTo>
                  <a:lnTo>
                    <a:pt x="5637641" y="1016521"/>
                  </a:lnTo>
                  <a:lnTo>
                    <a:pt x="5638302" y="1007039"/>
                  </a:lnTo>
                  <a:lnTo>
                    <a:pt x="5638962" y="1017958"/>
                  </a:lnTo>
                  <a:lnTo>
                    <a:pt x="5639623" y="1020838"/>
                  </a:lnTo>
                  <a:lnTo>
                    <a:pt x="5640283" y="1009706"/>
                  </a:lnTo>
                  <a:lnTo>
                    <a:pt x="5640944" y="1035660"/>
                  </a:lnTo>
                  <a:lnTo>
                    <a:pt x="5641604" y="1045566"/>
                  </a:lnTo>
                  <a:lnTo>
                    <a:pt x="5642265" y="1044659"/>
                  </a:lnTo>
                  <a:lnTo>
                    <a:pt x="5642925" y="1031852"/>
                  </a:lnTo>
                  <a:lnTo>
                    <a:pt x="5643586" y="999431"/>
                  </a:lnTo>
                  <a:lnTo>
                    <a:pt x="5644246" y="1023542"/>
                  </a:lnTo>
                  <a:lnTo>
                    <a:pt x="5644907" y="1035025"/>
                  </a:lnTo>
                  <a:lnTo>
                    <a:pt x="5645567" y="1005204"/>
                  </a:lnTo>
                  <a:lnTo>
                    <a:pt x="5646228" y="991997"/>
                  </a:lnTo>
                  <a:lnTo>
                    <a:pt x="5646888" y="980288"/>
                  </a:lnTo>
                  <a:lnTo>
                    <a:pt x="5647549" y="980262"/>
                  </a:lnTo>
                  <a:lnTo>
                    <a:pt x="5648210" y="996350"/>
                  </a:lnTo>
                  <a:lnTo>
                    <a:pt x="5648870" y="1006492"/>
                  </a:lnTo>
                  <a:lnTo>
                    <a:pt x="5649531" y="996350"/>
                  </a:lnTo>
                  <a:lnTo>
                    <a:pt x="5650191" y="990128"/>
                  </a:lnTo>
                  <a:lnTo>
                    <a:pt x="5650852" y="970275"/>
                  </a:lnTo>
                  <a:lnTo>
                    <a:pt x="5651512" y="955095"/>
                  </a:lnTo>
                  <a:lnTo>
                    <a:pt x="5652173" y="966770"/>
                  </a:lnTo>
                  <a:lnTo>
                    <a:pt x="5652833" y="980662"/>
                  </a:lnTo>
                  <a:lnTo>
                    <a:pt x="5653494" y="975926"/>
                  </a:lnTo>
                  <a:lnTo>
                    <a:pt x="5654154" y="979238"/>
                  </a:lnTo>
                  <a:lnTo>
                    <a:pt x="5654815" y="987808"/>
                  </a:lnTo>
                  <a:lnTo>
                    <a:pt x="5655475" y="989104"/>
                  </a:lnTo>
                  <a:lnTo>
                    <a:pt x="5656136" y="972648"/>
                  </a:lnTo>
                  <a:lnTo>
                    <a:pt x="5656796" y="966502"/>
                  </a:lnTo>
                  <a:lnTo>
                    <a:pt x="5657457" y="970768"/>
                  </a:lnTo>
                  <a:lnTo>
                    <a:pt x="5658118" y="964038"/>
                  </a:lnTo>
                  <a:lnTo>
                    <a:pt x="5658778" y="959375"/>
                  </a:lnTo>
                  <a:lnTo>
                    <a:pt x="5659439" y="957345"/>
                  </a:lnTo>
                  <a:lnTo>
                    <a:pt x="5660099" y="949790"/>
                  </a:lnTo>
                  <a:lnTo>
                    <a:pt x="5660760" y="950496"/>
                  </a:lnTo>
                  <a:lnTo>
                    <a:pt x="5661420" y="939095"/>
                  </a:lnTo>
                  <a:lnTo>
                    <a:pt x="5662081" y="919545"/>
                  </a:lnTo>
                  <a:lnTo>
                    <a:pt x="5662741" y="915082"/>
                  </a:lnTo>
                  <a:lnTo>
                    <a:pt x="5663402" y="935022"/>
                  </a:lnTo>
                  <a:lnTo>
                    <a:pt x="5664062" y="941643"/>
                  </a:lnTo>
                  <a:lnTo>
                    <a:pt x="5664723" y="939383"/>
                  </a:lnTo>
                  <a:lnTo>
                    <a:pt x="5665383" y="976557"/>
                  </a:lnTo>
                  <a:lnTo>
                    <a:pt x="5666044" y="977231"/>
                  </a:lnTo>
                  <a:lnTo>
                    <a:pt x="5666704" y="926730"/>
                  </a:lnTo>
                  <a:lnTo>
                    <a:pt x="5667365" y="893183"/>
                  </a:lnTo>
                  <a:lnTo>
                    <a:pt x="5668026" y="891221"/>
                  </a:lnTo>
                  <a:lnTo>
                    <a:pt x="5668686" y="908234"/>
                  </a:lnTo>
                  <a:lnTo>
                    <a:pt x="5669347" y="900276"/>
                  </a:lnTo>
                  <a:lnTo>
                    <a:pt x="5670007" y="866869"/>
                  </a:lnTo>
                  <a:lnTo>
                    <a:pt x="5670668" y="863059"/>
                  </a:lnTo>
                  <a:lnTo>
                    <a:pt x="5671328" y="854899"/>
                  </a:lnTo>
                  <a:lnTo>
                    <a:pt x="5671989" y="865594"/>
                  </a:lnTo>
                  <a:lnTo>
                    <a:pt x="5672649" y="863108"/>
                  </a:lnTo>
                  <a:lnTo>
                    <a:pt x="5673310" y="880976"/>
                  </a:lnTo>
                  <a:lnTo>
                    <a:pt x="5673970" y="861430"/>
                  </a:lnTo>
                  <a:lnTo>
                    <a:pt x="5674631" y="888205"/>
                  </a:lnTo>
                  <a:lnTo>
                    <a:pt x="5675291" y="884892"/>
                  </a:lnTo>
                  <a:lnTo>
                    <a:pt x="5675952" y="880568"/>
                  </a:lnTo>
                  <a:lnTo>
                    <a:pt x="5676612" y="871642"/>
                  </a:lnTo>
                  <a:lnTo>
                    <a:pt x="5677273" y="857445"/>
                  </a:lnTo>
                  <a:lnTo>
                    <a:pt x="5677933" y="847243"/>
                  </a:lnTo>
                  <a:lnTo>
                    <a:pt x="5678594" y="819795"/>
                  </a:lnTo>
                  <a:lnTo>
                    <a:pt x="5679255" y="803876"/>
                  </a:lnTo>
                  <a:lnTo>
                    <a:pt x="5679915" y="760460"/>
                  </a:lnTo>
                  <a:lnTo>
                    <a:pt x="5680576" y="725431"/>
                  </a:lnTo>
                  <a:lnTo>
                    <a:pt x="5681236" y="694816"/>
                  </a:lnTo>
                  <a:lnTo>
                    <a:pt x="5681897" y="687277"/>
                  </a:lnTo>
                  <a:lnTo>
                    <a:pt x="5682557" y="661198"/>
                  </a:lnTo>
                  <a:lnTo>
                    <a:pt x="5683218" y="659169"/>
                  </a:lnTo>
                  <a:lnTo>
                    <a:pt x="5683878" y="656992"/>
                  </a:lnTo>
                  <a:lnTo>
                    <a:pt x="5684539" y="662496"/>
                  </a:lnTo>
                  <a:lnTo>
                    <a:pt x="5685199" y="667849"/>
                  </a:lnTo>
                  <a:lnTo>
                    <a:pt x="5685860" y="702899"/>
                  </a:lnTo>
                  <a:lnTo>
                    <a:pt x="5686520" y="735729"/>
                  </a:lnTo>
                  <a:lnTo>
                    <a:pt x="5687181" y="742811"/>
                  </a:lnTo>
                  <a:lnTo>
                    <a:pt x="5687841" y="787723"/>
                  </a:lnTo>
                  <a:lnTo>
                    <a:pt x="5688502" y="786615"/>
                  </a:lnTo>
                  <a:lnTo>
                    <a:pt x="5689163" y="823806"/>
                  </a:lnTo>
                  <a:lnTo>
                    <a:pt x="5689823" y="830811"/>
                  </a:lnTo>
                  <a:lnTo>
                    <a:pt x="5690484" y="830839"/>
                  </a:lnTo>
                  <a:lnTo>
                    <a:pt x="5691144" y="846757"/>
                  </a:lnTo>
                  <a:lnTo>
                    <a:pt x="5691805" y="855818"/>
                  </a:lnTo>
                  <a:lnTo>
                    <a:pt x="5692465" y="867789"/>
                  </a:lnTo>
                  <a:lnTo>
                    <a:pt x="5693126" y="878837"/>
                  </a:lnTo>
                  <a:lnTo>
                    <a:pt x="5693786" y="894303"/>
                  </a:lnTo>
                  <a:lnTo>
                    <a:pt x="5694447" y="975448"/>
                  </a:lnTo>
                  <a:lnTo>
                    <a:pt x="5695107" y="941056"/>
                  </a:lnTo>
                  <a:lnTo>
                    <a:pt x="5695768" y="947749"/>
                  </a:lnTo>
                  <a:lnTo>
                    <a:pt x="5696428" y="944593"/>
                  </a:lnTo>
                  <a:lnTo>
                    <a:pt x="5697089" y="955762"/>
                  </a:lnTo>
                  <a:lnTo>
                    <a:pt x="5697749" y="973747"/>
                  </a:lnTo>
                  <a:lnTo>
                    <a:pt x="5698410" y="982737"/>
                  </a:lnTo>
                  <a:lnTo>
                    <a:pt x="5699071" y="957243"/>
                  </a:lnTo>
                  <a:lnTo>
                    <a:pt x="5699731" y="955663"/>
                  </a:lnTo>
                  <a:lnTo>
                    <a:pt x="5700392" y="952023"/>
                  </a:lnTo>
                  <a:lnTo>
                    <a:pt x="5701052" y="941405"/>
                  </a:lnTo>
                  <a:lnTo>
                    <a:pt x="5701713" y="941097"/>
                  </a:lnTo>
                  <a:lnTo>
                    <a:pt x="5702373" y="919958"/>
                  </a:lnTo>
                  <a:lnTo>
                    <a:pt x="5703034" y="925445"/>
                  </a:lnTo>
                  <a:lnTo>
                    <a:pt x="5703694" y="934647"/>
                  </a:lnTo>
                  <a:lnTo>
                    <a:pt x="5704355" y="934736"/>
                  </a:lnTo>
                  <a:lnTo>
                    <a:pt x="5705015" y="945206"/>
                  </a:lnTo>
                  <a:lnTo>
                    <a:pt x="5705676" y="945206"/>
                  </a:lnTo>
                  <a:lnTo>
                    <a:pt x="5706336" y="948763"/>
                  </a:lnTo>
                  <a:lnTo>
                    <a:pt x="5706997" y="979162"/>
                  </a:lnTo>
                  <a:lnTo>
                    <a:pt x="5707657" y="986915"/>
                  </a:lnTo>
                  <a:lnTo>
                    <a:pt x="5708318" y="968074"/>
                  </a:lnTo>
                  <a:lnTo>
                    <a:pt x="5708978" y="964686"/>
                  </a:lnTo>
                  <a:lnTo>
                    <a:pt x="5709639" y="963007"/>
                  </a:lnTo>
                  <a:lnTo>
                    <a:pt x="5710300" y="966072"/>
                  </a:lnTo>
                  <a:lnTo>
                    <a:pt x="5710960" y="978495"/>
                  </a:lnTo>
                  <a:lnTo>
                    <a:pt x="5711621" y="984377"/>
                  </a:lnTo>
                  <a:lnTo>
                    <a:pt x="5712281" y="974922"/>
                  </a:lnTo>
                  <a:lnTo>
                    <a:pt x="5712942" y="941414"/>
                  </a:lnTo>
                  <a:lnTo>
                    <a:pt x="5713602" y="935091"/>
                  </a:lnTo>
                  <a:lnTo>
                    <a:pt x="5714263" y="946320"/>
                  </a:lnTo>
                  <a:lnTo>
                    <a:pt x="5714923" y="950982"/>
                  </a:lnTo>
                  <a:lnTo>
                    <a:pt x="5715584" y="957284"/>
                  </a:lnTo>
                  <a:lnTo>
                    <a:pt x="5716244" y="948393"/>
                  </a:lnTo>
                  <a:lnTo>
                    <a:pt x="5716905" y="921956"/>
                  </a:lnTo>
                  <a:lnTo>
                    <a:pt x="5717565" y="924341"/>
                  </a:lnTo>
                  <a:lnTo>
                    <a:pt x="5718226" y="896143"/>
                  </a:lnTo>
                  <a:lnTo>
                    <a:pt x="5718886" y="882220"/>
                  </a:lnTo>
                  <a:lnTo>
                    <a:pt x="5719547" y="911127"/>
                  </a:lnTo>
                  <a:lnTo>
                    <a:pt x="5720208" y="915104"/>
                  </a:lnTo>
                  <a:lnTo>
                    <a:pt x="5720868" y="916211"/>
                  </a:lnTo>
                  <a:lnTo>
                    <a:pt x="5721529" y="899841"/>
                  </a:lnTo>
                  <a:lnTo>
                    <a:pt x="5722189" y="870715"/>
                  </a:lnTo>
                  <a:lnTo>
                    <a:pt x="5722850" y="867285"/>
                  </a:lnTo>
                  <a:lnTo>
                    <a:pt x="5723510" y="882281"/>
                  </a:lnTo>
                  <a:lnTo>
                    <a:pt x="5724171" y="929447"/>
                  </a:lnTo>
                  <a:lnTo>
                    <a:pt x="5724831" y="976874"/>
                  </a:lnTo>
                  <a:lnTo>
                    <a:pt x="5725492" y="970409"/>
                  </a:lnTo>
                  <a:lnTo>
                    <a:pt x="5726152" y="952095"/>
                  </a:lnTo>
                  <a:lnTo>
                    <a:pt x="5726813" y="967343"/>
                  </a:lnTo>
                  <a:lnTo>
                    <a:pt x="5727473" y="969051"/>
                  </a:lnTo>
                  <a:lnTo>
                    <a:pt x="5728134" y="948335"/>
                  </a:lnTo>
                  <a:lnTo>
                    <a:pt x="5728794" y="957504"/>
                  </a:lnTo>
                  <a:lnTo>
                    <a:pt x="5729455" y="956866"/>
                  </a:lnTo>
                  <a:lnTo>
                    <a:pt x="5730116" y="959654"/>
                  </a:lnTo>
                  <a:lnTo>
                    <a:pt x="5730776" y="962537"/>
                  </a:lnTo>
                  <a:lnTo>
                    <a:pt x="5731437" y="961770"/>
                  </a:lnTo>
                  <a:lnTo>
                    <a:pt x="5732097" y="974102"/>
                  </a:lnTo>
                  <a:lnTo>
                    <a:pt x="5732758" y="964389"/>
                  </a:lnTo>
                  <a:lnTo>
                    <a:pt x="5733418" y="966528"/>
                  </a:lnTo>
                  <a:lnTo>
                    <a:pt x="5734079" y="977237"/>
                  </a:lnTo>
                  <a:lnTo>
                    <a:pt x="5734739" y="987647"/>
                  </a:lnTo>
                  <a:lnTo>
                    <a:pt x="5735400" y="988246"/>
                  </a:lnTo>
                  <a:lnTo>
                    <a:pt x="5736060" y="972067"/>
                  </a:lnTo>
                  <a:lnTo>
                    <a:pt x="5736721" y="970791"/>
                  </a:lnTo>
                  <a:lnTo>
                    <a:pt x="5737381" y="1001135"/>
                  </a:lnTo>
                  <a:lnTo>
                    <a:pt x="5738042" y="1013025"/>
                  </a:lnTo>
                  <a:lnTo>
                    <a:pt x="5738702" y="1023472"/>
                  </a:lnTo>
                  <a:lnTo>
                    <a:pt x="5739363" y="993893"/>
                  </a:lnTo>
                  <a:lnTo>
                    <a:pt x="5740024" y="982794"/>
                  </a:lnTo>
                  <a:lnTo>
                    <a:pt x="5740684" y="940078"/>
                  </a:lnTo>
                  <a:lnTo>
                    <a:pt x="5741345" y="950362"/>
                  </a:lnTo>
                  <a:lnTo>
                    <a:pt x="5742005" y="965661"/>
                  </a:lnTo>
                  <a:lnTo>
                    <a:pt x="5742666" y="947911"/>
                  </a:lnTo>
                  <a:lnTo>
                    <a:pt x="5743326" y="917108"/>
                  </a:lnTo>
                  <a:lnTo>
                    <a:pt x="5743987" y="913048"/>
                  </a:lnTo>
                  <a:lnTo>
                    <a:pt x="5744647" y="855321"/>
                  </a:lnTo>
                  <a:lnTo>
                    <a:pt x="5745308" y="832168"/>
                  </a:lnTo>
                  <a:lnTo>
                    <a:pt x="5745968" y="835030"/>
                  </a:lnTo>
                  <a:lnTo>
                    <a:pt x="5746629" y="877159"/>
                  </a:lnTo>
                  <a:lnTo>
                    <a:pt x="5747289" y="957250"/>
                  </a:lnTo>
                  <a:lnTo>
                    <a:pt x="5747950" y="960795"/>
                  </a:lnTo>
                  <a:lnTo>
                    <a:pt x="5748610" y="962373"/>
                  </a:lnTo>
                  <a:lnTo>
                    <a:pt x="5749271" y="947940"/>
                  </a:lnTo>
                  <a:lnTo>
                    <a:pt x="5749931" y="958402"/>
                  </a:lnTo>
                  <a:lnTo>
                    <a:pt x="5750592" y="987458"/>
                  </a:lnTo>
                  <a:lnTo>
                    <a:pt x="5751253" y="1010385"/>
                  </a:lnTo>
                  <a:lnTo>
                    <a:pt x="5751913" y="1001668"/>
                  </a:lnTo>
                  <a:lnTo>
                    <a:pt x="5752574" y="1018094"/>
                  </a:lnTo>
                  <a:lnTo>
                    <a:pt x="5753234" y="1004862"/>
                  </a:lnTo>
                  <a:lnTo>
                    <a:pt x="5753895" y="1016960"/>
                  </a:lnTo>
                  <a:lnTo>
                    <a:pt x="5754555" y="1036060"/>
                  </a:lnTo>
                  <a:lnTo>
                    <a:pt x="5755216" y="1027493"/>
                  </a:lnTo>
                  <a:lnTo>
                    <a:pt x="5755876" y="1024181"/>
                  </a:lnTo>
                  <a:lnTo>
                    <a:pt x="5756537" y="1039815"/>
                  </a:lnTo>
                  <a:lnTo>
                    <a:pt x="5757197" y="1041667"/>
                  </a:lnTo>
                  <a:lnTo>
                    <a:pt x="5757858" y="1051633"/>
                  </a:lnTo>
                  <a:lnTo>
                    <a:pt x="5758518" y="1055751"/>
                  </a:lnTo>
                  <a:lnTo>
                    <a:pt x="5759179" y="1047181"/>
                  </a:lnTo>
                  <a:lnTo>
                    <a:pt x="5759839" y="1026908"/>
                  </a:lnTo>
                  <a:lnTo>
                    <a:pt x="5760500" y="1035126"/>
                  </a:lnTo>
                  <a:lnTo>
                    <a:pt x="5761161" y="1059806"/>
                  </a:lnTo>
                  <a:lnTo>
                    <a:pt x="5761821" y="1057562"/>
                  </a:lnTo>
                  <a:lnTo>
                    <a:pt x="5762482" y="1025966"/>
                  </a:lnTo>
                  <a:lnTo>
                    <a:pt x="5763142" y="1037989"/>
                  </a:lnTo>
                  <a:lnTo>
                    <a:pt x="5763803" y="1026781"/>
                  </a:lnTo>
                  <a:lnTo>
                    <a:pt x="5764463" y="1036150"/>
                  </a:lnTo>
                  <a:lnTo>
                    <a:pt x="5765124" y="1047024"/>
                  </a:lnTo>
                  <a:lnTo>
                    <a:pt x="5765784" y="1035027"/>
                  </a:lnTo>
                  <a:lnTo>
                    <a:pt x="5766445" y="1026079"/>
                  </a:lnTo>
                  <a:lnTo>
                    <a:pt x="5767105" y="1038143"/>
                  </a:lnTo>
                  <a:lnTo>
                    <a:pt x="5767766" y="1019195"/>
                  </a:lnTo>
                  <a:lnTo>
                    <a:pt x="5768426" y="1041288"/>
                  </a:lnTo>
                  <a:lnTo>
                    <a:pt x="5769087" y="1049647"/>
                  </a:lnTo>
                  <a:lnTo>
                    <a:pt x="5769747" y="1030087"/>
                  </a:lnTo>
                  <a:lnTo>
                    <a:pt x="5770408" y="1044617"/>
                  </a:lnTo>
                  <a:lnTo>
                    <a:pt x="5771069" y="1020755"/>
                  </a:lnTo>
                  <a:lnTo>
                    <a:pt x="5771729" y="1019687"/>
                  </a:lnTo>
                  <a:lnTo>
                    <a:pt x="5772390" y="1023967"/>
                  </a:lnTo>
                  <a:lnTo>
                    <a:pt x="5773050" y="1022035"/>
                  </a:lnTo>
                  <a:lnTo>
                    <a:pt x="5773711" y="1020237"/>
                  </a:lnTo>
                  <a:lnTo>
                    <a:pt x="5774371" y="1033758"/>
                  </a:lnTo>
                  <a:lnTo>
                    <a:pt x="5775032" y="1039671"/>
                  </a:lnTo>
                  <a:lnTo>
                    <a:pt x="5775692" y="995931"/>
                  </a:lnTo>
                  <a:lnTo>
                    <a:pt x="5776353" y="969181"/>
                  </a:lnTo>
                  <a:lnTo>
                    <a:pt x="5777013" y="994081"/>
                  </a:lnTo>
                  <a:lnTo>
                    <a:pt x="5777674" y="1024811"/>
                  </a:lnTo>
                  <a:lnTo>
                    <a:pt x="5778334" y="1029786"/>
                  </a:lnTo>
                  <a:lnTo>
                    <a:pt x="5778995" y="1024811"/>
                  </a:lnTo>
                  <a:lnTo>
                    <a:pt x="5779655" y="1025655"/>
                  </a:lnTo>
                  <a:lnTo>
                    <a:pt x="5780316" y="1035611"/>
                  </a:lnTo>
                  <a:lnTo>
                    <a:pt x="5780976" y="1030201"/>
                  </a:lnTo>
                  <a:lnTo>
                    <a:pt x="5781637" y="1010334"/>
                  </a:lnTo>
                  <a:lnTo>
                    <a:pt x="5782298" y="1014970"/>
                  </a:lnTo>
                  <a:lnTo>
                    <a:pt x="5782958" y="1013768"/>
                  </a:lnTo>
                  <a:lnTo>
                    <a:pt x="5783619" y="993114"/>
                  </a:lnTo>
                  <a:lnTo>
                    <a:pt x="5784279" y="994947"/>
                  </a:lnTo>
                  <a:lnTo>
                    <a:pt x="5784940" y="1007666"/>
                  </a:lnTo>
                  <a:lnTo>
                    <a:pt x="5785600" y="1005605"/>
                  </a:lnTo>
                  <a:lnTo>
                    <a:pt x="5786261" y="1015380"/>
                  </a:lnTo>
                  <a:lnTo>
                    <a:pt x="5786921" y="1017249"/>
                  </a:lnTo>
                  <a:lnTo>
                    <a:pt x="5787582" y="1006750"/>
                  </a:lnTo>
                  <a:lnTo>
                    <a:pt x="5788242" y="985724"/>
                  </a:lnTo>
                  <a:lnTo>
                    <a:pt x="5788903" y="969461"/>
                  </a:lnTo>
                  <a:lnTo>
                    <a:pt x="5789563" y="982671"/>
                  </a:lnTo>
                  <a:lnTo>
                    <a:pt x="5790224" y="987804"/>
                  </a:lnTo>
                  <a:lnTo>
                    <a:pt x="5790884" y="1008891"/>
                  </a:lnTo>
                  <a:lnTo>
                    <a:pt x="5791545" y="1000085"/>
                  </a:lnTo>
                  <a:lnTo>
                    <a:pt x="5792206" y="994826"/>
                  </a:lnTo>
                  <a:lnTo>
                    <a:pt x="5792866" y="995484"/>
                  </a:lnTo>
                  <a:lnTo>
                    <a:pt x="5793527" y="967025"/>
                  </a:lnTo>
                  <a:lnTo>
                    <a:pt x="5794187" y="924343"/>
                  </a:lnTo>
                  <a:lnTo>
                    <a:pt x="5794848" y="925227"/>
                  </a:lnTo>
                  <a:lnTo>
                    <a:pt x="5795508" y="941607"/>
                  </a:lnTo>
                  <a:lnTo>
                    <a:pt x="5796169" y="966127"/>
                  </a:lnTo>
                  <a:lnTo>
                    <a:pt x="5796829" y="964581"/>
                  </a:lnTo>
                  <a:lnTo>
                    <a:pt x="5797490" y="977790"/>
                  </a:lnTo>
                  <a:lnTo>
                    <a:pt x="5798150" y="974228"/>
                  </a:lnTo>
                  <a:lnTo>
                    <a:pt x="5798811" y="994291"/>
                  </a:lnTo>
                  <a:lnTo>
                    <a:pt x="5799471" y="1032644"/>
                  </a:lnTo>
                  <a:lnTo>
                    <a:pt x="5800132" y="1022134"/>
                  </a:lnTo>
                  <a:lnTo>
                    <a:pt x="5800792" y="986604"/>
                  </a:lnTo>
                  <a:lnTo>
                    <a:pt x="5801453" y="979011"/>
                  </a:lnTo>
                  <a:lnTo>
                    <a:pt x="5802114" y="968881"/>
                  </a:lnTo>
                  <a:lnTo>
                    <a:pt x="5802774" y="963788"/>
                  </a:lnTo>
                  <a:lnTo>
                    <a:pt x="5803435" y="939037"/>
                  </a:lnTo>
                  <a:lnTo>
                    <a:pt x="5804095" y="966424"/>
                  </a:lnTo>
                  <a:lnTo>
                    <a:pt x="5804756" y="978612"/>
                  </a:lnTo>
                  <a:lnTo>
                    <a:pt x="5805416" y="985049"/>
                  </a:lnTo>
                  <a:lnTo>
                    <a:pt x="5806077" y="1000091"/>
                  </a:lnTo>
                  <a:lnTo>
                    <a:pt x="5806737" y="1020319"/>
                  </a:lnTo>
                  <a:lnTo>
                    <a:pt x="5807398" y="1015824"/>
                  </a:lnTo>
                  <a:lnTo>
                    <a:pt x="5808058" y="1007572"/>
                  </a:lnTo>
                  <a:lnTo>
                    <a:pt x="5808719" y="1028706"/>
                  </a:lnTo>
                  <a:lnTo>
                    <a:pt x="5809379" y="1031106"/>
                  </a:lnTo>
                  <a:lnTo>
                    <a:pt x="5810040" y="1011476"/>
                  </a:lnTo>
                  <a:lnTo>
                    <a:pt x="5810700" y="1014602"/>
                  </a:lnTo>
                  <a:lnTo>
                    <a:pt x="5811361" y="1022743"/>
                  </a:lnTo>
                  <a:lnTo>
                    <a:pt x="5812022" y="1015388"/>
                  </a:lnTo>
                  <a:lnTo>
                    <a:pt x="5812682" y="1011496"/>
                  </a:lnTo>
                  <a:lnTo>
                    <a:pt x="5813343" y="1011573"/>
                  </a:lnTo>
                  <a:lnTo>
                    <a:pt x="5814003" y="983508"/>
                  </a:lnTo>
                  <a:lnTo>
                    <a:pt x="5814664" y="958754"/>
                  </a:lnTo>
                  <a:lnTo>
                    <a:pt x="5815324" y="958504"/>
                  </a:lnTo>
                  <a:lnTo>
                    <a:pt x="5815985" y="949524"/>
                  </a:lnTo>
                  <a:lnTo>
                    <a:pt x="5816645" y="925543"/>
                  </a:lnTo>
                  <a:lnTo>
                    <a:pt x="5817306" y="920949"/>
                  </a:lnTo>
                  <a:lnTo>
                    <a:pt x="5817966" y="934688"/>
                  </a:lnTo>
                  <a:lnTo>
                    <a:pt x="5818627" y="951199"/>
                  </a:lnTo>
                  <a:lnTo>
                    <a:pt x="5819287" y="958178"/>
                  </a:lnTo>
                  <a:lnTo>
                    <a:pt x="5819948" y="958178"/>
                  </a:lnTo>
                  <a:lnTo>
                    <a:pt x="5820608" y="953085"/>
                  </a:lnTo>
                  <a:lnTo>
                    <a:pt x="5821269" y="958178"/>
                  </a:lnTo>
                  <a:lnTo>
                    <a:pt x="5821929" y="958178"/>
                  </a:lnTo>
                  <a:lnTo>
                    <a:pt x="5822590" y="960481"/>
                  </a:lnTo>
                  <a:lnTo>
                    <a:pt x="5823251" y="968758"/>
                  </a:lnTo>
                  <a:lnTo>
                    <a:pt x="5823911" y="968466"/>
                  </a:lnTo>
                  <a:lnTo>
                    <a:pt x="5824572" y="992561"/>
                  </a:lnTo>
                  <a:lnTo>
                    <a:pt x="5825232" y="1028998"/>
                  </a:lnTo>
                  <a:lnTo>
                    <a:pt x="5825893" y="1025400"/>
                  </a:lnTo>
                  <a:lnTo>
                    <a:pt x="5826553" y="1011791"/>
                  </a:lnTo>
                  <a:lnTo>
                    <a:pt x="5827214" y="1005344"/>
                  </a:lnTo>
                  <a:lnTo>
                    <a:pt x="5827874" y="993915"/>
                  </a:lnTo>
                  <a:lnTo>
                    <a:pt x="5828535" y="972402"/>
                  </a:lnTo>
                  <a:lnTo>
                    <a:pt x="5829195" y="972402"/>
                  </a:lnTo>
                  <a:lnTo>
                    <a:pt x="5829856" y="972402"/>
                  </a:lnTo>
                  <a:lnTo>
                    <a:pt x="5830516" y="992188"/>
                  </a:lnTo>
                  <a:lnTo>
                    <a:pt x="5831177" y="1008197"/>
                  </a:lnTo>
                  <a:lnTo>
                    <a:pt x="5831837" y="996482"/>
                  </a:lnTo>
                  <a:lnTo>
                    <a:pt x="5832498" y="1010086"/>
                  </a:lnTo>
                  <a:lnTo>
                    <a:pt x="5833159" y="1017798"/>
                  </a:lnTo>
                  <a:lnTo>
                    <a:pt x="5833819" y="996521"/>
                  </a:lnTo>
                  <a:lnTo>
                    <a:pt x="5834480" y="971913"/>
                  </a:lnTo>
                  <a:lnTo>
                    <a:pt x="5835140" y="965036"/>
                  </a:lnTo>
                  <a:lnTo>
                    <a:pt x="5835801" y="951264"/>
                  </a:lnTo>
                  <a:lnTo>
                    <a:pt x="5836461" y="964948"/>
                  </a:lnTo>
                  <a:lnTo>
                    <a:pt x="5837122" y="970055"/>
                  </a:lnTo>
                  <a:lnTo>
                    <a:pt x="5837782" y="959855"/>
                  </a:lnTo>
                  <a:lnTo>
                    <a:pt x="5838443" y="959855"/>
                  </a:lnTo>
                  <a:lnTo>
                    <a:pt x="5839103" y="970128"/>
                  </a:lnTo>
                  <a:lnTo>
                    <a:pt x="5839764" y="970195"/>
                  </a:lnTo>
                  <a:lnTo>
                    <a:pt x="5840424" y="970195"/>
                  </a:lnTo>
                  <a:lnTo>
                    <a:pt x="5841085" y="968411"/>
                  </a:lnTo>
                  <a:lnTo>
                    <a:pt x="5841745" y="978903"/>
                  </a:lnTo>
                  <a:lnTo>
                    <a:pt x="5842406" y="978612"/>
                  </a:lnTo>
                  <a:lnTo>
                    <a:pt x="5843067" y="983609"/>
                  </a:lnTo>
                  <a:lnTo>
                    <a:pt x="5843727" y="979211"/>
                  </a:lnTo>
                  <a:lnTo>
                    <a:pt x="5844388" y="968533"/>
                  </a:lnTo>
                  <a:lnTo>
                    <a:pt x="5845048" y="972109"/>
                  </a:lnTo>
                  <a:lnTo>
                    <a:pt x="5845709" y="988992"/>
                  </a:lnTo>
                  <a:lnTo>
                    <a:pt x="5846369" y="982042"/>
                  </a:lnTo>
                  <a:lnTo>
                    <a:pt x="5847030" y="985230"/>
                  </a:lnTo>
                  <a:lnTo>
                    <a:pt x="5847690" y="988919"/>
                  </a:lnTo>
                  <a:lnTo>
                    <a:pt x="5848351" y="1005811"/>
                  </a:lnTo>
                  <a:lnTo>
                    <a:pt x="5849011" y="1022686"/>
                  </a:lnTo>
                  <a:lnTo>
                    <a:pt x="5849672" y="1005997"/>
                  </a:lnTo>
                  <a:lnTo>
                    <a:pt x="5850332" y="985932"/>
                  </a:lnTo>
                  <a:lnTo>
                    <a:pt x="5850993" y="980824"/>
                  </a:lnTo>
                  <a:lnTo>
                    <a:pt x="5851653" y="985932"/>
                  </a:lnTo>
                  <a:lnTo>
                    <a:pt x="5852314" y="992881"/>
                  </a:lnTo>
                  <a:lnTo>
                    <a:pt x="5852974" y="992881"/>
                  </a:lnTo>
                  <a:lnTo>
                    <a:pt x="5853635" y="1006015"/>
                  </a:lnTo>
                  <a:lnTo>
                    <a:pt x="5854296" y="942638"/>
                  </a:lnTo>
                  <a:lnTo>
                    <a:pt x="5854956" y="935715"/>
                  </a:lnTo>
                  <a:lnTo>
                    <a:pt x="5855617" y="935715"/>
                  </a:lnTo>
                  <a:lnTo>
                    <a:pt x="5856277" y="935715"/>
                  </a:lnTo>
                  <a:lnTo>
                    <a:pt x="5856938" y="935715"/>
                  </a:lnTo>
                  <a:lnTo>
                    <a:pt x="5857598" y="938418"/>
                  </a:lnTo>
                  <a:lnTo>
                    <a:pt x="5858259" y="959994"/>
                  </a:lnTo>
                  <a:lnTo>
                    <a:pt x="5858919" y="975396"/>
                  </a:lnTo>
                  <a:lnTo>
                    <a:pt x="5859580" y="1011198"/>
                  </a:lnTo>
                  <a:lnTo>
                    <a:pt x="5860240" y="1018927"/>
                  </a:lnTo>
                  <a:lnTo>
                    <a:pt x="5860901" y="998592"/>
                  </a:lnTo>
                  <a:lnTo>
                    <a:pt x="5861561" y="987077"/>
                  </a:lnTo>
                  <a:lnTo>
                    <a:pt x="5862222" y="990291"/>
                  </a:lnTo>
                  <a:lnTo>
                    <a:pt x="5862882" y="1008681"/>
                  </a:lnTo>
                  <a:lnTo>
                    <a:pt x="5863543" y="1009097"/>
                  </a:lnTo>
                  <a:lnTo>
                    <a:pt x="5864204" y="1002738"/>
                  </a:lnTo>
                  <a:lnTo>
                    <a:pt x="5864864" y="1011356"/>
                  </a:lnTo>
                  <a:lnTo>
                    <a:pt x="5865525" y="1025897"/>
                  </a:lnTo>
                  <a:lnTo>
                    <a:pt x="5866185" y="1023576"/>
                  </a:lnTo>
                  <a:lnTo>
                    <a:pt x="5866846" y="1032021"/>
                  </a:lnTo>
                  <a:lnTo>
                    <a:pt x="5867506" y="1018602"/>
                  </a:lnTo>
                  <a:lnTo>
                    <a:pt x="5868167" y="1016030"/>
                  </a:lnTo>
                  <a:lnTo>
                    <a:pt x="5868827" y="1022583"/>
                  </a:lnTo>
                  <a:lnTo>
                    <a:pt x="5869488" y="1021159"/>
                  </a:lnTo>
                  <a:lnTo>
                    <a:pt x="5870148" y="1020368"/>
                  </a:lnTo>
                  <a:lnTo>
                    <a:pt x="5870809" y="1018602"/>
                  </a:lnTo>
                  <a:lnTo>
                    <a:pt x="5871469" y="1010720"/>
                  </a:lnTo>
                  <a:lnTo>
                    <a:pt x="5872130" y="1006260"/>
                  </a:lnTo>
                  <a:lnTo>
                    <a:pt x="5872790" y="991195"/>
                  </a:lnTo>
                  <a:lnTo>
                    <a:pt x="5873451" y="1025825"/>
                  </a:lnTo>
                  <a:lnTo>
                    <a:pt x="5874112" y="1017883"/>
                  </a:lnTo>
                  <a:lnTo>
                    <a:pt x="5874772" y="999831"/>
                  </a:lnTo>
                  <a:lnTo>
                    <a:pt x="5875433" y="999959"/>
                  </a:lnTo>
                  <a:lnTo>
                    <a:pt x="5876093" y="993326"/>
                  </a:lnTo>
                  <a:lnTo>
                    <a:pt x="5876754" y="997346"/>
                  </a:lnTo>
                  <a:lnTo>
                    <a:pt x="5877414" y="1021679"/>
                  </a:lnTo>
                  <a:lnTo>
                    <a:pt x="5878075" y="1020567"/>
                  </a:lnTo>
                  <a:lnTo>
                    <a:pt x="5878735" y="992115"/>
                  </a:lnTo>
                  <a:lnTo>
                    <a:pt x="5879396" y="992115"/>
                  </a:lnTo>
                  <a:lnTo>
                    <a:pt x="5880056" y="991905"/>
                  </a:lnTo>
                  <a:lnTo>
                    <a:pt x="5880717" y="992793"/>
                  </a:lnTo>
                  <a:lnTo>
                    <a:pt x="5881377" y="1006901"/>
                  </a:lnTo>
                  <a:lnTo>
                    <a:pt x="5882038" y="997503"/>
                  </a:lnTo>
                  <a:lnTo>
                    <a:pt x="5882698" y="992549"/>
                  </a:lnTo>
                  <a:lnTo>
                    <a:pt x="5883359" y="955937"/>
                  </a:lnTo>
                  <a:lnTo>
                    <a:pt x="5884020" y="969365"/>
                  </a:lnTo>
                  <a:lnTo>
                    <a:pt x="5884680" y="956008"/>
                  </a:lnTo>
                  <a:lnTo>
                    <a:pt x="5885341" y="950310"/>
                  </a:lnTo>
                  <a:lnTo>
                    <a:pt x="5886001" y="950310"/>
                  </a:lnTo>
                  <a:lnTo>
                    <a:pt x="5886662" y="912385"/>
                  </a:lnTo>
                  <a:lnTo>
                    <a:pt x="5887322" y="848633"/>
                  </a:lnTo>
                  <a:lnTo>
                    <a:pt x="5887983" y="827574"/>
                  </a:lnTo>
                  <a:lnTo>
                    <a:pt x="5888643" y="827574"/>
                  </a:lnTo>
                  <a:lnTo>
                    <a:pt x="5889304" y="858490"/>
                  </a:lnTo>
                  <a:lnTo>
                    <a:pt x="5889964" y="958615"/>
                  </a:lnTo>
                  <a:lnTo>
                    <a:pt x="5890625" y="983323"/>
                  </a:lnTo>
                  <a:lnTo>
                    <a:pt x="5891285" y="980637"/>
                  </a:lnTo>
                  <a:lnTo>
                    <a:pt x="5891946" y="963976"/>
                  </a:lnTo>
                  <a:lnTo>
                    <a:pt x="5892606" y="958436"/>
                  </a:lnTo>
                  <a:lnTo>
                    <a:pt x="5893267" y="988340"/>
                  </a:lnTo>
                  <a:lnTo>
                    <a:pt x="5893927" y="945930"/>
                  </a:lnTo>
                  <a:lnTo>
                    <a:pt x="5894588" y="937590"/>
                  </a:lnTo>
                  <a:lnTo>
                    <a:pt x="5895249" y="854793"/>
                  </a:lnTo>
                  <a:lnTo>
                    <a:pt x="5895909" y="835714"/>
                  </a:lnTo>
                  <a:lnTo>
                    <a:pt x="5896570" y="834429"/>
                  </a:lnTo>
                  <a:lnTo>
                    <a:pt x="5897230" y="861805"/>
                  </a:lnTo>
                  <a:lnTo>
                    <a:pt x="5897891" y="911802"/>
                  </a:lnTo>
                  <a:lnTo>
                    <a:pt x="5898551" y="939841"/>
                  </a:lnTo>
                  <a:lnTo>
                    <a:pt x="5899212" y="953778"/>
                  </a:lnTo>
                  <a:lnTo>
                    <a:pt x="5899872" y="949110"/>
                  </a:lnTo>
                  <a:lnTo>
                    <a:pt x="5900533" y="944608"/>
                  </a:lnTo>
                  <a:lnTo>
                    <a:pt x="5901193" y="956434"/>
                  </a:lnTo>
                  <a:lnTo>
                    <a:pt x="5901854" y="968954"/>
                  </a:lnTo>
                  <a:lnTo>
                    <a:pt x="5902514" y="1006187"/>
                  </a:lnTo>
                  <a:lnTo>
                    <a:pt x="5903175" y="981560"/>
                  </a:lnTo>
                  <a:lnTo>
                    <a:pt x="5903835" y="979967"/>
                  </a:lnTo>
                  <a:lnTo>
                    <a:pt x="5904496" y="1022333"/>
                  </a:lnTo>
                  <a:lnTo>
                    <a:pt x="5905157" y="995765"/>
                  </a:lnTo>
                  <a:lnTo>
                    <a:pt x="5905817" y="991725"/>
                  </a:lnTo>
                  <a:lnTo>
                    <a:pt x="5906478" y="991387"/>
                  </a:lnTo>
                  <a:lnTo>
                    <a:pt x="5907138" y="1000425"/>
                  </a:lnTo>
                  <a:lnTo>
                    <a:pt x="5907799" y="993274"/>
                  </a:lnTo>
                  <a:lnTo>
                    <a:pt x="5908459" y="967119"/>
                  </a:lnTo>
                  <a:lnTo>
                    <a:pt x="5909120" y="970023"/>
                  </a:lnTo>
                  <a:lnTo>
                    <a:pt x="5909780" y="988216"/>
                  </a:lnTo>
                  <a:lnTo>
                    <a:pt x="5910441" y="999998"/>
                  </a:lnTo>
                  <a:lnTo>
                    <a:pt x="5911101" y="989752"/>
                  </a:lnTo>
                  <a:lnTo>
                    <a:pt x="5911762" y="983013"/>
                  </a:lnTo>
                  <a:lnTo>
                    <a:pt x="5912422" y="973203"/>
                  </a:lnTo>
                  <a:lnTo>
                    <a:pt x="5913083" y="962705"/>
                  </a:lnTo>
                  <a:lnTo>
                    <a:pt x="5913743" y="972368"/>
                  </a:lnTo>
                  <a:lnTo>
                    <a:pt x="5914404" y="965301"/>
                  </a:lnTo>
                  <a:lnTo>
                    <a:pt x="5915065" y="969772"/>
                  </a:lnTo>
                  <a:lnTo>
                    <a:pt x="5915725" y="961435"/>
                  </a:lnTo>
                  <a:lnTo>
                    <a:pt x="5916386" y="964957"/>
                  </a:lnTo>
                  <a:lnTo>
                    <a:pt x="5917046" y="955103"/>
                  </a:lnTo>
                  <a:lnTo>
                    <a:pt x="5917707" y="976197"/>
                  </a:lnTo>
                  <a:lnTo>
                    <a:pt x="5918367" y="1003143"/>
                  </a:lnTo>
                  <a:lnTo>
                    <a:pt x="5919028" y="1015644"/>
                  </a:lnTo>
                  <a:lnTo>
                    <a:pt x="5919688" y="1035479"/>
                  </a:lnTo>
                  <a:lnTo>
                    <a:pt x="5920349" y="1016896"/>
                  </a:lnTo>
                  <a:lnTo>
                    <a:pt x="5921009" y="1018555"/>
                  </a:lnTo>
                  <a:lnTo>
                    <a:pt x="5921670" y="1015525"/>
                  </a:lnTo>
                  <a:lnTo>
                    <a:pt x="5922330" y="1008353"/>
                  </a:lnTo>
                  <a:lnTo>
                    <a:pt x="5922991" y="1016522"/>
                  </a:lnTo>
                  <a:lnTo>
                    <a:pt x="5923651" y="1016014"/>
                  </a:lnTo>
                  <a:lnTo>
                    <a:pt x="5924312" y="1024379"/>
                  </a:lnTo>
                  <a:lnTo>
                    <a:pt x="5924972" y="1024527"/>
                  </a:lnTo>
                  <a:lnTo>
                    <a:pt x="5925633" y="1011016"/>
                  </a:lnTo>
                  <a:lnTo>
                    <a:pt x="5926294" y="992254"/>
                  </a:lnTo>
                  <a:lnTo>
                    <a:pt x="5926954" y="1006730"/>
                  </a:lnTo>
                  <a:lnTo>
                    <a:pt x="5927615" y="1008329"/>
                  </a:lnTo>
                  <a:lnTo>
                    <a:pt x="5928275" y="995241"/>
                  </a:lnTo>
                  <a:lnTo>
                    <a:pt x="5928936" y="1004832"/>
                  </a:lnTo>
                  <a:lnTo>
                    <a:pt x="5929596" y="1022138"/>
                  </a:lnTo>
                  <a:lnTo>
                    <a:pt x="5930257" y="1016430"/>
                  </a:lnTo>
                  <a:lnTo>
                    <a:pt x="5930917" y="998634"/>
                  </a:lnTo>
                  <a:lnTo>
                    <a:pt x="5931578" y="961890"/>
                  </a:lnTo>
                  <a:lnTo>
                    <a:pt x="5932238" y="961890"/>
                  </a:lnTo>
                  <a:lnTo>
                    <a:pt x="5932899" y="961890"/>
                  </a:lnTo>
                  <a:lnTo>
                    <a:pt x="5933559" y="978538"/>
                  </a:lnTo>
                  <a:lnTo>
                    <a:pt x="5934220" y="971795"/>
                  </a:lnTo>
                  <a:lnTo>
                    <a:pt x="5934880" y="987230"/>
                  </a:lnTo>
                  <a:lnTo>
                    <a:pt x="5935541" y="1007575"/>
                  </a:lnTo>
                  <a:lnTo>
                    <a:pt x="5936202" y="1008093"/>
                  </a:lnTo>
                  <a:lnTo>
                    <a:pt x="5936862" y="1002234"/>
                  </a:lnTo>
                  <a:lnTo>
                    <a:pt x="5937523" y="1016670"/>
                  </a:lnTo>
                  <a:lnTo>
                    <a:pt x="5938183" y="1009996"/>
                  </a:lnTo>
                  <a:lnTo>
                    <a:pt x="5938844" y="970166"/>
                  </a:lnTo>
                  <a:lnTo>
                    <a:pt x="5939504" y="973386"/>
                  </a:lnTo>
                  <a:lnTo>
                    <a:pt x="5940165" y="992818"/>
                  </a:lnTo>
                  <a:lnTo>
                    <a:pt x="5940825" y="1013697"/>
                  </a:lnTo>
                  <a:lnTo>
                    <a:pt x="5941486" y="1000178"/>
                  </a:lnTo>
                  <a:lnTo>
                    <a:pt x="5942146" y="966232"/>
                  </a:lnTo>
                  <a:lnTo>
                    <a:pt x="5942807" y="941303"/>
                  </a:lnTo>
                  <a:lnTo>
                    <a:pt x="5943467" y="950414"/>
                  </a:lnTo>
                  <a:lnTo>
                    <a:pt x="5944128" y="993810"/>
                  </a:lnTo>
                  <a:lnTo>
                    <a:pt x="5944788" y="1014692"/>
                  </a:lnTo>
                  <a:lnTo>
                    <a:pt x="5945449" y="999751"/>
                  </a:lnTo>
                  <a:lnTo>
                    <a:pt x="5946110" y="969661"/>
                  </a:lnTo>
                  <a:lnTo>
                    <a:pt x="5946770" y="970299"/>
                  </a:lnTo>
                  <a:lnTo>
                    <a:pt x="5947431" y="996299"/>
                  </a:lnTo>
                  <a:lnTo>
                    <a:pt x="5948091" y="994249"/>
                  </a:lnTo>
                  <a:lnTo>
                    <a:pt x="5948752" y="990852"/>
                  </a:lnTo>
                  <a:lnTo>
                    <a:pt x="5949412" y="995145"/>
                  </a:lnTo>
                  <a:lnTo>
                    <a:pt x="5950073" y="991207"/>
                  </a:lnTo>
                  <a:lnTo>
                    <a:pt x="5950733" y="983314"/>
                  </a:lnTo>
                  <a:lnTo>
                    <a:pt x="5951394" y="968374"/>
                  </a:lnTo>
                  <a:lnTo>
                    <a:pt x="5952054" y="971927"/>
                  </a:lnTo>
                  <a:lnTo>
                    <a:pt x="5952715" y="987532"/>
                  </a:lnTo>
                  <a:lnTo>
                    <a:pt x="5953375" y="992426"/>
                  </a:lnTo>
                  <a:lnTo>
                    <a:pt x="5954036" y="972993"/>
                  </a:lnTo>
                  <a:lnTo>
                    <a:pt x="5954696" y="998006"/>
                  </a:lnTo>
                  <a:lnTo>
                    <a:pt x="5955357" y="992970"/>
                  </a:lnTo>
                  <a:lnTo>
                    <a:pt x="5956018" y="968190"/>
                  </a:lnTo>
                  <a:lnTo>
                    <a:pt x="5956678" y="968111"/>
                  </a:lnTo>
                  <a:lnTo>
                    <a:pt x="5957339" y="967952"/>
                  </a:lnTo>
                  <a:lnTo>
                    <a:pt x="5957999" y="967952"/>
                  </a:lnTo>
                  <a:lnTo>
                    <a:pt x="5958660" y="968855"/>
                  </a:lnTo>
                  <a:lnTo>
                    <a:pt x="5959320" y="970265"/>
                  </a:lnTo>
                  <a:lnTo>
                    <a:pt x="5959981" y="974258"/>
                  </a:lnTo>
                  <a:lnTo>
                    <a:pt x="5960641" y="974604"/>
                  </a:lnTo>
                  <a:lnTo>
                    <a:pt x="5961302" y="969185"/>
                  </a:lnTo>
                  <a:lnTo>
                    <a:pt x="5961962" y="970352"/>
                  </a:lnTo>
                  <a:lnTo>
                    <a:pt x="5962623" y="956428"/>
                  </a:lnTo>
                  <a:lnTo>
                    <a:pt x="5963283" y="943393"/>
                  </a:lnTo>
                  <a:lnTo>
                    <a:pt x="5963944" y="965570"/>
                  </a:lnTo>
                  <a:lnTo>
                    <a:pt x="5964604" y="958072"/>
                  </a:lnTo>
                  <a:lnTo>
                    <a:pt x="5965265" y="963751"/>
                  </a:lnTo>
                  <a:lnTo>
                    <a:pt x="5965925" y="964487"/>
                  </a:lnTo>
                  <a:lnTo>
                    <a:pt x="5966586" y="961509"/>
                  </a:lnTo>
                  <a:lnTo>
                    <a:pt x="5967247" y="956728"/>
                  </a:lnTo>
                  <a:lnTo>
                    <a:pt x="5967907" y="907651"/>
                  </a:lnTo>
                  <a:lnTo>
                    <a:pt x="5968568" y="903949"/>
                  </a:lnTo>
                  <a:lnTo>
                    <a:pt x="5969228" y="904137"/>
                  </a:lnTo>
                  <a:lnTo>
                    <a:pt x="5969889" y="907839"/>
                  </a:lnTo>
                  <a:lnTo>
                    <a:pt x="5970549" y="937712"/>
                  </a:lnTo>
                  <a:lnTo>
                    <a:pt x="5971210" y="937712"/>
                  </a:lnTo>
                  <a:lnTo>
                    <a:pt x="5971870" y="954271"/>
                  </a:lnTo>
                  <a:lnTo>
                    <a:pt x="5972531" y="964437"/>
                  </a:lnTo>
                  <a:lnTo>
                    <a:pt x="5973191" y="981197"/>
                  </a:lnTo>
                  <a:lnTo>
                    <a:pt x="5973852" y="985130"/>
                  </a:lnTo>
                  <a:lnTo>
                    <a:pt x="5974512" y="985130"/>
                  </a:lnTo>
                  <a:lnTo>
                    <a:pt x="5975173" y="980636"/>
                  </a:lnTo>
                  <a:lnTo>
                    <a:pt x="5975833" y="963618"/>
                  </a:lnTo>
                  <a:lnTo>
                    <a:pt x="5976494" y="955599"/>
                  </a:lnTo>
                  <a:lnTo>
                    <a:pt x="5977155" y="936843"/>
                  </a:lnTo>
                  <a:lnTo>
                    <a:pt x="5977815" y="906970"/>
                  </a:lnTo>
                  <a:lnTo>
                    <a:pt x="5978476" y="906782"/>
                  </a:lnTo>
                  <a:lnTo>
                    <a:pt x="5979136" y="926015"/>
                  </a:lnTo>
                  <a:lnTo>
                    <a:pt x="5979797" y="955599"/>
                  </a:lnTo>
                  <a:lnTo>
                    <a:pt x="5980457" y="993716"/>
                  </a:lnTo>
                  <a:lnTo>
                    <a:pt x="5981118" y="994175"/>
                  </a:lnTo>
                  <a:lnTo>
                    <a:pt x="5981778" y="966722"/>
                  </a:lnTo>
                  <a:lnTo>
                    <a:pt x="5982439" y="965062"/>
                  </a:lnTo>
                  <a:lnTo>
                    <a:pt x="5983099" y="946305"/>
                  </a:lnTo>
                  <a:lnTo>
                    <a:pt x="5983760" y="958703"/>
                  </a:lnTo>
                  <a:lnTo>
                    <a:pt x="5984420" y="963744"/>
                  </a:lnTo>
                  <a:lnTo>
                    <a:pt x="5985081" y="937200"/>
                  </a:lnTo>
                  <a:lnTo>
                    <a:pt x="5985741" y="937200"/>
                  </a:lnTo>
                  <a:lnTo>
                    <a:pt x="5986402" y="948027"/>
                  </a:lnTo>
                  <a:lnTo>
                    <a:pt x="5987063" y="937200"/>
                  </a:lnTo>
                  <a:lnTo>
                    <a:pt x="5987723" y="937200"/>
                  </a:lnTo>
                  <a:lnTo>
                    <a:pt x="5988384" y="965432"/>
                  </a:lnTo>
                  <a:lnTo>
                    <a:pt x="5989044" y="965140"/>
                  </a:lnTo>
                  <a:lnTo>
                    <a:pt x="5989705" y="958083"/>
                  </a:lnTo>
                  <a:lnTo>
                    <a:pt x="5990365" y="963175"/>
                  </a:lnTo>
                  <a:lnTo>
                    <a:pt x="5991026" y="971478"/>
                  </a:lnTo>
                  <a:lnTo>
                    <a:pt x="5991686" y="972479"/>
                  </a:lnTo>
                  <a:lnTo>
                    <a:pt x="5992347" y="975457"/>
                  </a:lnTo>
                  <a:lnTo>
                    <a:pt x="5993007" y="995273"/>
                  </a:lnTo>
                  <a:lnTo>
                    <a:pt x="5993668" y="996163"/>
                  </a:lnTo>
                  <a:lnTo>
                    <a:pt x="5994328" y="967232"/>
                  </a:lnTo>
                  <a:lnTo>
                    <a:pt x="5994989" y="969917"/>
                  </a:lnTo>
                  <a:lnTo>
                    <a:pt x="5995649" y="983192"/>
                  </a:lnTo>
                  <a:lnTo>
                    <a:pt x="5996310" y="989864"/>
                  </a:lnTo>
                  <a:lnTo>
                    <a:pt x="5996970" y="964391"/>
                  </a:lnTo>
                  <a:lnTo>
                    <a:pt x="5997631" y="970265"/>
                  </a:lnTo>
                  <a:lnTo>
                    <a:pt x="5998292" y="975585"/>
                  </a:lnTo>
                  <a:lnTo>
                    <a:pt x="5998952" y="984370"/>
                  </a:lnTo>
                  <a:lnTo>
                    <a:pt x="5999613" y="1000103"/>
                  </a:lnTo>
                  <a:lnTo>
                    <a:pt x="6000273" y="1025095"/>
                  </a:lnTo>
                  <a:lnTo>
                    <a:pt x="6000934" y="1016185"/>
                  </a:lnTo>
                  <a:lnTo>
                    <a:pt x="6001594" y="973760"/>
                  </a:lnTo>
                  <a:lnTo>
                    <a:pt x="6002255" y="1007889"/>
                  </a:lnTo>
                  <a:lnTo>
                    <a:pt x="6002915" y="997558"/>
                  </a:lnTo>
                  <a:lnTo>
                    <a:pt x="6003576" y="998135"/>
                  </a:lnTo>
                  <a:lnTo>
                    <a:pt x="6004236" y="990515"/>
                  </a:lnTo>
                  <a:lnTo>
                    <a:pt x="6004897" y="973703"/>
                  </a:lnTo>
                  <a:lnTo>
                    <a:pt x="6005557" y="956282"/>
                  </a:lnTo>
                  <a:lnTo>
                    <a:pt x="6006218" y="942855"/>
                  </a:lnTo>
                  <a:lnTo>
                    <a:pt x="6006878" y="1004665"/>
                  </a:lnTo>
                  <a:lnTo>
                    <a:pt x="6007539" y="997861"/>
                  </a:lnTo>
                  <a:lnTo>
                    <a:pt x="6008200" y="985458"/>
                  </a:lnTo>
                  <a:lnTo>
                    <a:pt x="6008860" y="866936"/>
                  </a:lnTo>
                  <a:lnTo>
                    <a:pt x="6009521" y="825421"/>
                  </a:lnTo>
                  <a:lnTo>
                    <a:pt x="6010181" y="823727"/>
                  </a:lnTo>
                  <a:lnTo>
                    <a:pt x="6010842" y="829756"/>
                  </a:lnTo>
                  <a:lnTo>
                    <a:pt x="6011502" y="884560"/>
                  </a:lnTo>
                  <a:lnTo>
                    <a:pt x="6012163" y="930222"/>
                  </a:lnTo>
                  <a:lnTo>
                    <a:pt x="6012823" y="943608"/>
                  </a:lnTo>
                  <a:lnTo>
                    <a:pt x="6013484" y="957093"/>
                  </a:lnTo>
                  <a:lnTo>
                    <a:pt x="6014144" y="951089"/>
                  </a:lnTo>
                  <a:lnTo>
                    <a:pt x="6014805" y="942248"/>
                  </a:lnTo>
                  <a:lnTo>
                    <a:pt x="6015465" y="986758"/>
                  </a:lnTo>
                  <a:lnTo>
                    <a:pt x="6016126" y="1005160"/>
                  </a:lnTo>
                  <a:lnTo>
                    <a:pt x="6016786" y="1017284"/>
                  </a:lnTo>
                  <a:lnTo>
                    <a:pt x="6017447" y="1009113"/>
                  </a:lnTo>
                  <a:lnTo>
                    <a:pt x="6018108" y="1003046"/>
                  </a:lnTo>
                  <a:lnTo>
                    <a:pt x="6018768" y="1013765"/>
                  </a:lnTo>
                  <a:lnTo>
                    <a:pt x="6019429" y="999238"/>
                  </a:lnTo>
                  <a:lnTo>
                    <a:pt x="6020089" y="986447"/>
                  </a:lnTo>
                  <a:lnTo>
                    <a:pt x="6020750" y="1009948"/>
                  </a:lnTo>
                  <a:lnTo>
                    <a:pt x="6021410" y="1004390"/>
                  </a:lnTo>
                  <a:lnTo>
                    <a:pt x="6022071" y="982705"/>
                  </a:lnTo>
                  <a:lnTo>
                    <a:pt x="6022731" y="977473"/>
                  </a:lnTo>
                  <a:lnTo>
                    <a:pt x="6023392" y="962102"/>
                  </a:lnTo>
                  <a:lnTo>
                    <a:pt x="6024052" y="975495"/>
                  </a:lnTo>
                  <a:lnTo>
                    <a:pt x="6024713" y="1023633"/>
                  </a:lnTo>
                  <a:lnTo>
                    <a:pt x="6025373" y="1046539"/>
                  </a:lnTo>
                  <a:lnTo>
                    <a:pt x="6026034" y="1030642"/>
                  </a:lnTo>
                  <a:lnTo>
                    <a:pt x="6026694" y="1027988"/>
                  </a:lnTo>
                  <a:lnTo>
                    <a:pt x="6027355" y="1017822"/>
                  </a:lnTo>
                  <a:lnTo>
                    <a:pt x="6028016" y="1031997"/>
                  </a:lnTo>
                  <a:lnTo>
                    <a:pt x="6028676" y="1036814"/>
                  </a:lnTo>
                  <a:lnTo>
                    <a:pt x="6029337" y="1027866"/>
                  </a:lnTo>
                  <a:lnTo>
                    <a:pt x="6029997" y="1019118"/>
                  </a:lnTo>
                  <a:lnTo>
                    <a:pt x="6030658" y="1024358"/>
                  </a:lnTo>
                  <a:lnTo>
                    <a:pt x="6031318" y="1031956"/>
                  </a:lnTo>
                  <a:lnTo>
                    <a:pt x="6031979" y="1027825"/>
                  </a:lnTo>
                  <a:lnTo>
                    <a:pt x="6032639" y="1025457"/>
                  </a:lnTo>
                  <a:lnTo>
                    <a:pt x="6033300" y="1040294"/>
                  </a:lnTo>
                  <a:lnTo>
                    <a:pt x="6033960" y="1034870"/>
                  </a:lnTo>
                  <a:lnTo>
                    <a:pt x="6034621" y="1020854"/>
                  </a:lnTo>
                  <a:lnTo>
                    <a:pt x="6035281" y="1028463"/>
                  </a:lnTo>
                  <a:lnTo>
                    <a:pt x="6035942" y="1037180"/>
                  </a:lnTo>
                  <a:lnTo>
                    <a:pt x="6036602" y="1031956"/>
                  </a:lnTo>
                  <a:lnTo>
                    <a:pt x="6037263" y="1024985"/>
                  </a:lnTo>
                  <a:lnTo>
                    <a:pt x="6037923" y="1022221"/>
                  </a:lnTo>
                  <a:lnTo>
                    <a:pt x="6038584" y="1023427"/>
                  </a:lnTo>
                  <a:lnTo>
                    <a:pt x="6039245" y="1032457"/>
                  </a:lnTo>
                  <a:lnTo>
                    <a:pt x="6039905" y="1037847"/>
                  </a:lnTo>
                  <a:lnTo>
                    <a:pt x="6040566" y="1024272"/>
                  </a:lnTo>
                  <a:lnTo>
                    <a:pt x="6041226" y="1026639"/>
                  </a:lnTo>
                  <a:lnTo>
                    <a:pt x="6041887" y="1045823"/>
                  </a:lnTo>
                  <a:lnTo>
                    <a:pt x="6042547" y="1030770"/>
                  </a:lnTo>
                  <a:lnTo>
                    <a:pt x="6043208" y="1024272"/>
                  </a:lnTo>
                  <a:lnTo>
                    <a:pt x="6043868" y="1040655"/>
                  </a:lnTo>
                  <a:lnTo>
                    <a:pt x="6044529" y="1040909"/>
                  </a:lnTo>
                  <a:lnTo>
                    <a:pt x="6045189" y="1035150"/>
                  </a:lnTo>
                  <a:lnTo>
                    <a:pt x="6045850" y="1025795"/>
                  </a:lnTo>
                  <a:lnTo>
                    <a:pt x="6046510" y="1040694"/>
                  </a:lnTo>
                  <a:lnTo>
                    <a:pt x="6047171" y="1041119"/>
                  </a:lnTo>
                  <a:lnTo>
                    <a:pt x="6047831" y="1022473"/>
                  </a:lnTo>
                  <a:lnTo>
                    <a:pt x="6048492" y="1023728"/>
                  </a:lnTo>
                  <a:lnTo>
                    <a:pt x="6049153" y="1023020"/>
                  </a:lnTo>
                  <a:lnTo>
                    <a:pt x="6049813" y="1024544"/>
                  </a:lnTo>
                  <a:lnTo>
                    <a:pt x="6050474" y="1034224"/>
                  </a:lnTo>
                  <a:lnTo>
                    <a:pt x="6051134" y="1030372"/>
                  </a:lnTo>
                  <a:lnTo>
                    <a:pt x="6051795" y="1036595"/>
                  </a:lnTo>
                  <a:lnTo>
                    <a:pt x="6052455" y="1032999"/>
                  </a:lnTo>
                  <a:lnTo>
                    <a:pt x="6053116" y="1039403"/>
                  </a:lnTo>
                  <a:lnTo>
                    <a:pt x="6053776" y="1026573"/>
                  </a:lnTo>
                  <a:lnTo>
                    <a:pt x="6054437" y="1025832"/>
                  </a:lnTo>
                  <a:lnTo>
                    <a:pt x="6055097" y="1035716"/>
                  </a:lnTo>
                  <a:lnTo>
                    <a:pt x="6055758" y="1025832"/>
                  </a:lnTo>
                  <a:lnTo>
                    <a:pt x="6056418" y="1025432"/>
                  </a:lnTo>
                  <a:lnTo>
                    <a:pt x="6057079" y="1009100"/>
                  </a:lnTo>
                  <a:lnTo>
                    <a:pt x="6057739" y="1011627"/>
                  </a:lnTo>
                  <a:lnTo>
                    <a:pt x="6058400" y="1028508"/>
                  </a:lnTo>
                  <a:lnTo>
                    <a:pt x="6059061" y="1043319"/>
                  </a:lnTo>
                  <a:lnTo>
                    <a:pt x="6059721" y="1031997"/>
                  </a:lnTo>
                  <a:lnTo>
                    <a:pt x="6060382" y="1017822"/>
                  </a:lnTo>
                  <a:lnTo>
                    <a:pt x="6061042" y="1024358"/>
                  </a:lnTo>
                  <a:lnTo>
                    <a:pt x="6061703" y="1038086"/>
                  </a:lnTo>
                  <a:lnTo>
                    <a:pt x="6062363" y="1039987"/>
                  </a:lnTo>
                  <a:lnTo>
                    <a:pt x="6063024" y="1005133"/>
                  </a:lnTo>
                  <a:lnTo>
                    <a:pt x="6063684" y="1007174"/>
                  </a:lnTo>
                  <a:lnTo>
                    <a:pt x="6064345" y="1043853"/>
                  </a:lnTo>
                  <a:lnTo>
                    <a:pt x="6065005" y="1046848"/>
                  </a:lnTo>
                  <a:lnTo>
                    <a:pt x="6065666" y="1036402"/>
                  </a:lnTo>
                  <a:lnTo>
                    <a:pt x="6066326" y="1026214"/>
                  </a:lnTo>
                  <a:lnTo>
                    <a:pt x="6066987" y="1017730"/>
                  </a:lnTo>
                  <a:lnTo>
                    <a:pt x="6067647" y="1026214"/>
                  </a:lnTo>
                  <a:lnTo>
                    <a:pt x="6068308" y="1019987"/>
                  </a:lnTo>
                  <a:lnTo>
                    <a:pt x="6068968" y="1018422"/>
                  </a:lnTo>
                  <a:lnTo>
                    <a:pt x="6069629" y="1035653"/>
                  </a:lnTo>
                  <a:lnTo>
                    <a:pt x="6070290" y="1034005"/>
                  </a:lnTo>
                  <a:lnTo>
                    <a:pt x="6070950" y="1014850"/>
                  </a:lnTo>
                  <a:lnTo>
                    <a:pt x="6071611" y="1040797"/>
                  </a:lnTo>
                  <a:lnTo>
                    <a:pt x="6072271" y="1033308"/>
                  </a:lnTo>
                  <a:lnTo>
                    <a:pt x="6072932" y="1002582"/>
                  </a:lnTo>
                  <a:lnTo>
                    <a:pt x="6073592" y="993986"/>
                  </a:lnTo>
                  <a:lnTo>
                    <a:pt x="6074253" y="1022364"/>
                  </a:lnTo>
                  <a:lnTo>
                    <a:pt x="6074913" y="1018115"/>
                  </a:lnTo>
                  <a:lnTo>
                    <a:pt x="6075574" y="966780"/>
                  </a:lnTo>
                  <a:lnTo>
                    <a:pt x="6076234" y="921886"/>
                  </a:lnTo>
                  <a:lnTo>
                    <a:pt x="6076895" y="935402"/>
                  </a:lnTo>
                  <a:lnTo>
                    <a:pt x="6077555" y="968023"/>
                  </a:lnTo>
                  <a:lnTo>
                    <a:pt x="6078216" y="934552"/>
                  </a:lnTo>
                  <a:lnTo>
                    <a:pt x="6078876" y="834759"/>
                  </a:lnTo>
                  <a:lnTo>
                    <a:pt x="6079537" y="833046"/>
                  </a:lnTo>
                  <a:lnTo>
                    <a:pt x="6080198" y="834759"/>
                  </a:lnTo>
                  <a:lnTo>
                    <a:pt x="6080858" y="829060"/>
                  </a:lnTo>
                  <a:lnTo>
                    <a:pt x="6081519" y="829720"/>
                  </a:lnTo>
                  <a:lnTo>
                    <a:pt x="6082179" y="829720"/>
                  </a:lnTo>
                  <a:lnTo>
                    <a:pt x="6082840" y="829720"/>
                  </a:lnTo>
                  <a:lnTo>
                    <a:pt x="6083500" y="871037"/>
                  </a:lnTo>
                  <a:lnTo>
                    <a:pt x="6084161" y="923065"/>
                  </a:lnTo>
                  <a:lnTo>
                    <a:pt x="6084821" y="948856"/>
                  </a:lnTo>
                  <a:lnTo>
                    <a:pt x="6085482" y="938959"/>
                  </a:lnTo>
                  <a:lnTo>
                    <a:pt x="6086142" y="989542"/>
                  </a:lnTo>
                  <a:lnTo>
                    <a:pt x="6086803" y="986614"/>
                  </a:lnTo>
                  <a:lnTo>
                    <a:pt x="6087463" y="999376"/>
                  </a:lnTo>
                  <a:lnTo>
                    <a:pt x="6088124" y="1007529"/>
                  </a:lnTo>
                  <a:lnTo>
                    <a:pt x="6088784" y="1013505"/>
                  </a:lnTo>
                  <a:lnTo>
                    <a:pt x="6089445" y="1019895"/>
                  </a:lnTo>
                  <a:lnTo>
                    <a:pt x="6090106" y="990738"/>
                  </a:lnTo>
                  <a:lnTo>
                    <a:pt x="6090766" y="995530"/>
                  </a:lnTo>
                  <a:lnTo>
                    <a:pt x="6091427" y="1001862"/>
                  </a:lnTo>
                  <a:lnTo>
                    <a:pt x="6092087" y="1022692"/>
                  </a:lnTo>
                  <a:lnTo>
                    <a:pt x="6092748" y="1033537"/>
                  </a:lnTo>
                  <a:lnTo>
                    <a:pt x="6093408" y="1036888"/>
                  </a:lnTo>
                  <a:lnTo>
                    <a:pt x="6094069" y="1042398"/>
                  </a:lnTo>
                  <a:lnTo>
                    <a:pt x="6094729" y="1038677"/>
                  </a:lnTo>
                  <a:lnTo>
                    <a:pt x="6095390" y="1009765"/>
                  </a:lnTo>
                  <a:lnTo>
                    <a:pt x="6096050" y="1006620"/>
                  </a:lnTo>
                  <a:lnTo>
                    <a:pt x="6096711" y="1000357"/>
                  </a:lnTo>
                  <a:lnTo>
                    <a:pt x="6097371" y="1009924"/>
                  </a:lnTo>
                  <a:lnTo>
                    <a:pt x="6098032" y="1032075"/>
                  </a:lnTo>
                  <a:lnTo>
                    <a:pt x="6098692" y="1046544"/>
                  </a:lnTo>
                  <a:lnTo>
                    <a:pt x="6099353" y="1048473"/>
                  </a:lnTo>
                  <a:lnTo>
                    <a:pt x="6100014" y="1042047"/>
                  </a:lnTo>
                  <a:lnTo>
                    <a:pt x="6100674" y="1056281"/>
                  </a:lnTo>
                  <a:lnTo>
                    <a:pt x="6101335" y="1055957"/>
                  </a:lnTo>
                  <a:lnTo>
                    <a:pt x="6101995" y="1036918"/>
                  </a:lnTo>
                  <a:lnTo>
                    <a:pt x="6102656" y="1033898"/>
                  </a:lnTo>
                  <a:lnTo>
                    <a:pt x="6103316" y="1011302"/>
                  </a:lnTo>
                  <a:lnTo>
                    <a:pt x="6103977" y="1010948"/>
                  </a:lnTo>
                  <a:lnTo>
                    <a:pt x="6104637" y="1021644"/>
                  </a:lnTo>
                  <a:lnTo>
                    <a:pt x="6105298" y="1030879"/>
                  </a:lnTo>
                  <a:lnTo>
                    <a:pt x="6105958" y="1032310"/>
                  </a:lnTo>
                  <a:lnTo>
                    <a:pt x="6106619" y="1041450"/>
                  </a:lnTo>
                  <a:lnTo>
                    <a:pt x="6107279" y="1043271"/>
                  </a:lnTo>
                  <a:lnTo>
                    <a:pt x="6107940" y="1025997"/>
                  </a:lnTo>
                  <a:lnTo>
                    <a:pt x="6108600" y="1030879"/>
                  </a:lnTo>
                  <a:lnTo>
                    <a:pt x="6109261" y="1043797"/>
                  </a:lnTo>
                  <a:lnTo>
                    <a:pt x="6109921" y="1046440"/>
                  </a:lnTo>
                  <a:lnTo>
                    <a:pt x="6110582" y="1038955"/>
                  </a:lnTo>
                  <a:lnTo>
                    <a:pt x="6111243" y="1040947"/>
                  </a:lnTo>
                  <a:lnTo>
                    <a:pt x="6111903" y="1046902"/>
                  </a:lnTo>
                  <a:lnTo>
                    <a:pt x="6112564" y="1030972"/>
                  </a:lnTo>
                  <a:lnTo>
                    <a:pt x="6113224" y="1042198"/>
                  </a:lnTo>
                  <a:lnTo>
                    <a:pt x="6113885" y="1048170"/>
                  </a:lnTo>
                  <a:lnTo>
                    <a:pt x="6114545" y="1049861"/>
                  </a:lnTo>
                  <a:lnTo>
                    <a:pt x="6115206" y="1041007"/>
                  </a:lnTo>
                  <a:lnTo>
                    <a:pt x="6115866" y="1038864"/>
                  </a:lnTo>
                  <a:lnTo>
                    <a:pt x="6116527" y="1049002"/>
                  </a:lnTo>
                  <a:lnTo>
                    <a:pt x="6117187" y="1039512"/>
                  </a:lnTo>
                  <a:lnTo>
                    <a:pt x="6117848" y="1035016"/>
                  </a:lnTo>
                  <a:lnTo>
                    <a:pt x="6118508" y="1043624"/>
                  </a:lnTo>
                  <a:lnTo>
                    <a:pt x="6119169" y="1040637"/>
                  </a:lnTo>
                  <a:lnTo>
                    <a:pt x="6119829" y="1034095"/>
                  </a:lnTo>
                  <a:lnTo>
                    <a:pt x="6120490" y="1042818"/>
                  </a:lnTo>
                  <a:lnTo>
                    <a:pt x="6121151" y="1043858"/>
                  </a:lnTo>
                  <a:lnTo>
                    <a:pt x="6121811" y="1047971"/>
                  </a:lnTo>
                  <a:lnTo>
                    <a:pt x="6122472" y="1052735"/>
                  </a:lnTo>
                  <a:lnTo>
                    <a:pt x="6123132" y="1052549"/>
                  </a:lnTo>
                  <a:lnTo>
                    <a:pt x="6123793" y="1047971"/>
                  </a:lnTo>
                  <a:lnTo>
                    <a:pt x="6124453" y="1043351"/>
                  </a:lnTo>
                  <a:lnTo>
                    <a:pt x="6125114" y="1041534"/>
                  </a:lnTo>
                  <a:lnTo>
                    <a:pt x="6125774" y="1048677"/>
                  </a:lnTo>
                  <a:lnTo>
                    <a:pt x="6126435" y="1045025"/>
                  </a:lnTo>
                  <a:lnTo>
                    <a:pt x="6127095" y="1035550"/>
                  </a:lnTo>
                  <a:lnTo>
                    <a:pt x="6127756" y="1042480"/>
                  </a:lnTo>
                  <a:lnTo>
                    <a:pt x="6128416" y="1045244"/>
                  </a:lnTo>
                  <a:lnTo>
                    <a:pt x="6129077" y="1050123"/>
                  </a:lnTo>
                  <a:lnTo>
                    <a:pt x="6129737" y="1037893"/>
                  </a:lnTo>
                  <a:lnTo>
                    <a:pt x="6130398" y="1034688"/>
                  </a:lnTo>
                  <a:lnTo>
                    <a:pt x="6131059" y="1034876"/>
                  </a:lnTo>
                  <a:lnTo>
                    <a:pt x="6131719" y="1037870"/>
                  </a:lnTo>
                  <a:lnTo>
                    <a:pt x="6132380" y="1039107"/>
                  </a:lnTo>
                  <a:lnTo>
                    <a:pt x="6133040" y="1040117"/>
                  </a:lnTo>
                  <a:lnTo>
                    <a:pt x="6133701" y="1040135"/>
                  </a:lnTo>
                  <a:lnTo>
                    <a:pt x="6134361" y="1034727"/>
                  </a:lnTo>
                  <a:lnTo>
                    <a:pt x="6135022" y="1016432"/>
                  </a:lnTo>
                  <a:lnTo>
                    <a:pt x="6135682" y="1009770"/>
                  </a:lnTo>
                  <a:lnTo>
                    <a:pt x="6136343" y="1013213"/>
                  </a:lnTo>
                  <a:lnTo>
                    <a:pt x="6137003" y="1002437"/>
                  </a:lnTo>
                  <a:lnTo>
                    <a:pt x="6137664" y="990183"/>
                  </a:lnTo>
                  <a:lnTo>
                    <a:pt x="6138324" y="974791"/>
                  </a:lnTo>
                  <a:lnTo>
                    <a:pt x="6138985" y="954265"/>
                  </a:lnTo>
                  <a:lnTo>
                    <a:pt x="6139645" y="977695"/>
                  </a:lnTo>
                  <a:lnTo>
                    <a:pt x="6140306" y="987575"/>
                  </a:lnTo>
                  <a:lnTo>
                    <a:pt x="6140966" y="993325"/>
                  </a:lnTo>
                  <a:lnTo>
                    <a:pt x="6141627" y="1015458"/>
                  </a:lnTo>
                  <a:lnTo>
                    <a:pt x="6142288" y="1019257"/>
                  </a:lnTo>
                  <a:lnTo>
                    <a:pt x="6142948" y="1024591"/>
                  </a:lnTo>
                  <a:lnTo>
                    <a:pt x="6143609" y="1033671"/>
                  </a:lnTo>
                  <a:lnTo>
                    <a:pt x="6144269" y="1015895"/>
                  </a:lnTo>
                  <a:lnTo>
                    <a:pt x="6144930" y="1019025"/>
                  </a:lnTo>
                  <a:lnTo>
                    <a:pt x="6145590" y="1033230"/>
                  </a:lnTo>
                  <a:lnTo>
                    <a:pt x="6146251" y="1047068"/>
                  </a:lnTo>
                  <a:lnTo>
                    <a:pt x="6146911" y="1039531"/>
                  </a:lnTo>
                  <a:lnTo>
                    <a:pt x="6147572" y="1038989"/>
                  </a:lnTo>
                  <a:lnTo>
                    <a:pt x="6148232" y="1035545"/>
                  </a:lnTo>
                  <a:lnTo>
                    <a:pt x="6148893" y="1020981"/>
                  </a:lnTo>
                  <a:lnTo>
                    <a:pt x="6149553" y="1025956"/>
                  </a:lnTo>
                  <a:lnTo>
                    <a:pt x="6150214" y="1034509"/>
                  </a:lnTo>
                  <a:lnTo>
                    <a:pt x="6150874" y="1033852"/>
                  </a:lnTo>
                  <a:lnTo>
                    <a:pt x="6151535" y="1031629"/>
                  </a:lnTo>
                  <a:lnTo>
                    <a:pt x="6152196" y="1022002"/>
                  </a:lnTo>
                  <a:lnTo>
                    <a:pt x="6152856" y="1028501"/>
                  </a:lnTo>
                  <a:lnTo>
                    <a:pt x="6153517" y="1028308"/>
                  </a:lnTo>
                  <a:lnTo>
                    <a:pt x="6154177" y="1019824"/>
                  </a:lnTo>
                  <a:lnTo>
                    <a:pt x="6154838" y="1011649"/>
                  </a:lnTo>
                  <a:lnTo>
                    <a:pt x="6155498" y="1017144"/>
                  </a:lnTo>
                  <a:lnTo>
                    <a:pt x="6156159" y="1026487"/>
                  </a:lnTo>
                  <a:lnTo>
                    <a:pt x="6156819" y="1015841"/>
                  </a:lnTo>
                  <a:lnTo>
                    <a:pt x="6157480" y="1027662"/>
                  </a:lnTo>
                  <a:lnTo>
                    <a:pt x="6158140" y="1020906"/>
                  </a:lnTo>
                  <a:lnTo>
                    <a:pt x="6158801" y="1021163"/>
                  </a:lnTo>
                  <a:lnTo>
                    <a:pt x="6159461" y="1042998"/>
                  </a:lnTo>
                  <a:lnTo>
                    <a:pt x="6160122" y="1045094"/>
                  </a:lnTo>
                  <a:lnTo>
                    <a:pt x="6160782" y="1034334"/>
                  </a:lnTo>
                  <a:lnTo>
                    <a:pt x="6161443" y="1020605"/>
                  </a:lnTo>
                  <a:lnTo>
                    <a:pt x="6162104" y="1031582"/>
                  </a:lnTo>
                  <a:lnTo>
                    <a:pt x="6162764" y="1040123"/>
                  </a:lnTo>
                  <a:lnTo>
                    <a:pt x="6163425" y="1017534"/>
                  </a:lnTo>
                  <a:lnTo>
                    <a:pt x="6164085" y="1002981"/>
                  </a:lnTo>
                  <a:lnTo>
                    <a:pt x="6164746" y="993031"/>
                  </a:lnTo>
                  <a:lnTo>
                    <a:pt x="6165406" y="990335"/>
                  </a:lnTo>
                  <a:lnTo>
                    <a:pt x="6166067" y="978348"/>
                  </a:lnTo>
                  <a:lnTo>
                    <a:pt x="6166727" y="973016"/>
                  </a:lnTo>
                  <a:lnTo>
                    <a:pt x="6167388" y="992986"/>
                  </a:lnTo>
                  <a:lnTo>
                    <a:pt x="6168048" y="1002328"/>
                  </a:lnTo>
                  <a:lnTo>
                    <a:pt x="6168709" y="1043339"/>
                  </a:lnTo>
                  <a:lnTo>
                    <a:pt x="6169369" y="1042417"/>
                  </a:lnTo>
                  <a:lnTo>
                    <a:pt x="6170030" y="1027733"/>
                  </a:lnTo>
                  <a:lnTo>
                    <a:pt x="6170690" y="1012156"/>
                  </a:lnTo>
                  <a:lnTo>
                    <a:pt x="6171351" y="1015933"/>
                  </a:lnTo>
                  <a:lnTo>
                    <a:pt x="6172012" y="1030459"/>
                  </a:lnTo>
                  <a:lnTo>
                    <a:pt x="6172672" y="1033180"/>
                  </a:lnTo>
                  <a:lnTo>
                    <a:pt x="6173333" y="1006627"/>
                  </a:lnTo>
                  <a:lnTo>
                    <a:pt x="6173993" y="1004818"/>
                  </a:lnTo>
                  <a:lnTo>
                    <a:pt x="6174654" y="1007332"/>
                  </a:lnTo>
                  <a:lnTo>
                    <a:pt x="6175314" y="1030993"/>
                  </a:lnTo>
                  <a:lnTo>
                    <a:pt x="6175975" y="1027662"/>
                  </a:lnTo>
                  <a:lnTo>
                    <a:pt x="6176635" y="1017308"/>
                  </a:lnTo>
                  <a:lnTo>
                    <a:pt x="6177296" y="1016012"/>
                  </a:lnTo>
                  <a:lnTo>
                    <a:pt x="6177956" y="1021871"/>
                  </a:lnTo>
                  <a:lnTo>
                    <a:pt x="6178617" y="1041582"/>
                  </a:lnTo>
                  <a:lnTo>
                    <a:pt x="6179277" y="1040024"/>
                  </a:lnTo>
                  <a:lnTo>
                    <a:pt x="6179938" y="1032411"/>
                  </a:lnTo>
                  <a:lnTo>
                    <a:pt x="6180598" y="1019733"/>
                  </a:lnTo>
                  <a:lnTo>
                    <a:pt x="6181259" y="1019547"/>
                  </a:lnTo>
                  <a:lnTo>
                    <a:pt x="6181919" y="1016381"/>
                  </a:lnTo>
                  <a:lnTo>
                    <a:pt x="6182580" y="1009828"/>
                  </a:lnTo>
                  <a:lnTo>
                    <a:pt x="6183241" y="1042617"/>
                  </a:lnTo>
                  <a:lnTo>
                    <a:pt x="6183901" y="1028031"/>
                  </a:lnTo>
                  <a:lnTo>
                    <a:pt x="6184562" y="1023900"/>
                  </a:lnTo>
                  <a:lnTo>
                    <a:pt x="6185222" y="1039536"/>
                  </a:lnTo>
                  <a:lnTo>
                    <a:pt x="6185883" y="1045199"/>
                  </a:lnTo>
                  <a:lnTo>
                    <a:pt x="6186543" y="1031484"/>
                  </a:lnTo>
                  <a:lnTo>
                    <a:pt x="6187204" y="1033856"/>
                  </a:lnTo>
                  <a:lnTo>
                    <a:pt x="6187864" y="1022211"/>
                  </a:lnTo>
                  <a:lnTo>
                    <a:pt x="6188525" y="1021532"/>
                  </a:lnTo>
                  <a:lnTo>
                    <a:pt x="6189185" y="1047084"/>
                  </a:lnTo>
                  <a:lnTo>
                    <a:pt x="6189846" y="1035715"/>
                  </a:lnTo>
                  <a:lnTo>
                    <a:pt x="6190506" y="1038974"/>
                  </a:lnTo>
                  <a:lnTo>
                    <a:pt x="6191167" y="1047902"/>
                  </a:lnTo>
                  <a:lnTo>
                    <a:pt x="6191827" y="1042523"/>
                  </a:lnTo>
                  <a:lnTo>
                    <a:pt x="6192488" y="1020753"/>
                  </a:lnTo>
                  <a:lnTo>
                    <a:pt x="6193149" y="1010848"/>
                  </a:lnTo>
                  <a:lnTo>
                    <a:pt x="6193809" y="1017229"/>
                  </a:lnTo>
                  <a:lnTo>
                    <a:pt x="6194470" y="1036127"/>
                  </a:lnTo>
                  <a:lnTo>
                    <a:pt x="6195130" y="1048166"/>
                  </a:lnTo>
                  <a:lnTo>
                    <a:pt x="6195791" y="1032531"/>
                  </a:lnTo>
                  <a:lnTo>
                    <a:pt x="6196451" y="1017229"/>
                  </a:lnTo>
                  <a:lnTo>
                    <a:pt x="6197112" y="1040148"/>
                  </a:lnTo>
                  <a:lnTo>
                    <a:pt x="6197772" y="1049385"/>
                  </a:lnTo>
                  <a:lnTo>
                    <a:pt x="6198433" y="1036943"/>
                  </a:lnTo>
                  <a:lnTo>
                    <a:pt x="6199093" y="1042084"/>
                  </a:lnTo>
                  <a:lnTo>
                    <a:pt x="6199754" y="1036632"/>
                  </a:lnTo>
                  <a:lnTo>
                    <a:pt x="6200414" y="1019580"/>
                  </a:lnTo>
                  <a:lnTo>
                    <a:pt x="6201075" y="1014191"/>
                  </a:lnTo>
                  <a:lnTo>
                    <a:pt x="6201735" y="1027519"/>
                  </a:lnTo>
                  <a:lnTo>
                    <a:pt x="6202396" y="1032172"/>
                  </a:lnTo>
                  <a:lnTo>
                    <a:pt x="6203057" y="1017981"/>
                  </a:lnTo>
                  <a:lnTo>
                    <a:pt x="6203717" y="1038116"/>
                  </a:lnTo>
                  <a:lnTo>
                    <a:pt x="6204378" y="1054707"/>
                  </a:lnTo>
                  <a:lnTo>
                    <a:pt x="6205038" y="1054146"/>
                  </a:lnTo>
                  <a:lnTo>
                    <a:pt x="6205699" y="1047586"/>
                  </a:lnTo>
                  <a:lnTo>
                    <a:pt x="6206359" y="1030654"/>
                  </a:lnTo>
                  <a:lnTo>
                    <a:pt x="6207020" y="1025679"/>
                  </a:lnTo>
                  <a:lnTo>
                    <a:pt x="6207680" y="1022356"/>
                  </a:lnTo>
                  <a:lnTo>
                    <a:pt x="6208341" y="1053073"/>
                  </a:lnTo>
                  <a:lnTo>
                    <a:pt x="6209001" y="1055325"/>
                  </a:lnTo>
                  <a:lnTo>
                    <a:pt x="6209662" y="1046138"/>
                  </a:lnTo>
                  <a:lnTo>
                    <a:pt x="6210322" y="1037731"/>
                  </a:lnTo>
                  <a:lnTo>
                    <a:pt x="6210983" y="1041941"/>
                  </a:lnTo>
                  <a:lnTo>
                    <a:pt x="6211643" y="1034134"/>
                  </a:lnTo>
                  <a:lnTo>
                    <a:pt x="6212304" y="1041941"/>
                  </a:lnTo>
                  <a:lnTo>
                    <a:pt x="6212964" y="1037731"/>
                  </a:lnTo>
                  <a:lnTo>
                    <a:pt x="6213625" y="1051335"/>
                  </a:lnTo>
                  <a:lnTo>
                    <a:pt x="6214286" y="1039751"/>
                  </a:lnTo>
                  <a:lnTo>
                    <a:pt x="6214946" y="1025679"/>
                  </a:lnTo>
                  <a:lnTo>
                    <a:pt x="6215607" y="1023933"/>
                  </a:lnTo>
                  <a:lnTo>
                    <a:pt x="6216267" y="1041719"/>
                  </a:lnTo>
                  <a:lnTo>
                    <a:pt x="6216928" y="1021949"/>
                  </a:lnTo>
                  <a:lnTo>
                    <a:pt x="6217588" y="1034860"/>
                  </a:lnTo>
                  <a:lnTo>
                    <a:pt x="6218249" y="1045215"/>
                  </a:lnTo>
                  <a:lnTo>
                    <a:pt x="6218909" y="1054422"/>
                  </a:lnTo>
                  <a:lnTo>
                    <a:pt x="6219570" y="1037509"/>
                  </a:lnTo>
                  <a:lnTo>
                    <a:pt x="6220230" y="1026301"/>
                  </a:lnTo>
                  <a:lnTo>
                    <a:pt x="6220891" y="1037076"/>
                  </a:lnTo>
                  <a:lnTo>
                    <a:pt x="6221551" y="1032661"/>
                  </a:lnTo>
                  <a:lnTo>
                    <a:pt x="6222212" y="1040021"/>
                  </a:lnTo>
                  <a:lnTo>
                    <a:pt x="6222872" y="1048013"/>
                  </a:lnTo>
                  <a:lnTo>
                    <a:pt x="6223533" y="1027743"/>
                  </a:lnTo>
                  <a:lnTo>
                    <a:pt x="6224194" y="1037050"/>
                  </a:lnTo>
                  <a:lnTo>
                    <a:pt x="6224854" y="1051597"/>
                  </a:lnTo>
                  <a:lnTo>
                    <a:pt x="6225515" y="1035783"/>
                  </a:lnTo>
                  <a:lnTo>
                    <a:pt x="6226175" y="1025457"/>
                  </a:lnTo>
                  <a:lnTo>
                    <a:pt x="6226836" y="1014433"/>
                  </a:lnTo>
                  <a:lnTo>
                    <a:pt x="6227496" y="999305"/>
                  </a:lnTo>
                  <a:lnTo>
                    <a:pt x="6228157" y="1011063"/>
                  </a:lnTo>
                  <a:lnTo>
                    <a:pt x="6228817" y="1046204"/>
                  </a:lnTo>
                  <a:lnTo>
                    <a:pt x="6229478" y="1052481"/>
                  </a:lnTo>
                  <a:lnTo>
                    <a:pt x="6230138" y="1047549"/>
                  </a:lnTo>
                  <a:lnTo>
                    <a:pt x="6230799" y="1019003"/>
                  </a:lnTo>
                  <a:lnTo>
                    <a:pt x="6231459" y="1017027"/>
                  </a:lnTo>
                  <a:lnTo>
                    <a:pt x="6232120" y="1038202"/>
                  </a:lnTo>
                  <a:lnTo>
                    <a:pt x="6232780" y="1037603"/>
                  </a:lnTo>
                  <a:lnTo>
                    <a:pt x="6233441" y="1016381"/>
                  </a:lnTo>
                  <a:lnTo>
                    <a:pt x="6234102" y="1028624"/>
                  </a:lnTo>
                  <a:lnTo>
                    <a:pt x="6234762" y="1043115"/>
                  </a:lnTo>
                  <a:lnTo>
                    <a:pt x="6235423" y="1038790"/>
                  </a:lnTo>
                  <a:lnTo>
                    <a:pt x="6236083" y="1026785"/>
                  </a:lnTo>
                  <a:lnTo>
                    <a:pt x="6236744" y="999038"/>
                  </a:lnTo>
                  <a:lnTo>
                    <a:pt x="6237404" y="955273"/>
                  </a:lnTo>
                  <a:lnTo>
                    <a:pt x="6238065" y="939558"/>
                  </a:lnTo>
                  <a:lnTo>
                    <a:pt x="6238725" y="961895"/>
                  </a:lnTo>
                  <a:lnTo>
                    <a:pt x="6239386" y="990743"/>
                  </a:lnTo>
                  <a:lnTo>
                    <a:pt x="6240046" y="990743"/>
                  </a:lnTo>
                  <a:lnTo>
                    <a:pt x="6240707" y="995237"/>
                  </a:lnTo>
                  <a:lnTo>
                    <a:pt x="6241367" y="996113"/>
                  </a:lnTo>
                  <a:lnTo>
                    <a:pt x="6242028" y="1023710"/>
                  </a:lnTo>
                  <a:lnTo>
                    <a:pt x="6242688" y="1016248"/>
                  </a:lnTo>
                  <a:lnTo>
                    <a:pt x="6243349" y="1021679"/>
                  </a:lnTo>
                  <a:lnTo>
                    <a:pt x="6244010" y="1035494"/>
                  </a:lnTo>
                  <a:lnTo>
                    <a:pt x="6244670" y="1029656"/>
                  </a:lnTo>
                  <a:lnTo>
                    <a:pt x="6245331" y="1025798"/>
                  </a:lnTo>
                  <a:lnTo>
                    <a:pt x="6245991" y="1019569"/>
                  </a:lnTo>
                  <a:lnTo>
                    <a:pt x="6246652" y="1034603"/>
                  </a:lnTo>
                  <a:lnTo>
                    <a:pt x="6247312" y="1036343"/>
                  </a:lnTo>
                  <a:lnTo>
                    <a:pt x="6247973" y="1015075"/>
                  </a:lnTo>
                  <a:lnTo>
                    <a:pt x="6248633" y="1032750"/>
                  </a:lnTo>
                  <a:lnTo>
                    <a:pt x="6249294" y="1046928"/>
                  </a:lnTo>
                  <a:lnTo>
                    <a:pt x="6249954" y="1031870"/>
                  </a:lnTo>
                  <a:lnTo>
                    <a:pt x="6250615" y="1038722"/>
                  </a:lnTo>
                  <a:lnTo>
                    <a:pt x="6251275" y="1030959"/>
                  </a:lnTo>
                  <a:lnTo>
                    <a:pt x="6251936" y="1004465"/>
                  </a:lnTo>
                  <a:lnTo>
                    <a:pt x="6252596" y="998372"/>
                  </a:lnTo>
                  <a:lnTo>
                    <a:pt x="6253257" y="1011018"/>
                  </a:lnTo>
                  <a:lnTo>
                    <a:pt x="6253917" y="1011300"/>
                  </a:lnTo>
                  <a:lnTo>
                    <a:pt x="6254578" y="1026990"/>
                  </a:lnTo>
                  <a:lnTo>
                    <a:pt x="6255239" y="1015309"/>
                  </a:lnTo>
                  <a:lnTo>
                    <a:pt x="6255899" y="1018632"/>
                  </a:lnTo>
                  <a:lnTo>
                    <a:pt x="6256560" y="1011018"/>
                  </a:lnTo>
                  <a:lnTo>
                    <a:pt x="6257220" y="1035601"/>
                  </a:lnTo>
                  <a:lnTo>
                    <a:pt x="6257881" y="1048278"/>
                  </a:lnTo>
                  <a:lnTo>
                    <a:pt x="6258541" y="1048092"/>
                  </a:lnTo>
                  <a:lnTo>
                    <a:pt x="6259202" y="1023607"/>
                  </a:lnTo>
                  <a:lnTo>
                    <a:pt x="6259862" y="1012314"/>
                  </a:lnTo>
                  <a:lnTo>
                    <a:pt x="6260523" y="1034293"/>
                  </a:lnTo>
                  <a:lnTo>
                    <a:pt x="6261183" y="1036733"/>
                  </a:lnTo>
                  <a:lnTo>
                    <a:pt x="6261844" y="1039462"/>
                  </a:lnTo>
                  <a:lnTo>
                    <a:pt x="6262504" y="1043736"/>
                  </a:lnTo>
                  <a:lnTo>
                    <a:pt x="6263165" y="1036862"/>
                  </a:lnTo>
                  <a:lnTo>
                    <a:pt x="6263825" y="1024535"/>
                  </a:lnTo>
                  <a:lnTo>
                    <a:pt x="6264486" y="1017073"/>
                  </a:lnTo>
                  <a:lnTo>
                    <a:pt x="6265147" y="1018038"/>
                  </a:lnTo>
                  <a:lnTo>
                    <a:pt x="6265807" y="1015531"/>
                  </a:lnTo>
                  <a:lnTo>
                    <a:pt x="6266468" y="1029582"/>
                  </a:lnTo>
                  <a:lnTo>
                    <a:pt x="6267128" y="1045722"/>
                  </a:lnTo>
                  <a:lnTo>
                    <a:pt x="6267789" y="1040672"/>
                  </a:lnTo>
                  <a:lnTo>
                    <a:pt x="6268449" y="1032869"/>
                  </a:lnTo>
                  <a:lnTo>
                    <a:pt x="6269110" y="1023829"/>
                  </a:lnTo>
                  <a:lnTo>
                    <a:pt x="6269770" y="1030905"/>
                  </a:lnTo>
                  <a:lnTo>
                    <a:pt x="6270431" y="1037380"/>
                  </a:lnTo>
                  <a:lnTo>
                    <a:pt x="6271091" y="1010045"/>
                  </a:lnTo>
                  <a:lnTo>
                    <a:pt x="6271752" y="999169"/>
                  </a:lnTo>
                  <a:lnTo>
                    <a:pt x="6272412" y="983647"/>
                  </a:lnTo>
                  <a:lnTo>
                    <a:pt x="6273073" y="1010045"/>
                  </a:lnTo>
                  <a:lnTo>
                    <a:pt x="6273733" y="995303"/>
                  </a:lnTo>
                  <a:lnTo>
                    <a:pt x="6274394" y="979494"/>
                  </a:lnTo>
                  <a:lnTo>
                    <a:pt x="6275055" y="944266"/>
                  </a:lnTo>
                  <a:lnTo>
                    <a:pt x="6275715" y="926007"/>
                  </a:lnTo>
                  <a:lnTo>
                    <a:pt x="6276376" y="937618"/>
                  </a:lnTo>
                  <a:lnTo>
                    <a:pt x="6277036" y="938089"/>
                  </a:lnTo>
                  <a:lnTo>
                    <a:pt x="6277697" y="936714"/>
                  </a:lnTo>
                  <a:lnTo>
                    <a:pt x="6278357" y="959594"/>
                  </a:lnTo>
                  <a:lnTo>
                    <a:pt x="6279018" y="1008207"/>
                  </a:lnTo>
                  <a:lnTo>
                    <a:pt x="6279678" y="1005634"/>
                  </a:lnTo>
                  <a:lnTo>
                    <a:pt x="6280339" y="1010043"/>
                  </a:lnTo>
                  <a:lnTo>
                    <a:pt x="6280999" y="1005634"/>
                  </a:lnTo>
                  <a:lnTo>
                    <a:pt x="6281660" y="1014214"/>
                  </a:lnTo>
                  <a:lnTo>
                    <a:pt x="6282320" y="1039626"/>
                  </a:lnTo>
                  <a:lnTo>
                    <a:pt x="6282981" y="1036890"/>
                  </a:lnTo>
                  <a:lnTo>
                    <a:pt x="6283641" y="1000172"/>
                  </a:lnTo>
                  <a:lnTo>
                    <a:pt x="6284302" y="996229"/>
                  </a:lnTo>
                  <a:lnTo>
                    <a:pt x="6284962" y="1016478"/>
                  </a:lnTo>
                  <a:lnTo>
                    <a:pt x="6285623" y="1015353"/>
                  </a:lnTo>
                  <a:lnTo>
                    <a:pt x="6286284" y="1020645"/>
                  </a:lnTo>
                  <a:lnTo>
                    <a:pt x="6286944" y="1001141"/>
                  </a:lnTo>
                  <a:lnTo>
                    <a:pt x="6287605" y="1013483"/>
                  </a:lnTo>
                  <a:lnTo>
                    <a:pt x="6288265" y="1033816"/>
                  </a:lnTo>
                  <a:lnTo>
                    <a:pt x="6288926" y="1029556"/>
                  </a:lnTo>
                  <a:lnTo>
                    <a:pt x="6289586" y="1018549"/>
                  </a:lnTo>
                  <a:lnTo>
                    <a:pt x="6290247" y="1020646"/>
                  </a:lnTo>
                  <a:lnTo>
                    <a:pt x="6290907" y="1035269"/>
                  </a:lnTo>
                  <a:lnTo>
                    <a:pt x="6291568" y="1024776"/>
                  </a:lnTo>
                  <a:lnTo>
                    <a:pt x="6292228" y="1015353"/>
                  </a:lnTo>
                  <a:lnTo>
                    <a:pt x="6292889" y="1024776"/>
                  </a:lnTo>
                  <a:lnTo>
                    <a:pt x="6293549" y="1039191"/>
                  </a:lnTo>
                  <a:lnTo>
                    <a:pt x="6294210" y="1032238"/>
                  </a:lnTo>
                  <a:lnTo>
                    <a:pt x="6294870" y="1017433"/>
                  </a:lnTo>
                  <a:lnTo>
                    <a:pt x="6295531" y="1010242"/>
                  </a:lnTo>
                  <a:lnTo>
                    <a:pt x="6296192" y="989368"/>
                  </a:lnTo>
                  <a:lnTo>
                    <a:pt x="6296852" y="979026"/>
                  </a:lnTo>
                  <a:lnTo>
                    <a:pt x="6297513" y="998739"/>
                  </a:lnTo>
                  <a:lnTo>
                    <a:pt x="6298173" y="1014214"/>
                  </a:lnTo>
                  <a:lnTo>
                    <a:pt x="6298834" y="1031330"/>
                  </a:lnTo>
                  <a:lnTo>
                    <a:pt x="6299494" y="1037075"/>
                  </a:lnTo>
                  <a:lnTo>
                    <a:pt x="6300155" y="1033409"/>
                  </a:lnTo>
                  <a:lnTo>
                    <a:pt x="6300815" y="1048593"/>
                  </a:lnTo>
                  <a:lnTo>
                    <a:pt x="6301476" y="1048891"/>
                  </a:lnTo>
                  <a:lnTo>
                    <a:pt x="6302136" y="1031853"/>
                  </a:lnTo>
                  <a:lnTo>
                    <a:pt x="6302797" y="1015353"/>
                  </a:lnTo>
                  <a:lnTo>
                    <a:pt x="6303457" y="1035787"/>
                  </a:lnTo>
                  <a:lnTo>
                    <a:pt x="6304118" y="1050110"/>
                  </a:lnTo>
                  <a:lnTo>
                    <a:pt x="6304778" y="1041512"/>
                  </a:lnTo>
                  <a:lnTo>
                    <a:pt x="6305439" y="1020645"/>
                  </a:lnTo>
                  <a:lnTo>
                    <a:pt x="6306100" y="1033076"/>
                  </a:lnTo>
                  <a:lnTo>
                    <a:pt x="6306760" y="1039157"/>
                  </a:lnTo>
                  <a:lnTo>
                    <a:pt x="6307421" y="1050726"/>
                  </a:lnTo>
                  <a:lnTo>
                    <a:pt x="6308081" y="1046995"/>
                  </a:lnTo>
                  <a:lnTo>
                    <a:pt x="6308742" y="1028256"/>
                  </a:lnTo>
                  <a:lnTo>
                    <a:pt x="6309402" y="1005634"/>
                  </a:lnTo>
                  <a:lnTo>
                    <a:pt x="6310063" y="1022122"/>
                  </a:lnTo>
                  <a:lnTo>
                    <a:pt x="6310723" y="1033495"/>
                  </a:lnTo>
                  <a:lnTo>
                    <a:pt x="6311384" y="1012639"/>
                  </a:lnTo>
                  <a:lnTo>
                    <a:pt x="6312044" y="1018277"/>
                  </a:lnTo>
                  <a:lnTo>
                    <a:pt x="6312705" y="1030986"/>
                  </a:lnTo>
                  <a:lnTo>
                    <a:pt x="6313365" y="1041300"/>
                  </a:lnTo>
                  <a:lnTo>
                    <a:pt x="6314026" y="1025516"/>
                  </a:lnTo>
                  <a:lnTo>
                    <a:pt x="6314686" y="1022653"/>
                  </a:lnTo>
                  <a:lnTo>
                    <a:pt x="6315347" y="1025130"/>
                  </a:lnTo>
                  <a:lnTo>
                    <a:pt x="6316008" y="1046687"/>
                  </a:lnTo>
                  <a:lnTo>
                    <a:pt x="6316668" y="1044711"/>
                  </a:lnTo>
                  <a:lnTo>
                    <a:pt x="6317329" y="1023524"/>
                  </a:lnTo>
                  <a:lnTo>
                    <a:pt x="6317989" y="1048542"/>
                  </a:lnTo>
                  <a:lnTo>
                    <a:pt x="6318650" y="1050054"/>
                  </a:lnTo>
                  <a:lnTo>
                    <a:pt x="6319310" y="1039157"/>
                  </a:lnTo>
                  <a:lnTo>
                    <a:pt x="6319971" y="1031853"/>
                  </a:lnTo>
                  <a:lnTo>
                    <a:pt x="6320631" y="1046146"/>
                  </a:lnTo>
                  <a:lnTo>
                    <a:pt x="6321292" y="1039157"/>
                  </a:lnTo>
                  <a:lnTo>
                    <a:pt x="6321952" y="1024776"/>
                  </a:lnTo>
                  <a:lnTo>
                    <a:pt x="6322613" y="1036570"/>
                  </a:lnTo>
                  <a:lnTo>
                    <a:pt x="6323273" y="1038320"/>
                  </a:lnTo>
                  <a:lnTo>
                    <a:pt x="6323934" y="1026665"/>
                  </a:lnTo>
                  <a:lnTo>
                    <a:pt x="6324594" y="1030630"/>
                  </a:lnTo>
                  <a:lnTo>
                    <a:pt x="6325255" y="1027176"/>
                  </a:lnTo>
                  <a:lnTo>
                    <a:pt x="6325915" y="1029507"/>
                  </a:lnTo>
                  <a:lnTo>
                    <a:pt x="6326576" y="1042095"/>
                  </a:lnTo>
                  <a:lnTo>
                    <a:pt x="6327237" y="1044469"/>
                  </a:lnTo>
                  <a:lnTo>
                    <a:pt x="6327897" y="1045771"/>
                  </a:lnTo>
                  <a:lnTo>
                    <a:pt x="6328558" y="1030673"/>
                  </a:lnTo>
                  <a:lnTo>
                    <a:pt x="6329218" y="1040528"/>
                  </a:lnTo>
                  <a:lnTo>
                    <a:pt x="6329879" y="1047931"/>
                  </a:lnTo>
                  <a:lnTo>
                    <a:pt x="6330539" y="1026433"/>
                  </a:lnTo>
                  <a:lnTo>
                    <a:pt x="6331200" y="1018828"/>
                  </a:lnTo>
                  <a:lnTo>
                    <a:pt x="6331860" y="1025779"/>
                  </a:lnTo>
                  <a:lnTo>
                    <a:pt x="6332521" y="1032610"/>
                  </a:lnTo>
                  <a:lnTo>
                    <a:pt x="6333181" y="1033545"/>
                  </a:lnTo>
                  <a:lnTo>
                    <a:pt x="6333842" y="1033185"/>
                  </a:lnTo>
                  <a:lnTo>
                    <a:pt x="6334502" y="1043213"/>
                  </a:lnTo>
                  <a:lnTo>
                    <a:pt x="6335163" y="1047668"/>
                  </a:lnTo>
                  <a:lnTo>
                    <a:pt x="6335823" y="1027977"/>
                  </a:lnTo>
                  <a:lnTo>
                    <a:pt x="6336484" y="1035891"/>
                  </a:lnTo>
                  <a:lnTo>
                    <a:pt x="6337145" y="1046203"/>
                  </a:lnTo>
                  <a:lnTo>
                    <a:pt x="6337805" y="1029616"/>
                  </a:lnTo>
                  <a:lnTo>
                    <a:pt x="6338466" y="1020561"/>
                  </a:lnTo>
                  <a:lnTo>
                    <a:pt x="6339126" y="1018100"/>
                  </a:lnTo>
                  <a:lnTo>
                    <a:pt x="6339787" y="1017291"/>
                  </a:lnTo>
                  <a:lnTo>
                    <a:pt x="6340447" y="1038033"/>
                  </a:lnTo>
                  <a:lnTo>
                    <a:pt x="6341108" y="1046834"/>
                  </a:lnTo>
                  <a:lnTo>
                    <a:pt x="6341768" y="1031172"/>
                  </a:lnTo>
                  <a:lnTo>
                    <a:pt x="6342429" y="1013446"/>
                  </a:lnTo>
                  <a:lnTo>
                    <a:pt x="6343089" y="1019974"/>
                  </a:lnTo>
                  <a:lnTo>
                    <a:pt x="6343750" y="1001870"/>
                  </a:lnTo>
                  <a:lnTo>
                    <a:pt x="6344410" y="993687"/>
                  </a:lnTo>
                  <a:lnTo>
                    <a:pt x="6345071" y="999780"/>
                  </a:lnTo>
                  <a:lnTo>
                    <a:pt x="6345731" y="1025169"/>
                  </a:lnTo>
                  <a:lnTo>
                    <a:pt x="6346392" y="1025004"/>
                  </a:lnTo>
                  <a:lnTo>
                    <a:pt x="6347053" y="1022782"/>
                  </a:lnTo>
                  <a:lnTo>
                    <a:pt x="6347713" y="1042753"/>
                  </a:lnTo>
                  <a:lnTo>
                    <a:pt x="6348374" y="1035500"/>
                  </a:lnTo>
                  <a:lnTo>
                    <a:pt x="6349034" y="1015468"/>
                  </a:lnTo>
                  <a:lnTo>
                    <a:pt x="6349695" y="1000457"/>
                  </a:lnTo>
                  <a:lnTo>
                    <a:pt x="6350355" y="1000104"/>
                  </a:lnTo>
                  <a:lnTo>
                    <a:pt x="6351016" y="1019891"/>
                  </a:lnTo>
                  <a:lnTo>
                    <a:pt x="6351676" y="1025067"/>
                  </a:lnTo>
                  <a:lnTo>
                    <a:pt x="6352337" y="1016698"/>
                  </a:lnTo>
                  <a:lnTo>
                    <a:pt x="6352997" y="1011668"/>
                  </a:lnTo>
                  <a:lnTo>
                    <a:pt x="6353658" y="1020143"/>
                  </a:lnTo>
                  <a:lnTo>
                    <a:pt x="6354318" y="1019868"/>
                  </a:lnTo>
                  <a:lnTo>
                    <a:pt x="6354979" y="1017150"/>
                  </a:lnTo>
                  <a:lnTo>
                    <a:pt x="6355639" y="996103"/>
                  </a:lnTo>
                  <a:lnTo>
                    <a:pt x="6356300" y="991056"/>
                  </a:lnTo>
                  <a:lnTo>
                    <a:pt x="6356960" y="992263"/>
                  </a:lnTo>
                  <a:lnTo>
                    <a:pt x="6357621" y="1013309"/>
                  </a:lnTo>
                  <a:lnTo>
                    <a:pt x="6358282" y="996457"/>
                  </a:lnTo>
                  <a:lnTo>
                    <a:pt x="6358942" y="927356"/>
                  </a:lnTo>
                  <a:lnTo>
                    <a:pt x="6359603" y="942363"/>
                  </a:lnTo>
                  <a:lnTo>
                    <a:pt x="6360263" y="915546"/>
                  </a:lnTo>
                  <a:lnTo>
                    <a:pt x="6360924" y="883667"/>
                  </a:lnTo>
                  <a:lnTo>
                    <a:pt x="6361584" y="834601"/>
                  </a:lnTo>
                  <a:lnTo>
                    <a:pt x="6362245" y="811646"/>
                  </a:lnTo>
                  <a:lnTo>
                    <a:pt x="6362905" y="816320"/>
                  </a:lnTo>
                  <a:lnTo>
                    <a:pt x="6363566" y="848190"/>
                  </a:lnTo>
                  <a:lnTo>
                    <a:pt x="6364226" y="896660"/>
                  </a:lnTo>
                  <a:lnTo>
                    <a:pt x="6364887" y="917123"/>
                  </a:lnTo>
                  <a:lnTo>
                    <a:pt x="6365547" y="927386"/>
                  </a:lnTo>
                  <a:lnTo>
                    <a:pt x="6366208" y="934711"/>
                  </a:lnTo>
                  <a:lnTo>
                    <a:pt x="6366868" y="967583"/>
                  </a:lnTo>
                  <a:lnTo>
                    <a:pt x="6367529" y="1001930"/>
                  </a:lnTo>
                  <a:lnTo>
                    <a:pt x="6368190" y="992504"/>
                  </a:lnTo>
                  <a:lnTo>
                    <a:pt x="6368850" y="993348"/>
                  </a:lnTo>
                  <a:lnTo>
                    <a:pt x="6369511" y="998584"/>
                  </a:lnTo>
                  <a:lnTo>
                    <a:pt x="6370171" y="992288"/>
                  </a:lnTo>
                  <a:lnTo>
                    <a:pt x="6370832" y="1003356"/>
                  </a:lnTo>
                  <a:lnTo>
                    <a:pt x="6371492" y="997718"/>
                  </a:lnTo>
                  <a:lnTo>
                    <a:pt x="6372153" y="991558"/>
                  </a:lnTo>
                  <a:lnTo>
                    <a:pt x="6372813" y="997677"/>
                  </a:lnTo>
                  <a:lnTo>
                    <a:pt x="6373474" y="1002935"/>
                  </a:lnTo>
                  <a:lnTo>
                    <a:pt x="6374134" y="999896"/>
                  </a:lnTo>
                  <a:lnTo>
                    <a:pt x="6374795" y="1005986"/>
                  </a:lnTo>
                  <a:lnTo>
                    <a:pt x="6375455" y="1025522"/>
                  </a:lnTo>
                  <a:lnTo>
                    <a:pt x="6376116" y="1020531"/>
                  </a:lnTo>
                  <a:lnTo>
                    <a:pt x="6376776" y="1012660"/>
                  </a:lnTo>
                  <a:lnTo>
                    <a:pt x="6377437" y="1010898"/>
                  </a:lnTo>
                  <a:lnTo>
                    <a:pt x="6378098" y="1029463"/>
                  </a:lnTo>
                  <a:lnTo>
                    <a:pt x="6378758" y="1036842"/>
                  </a:lnTo>
                  <a:lnTo>
                    <a:pt x="6379419" y="1022922"/>
                  </a:lnTo>
                  <a:lnTo>
                    <a:pt x="6380079" y="1001359"/>
                  </a:lnTo>
                  <a:lnTo>
                    <a:pt x="6380740" y="1017138"/>
                  </a:lnTo>
                  <a:lnTo>
                    <a:pt x="6381400" y="1015922"/>
                  </a:lnTo>
                  <a:lnTo>
                    <a:pt x="6382061" y="993834"/>
                  </a:lnTo>
                  <a:lnTo>
                    <a:pt x="6382721" y="994018"/>
                  </a:lnTo>
                  <a:lnTo>
                    <a:pt x="6383382" y="1039514"/>
                  </a:lnTo>
                  <a:lnTo>
                    <a:pt x="6384042" y="1041689"/>
                  </a:lnTo>
                  <a:lnTo>
                    <a:pt x="6384703" y="1020763"/>
                  </a:lnTo>
                  <a:lnTo>
                    <a:pt x="6385363" y="988080"/>
                  </a:lnTo>
                  <a:lnTo>
                    <a:pt x="6386024" y="982345"/>
                  </a:lnTo>
                  <a:lnTo>
                    <a:pt x="6386684" y="998765"/>
                  </a:lnTo>
                  <a:lnTo>
                    <a:pt x="6387345" y="1016275"/>
                  </a:lnTo>
                  <a:lnTo>
                    <a:pt x="6388006" y="1009977"/>
                  </a:lnTo>
                  <a:lnTo>
                    <a:pt x="6388666" y="1006194"/>
                  </a:lnTo>
                  <a:lnTo>
                    <a:pt x="6389327" y="1026935"/>
                  </a:lnTo>
                  <a:lnTo>
                    <a:pt x="6389987" y="996651"/>
                  </a:lnTo>
                  <a:lnTo>
                    <a:pt x="6390648" y="989310"/>
                  </a:lnTo>
                  <a:lnTo>
                    <a:pt x="6391308" y="995836"/>
                  </a:lnTo>
                  <a:lnTo>
                    <a:pt x="6391969" y="1007601"/>
                  </a:lnTo>
                  <a:lnTo>
                    <a:pt x="6392629" y="1016915"/>
                  </a:lnTo>
                  <a:lnTo>
                    <a:pt x="6393290" y="1037210"/>
                  </a:lnTo>
                  <a:lnTo>
                    <a:pt x="6393950" y="997495"/>
                  </a:lnTo>
                  <a:lnTo>
                    <a:pt x="6394611" y="998715"/>
                  </a:lnTo>
                  <a:lnTo>
                    <a:pt x="6395271" y="1033018"/>
                  </a:lnTo>
                  <a:lnTo>
                    <a:pt x="6395932" y="1025683"/>
                  </a:lnTo>
                  <a:lnTo>
                    <a:pt x="6396592" y="995127"/>
                  </a:lnTo>
                  <a:lnTo>
                    <a:pt x="6397253" y="989310"/>
                  </a:lnTo>
                  <a:lnTo>
                    <a:pt x="6397913" y="1015063"/>
                  </a:lnTo>
                  <a:lnTo>
                    <a:pt x="6398574" y="1006757"/>
                  </a:lnTo>
                  <a:lnTo>
                    <a:pt x="6399235" y="985667"/>
                  </a:lnTo>
                  <a:lnTo>
                    <a:pt x="6399895" y="967092"/>
                  </a:lnTo>
                  <a:lnTo>
                    <a:pt x="6400556" y="999080"/>
                  </a:lnTo>
                  <a:lnTo>
                    <a:pt x="6401216" y="1022788"/>
                  </a:lnTo>
                  <a:lnTo>
                    <a:pt x="6401877" y="993906"/>
                  </a:lnTo>
                  <a:lnTo>
                    <a:pt x="6402537" y="967946"/>
                  </a:lnTo>
                  <a:lnTo>
                    <a:pt x="6403198" y="958389"/>
                  </a:lnTo>
                  <a:lnTo>
                    <a:pt x="6403858" y="948507"/>
                  </a:lnTo>
                  <a:lnTo>
                    <a:pt x="6404519" y="949153"/>
                  </a:lnTo>
                  <a:lnTo>
                    <a:pt x="6405179" y="976840"/>
                  </a:lnTo>
                  <a:lnTo>
                    <a:pt x="6405840" y="998116"/>
                  </a:lnTo>
                  <a:lnTo>
                    <a:pt x="6406500" y="1020010"/>
                  </a:lnTo>
                  <a:lnTo>
                    <a:pt x="6407161" y="1006748"/>
                  </a:lnTo>
                  <a:lnTo>
                    <a:pt x="6407821" y="986946"/>
                  </a:lnTo>
                  <a:lnTo>
                    <a:pt x="6408482" y="999352"/>
                  </a:lnTo>
                  <a:lnTo>
                    <a:pt x="6409143" y="991945"/>
                  </a:lnTo>
                  <a:lnTo>
                    <a:pt x="6409803" y="961447"/>
                  </a:lnTo>
                  <a:lnTo>
                    <a:pt x="6410464" y="968521"/>
                  </a:lnTo>
                  <a:lnTo>
                    <a:pt x="6411124" y="981260"/>
                  </a:lnTo>
                  <a:lnTo>
                    <a:pt x="6411785" y="964002"/>
                  </a:lnTo>
                  <a:lnTo>
                    <a:pt x="6412445" y="941229"/>
                  </a:lnTo>
                  <a:lnTo>
                    <a:pt x="6413106" y="947450"/>
                  </a:lnTo>
                  <a:lnTo>
                    <a:pt x="6413766" y="922649"/>
                  </a:lnTo>
                  <a:lnTo>
                    <a:pt x="6414427" y="892384"/>
                  </a:lnTo>
                  <a:lnTo>
                    <a:pt x="6415087" y="874588"/>
                  </a:lnTo>
                  <a:lnTo>
                    <a:pt x="6415748" y="883046"/>
                  </a:lnTo>
                  <a:lnTo>
                    <a:pt x="6416408" y="881243"/>
                  </a:lnTo>
                  <a:lnTo>
                    <a:pt x="6417069" y="847499"/>
                  </a:lnTo>
                  <a:lnTo>
                    <a:pt x="6417729" y="846088"/>
                  </a:lnTo>
                  <a:lnTo>
                    <a:pt x="6418390" y="849434"/>
                  </a:lnTo>
                  <a:lnTo>
                    <a:pt x="6419051" y="807291"/>
                  </a:lnTo>
                  <a:lnTo>
                    <a:pt x="6419711" y="774417"/>
                  </a:lnTo>
                  <a:lnTo>
                    <a:pt x="6420372" y="735918"/>
                  </a:lnTo>
                  <a:lnTo>
                    <a:pt x="6421032" y="722440"/>
                  </a:lnTo>
                  <a:lnTo>
                    <a:pt x="6421693" y="687440"/>
                  </a:lnTo>
                  <a:lnTo>
                    <a:pt x="6422353" y="689214"/>
                  </a:lnTo>
                  <a:lnTo>
                    <a:pt x="6423014" y="706266"/>
                  </a:lnTo>
                  <a:lnTo>
                    <a:pt x="6423674" y="697610"/>
                  </a:lnTo>
                  <a:lnTo>
                    <a:pt x="6424335" y="713002"/>
                  </a:lnTo>
                  <a:lnTo>
                    <a:pt x="6424995" y="751918"/>
                  </a:lnTo>
                  <a:lnTo>
                    <a:pt x="6425656" y="796499"/>
                  </a:lnTo>
                  <a:lnTo>
                    <a:pt x="6426316" y="826018"/>
                  </a:lnTo>
                  <a:lnTo>
                    <a:pt x="6426977" y="847399"/>
                  </a:lnTo>
                  <a:lnTo>
                    <a:pt x="6427637" y="877729"/>
                  </a:lnTo>
                  <a:lnTo>
                    <a:pt x="6428298" y="901260"/>
                  </a:lnTo>
                  <a:lnTo>
                    <a:pt x="6428958" y="885327"/>
                  </a:lnTo>
                  <a:lnTo>
                    <a:pt x="6429619" y="908097"/>
                  </a:lnTo>
                  <a:lnTo>
                    <a:pt x="6430280" y="926421"/>
                  </a:lnTo>
                  <a:lnTo>
                    <a:pt x="6430940" y="928109"/>
                  </a:lnTo>
                  <a:lnTo>
                    <a:pt x="6431601" y="909014"/>
                  </a:lnTo>
                  <a:lnTo>
                    <a:pt x="6432261" y="978155"/>
                  </a:lnTo>
                  <a:lnTo>
                    <a:pt x="6432922" y="987829"/>
                  </a:lnTo>
                  <a:lnTo>
                    <a:pt x="6433582" y="970404"/>
                  </a:lnTo>
                  <a:lnTo>
                    <a:pt x="6434243" y="938072"/>
                  </a:lnTo>
                  <a:lnTo>
                    <a:pt x="6434903" y="936802"/>
                  </a:lnTo>
                  <a:lnTo>
                    <a:pt x="6435564" y="966994"/>
                  </a:lnTo>
                  <a:lnTo>
                    <a:pt x="6436224" y="987590"/>
                  </a:lnTo>
                  <a:lnTo>
                    <a:pt x="6436885" y="962460"/>
                  </a:lnTo>
                  <a:lnTo>
                    <a:pt x="6437545" y="941011"/>
                  </a:lnTo>
                  <a:lnTo>
                    <a:pt x="6438206" y="949197"/>
                  </a:lnTo>
                  <a:lnTo>
                    <a:pt x="6438866" y="944924"/>
                  </a:lnTo>
                  <a:lnTo>
                    <a:pt x="6439527" y="928586"/>
                  </a:lnTo>
                  <a:lnTo>
                    <a:pt x="6440188" y="874356"/>
                  </a:lnTo>
                  <a:lnTo>
                    <a:pt x="6440848" y="826881"/>
                  </a:lnTo>
                  <a:lnTo>
                    <a:pt x="6441509" y="836701"/>
                  </a:lnTo>
                  <a:lnTo>
                    <a:pt x="6442169" y="888079"/>
                  </a:lnTo>
                  <a:lnTo>
                    <a:pt x="6442830" y="962561"/>
                  </a:lnTo>
                  <a:lnTo>
                    <a:pt x="6443490" y="974224"/>
                  </a:lnTo>
                  <a:lnTo>
                    <a:pt x="6444151" y="946003"/>
                  </a:lnTo>
                  <a:lnTo>
                    <a:pt x="6444811" y="949790"/>
                  </a:lnTo>
                  <a:lnTo>
                    <a:pt x="6445472" y="939592"/>
                  </a:lnTo>
                  <a:lnTo>
                    <a:pt x="6446132" y="951291"/>
                  </a:lnTo>
                  <a:lnTo>
                    <a:pt x="6446793" y="965494"/>
                  </a:lnTo>
                  <a:lnTo>
                    <a:pt x="6447453" y="990272"/>
                  </a:lnTo>
                  <a:lnTo>
                    <a:pt x="6448114" y="983765"/>
                  </a:lnTo>
                  <a:lnTo>
                    <a:pt x="6448774" y="982094"/>
                  </a:lnTo>
                  <a:lnTo>
                    <a:pt x="6449435" y="1000793"/>
                  </a:lnTo>
                  <a:lnTo>
                    <a:pt x="6450096" y="998082"/>
                  </a:lnTo>
                  <a:lnTo>
                    <a:pt x="6450756" y="985180"/>
                  </a:lnTo>
                  <a:lnTo>
                    <a:pt x="6451417" y="978711"/>
                  </a:lnTo>
                  <a:lnTo>
                    <a:pt x="6452077" y="969704"/>
                  </a:lnTo>
                  <a:lnTo>
                    <a:pt x="6452738" y="979020"/>
                  </a:lnTo>
                  <a:lnTo>
                    <a:pt x="6453398" y="994362"/>
                  </a:lnTo>
                  <a:lnTo>
                    <a:pt x="6454059" y="1006127"/>
                  </a:lnTo>
                  <a:lnTo>
                    <a:pt x="6454719" y="997982"/>
                  </a:lnTo>
                  <a:lnTo>
                    <a:pt x="6455380" y="1030719"/>
                  </a:lnTo>
                  <a:lnTo>
                    <a:pt x="6456040" y="1018289"/>
                  </a:lnTo>
                  <a:lnTo>
                    <a:pt x="6456701" y="1014930"/>
                  </a:lnTo>
                  <a:lnTo>
                    <a:pt x="6457361" y="1008898"/>
                  </a:lnTo>
                  <a:lnTo>
                    <a:pt x="6458022" y="987200"/>
                  </a:lnTo>
                  <a:lnTo>
                    <a:pt x="6458682" y="989512"/>
                  </a:lnTo>
                  <a:lnTo>
                    <a:pt x="6459343" y="1036308"/>
                  </a:lnTo>
                  <a:lnTo>
                    <a:pt x="6460004" y="1035884"/>
                  </a:lnTo>
                  <a:lnTo>
                    <a:pt x="6460664" y="1016013"/>
                  </a:lnTo>
                  <a:lnTo>
                    <a:pt x="6461325" y="1018603"/>
                  </a:lnTo>
                  <a:lnTo>
                    <a:pt x="6461985" y="989512"/>
                  </a:lnTo>
                  <a:lnTo>
                    <a:pt x="6462646" y="1004280"/>
                  </a:lnTo>
                  <a:lnTo>
                    <a:pt x="6463306" y="1013237"/>
                  </a:lnTo>
                  <a:lnTo>
                    <a:pt x="6463967" y="1002412"/>
                  </a:lnTo>
                  <a:lnTo>
                    <a:pt x="6464627" y="991783"/>
                  </a:lnTo>
                  <a:lnTo>
                    <a:pt x="6465288" y="1010576"/>
                  </a:lnTo>
                  <a:lnTo>
                    <a:pt x="6465948" y="1035199"/>
                  </a:lnTo>
                  <a:lnTo>
                    <a:pt x="6466609" y="1034399"/>
                  </a:lnTo>
                  <a:lnTo>
                    <a:pt x="6467269" y="1021710"/>
                  </a:lnTo>
                  <a:lnTo>
                    <a:pt x="6467930" y="1039210"/>
                  </a:lnTo>
                  <a:lnTo>
                    <a:pt x="6468590" y="1019724"/>
                  </a:lnTo>
                  <a:lnTo>
                    <a:pt x="6469251" y="997340"/>
                  </a:lnTo>
                  <a:lnTo>
                    <a:pt x="6469911" y="1009408"/>
                  </a:lnTo>
                  <a:lnTo>
                    <a:pt x="6470572" y="997742"/>
                  </a:lnTo>
                  <a:lnTo>
                    <a:pt x="6471233" y="1002535"/>
                  </a:lnTo>
                  <a:lnTo>
                    <a:pt x="6471893" y="1009001"/>
                  </a:lnTo>
                  <a:lnTo>
                    <a:pt x="6472554" y="1012063"/>
                  </a:lnTo>
                  <a:lnTo>
                    <a:pt x="6473214" y="1018939"/>
                  </a:lnTo>
                  <a:lnTo>
                    <a:pt x="6473875" y="997697"/>
                  </a:lnTo>
                  <a:lnTo>
                    <a:pt x="6474535" y="988031"/>
                  </a:lnTo>
                  <a:lnTo>
                    <a:pt x="6475196" y="984293"/>
                  </a:lnTo>
                  <a:lnTo>
                    <a:pt x="6475856" y="988031"/>
                  </a:lnTo>
                  <a:lnTo>
                    <a:pt x="6476517" y="1000863"/>
                  </a:lnTo>
                  <a:lnTo>
                    <a:pt x="6477177" y="997697"/>
                  </a:lnTo>
                  <a:lnTo>
                    <a:pt x="6477838" y="1000422"/>
                  </a:lnTo>
                  <a:lnTo>
                    <a:pt x="6478498" y="996526"/>
                  </a:lnTo>
                  <a:lnTo>
                    <a:pt x="6479159" y="1014336"/>
                  </a:lnTo>
                  <a:lnTo>
                    <a:pt x="6479819" y="1020386"/>
                  </a:lnTo>
                  <a:lnTo>
                    <a:pt x="6480480" y="1013492"/>
                  </a:lnTo>
                  <a:lnTo>
                    <a:pt x="6481141" y="1000422"/>
                  </a:lnTo>
                  <a:lnTo>
                    <a:pt x="6481801" y="1000422"/>
                  </a:lnTo>
                  <a:lnTo>
                    <a:pt x="6482462" y="1013492"/>
                  </a:lnTo>
                  <a:lnTo>
                    <a:pt x="6483122" y="1005488"/>
                  </a:lnTo>
                  <a:lnTo>
                    <a:pt x="6483783" y="989459"/>
                  </a:lnTo>
                  <a:lnTo>
                    <a:pt x="6484443" y="1000422"/>
                  </a:lnTo>
                  <a:lnTo>
                    <a:pt x="6485104" y="1012164"/>
                  </a:lnTo>
                  <a:lnTo>
                    <a:pt x="6485764" y="1003417"/>
                  </a:lnTo>
                  <a:lnTo>
                    <a:pt x="6486425" y="1000422"/>
                  </a:lnTo>
                  <a:lnTo>
                    <a:pt x="6487085" y="1021413"/>
                  </a:lnTo>
                  <a:lnTo>
                    <a:pt x="6487746" y="1024616"/>
                  </a:lnTo>
                  <a:lnTo>
                    <a:pt x="6488406" y="1025047"/>
                  </a:lnTo>
                  <a:lnTo>
                    <a:pt x="6489067" y="1028853"/>
                  </a:lnTo>
                  <a:lnTo>
                    <a:pt x="6489727" y="1000422"/>
                  </a:lnTo>
                  <a:lnTo>
                    <a:pt x="6490388" y="1003417"/>
                  </a:lnTo>
                  <a:lnTo>
                    <a:pt x="6491049" y="1019813"/>
                  </a:lnTo>
                  <a:lnTo>
                    <a:pt x="6491709" y="1011681"/>
                  </a:lnTo>
                  <a:lnTo>
                    <a:pt x="6492370" y="1016867"/>
                  </a:lnTo>
                  <a:lnTo>
                    <a:pt x="6493030" y="997697"/>
                  </a:lnTo>
                  <a:lnTo>
                    <a:pt x="6493691" y="1001881"/>
                  </a:lnTo>
                  <a:lnTo>
                    <a:pt x="6494351" y="1012800"/>
                  </a:lnTo>
                  <a:lnTo>
                    <a:pt x="6495012" y="1006048"/>
                  </a:lnTo>
                  <a:lnTo>
                    <a:pt x="6495672" y="1016280"/>
                  </a:lnTo>
                  <a:lnTo>
                    <a:pt x="6496333" y="997590"/>
                  </a:lnTo>
                  <a:lnTo>
                    <a:pt x="6496993" y="992417"/>
                  </a:lnTo>
                  <a:lnTo>
                    <a:pt x="6497654" y="1001881"/>
                  </a:lnTo>
                  <a:lnTo>
                    <a:pt x="6498314" y="1005204"/>
                  </a:lnTo>
                  <a:lnTo>
                    <a:pt x="6498975" y="1016280"/>
                  </a:lnTo>
                  <a:lnTo>
                    <a:pt x="6499635" y="1028140"/>
                  </a:lnTo>
                  <a:lnTo>
                    <a:pt x="6500296" y="1004360"/>
                  </a:lnTo>
                  <a:lnTo>
                    <a:pt x="6500956" y="992417"/>
                  </a:lnTo>
                  <a:lnTo>
                    <a:pt x="6501617" y="1012800"/>
                  </a:lnTo>
                  <a:lnTo>
                    <a:pt x="6502278" y="1005204"/>
                  </a:lnTo>
                  <a:lnTo>
                    <a:pt x="6502938" y="994570"/>
                  </a:lnTo>
                  <a:lnTo>
                    <a:pt x="6503599" y="994990"/>
                  </a:lnTo>
                  <a:lnTo>
                    <a:pt x="6504259" y="1000756"/>
                  </a:lnTo>
                  <a:lnTo>
                    <a:pt x="6504920" y="1010955"/>
                  </a:lnTo>
                  <a:lnTo>
                    <a:pt x="6505580" y="1012568"/>
                  </a:lnTo>
                  <a:lnTo>
                    <a:pt x="6506241" y="1020719"/>
                  </a:lnTo>
                  <a:lnTo>
                    <a:pt x="6506901" y="1003720"/>
                  </a:lnTo>
                  <a:lnTo>
                    <a:pt x="6507562" y="988815"/>
                  </a:lnTo>
                  <a:lnTo>
                    <a:pt x="6508222" y="996609"/>
                  </a:lnTo>
                  <a:lnTo>
                    <a:pt x="6508883" y="997905"/>
                  </a:lnTo>
                  <a:lnTo>
                    <a:pt x="6509543" y="1004441"/>
                  </a:lnTo>
                  <a:lnTo>
                    <a:pt x="6510204" y="1002696"/>
                  </a:lnTo>
                  <a:lnTo>
                    <a:pt x="6510864" y="994847"/>
                  </a:lnTo>
                  <a:lnTo>
                    <a:pt x="6511525" y="1012289"/>
                  </a:lnTo>
                  <a:lnTo>
                    <a:pt x="6512186" y="1007044"/>
                  </a:lnTo>
                  <a:lnTo>
                    <a:pt x="6512846" y="993595"/>
                  </a:lnTo>
                  <a:lnTo>
                    <a:pt x="6513507" y="1007809"/>
                  </a:lnTo>
                  <a:lnTo>
                    <a:pt x="6514167" y="999976"/>
                  </a:lnTo>
                  <a:lnTo>
                    <a:pt x="6514828" y="1001852"/>
                  </a:lnTo>
                  <a:lnTo>
                    <a:pt x="6515488" y="1012384"/>
                  </a:lnTo>
                  <a:lnTo>
                    <a:pt x="6516149" y="1014390"/>
                  </a:lnTo>
                  <a:lnTo>
                    <a:pt x="6516809" y="1020291"/>
                  </a:lnTo>
                  <a:lnTo>
                    <a:pt x="6517470" y="1012608"/>
                  </a:lnTo>
                  <a:lnTo>
                    <a:pt x="6518130" y="1006155"/>
                  </a:lnTo>
                  <a:lnTo>
                    <a:pt x="6518791" y="1007914"/>
                  </a:lnTo>
                  <a:lnTo>
                    <a:pt x="6519451" y="1006553"/>
                  </a:lnTo>
                  <a:lnTo>
                    <a:pt x="6520112" y="994028"/>
                  </a:lnTo>
                  <a:lnTo>
                    <a:pt x="6520772" y="1002682"/>
                  </a:lnTo>
                  <a:lnTo>
                    <a:pt x="6521433" y="1002653"/>
                  </a:lnTo>
                  <a:lnTo>
                    <a:pt x="6522094" y="986554"/>
                  </a:lnTo>
                  <a:lnTo>
                    <a:pt x="6522754" y="988509"/>
                  </a:lnTo>
                  <a:lnTo>
                    <a:pt x="6523415" y="990547"/>
                  </a:lnTo>
                  <a:lnTo>
                    <a:pt x="6524075" y="981970"/>
                  </a:lnTo>
                  <a:lnTo>
                    <a:pt x="6524736" y="938841"/>
                  </a:lnTo>
                  <a:lnTo>
                    <a:pt x="6525396" y="929397"/>
                  </a:lnTo>
                  <a:lnTo>
                    <a:pt x="6526057" y="965631"/>
                  </a:lnTo>
                  <a:lnTo>
                    <a:pt x="6526717" y="927146"/>
                  </a:lnTo>
                  <a:lnTo>
                    <a:pt x="6527378" y="887753"/>
                  </a:lnTo>
                  <a:lnTo>
                    <a:pt x="6528038" y="893098"/>
                  </a:lnTo>
                  <a:lnTo>
                    <a:pt x="6528699" y="886800"/>
                  </a:lnTo>
                  <a:lnTo>
                    <a:pt x="6529359" y="802814"/>
                  </a:lnTo>
                  <a:lnTo>
                    <a:pt x="6530020" y="792922"/>
                  </a:lnTo>
                  <a:lnTo>
                    <a:pt x="6530680" y="850867"/>
                  </a:lnTo>
                  <a:lnTo>
                    <a:pt x="6531341" y="872101"/>
                  </a:lnTo>
                  <a:lnTo>
                    <a:pt x="6532002" y="881652"/>
                  </a:lnTo>
                  <a:lnTo>
                    <a:pt x="6532662" y="887753"/>
                  </a:lnTo>
                  <a:lnTo>
                    <a:pt x="6533323" y="937914"/>
                  </a:lnTo>
                  <a:lnTo>
                    <a:pt x="6533983" y="977323"/>
                  </a:lnTo>
                  <a:lnTo>
                    <a:pt x="6534644" y="983285"/>
                  </a:lnTo>
                  <a:lnTo>
                    <a:pt x="6535304" y="977179"/>
                  </a:lnTo>
                  <a:lnTo>
                    <a:pt x="6535965" y="964445"/>
                  </a:lnTo>
                  <a:lnTo>
                    <a:pt x="6536625" y="985756"/>
                  </a:lnTo>
                  <a:lnTo>
                    <a:pt x="6537286" y="982608"/>
                  </a:lnTo>
                  <a:lnTo>
                    <a:pt x="6537946" y="984808"/>
                  </a:lnTo>
                  <a:lnTo>
                    <a:pt x="6538607" y="978303"/>
                  </a:lnTo>
                  <a:lnTo>
                    <a:pt x="6539267" y="990654"/>
                  </a:lnTo>
                  <a:lnTo>
                    <a:pt x="6539928" y="1011607"/>
                  </a:lnTo>
                  <a:lnTo>
                    <a:pt x="6540588" y="1007688"/>
                  </a:lnTo>
                  <a:lnTo>
                    <a:pt x="6541249" y="1006536"/>
                  </a:lnTo>
                  <a:lnTo>
                    <a:pt x="6541909" y="1001668"/>
                  </a:lnTo>
                  <a:lnTo>
                    <a:pt x="6542570" y="1005709"/>
                  </a:lnTo>
                  <a:lnTo>
                    <a:pt x="6543231" y="980996"/>
                  </a:lnTo>
                  <a:lnTo>
                    <a:pt x="6543891" y="981462"/>
                  </a:lnTo>
                  <a:lnTo>
                    <a:pt x="6544552" y="999607"/>
                  </a:lnTo>
                  <a:lnTo>
                    <a:pt x="6545212" y="989600"/>
                  </a:lnTo>
                  <a:lnTo>
                    <a:pt x="6545873" y="989489"/>
                  </a:lnTo>
                  <a:lnTo>
                    <a:pt x="6546533" y="993982"/>
                  </a:lnTo>
                  <a:lnTo>
                    <a:pt x="6547194" y="974538"/>
                  </a:lnTo>
                  <a:lnTo>
                    <a:pt x="6547854" y="954409"/>
                  </a:lnTo>
                  <a:lnTo>
                    <a:pt x="6548515" y="961806"/>
                  </a:lnTo>
                  <a:lnTo>
                    <a:pt x="6549175" y="972403"/>
                  </a:lnTo>
                  <a:lnTo>
                    <a:pt x="6549836" y="962778"/>
                  </a:lnTo>
                  <a:lnTo>
                    <a:pt x="6550496" y="962778"/>
                  </a:lnTo>
                  <a:lnTo>
                    <a:pt x="6551157" y="961913"/>
                  </a:lnTo>
                  <a:lnTo>
                    <a:pt x="6551817" y="943619"/>
                  </a:lnTo>
                  <a:lnTo>
                    <a:pt x="6552478" y="960921"/>
                  </a:lnTo>
                  <a:lnTo>
                    <a:pt x="6553139" y="993097"/>
                  </a:lnTo>
                  <a:lnTo>
                    <a:pt x="6553799" y="1016406"/>
                  </a:lnTo>
                  <a:lnTo>
                    <a:pt x="6554460" y="1030331"/>
                  </a:lnTo>
                  <a:lnTo>
                    <a:pt x="6555120" y="1006912"/>
                  </a:lnTo>
                  <a:lnTo>
                    <a:pt x="6555781" y="1011865"/>
                  </a:lnTo>
                  <a:lnTo>
                    <a:pt x="6556441" y="1003844"/>
                  </a:lnTo>
                  <a:lnTo>
                    <a:pt x="6557102" y="997075"/>
                  </a:lnTo>
                  <a:lnTo>
                    <a:pt x="6557762" y="999999"/>
                  </a:lnTo>
                  <a:lnTo>
                    <a:pt x="6558423" y="1010472"/>
                  </a:lnTo>
                  <a:lnTo>
                    <a:pt x="6559083" y="1000271"/>
                  </a:lnTo>
                  <a:lnTo>
                    <a:pt x="6559744" y="995823"/>
                  </a:lnTo>
                  <a:lnTo>
                    <a:pt x="6560404" y="1002151"/>
                  </a:lnTo>
                  <a:lnTo>
                    <a:pt x="6561065" y="980983"/>
                  </a:lnTo>
                  <a:lnTo>
                    <a:pt x="6561725" y="959665"/>
                  </a:lnTo>
                  <a:lnTo>
                    <a:pt x="6562386" y="956822"/>
                  </a:lnTo>
                  <a:lnTo>
                    <a:pt x="6563047" y="949741"/>
                  </a:lnTo>
                  <a:lnTo>
                    <a:pt x="6563707" y="954130"/>
                  </a:lnTo>
                  <a:lnTo>
                    <a:pt x="6564368" y="943109"/>
                  </a:lnTo>
                  <a:lnTo>
                    <a:pt x="6565028" y="956333"/>
                  </a:lnTo>
                  <a:lnTo>
                    <a:pt x="6565689" y="983234"/>
                  </a:lnTo>
                  <a:lnTo>
                    <a:pt x="6566349" y="986358"/>
                  </a:lnTo>
                  <a:lnTo>
                    <a:pt x="6567010" y="981204"/>
                  </a:lnTo>
                  <a:lnTo>
                    <a:pt x="6567670" y="981204"/>
                  </a:lnTo>
                  <a:lnTo>
                    <a:pt x="6568331" y="964596"/>
                  </a:lnTo>
                  <a:lnTo>
                    <a:pt x="6568991" y="958305"/>
                  </a:lnTo>
                  <a:lnTo>
                    <a:pt x="6569652" y="950044"/>
                  </a:lnTo>
                  <a:lnTo>
                    <a:pt x="6570312" y="940222"/>
                  </a:lnTo>
                  <a:lnTo>
                    <a:pt x="6570973" y="972052"/>
                  </a:lnTo>
                  <a:lnTo>
                    <a:pt x="6571633" y="1016345"/>
                  </a:lnTo>
                  <a:lnTo>
                    <a:pt x="6572294" y="1029177"/>
                  </a:lnTo>
                  <a:lnTo>
                    <a:pt x="6572954" y="1005611"/>
                  </a:lnTo>
                  <a:lnTo>
                    <a:pt x="6573615" y="1025430"/>
                  </a:lnTo>
                  <a:lnTo>
                    <a:pt x="6574276" y="1004662"/>
                  </a:lnTo>
                  <a:lnTo>
                    <a:pt x="6574936" y="1009207"/>
                  </a:lnTo>
                  <a:lnTo>
                    <a:pt x="6575597" y="1015951"/>
                  </a:lnTo>
                  <a:lnTo>
                    <a:pt x="6576257" y="998677"/>
                  </a:lnTo>
                  <a:lnTo>
                    <a:pt x="6576918" y="965046"/>
                  </a:lnTo>
                  <a:lnTo>
                    <a:pt x="6577578" y="970223"/>
                  </a:lnTo>
                  <a:lnTo>
                    <a:pt x="6578239" y="984874"/>
                  </a:lnTo>
                  <a:lnTo>
                    <a:pt x="6578899" y="987939"/>
                  </a:lnTo>
                  <a:lnTo>
                    <a:pt x="6579560" y="987768"/>
                  </a:lnTo>
                  <a:lnTo>
                    <a:pt x="6580220" y="989236"/>
                  </a:lnTo>
                  <a:lnTo>
                    <a:pt x="6580881" y="995553"/>
                  </a:lnTo>
                  <a:lnTo>
                    <a:pt x="6581541" y="1000054"/>
                  </a:lnTo>
                  <a:lnTo>
                    <a:pt x="6582202" y="970223"/>
                  </a:lnTo>
                  <a:lnTo>
                    <a:pt x="6582862" y="955909"/>
                  </a:lnTo>
                  <a:lnTo>
                    <a:pt x="6583523" y="955909"/>
                  </a:lnTo>
                  <a:lnTo>
                    <a:pt x="6584184" y="979137"/>
                  </a:lnTo>
                  <a:lnTo>
                    <a:pt x="6584844" y="979433"/>
                  </a:lnTo>
                  <a:lnTo>
                    <a:pt x="6585505" y="987509"/>
                  </a:lnTo>
                  <a:lnTo>
                    <a:pt x="6586165" y="996908"/>
                  </a:lnTo>
                  <a:lnTo>
                    <a:pt x="6586826" y="996483"/>
                  </a:lnTo>
                  <a:lnTo>
                    <a:pt x="6587486" y="962252"/>
                  </a:lnTo>
                  <a:lnTo>
                    <a:pt x="6588147" y="965096"/>
                  </a:lnTo>
                  <a:lnTo>
                    <a:pt x="6588807" y="993507"/>
                  </a:lnTo>
                  <a:lnTo>
                    <a:pt x="6589468" y="1001183"/>
                  </a:lnTo>
                  <a:lnTo>
                    <a:pt x="6590128" y="999780"/>
                  </a:lnTo>
                  <a:lnTo>
                    <a:pt x="6590789" y="984159"/>
                  </a:lnTo>
                  <a:lnTo>
                    <a:pt x="6591449" y="965062"/>
                  </a:lnTo>
                  <a:lnTo>
                    <a:pt x="6592110" y="967077"/>
                  </a:lnTo>
                  <a:lnTo>
                    <a:pt x="6592770" y="974006"/>
                  </a:lnTo>
                  <a:lnTo>
                    <a:pt x="6593431" y="979851"/>
                  </a:lnTo>
                  <a:lnTo>
                    <a:pt x="6594092" y="967063"/>
                  </a:lnTo>
                  <a:lnTo>
                    <a:pt x="6594752" y="989845"/>
                  </a:lnTo>
                  <a:lnTo>
                    <a:pt x="6595413" y="994136"/>
                  </a:lnTo>
                  <a:lnTo>
                    <a:pt x="6596073" y="979692"/>
                  </a:lnTo>
                  <a:lnTo>
                    <a:pt x="6596734" y="969698"/>
                  </a:lnTo>
                  <a:lnTo>
                    <a:pt x="6597394" y="971837"/>
                  </a:lnTo>
                  <a:lnTo>
                    <a:pt x="6598055" y="985410"/>
                  </a:lnTo>
                  <a:lnTo>
                    <a:pt x="6598715" y="991141"/>
                  </a:lnTo>
                  <a:lnTo>
                    <a:pt x="6599376" y="989674"/>
                  </a:lnTo>
                  <a:lnTo>
                    <a:pt x="6600036" y="986780"/>
                  </a:lnTo>
                  <a:lnTo>
                    <a:pt x="6600697" y="988334"/>
                  </a:lnTo>
                  <a:lnTo>
                    <a:pt x="6601357" y="993915"/>
                  </a:lnTo>
                  <a:lnTo>
                    <a:pt x="6602018" y="1000962"/>
                  </a:lnTo>
                  <a:lnTo>
                    <a:pt x="6602678" y="999117"/>
                  </a:lnTo>
                  <a:lnTo>
                    <a:pt x="6603339" y="989896"/>
                  </a:lnTo>
                  <a:lnTo>
                    <a:pt x="6604000" y="996422"/>
                  </a:lnTo>
                  <a:lnTo>
                    <a:pt x="6604000" y="1063527"/>
                  </a:lnTo>
                  <a:lnTo>
                    <a:pt x="6603339" y="1063527"/>
                  </a:lnTo>
                  <a:lnTo>
                    <a:pt x="6602678" y="1063527"/>
                  </a:lnTo>
                  <a:lnTo>
                    <a:pt x="6602018" y="1063527"/>
                  </a:lnTo>
                  <a:lnTo>
                    <a:pt x="6601357" y="1063527"/>
                  </a:lnTo>
                  <a:lnTo>
                    <a:pt x="6600697" y="1063527"/>
                  </a:lnTo>
                  <a:lnTo>
                    <a:pt x="6600036" y="1063527"/>
                  </a:lnTo>
                  <a:lnTo>
                    <a:pt x="6599376" y="1063527"/>
                  </a:lnTo>
                  <a:lnTo>
                    <a:pt x="6598715" y="1063527"/>
                  </a:lnTo>
                  <a:lnTo>
                    <a:pt x="6598055" y="1063527"/>
                  </a:lnTo>
                  <a:lnTo>
                    <a:pt x="6597394" y="1063527"/>
                  </a:lnTo>
                  <a:lnTo>
                    <a:pt x="6596734" y="1063527"/>
                  </a:lnTo>
                  <a:lnTo>
                    <a:pt x="6596073" y="1063527"/>
                  </a:lnTo>
                  <a:lnTo>
                    <a:pt x="6595413" y="1063527"/>
                  </a:lnTo>
                  <a:lnTo>
                    <a:pt x="6594752" y="1063527"/>
                  </a:lnTo>
                  <a:lnTo>
                    <a:pt x="6594092" y="1063527"/>
                  </a:lnTo>
                  <a:lnTo>
                    <a:pt x="6593431" y="1063527"/>
                  </a:lnTo>
                  <a:lnTo>
                    <a:pt x="6592770" y="1063527"/>
                  </a:lnTo>
                  <a:lnTo>
                    <a:pt x="6592110" y="1063527"/>
                  </a:lnTo>
                  <a:lnTo>
                    <a:pt x="6591449" y="1063527"/>
                  </a:lnTo>
                  <a:lnTo>
                    <a:pt x="6590789" y="1063527"/>
                  </a:lnTo>
                  <a:lnTo>
                    <a:pt x="6590128" y="1063527"/>
                  </a:lnTo>
                  <a:lnTo>
                    <a:pt x="6589468" y="1063527"/>
                  </a:lnTo>
                  <a:lnTo>
                    <a:pt x="6588807" y="1063527"/>
                  </a:lnTo>
                  <a:lnTo>
                    <a:pt x="6588147" y="1063527"/>
                  </a:lnTo>
                  <a:lnTo>
                    <a:pt x="6587486" y="1063527"/>
                  </a:lnTo>
                  <a:lnTo>
                    <a:pt x="6586826" y="1063527"/>
                  </a:lnTo>
                  <a:lnTo>
                    <a:pt x="6586165" y="1063527"/>
                  </a:lnTo>
                  <a:lnTo>
                    <a:pt x="6585505" y="1063527"/>
                  </a:lnTo>
                  <a:lnTo>
                    <a:pt x="6584844" y="1063527"/>
                  </a:lnTo>
                  <a:lnTo>
                    <a:pt x="6584184" y="1063527"/>
                  </a:lnTo>
                  <a:lnTo>
                    <a:pt x="6583523" y="1063527"/>
                  </a:lnTo>
                  <a:lnTo>
                    <a:pt x="6582862" y="1063527"/>
                  </a:lnTo>
                  <a:lnTo>
                    <a:pt x="6582202" y="1063527"/>
                  </a:lnTo>
                  <a:lnTo>
                    <a:pt x="6581541" y="1063527"/>
                  </a:lnTo>
                  <a:lnTo>
                    <a:pt x="6580881" y="1063527"/>
                  </a:lnTo>
                  <a:lnTo>
                    <a:pt x="6580220" y="1063527"/>
                  </a:lnTo>
                  <a:lnTo>
                    <a:pt x="6579560" y="1063527"/>
                  </a:lnTo>
                  <a:lnTo>
                    <a:pt x="6578899" y="1063527"/>
                  </a:lnTo>
                  <a:lnTo>
                    <a:pt x="6578239" y="1063527"/>
                  </a:lnTo>
                  <a:lnTo>
                    <a:pt x="6577578" y="1063527"/>
                  </a:lnTo>
                  <a:lnTo>
                    <a:pt x="6576918" y="1063527"/>
                  </a:lnTo>
                  <a:lnTo>
                    <a:pt x="6576257" y="1063527"/>
                  </a:lnTo>
                  <a:lnTo>
                    <a:pt x="6575597" y="1063527"/>
                  </a:lnTo>
                  <a:lnTo>
                    <a:pt x="6574936" y="1063527"/>
                  </a:lnTo>
                  <a:lnTo>
                    <a:pt x="6574276" y="1063527"/>
                  </a:lnTo>
                  <a:lnTo>
                    <a:pt x="6573615" y="1063527"/>
                  </a:lnTo>
                  <a:lnTo>
                    <a:pt x="6572954" y="1063527"/>
                  </a:lnTo>
                  <a:lnTo>
                    <a:pt x="6572294" y="1063527"/>
                  </a:lnTo>
                  <a:lnTo>
                    <a:pt x="6571633" y="1063527"/>
                  </a:lnTo>
                  <a:lnTo>
                    <a:pt x="6570973" y="1063527"/>
                  </a:lnTo>
                  <a:lnTo>
                    <a:pt x="6570312" y="1063527"/>
                  </a:lnTo>
                  <a:lnTo>
                    <a:pt x="6569652" y="1063527"/>
                  </a:lnTo>
                  <a:lnTo>
                    <a:pt x="6568991" y="1063527"/>
                  </a:lnTo>
                  <a:lnTo>
                    <a:pt x="6568331" y="1063527"/>
                  </a:lnTo>
                  <a:lnTo>
                    <a:pt x="6567670" y="1063527"/>
                  </a:lnTo>
                  <a:lnTo>
                    <a:pt x="6567010" y="1063527"/>
                  </a:lnTo>
                  <a:lnTo>
                    <a:pt x="6566349" y="1063527"/>
                  </a:lnTo>
                  <a:lnTo>
                    <a:pt x="6565689" y="1063527"/>
                  </a:lnTo>
                  <a:lnTo>
                    <a:pt x="6565028" y="1063527"/>
                  </a:lnTo>
                  <a:lnTo>
                    <a:pt x="6564368" y="1063527"/>
                  </a:lnTo>
                  <a:lnTo>
                    <a:pt x="6563707" y="1063527"/>
                  </a:lnTo>
                  <a:lnTo>
                    <a:pt x="6563047" y="1063527"/>
                  </a:lnTo>
                  <a:lnTo>
                    <a:pt x="6562386" y="1063527"/>
                  </a:lnTo>
                  <a:lnTo>
                    <a:pt x="6561725" y="1063527"/>
                  </a:lnTo>
                  <a:lnTo>
                    <a:pt x="6561065" y="1063527"/>
                  </a:lnTo>
                  <a:lnTo>
                    <a:pt x="6560404" y="1063527"/>
                  </a:lnTo>
                  <a:lnTo>
                    <a:pt x="6559744" y="1063527"/>
                  </a:lnTo>
                  <a:lnTo>
                    <a:pt x="6559083" y="1063527"/>
                  </a:lnTo>
                  <a:lnTo>
                    <a:pt x="6558423" y="1063527"/>
                  </a:lnTo>
                  <a:lnTo>
                    <a:pt x="6557762" y="1063527"/>
                  </a:lnTo>
                  <a:lnTo>
                    <a:pt x="6557102" y="1063527"/>
                  </a:lnTo>
                  <a:lnTo>
                    <a:pt x="6556441" y="1063527"/>
                  </a:lnTo>
                  <a:lnTo>
                    <a:pt x="6555781" y="1063527"/>
                  </a:lnTo>
                  <a:lnTo>
                    <a:pt x="6555120" y="1063527"/>
                  </a:lnTo>
                  <a:lnTo>
                    <a:pt x="6554460" y="1063527"/>
                  </a:lnTo>
                  <a:lnTo>
                    <a:pt x="6553799" y="1063527"/>
                  </a:lnTo>
                  <a:lnTo>
                    <a:pt x="6553139" y="1063527"/>
                  </a:lnTo>
                  <a:lnTo>
                    <a:pt x="6552478" y="1063527"/>
                  </a:lnTo>
                  <a:lnTo>
                    <a:pt x="6551817" y="1063527"/>
                  </a:lnTo>
                  <a:lnTo>
                    <a:pt x="6551157" y="1063527"/>
                  </a:lnTo>
                  <a:lnTo>
                    <a:pt x="6550496" y="1063527"/>
                  </a:lnTo>
                  <a:lnTo>
                    <a:pt x="6549836" y="1063527"/>
                  </a:lnTo>
                  <a:lnTo>
                    <a:pt x="6549175" y="1063527"/>
                  </a:lnTo>
                  <a:lnTo>
                    <a:pt x="6548515" y="1063527"/>
                  </a:lnTo>
                  <a:lnTo>
                    <a:pt x="6547854" y="1063527"/>
                  </a:lnTo>
                  <a:lnTo>
                    <a:pt x="6547194" y="1063527"/>
                  </a:lnTo>
                  <a:lnTo>
                    <a:pt x="6546533" y="1063527"/>
                  </a:lnTo>
                  <a:lnTo>
                    <a:pt x="6545873" y="1063527"/>
                  </a:lnTo>
                  <a:lnTo>
                    <a:pt x="6545212" y="1063527"/>
                  </a:lnTo>
                  <a:lnTo>
                    <a:pt x="6544552" y="1063527"/>
                  </a:lnTo>
                  <a:lnTo>
                    <a:pt x="6543891" y="1063527"/>
                  </a:lnTo>
                  <a:lnTo>
                    <a:pt x="6543231" y="1063527"/>
                  </a:lnTo>
                  <a:lnTo>
                    <a:pt x="6542570" y="1063527"/>
                  </a:lnTo>
                  <a:lnTo>
                    <a:pt x="6541909" y="1063527"/>
                  </a:lnTo>
                  <a:lnTo>
                    <a:pt x="6541249" y="1063527"/>
                  </a:lnTo>
                  <a:lnTo>
                    <a:pt x="6540588" y="1063527"/>
                  </a:lnTo>
                  <a:lnTo>
                    <a:pt x="6539928" y="1063527"/>
                  </a:lnTo>
                  <a:lnTo>
                    <a:pt x="6539267" y="1063527"/>
                  </a:lnTo>
                  <a:lnTo>
                    <a:pt x="6538607" y="1063527"/>
                  </a:lnTo>
                  <a:lnTo>
                    <a:pt x="6537946" y="1063527"/>
                  </a:lnTo>
                  <a:lnTo>
                    <a:pt x="6537286" y="1063527"/>
                  </a:lnTo>
                  <a:lnTo>
                    <a:pt x="6536625" y="1063527"/>
                  </a:lnTo>
                  <a:lnTo>
                    <a:pt x="6535965" y="1063527"/>
                  </a:lnTo>
                  <a:lnTo>
                    <a:pt x="6535304" y="1063527"/>
                  </a:lnTo>
                  <a:lnTo>
                    <a:pt x="6534644" y="1063527"/>
                  </a:lnTo>
                  <a:lnTo>
                    <a:pt x="6533983" y="1063527"/>
                  </a:lnTo>
                  <a:lnTo>
                    <a:pt x="6533323" y="1063527"/>
                  </a:lnTo>
                  <a:lnTo>
                    <a:pt x="6532662" y="1063527"/>
                  </a:lnTo>
                  <a:lnTo>
                    <a:pt x="6532002" y="1063527"/>
                  </a:lnTo>
                  <a:lnTo>
                    <a:pt x="6531341" y="1063527"/>
                  </a:lnTo>
                  <a:lnTo>
                    <a:pt x="6530680" y="1063527"/>
                  </a:lnTo>
                  <a:lnTo>
                    <a:pt x="6530020" y="1063527"/>
                  </a:lnTo>
                  <a:lnTo>
                    <a:pt x="6529359" y="1063527"/>
                  </a:lnTo>
                  <a:lnTo>
                    <a:pt x="6528699" y="1063527"/>
                  </a:lnTo>
                  <a:lnTo>
                    <a:pt x="6528038" y="1063527"/>
                  </a:lnTo>
                  <a:lnTo>
                    <a:pt x="6527378" y="1063527"/>
                  </a:lnTo>
                  <a:lnTo>
                    <a:pt x="6526717" y="1063527"/>
                  </a:lnTo>
                  <a:lnTo>
                    <a:pt x="6526057" y="1063527"/>
                  </a:lnTo>
                  <a:lnTo>
                    <a:pt x="6525396" y="1063527"/>
                  </a:lnTo>
                  <a:lnTo>
                    <a:pt x="6524736" y="1063527"/>
                  </a:lnTo>
                  <a:lnTo>
                    <a:pt x="6524075" y="1063527"/>
                  </a:lnTo>
                  <a:lnTo>
                    <a:pt x="6523415" y="1063527"/>
                  </a:lnTo>
                  <a:lnTo>
                    <a:pt x="6522754" y="1063527"/>
                  </a:lnTo>
                  <a:lnTo>
                    <a:pt x="6522094" y="1063527"/>
                  </a:lnTo>
                  <a:lnTo>
                    <a:pt x="6521433" y="1063527"/>
                  </a:lnTo>
                  <a:lnTo>
                    <a:pt x="6520772" y="1063527"/>
                  </a:lnTo>
                  <a:lnTo>
                    <a:pt x="6520112" y="1063527"/>
                  </a:lnTo>
                  <a:lnTo>
                    <a:pt x="6519451" y="1063527"/>
                  </a:lnTo>
                  <a:lnTo>
                    <a:pt x="6518791" y="1063527"/>
                  </a:lnTo>
                  <a:lnTo>
                    <a:pt x="6518130" y="1063527"/>
                  </a:lnTo>
                  <a:lnTo>
                    <a:pt x="6517470" y="1063527"/>
                  </a:lnTo>
                  <a:lnTo>
                    <a:pt x="6516809" y="1063527"/>
                  </a:lnTo>
                  <a:lnTo>
                    <a:pt x="6516149" y="1063527"/>
                  </a:lnTo>
                  <a:lnTo>
                    <a:pt x="6515488" y="1063527"/>
                  </a:lnTo>
                  <a:lnTo>
                    <a:pt x="6514828" y="1063527"/>
                  </a:lnTo>
                  <a:lnTo>
                    <a:pt x="6514167" y="1063527"/>
                  </a:lnTo>
                  <a:lnTo>
                    <a:pt x="6513507" y="1063527"/>
                  </a:lnTo>
                  <a:lnTo>
                    <a:pt x="6512846" y="1063527"/>
                  </a:lnTo>
                  <a:lnTo>
                    <a:pt x="6512186" y="1063527"/>
                  </a:lnTo>
                  <a:lnTo>
                    <a:pt x="6511525" y="1063527"/>
                  </a:lnTo>
                  <a:lnTo>
                    <a:pt x="6510864" y="1063527"/>
                  </a:lnTo>
                  <a:lnTo>
                    <a:pt x="6510204" y="1063527"/>
                  </a:lnTo>
                  <a:lnTo>
                    <a:pt x="6509543" y="1063527"/>
                  </a:lnTo>
                  <a:lnTo>
                    <a:pt x="6508883" y="1063527"/>
                  </a:lnTo>
                  <a:lnTo>
                    <a:pt x="6508222" y="1063527"/>
                  </a:lnTo>
                  <a:lnTo>
                    <a:pt x="6507562" y="1063527"/>
                  </a:lnTo>
                  <a:lnTo>
                    <a:pt x="6506901" y="1063527"/>
                  </a:lnTo>
                  <a:lnTo>
                    <a:pt x="6506241" y="1063527"/>
                  </a:lnTo>
                  <a:lnTo>
                    <a:pt x="6505580" y="1063527"/>
                  </a:lnTo>
                  <a:lnTo>
                    <a:pt x="6504920" y="1063527"/>
                  </a:lnTo>
                  <a:lnTo>
                    <a:pt x="6504259" y="1063527"/>
                  </a:lnTo>
                  <a:lnTo>
                    <a:pt x="6503599" y="1063527"/>
                  </a:lnTo>
                  <a:lnTo>
                    <a:pt x="6502938" y="1063527"/>
                  </a:lnTo>
                  <a:lnTo>
                    <a:pt x="6502278" y="1063527"/>
                  </a:lnTo>
                  <a:lnTo>
                    <a:pt x="6501617" y="1063527"/>
                  </a:lnTo>
                  <a:lnTo>
                    <a:pt x="6500956" y="1063527"/>
                  </a:lnTo>
                  <a:lnTo>
                    <a:pt x="6500296" y="1063527"/>
                  </a:lnTo>
                  <a:lnTo>
                    <a:pt x="6499635" y="1063527"/>
                  </a:lnTo>
                  <a:lnTo>
                    <a:pt x="6498975" y="1063527"/>
                  </a:lnTo>
                  <a:lnTo>
                    <a:pt x="6498314" y="1063527"/>
                  </a:lnTo>
                  <a:lnTo>
                    <a:pt x="6497654" y="1063527"/>
                  </a:lnTo>
                  <a:lnTo>
                    <a:pt x="6496993" y="1063527"/>
                  </a:lnTo>
                  <a:lnTo>
                    <a:pt x="6496333" y="1063527"/>
                  </a:lnTo>
                  <a:lnTo>
                    <a:pt x="6495672" y="1063527"/>
                  </a:lnTo>
                  <a:lnTo>
                    <a:pt x="6495012" y="1063527"/>
                  </a:lnTo>
                  <a:lnTo>
                    <a:pt x="6494351" y="1063527"/>
                  </a:lnTo>
                  <a:lnTo>
                    <a:pt x="6493691" y="1063527"/>
                  </a:lnTo>
                  <a:lnTo>
                    <a:pt x="6493030" y="1063527"/>
                  </a:lnTo>
                  <a:lnTo>
                    <a:pt x="6492370" y="1063527"/>
                  </a:lnTo>
                  <a:lnTo>
                    <a:pt x="6491709" y="1063527"/>
                  </a:lnTo>
                  <a:lnTo>
                    <a:pt x="6491049" y="1063527"/>
                  </a:lnTo>
                  <a:lnTo>
                    <a:pt x="6490388" y="1063527"/>
                  </a:lnTo>
                  <a:lnTo>
                    <a:pt x="6489727" y="1063527"/>
                  </a:lnTo>
                  <a:lnTo>
                    <a:pt x="6489067" y="1063527"/>
                  </a:lnTo>
                  <a:lnTo>
                    <a:pt x="6488406" y="1063527"/>
                  </a:lnTo>
                  <a:lnTo>
                    <a:pt x="6487746" y="1063527"/>
                  </a:lnTo>
                  <a:lnTo>
                    <a:pt x="6487085" y="1063527"/>
                  </a:lnTo>
                  <a:lnTo>
                    <a:pt x="6486425" y="1063527"/>
                  </a:lnTo>
                  <a:lnTo>
                    <a:pt x="6485764" y="1063527"/>
                  </a:lnTo>
                  <a:lnTo>
                    <a:pt x="6485104" y="1063527"/>
                  </a:lnTo>
                  <a:lnTo>
                    <a:pt x="6484443" y="1063527"/>
                  </a:lnTo>
                  <a:lnTo>
                    <a:pt x="6483783" y="1063527"/>
                  </a:lnTo>
                  <a:lnTo>
                    <a:pt x="6483122" y="1063527"/>
                  </a:lnTo>
                  <a:lnTo>
                    <a:pt x="6482462" y="1063527"/>
                  </a:lnTo>
                  <a:lnTo>
                    <a:pt x="6481801" y="1063527"/>
                  </a:lnTo>
                  <a:lnTo>
                    <a:pt x="6481141" y="1063527"/>
                  </a:lnTo>
                  <a:lnTo>
                    <a:pt x="6480480" y="1063527"/>
                  </a:lnTo>
                  <a:lnTo>
                    <a:pt x="6479819" y="1063527"/>
                  </a:lnTo>
                  <a:lnTo>
                    <a:pt x="6479159" y="1063527"/>
                  </a:lnTo>
                  <a:lnTo>
                    <a:pt x="6478498" y="1063527"/>
                  </a:lnTo>
                  <a:lnTo>
                    <a:pt x="6477838" y="1063527"/>
                  </a:lnTo>
                  <a:lnTo>
                    <a:pt x="6477177" y="1063527"/>
                  </a:lnTo>
                  <a:lnTo>
                    <a:pt x="6476517" y="1063527"/>
                  </a:lnTo>
                  <a:lnTo>
                    <a:pt x="6475856" y="1063527"/>
                  </a:lnTo>
                  <a:lnTo>
                    <a:pt x="6475196" y="1063527"/>
                  </a:lnTo>
                  <a:lnTo>
                    <a:pt x="6474535" y="1063527"/>
                  </a:lnTo>
                  <a:lnTo>
                    <a:pt x="6473875" y="1063527"/>
                  </a:lnTo>
                  <a:lnTo>
                    <a:pt x="6473214" y="1063527"/>
                  </a:lnTo>
                  <a:lnTo>
                    <a:pt x="6472554" y="1063527"/>
                  </a:lnTo>
                  <a:lnTo>
                    <a:pt x="6471893" y="1063527"/>
                  </a:lnTo>
                  <a:lnTo>
                    <a:pt x="6471233" y="1063527"/>
                  </a:lnTo>
                  <a:lnTo>
                    <a:pt x="6470572" y="1063527"/>
                  </a:lnTo>
                  <a:lnTo>
                    <a:pt x="6469911" y="1063527"/>
                  </a:lnTo>
                  <a:lnTo>
                    <a:pt x="6469251" y="1063527"/>
                  </a:lnTo>
                  <a:lnTo>
                    <a:pt x="6468590" y="1063527"/>
                  </a:lnTo>
                  <a:lnTo>
                    <a:pt x="6467930" y="1063527"/>
                  </a:lnTo>
                  <a:lnTo>
                    <a:pt x="6467269" y="1063527"/>
                  </a:lnTo>
                  <a:lnTo>
                    <a:pt x="6466609" y="1063527"/>
                  </a:lnTo>
                  <a:lnTo>
                    <a:pt x="6465948" y="1063527"/>
                  </a:lnTo>
                  <a:lnTo>
                    <a:pt x="6465288" y="1063527"/>
                  </a:lnTo>
                  <a:lnTo>
                    <a:pt x="6464627" y="1063527"/>
                  </a:lnTo>
                  <a:lnTo>
                    <a:pt x="6463967" y="1063527"/>
                  </a:lnTo>
                  <a:lnTo>
                    <a:pt x="6463306" y="1063527"/>
                  </a:lnTo>
                  <a:lnTo>
                    <a:pt x="6462646" y="1063527"/>
                  </a:lnTo>
                  <a:lnTo>
                    <a:pt x="6461985" y="1063527"/>
                  </a:lnTo>
                  <a:lnTo>
                    <a:pt x="6461325" y="1063527"/>
                  </a:lnTo>
                  <a:lnTo>
                    <a:pt x="6460664" y="1063527"/>
                  </a:lnTo>
                  <a:lnTo>
                    <a:pt x="6460004" y="1063527"/>
                  </a:lnTo>
                  <a:lnTo>
                    <a:pt x="6459343" y="1063527"/>
                  </a:lnTo>
                  <a:lnTo>
                    <a:pt x="6458682" y="1063527"/>
                  </a:lnTo>
                  <a:lnTo>
                    <a:pt x="6458022" y="1063527"/>
                  </a:lnTo>
                  <a:lnTo>
                    <a:pt x="6457361" y="1063527"/>
                  </a:lnTo>
                  <a:lnTo>
                    <a:pt x="6456701" y="1063527"/>
                  </a:lnTo>
                  <a:lnTo>
                    <a:pt x="6456040" y="1063527"/>
                  </a:lnTo>
                  <a:lnTo>
                    <a:pt x="6455380" y="1063527"/>
                  </a:lnTo>
                  <a:lnTo>
                    <a:pt x="6454719" y="1063527"/>
                  </a:lnTo>
                  <a:lnTo>
                    <a:pt x="6454059" y="1063527"/>
                  </a:lnTo>
                  <a:lnTo>
                    <a:pt x="6453398" y="1063527"/>
                  </a:lnTo>
                  <a:lnTo>
                    <a:pt x="6452738" y="1063527"/>
                  </a:lnTo>
                  <a:lnTo>
                    <a:pt x="6452077" y="1063527"/>
                  </a:lnTo>
                  <a:lnTo>
                    <a:pt x="6451417" y="1063527"/>
                  </a:lnTo>
                  <a:lnTo>
                    <a:pt x="6450756" y="1063527"/>
                  </a:lnTo>
                  <a:lnTo>
                    <a:pt x="6450096" y="1063527"/>
                  </a:lnTo>
                  <a:lnTo>
                    <a:pt x="6449435" y="1063527"/>
                  </a:lnTo>
                  <a:lnTo>
                    <a:pt x="6448774" y="1063527"/>
                  </a:lnTo>
                  <a:lnTo>
                    <a:pt x="6448114" y="1063527"/>
                  </a:lnTo>
                  <a:lnTo>
                    <a:pt x="6447453" y="1063527"/>
                  </a:lnTo>
                  <a:lnTo>
                    <a:pt x="6446793" y="1063527"/>
                  </a:lnTo>
                  <a:lnTo>
                    <a:pt x="6446132" y="1063527"/>
                  </a:lnTo>
                  <a:lnTo>
                    <a:pt x="6445472" y="1063527"/>
                  </a:lnTo>
                  <a:lnTo>
                    <a:pt x="6444811" y="1063527"/>
                  </a:lnTo>
                  <a:lnTo>
                    <a:pt x="6444151" y="1063527"/>
                  </a:lnTo>
                  <a:lnTo>
                    <a:pt x="6443490" y="1063527"/>
                  </a:lnTo>
                  <a:lnTo>
                    <a:pt x="6442830" y="1063527"/>
                  </a:lnTo>
                  <a:lnTo>
                    <a:pt x="6442169" y="1063527"/>
                  </a:lnTo>
                  <a:lnTo>
                    <a:pt x="6441509" y="1063527"/>
                  </a:lnTo>
                  <a:lnTo>
                    <a:pt x="6440848" y="1063527"/>
                  </a:lnTo>
                  <a:lnTo>
                    <a:pt x="6440188" y="1063527"/>
                  </a:lnTo>
                  <a:lnTo>
                    <a:pt x="6439527" y="1063527"/>
                  </a:lnTo>
                  <a:lnTo>
                    <a:pt x="6438866" y="1063527"/>
                  </a:lnTo>
                  <a:lnTo>
                    <a:pt x="6438206" y="1063527"/>
                  </a:lnTo>
                  <a:lnTo>
                    <a:pt x="6437545" y="1063527"/>
                  </a:lnTo>
                  <a:lnTo>
                    <a:pt x="6436885" y="1063527"/>
                  </a:lnTo>
                  <a:lnTo>
                    <a:pt x="6436224" y="1063527"/>
                  </a:lnTo>
                  <a:lnTo>
                    <a:pt x="6435564" y="1063527"/>
                  </a:lnTo>
                  <a:lnTo>
                    <a:pt x="6434903" y="1063527"/>
                  </a:lnTo>
                  <a:lnTo>
                    <a:pt x="6434243" y="1063527"/>
                  </a:lnTo>
                  <a:lnTo>
                    <a:pt x="6433582" y="1063527"/>
                  </a:lnTo>
                  <a:lnTo>
                    <a:pt x="6432922" y="1063527"/>
                  </a:lnTo>
                  <a:lnTo>
                    <a:pt x="6432261" y="1063527"/>
                  </a:lnTo>
                  <a:lnTo>
                    <a:pt x="6431601" y="1063527"/>
                  </a:lnTo>
                  <a:lnTo>
                    <a:pt x="6430940" y="1063527"/>
                  </a:lnTo>
                  <a:lnTo>
                    <a:pt x="6430280" y="1063527"/>
                  </a:lnTo>
                  <a:lnTo>
                    <a:pt x="6429619" y="1063527"/>
                  </a:lnTo>
                  <a:lnTo>
                    <a:pt x="6428958" y="1063527"/>
                  </a:lnTo>
                  <a:lnTo>
                    <a:pt x="6428298" y="1063527"/>
                  </a:lnTo>
                  <a:lnTo>
                    <a:pt x="6427637" y="1063527"/>
                  </a:lnTo>
                  <a:lnTo>
                    <a:pt x="6426977" y="1063527"/>
                  </a:lnTo>
                  <a:lnTo>
                    <a:pt x="6426316" y="1063527"/>
                  </a:lnTo>
                  <a:lnTo>
                    <a:pt x="6425656" y="1063527"/>
                  </a:lnTo>
                  <a:lnTo>
                    <a:pt x="6424995" y="1063527"/>
                  </a:lnTo>
                  <a:lnTo>
                    <a:pt x="6424335" y="1063527"/>
                  </a:lnTo>
                  <a:lnTo>
                    <a:pt x="6423674" y="1063527"/>
                  </a:lnTo>
                  <a:lnTo>
                    <a:pt x="6423014" y="1063527"/>
                  </a:lnTo>
                  <a:lnTo>
                    <a:pt x="6422353" y="1063527"/>
                  </a:lnTo>
                  <a:lnTo>
                    <a:pt x="6421693" y="1063527"/>
                  </a:lnTo>
                  <a:lnTo>
                    <a:pt x="6421032" y="1063527"/>
                  </a:lnTo>
                  <a:lnTo>
                    <a:pt x="6420372" y="1063527"/>
                  </a:lnTo>
                  <a:lnTo>
                    <a:pt x="6419711" y="1063527"/>
                  </a:lnTo>
                  <a:lnTo>
                    <a:pt x="6419051" y="1063527"/>
                  </a:lnTo>
                  <a:lnTo>
                    <a:pt x="6418390" y="1063527"/>
                  </a:lnTo>
                  <a:lnTo>
                    <a:pt x="6417729" y="1063527"/>
                  </a:lnTo>
                  <a:lnTo>
                    <a:pt x="6417069" y="1063527"/>
                  </a:lnTo>
                  <a:lnTo>
                    <a:pt x="6416408" y="1063527"/>
                  </a:lnTo>
                  <a:lnTo>
                    <a:pt x="6415748" y="1063527"/>
                  </a:lnTo>
                  <a:lnTo>
                    <a:pt x="6415087" y="1063527"/>
                  </a:lnTo>
                  <a:lnTo>
                    <a:pt x="6414427" y="1063527"/>
                  </a:lnTo>
                  <a:lnTo>
                    <a:pt x="6413766" y="1063527"/>
                  </a:lnTo>
                  <a:lnTo>
                    <a:pt x="6413106" y="1063527"/>
                  </a:lnTo>
                  <a:lnTo>
                    <a:pt x="6412445" y="1063527"/>
                  </a:lnTo>
                  <a:lnTo>
                    <a:pt x="6411785" y="1063527"/>
                  </a:lnTo>
                  <a:lnTo>
                    <a:pt x="6411124" y="1063527"/>
                  </a:lnTo>
                  <a:lnTo>
                    <a:pt x="6410464" y="1063527"/>
                  </a:lnTo>
                  <a:lnTo>
                    <a:pt x="6409803" y="1063527"/>
                  </a:lnTo>
                  <a:lnTo>
                    <a:pt x="6409143" y="1063527"/>
                  </a:lnTo>
                  <a:lnTo>
                    <a:pt x="6408482" y="1063527"/>
                  </a:lnTo>
                  <a:lnTo>
                    <a:pt x="6407821" y="1063527"/>
                  </a:lnTo>
                  <a:lnTo>
                    <a:pt x="6407161" y="1063527"/>
                  </a:lnTo>
                  <a:lnTo>
                    <a:pt x="6406500" y="1063527"/>
                  </a:lnTo>
                  <a:lnTo>
                    <a:pt x="6405840" y="1063527"/>
                  </a:lnTo>
                  <a:lnTo>
                    <a:pt x="6405179" y="1063527"/>
                  </a:lnTo>
                  <a:lnTo>
                    <a:pt x="6404519" y="1063527"/>
                  </a:lnTo>
                  <a:lnTo>
                    <a:pt x="6403858" y="1063527"/>
                  </a:lnTo>
                  <a:lnTo>
                    <a:pt x="6403198" y="1063527"/>
                  </a:lnTo>
                  <a:lnTo>
                    <a:pt x="6402537" y="1063527"/>
                  </a:lnTo>
                  <a:lnTo>
                    <a:pt x="6401877" y="1063527"/>
                  </a:lnTo>
                  <a:lnTo>
                    <a:pt x="6401216" y="1063527"/>
                  </a:lnTo>
                  <a:lnTo>
                    <a:pt x="6400556" y="1063527"/>
                  </a:lnTo>
                  <a:lnTo>
                    <a:pt x="6399895" y="1063527"/>
                  </a:lnTo>
                  <a:lnTo>
                    <a:pt x="6399235" y="1063527"/>
                  </a:lnTo>
                  <a:lnTo>
                    <a:pt x="6398574" y="1063527"/>
                  </a:lnTo>
                  <a:lnTo>
                    <a:pt x="6397913" y="1063527"/>
                  </a:lnTo>
                  <a:lnTo>
                    <a:pt x="6397253" y="1063527"/>
                  </a:lnTo>
                  <a:lnTo>
                    <a:pt x="6396592" y="1063527"/>
                  </a:lnTo>
                  <a:lnTo>
                    <a:pt x="6395932" y="1063527"/>
                  </a:lnTo>
                  <a:lnTo>
                    <a:pt x="6395271" y="1063527"/>
                  </a:lnTo>
                  <a:lnTo>
                    <a:pt x="6394611" y="1063527"/>
                  </a:lnTo>
                  <a:lnTo>
                    <a:pt x="6393950" y="1063527"/>
                  </a:lnTo>
                  <a:lnTo>
                    <a:pt x="6393290" y="1063527"/>
                  </a:lnTo>
                  <a:lnTo>
                    <a:pt x="6392629" y="1063527"/>
                  </a:lnTo>
                  <a:lnTo>
                    <a:pt x="6391969" y="1063527"/>
                  </a:lnTo>
                  <a:lnTo>
                    <a:pt x="6391308" y="1063527"/>
                  </a:lnTo>
                  <a:lnTo>
                    <a:pt x="6390648" y="1063527"/>
                  </a:lnTo>
                  <a:lnTo>
                    <a:pt x="6389987" y="1063527"/>
                  </a:lnTo>
                  <a:lnTo>
                    <a:pt x="6389327" y="1063527"/>
                  </a:lnTo>
                  <a:lnTo>
                    <a:pt x="6388666" y="1063527"/>
                  </a:lnTo>
                  <a:lnTo>
                    <a:pt x="6388006" y="1063527"/>
                  </a:lnTo>
                  <a:lnTo>
                    <a:pt x="6387345" y="1063527"/>
                  </a:lnTo>
                  <a:lnTo>
                    <a:pt x="6386684" y="1063527"/>
                  </a:lnTo>
                  <a:lnTo>
                    <a:pt x="6386024" y="1063527"/>
                  </a:lnTo>
                  <a:lnTo>
                    <a:pt x="6385363" y="1063527"/>
                  </a:lnTo>
                  <a:lnTo>
                    <a:pt x="6384703" y="1063527"/>
                  </a:lnTo>
                  <a:lnTo>
                    <a:pt x="6384042" y="1063527"/>
                  </a:lnTo>
                  <a:lnTo>
                    <a:pt x="6383382" y="1063527"/>
                  </a:lnTo>
                  <a:lnTo>
                    <a:pt x="6382721" y="1063527"/>
                  </a:lnTo>
                  <a:lnTo>
                    <a:pt x="6382061" y="1063527"/>
                  </a:lnTo>
                  <a:lnTo>
                    <a:pt x="6381400" y="1063527"/>
                  </a:lnTo>
                  <a:lnTo>
                    <a:pt x="6380740" y="1063527"/>
                  </a:lnTo>
                  <a:lnTo>
                    <a:pt x="6380079" y="1063527"/>
                  </a:lnTo>
                  <a:lnTo>
                    <a:pt x="6379419" y="1063527"/>
                  </a:lnTo>
                  <a:lnTo>
                    <a:pt x="6378758" y="1063527"/>
                  </a:lnTo>
                  <a:lnTo>
                    <a:pt x="6378098" y="1063527"/>
                  </a:lnTo>
                  <a:lnTo>
                    <a:pt x="6377437" y="1063527"/>
                  </a:lnTo>
                  <a:lnTo>
                    <a:pt x="6376776" y="1063527"/>
                  </a:lnTo>
                  <a:lnTo>
                    <a:pt x="6376116" y="1063527"/>
                  </a:lnTo>
                  <a:lnTo>
                    <a:pt x="6375455" y="1063527"/>
                  </a:lnTo>
                  <a:lnTo>
                    <a:pt x="6374795" y="1063527"/>
                  </a:lnTo>
                  <a:lnTo>
                    <a:pt x="6374134" y="1063527"/>
                  </a:lnTo>
                  <a:lnTo>
                    <a:pt x="6373474" y="1063527"/>
                  </a:lnTo>
                  <a:lnTo>
                    <a:pt x="6372813" y="1063527"/>
                  </a:lnTo>
                  <a:lnTo>
                    <a:pt x="6372153" y="1063527"/>
                  </a:lnTo>
                  <a:lnTo>
                    <a:pt x="6371492" y="1063527"/>
                  </a:lnTo>
                  <a:lnTo>
                    <a:pt x="6370832" y="1063527"/>
                  </a:lnTo>
                  <a:lnTo>
                    <a:pt x="6370171" y="1063527"/>
                  </a:lnTo>
                  <a:lnTo>
                    <a:pt x="6369511" y="1063527"/>
                  </a:lnTo>
                  <a:lnTo>
                    <a:pt x="6368850" y="1063527"/>
                  </a:lnTo>
                  <a:lnTo>
                    <a:pt x="6368190" y="1063527"/>
                  </a:lnTo>
                  <a:lnTo>
                    <a:pt x="6367529" y="1063527"/>
                  </a:lnTo>
                  <a:lnTo>
                    <a:pt x="6366868" y="1063527"/>
                  </a:lnTo>
                  <a:lnTo>
                    <a:pt x="6366208" y="1063527"/>
                  </a:lnTo>
                  <a:lnTo>
                    <a:pt x="6365547" y="1063527"/>
                  </a:lnTo>
                  <a:lnTo>
                    <a:pt x="6364887" y="1063527"/>
                  </a:lnTo>
                  <a:lnTo>
                    <a:pt x="6364226" y="1063527"/>
                  </a:lnTo>
                  <a:lnTo>
                    <a:pt x="6363566" y="1063527"/>
                  </a:lnTo>
                  <a:lnTo>
                    <a:pt x="6362905" y="1063527"/>
                  </a:lnTo>
                  <a:lnTo>
                    <a:pt x="6362245" y="1063527"/>
                  </a:lnTo>
                  <a:lnTo>
                    <a:pt x="6361584" y="1063527"/>
                  </a:lnTo>
                  <a:lnTo>
                    <a:pt x="6360924" y="1063527"/>
                  </a:lnTo>
                  <a:lnTo>
                    <a:pt x="6360263" y="1063527"/>
                  </a:lnTo>
                  <a:lnTo>
                    <a:pt x="6359603" y="1063527"/>
                  </a:lnTo>
                  <a:lnTo>
                    <a:pt x="6358942" y="1063527"/>
                  </a:lnTo>
                  <a:lnTo>
                    <a:pt x="6358282" y="1063527"/>
                  </a:lnTo>
                  <a:lnTo>
                    <a:pt x="6357621" y="1063527"/>
                  </a:lnTo>
                  <a:lnTo>
                    <a:pt x="6356960" y="1063527"/>
                  </a:lnTo>
                  <a:lnTo>
                    <a:pt x="6356300" y="1063527"/>
                  </a:lnTo>
                  <a:lnTo>
                    <a:pt x="6355639" y="1063527"/>
                  </a:lnTo>
                  <a:lnTo>
                    <a:pt x="6354979" y="1063527"/>
                  </a:lnTo>
                  <a:lnTo>
                    <a:pt x="6354318" y="1063527"/>
                  </a:lnTo>
                  <a:lnTo>
                    <a:pt x="6353658" y="1063527"/>
                  </a:lnTo>
                  <a:lnTo>
                    <a:pt x="6352997" y="1063527"/>
                  </a:lnTo>
                  <a:lnTo>
                    <a:pt x="6352337" y="1063527"/>
                  </a:lnTo>
                  <a:lnTo>
                    <a:pt x="6351676" y="1063527"/>
                  </a:lnTo>
                  <a:lnTo>
                    <a:pt x="6351016" y="1063527"/>
                  </a:lnTo>
                  <a:lnTo>
                    <a:pt x="6350355" y="1063527"/>
                  </a:lnTo>
                  <a:lnTo>
                    <a:pt x="6349695" y="1063527"/>
                  </a:lnTo>
                  <a:lnTo>
                    <a:pt x="6349034" y="1063527"/>
                  </a:lnTo>
                  <a:lnTo>
                    <a:pt x="6348374" y="1063527"/>
                  </a:lnTo>
                  <a:lnTo>
                    <a:pt x="6347713" y="1063527"/>
                  </a:lnTo>
                  <a:lnTo>
                    <a:pt x="6347053" y="1063527"/>
                  </a:lnTo>
                  <a:lnTo>
                    <a:pt x="6346392" y="1063527"/>
                  </a:lnTo>
                  <a:lnTo>
                    <a:pt x="6345731" y="1063527"/>
                  </a:lnTo>
                  <a:lnTo>
                    <a:pt x="6345071" y="1063527"/>
                  </a:lnTo>
                  <a:lnTo>
                    <a:pt x="6344410" y="1063527"/>
                  </a:lnTo>
                  <a:lnTo>
                    <a:pt x="6343750" y="1063527"/>
                  </a:lnTo>
                  <a:lnTo>
                    <a:pt x="6343089" y="1063527"/>
                  </a:lnTo>
                  <a:lnTo>
                    <a:pt x="6342429" y="1063527"/>
                  </a:lnTo>
                  <a:lnTo>
                    <a:pt x="6341768" y="1063527"/>
                  </a:lnTo>
                  <a:lnTo>
                    <a:pt x="6341108" y="1063527"/>
                  </a:lnTo>
                  <a:lnTo>
                    <a:pt x="6340447" y="1063527"/>
                  </a:lnTo>
                  <a:lnTo>
                    <a:pt x="6339787" y="1063527"/>
                  </a:lnTo>
                  <a:lnTo>
                    <a:pt x="6339126" y="1063527"/>
                  </a:lnTo>
                  <a:lnTo>
                    <a:pt x="6338466" y="1063527"/>
                  </a:lnTo>
                  <a:lnTo>
                    <a:pt x="6337805" y="1063527"/>
                  </a:lnTo>
                  <a:lnTo>
                    <a:pt x="6337145" y="1063527"/>
                  </a:lnTo>
                  <a:lnTo>
                    <a:pt x="6336484" y="1063527"/>
                  </a:lnTo>
                  <a:lnTo>
                    <a:pt x="6335823" y="1063527"/>
                  </a:lnTo>
                  <a:lnTo>
                    <a:pt x="6335163" y="1063527"/>
                  </a:lnTo>
                  <a:lnTo>
                    <a:pt x="6334502" y="1063527"/>
                  </a:lnTo>
                  <a:lnTo>
                    <a:pt x="6333842" y="1063527"/>
                  </a:lnTo>
                  <a:lnTo>
                    <a:pt x="6333181" y="1063527"/>
                  </a:lnTo>
                  <a:lnTo>
                    <a:pt x="6332521" y="1063527"/>
                  </a:lnTo>
                  <a:lnTo>
                    <a:pt x="6331860" y="1063527"/>
                  </a:lnTo>
                  <a:lnTo>
                    <a:pt x="6331200" y="1063527"/>
                  </a:lnTo>
                  <a:lnTo>
                    <a:pt x="6330539" y="1063527"/>
                  </a:lnTo>
                  <a:lnTo>
                    <a:pt x="6329879" y="1063527"/>
                  </a:lnTo>
                  <a:lnTo>
                    <a:pt x="6329218" y="1063527"/>
                  </a:lnTo>
                  <a:lnTo>
                    <a:pt x="6328558" y="1063527"/>
                  </a:lnTo>
                  <a:lnTo>
                    <a:pt x="6327897" y="1063527"/>
                  </a:lnTo>
                  <a:lnTo>
                    <a:pt x="6327237" y="1063527"/>
                  </a:lnTo>
                  <a:lnTo>
                    <a:pt x="6326576" y="1063527"/>
                  </a:lnTo>
                  <a:lnTo>
                    <a:pt x="6325915" y="1063527"/>
                  </a:lnTo>
                  <a:lnTo>
                    <a:pt x="6325255" y="1063527"/>
                  </a:lnTo>
                  <a:lnTo>
                    <a:pt x="6324594" y="1063527"/>
                  </a:lnTo>
                  <a:lnTo>
                    <a:pt x="6323934" y="1063527"/>
                  </a:lnTo>
                  <a:lnTo>
                    <a:pt x="6323273" y="1063527"/>
                  </a:lnTo>
                  <a:lnTo>
                    <a:pt x="6322613" y="1063527"/>
                  </a:lnTo>
                  <a:lnTo>
                    <a:pt x="6321952" y="1063527"/>
                  </a:lnTo>
                  <a:lnTo>
                    <a:pt x="6321292" y="1063527"/>
                  </a:lnTo>
                  <a:lnTo>
                    <a:pt x="6320631" y="1063527"/>
                  </a:lnTo>
                  <a:lnTo>
                    <a:pt x="6319971" y="1063527"/>
                  </a:lnTo>
                  <a:lnTo>
                    <a:pt x="6319310" y="1063527"/>
                  </a:lnTo>
                  <a:lnTo>
                    <a:pt x="6318650" y="1063527"/>
                  </a:lnTo>
                  <a:lnTo>
                    <a:pt x="6317989" y="1063527"/>
                  </a:lnTo>
                  <a:lnTo>
                    <a:pt x="6317329" y="1063527"/>
                  </a:lnTo>
                  <a:lnTo>
                    <a:pt x="6316668" y="1063527"/>
                  </a:lnTo>
                  <a:lnTo>
                    <a:pt x="6316008" y="1063527"/>
                  </a:lnTo>
                  <a:lnTo>
                    <a:pt x="6315347" y="1063527"/>
                  </a:lnTo>
                  <a:lnTo>
                    <a:pt x="6314686" y="1063527"/>
                  </a:lnTo>
                  <a:lnTo>
                    <a:pt x="6314026" y="1063527"/>
                  </a:lnTo>
                  <a:lnTo>
                    <a:pt x="6313365" y="1063527"/>
                  </a:lnTo>
                  <a:lnTo>
                    <a:pt x="6312705" y="1063527"/>
                  </a:lnTo>
                  <a:lnTo>
                    <a:pt x="6312044" y="1063527"/>
                  </a:lnTo>
                  <a:lnTo>
                    <a:pt x="6311384" y="1063527"/>
                  </a:lnTo>
                  <a:lnTo>
                    <a:pt x="6310723" y="1063527"/>
                  </a:lnTo>
                  <a:lnTo>
                    <a:pt x="6310063" y="1063527"/>
                  </a:lnTo>
                  <a:lnTo>
                    <a:pt x="6309402" y="1063527"/>
                  </a:lnTo>
                  <a:lnTo>
                    <a:pt x="6308742" y="1063527"/>
                  </a:lnTo>
                  <a:lnTo>
                    <a:pt x="6308081" y="1063527"/>
                  </a:lnTo>
                  <a:lnTo>
                    <a:pt x="6307421" y="1063527"/>
                  </a:lnTo>
                  <a:lnTo>
                    <a:pt x="6306760" y="1063527"/>
                  </a:lnTo>
                  <a:lnTo>
                    <a:pt x="6306100" y="1063527"/>
                  </a:lnTo>
                  <a:lnTo>
                    <a:pt x="6305439" y="1063527"/>
                  </a:lnTo>
                  <a:lnTo>
                    <a:pt x="6304778" y="1063527"/>
                  </a:lnTo>
                  <a:lnTo>
                    <a:pt x="6304118" y="1063527"/>
                  </a:lnTo>
                  <a:lnTo>
                    <a:pt x="6303457" y="1063527"/>
                  </a:lnTo>
                  <a:lnTo>
                    <a:pt x="6302797" y="1063527"/>
                  </a:lnTo>
                  <a:lnTo>
                    <a:pt x="6302136" y="1063527"/>
                  </a:lnTo>
                  <a:lnTo>
                    <a:pt x="6301476" y="1063527"/>
                  </a:lnTo>
                  <a:lnTo>
                    <a:pt x="6300815" y="1063527"/>
                  </a:lnTo>
                  <a:lnTo>
                    <a:pt x="6300155" y="1063527"/>
                  </a:lnTo>
                  <a:lnTo>
                    <a:pt x="6299494" y="1063527"/>
                  </a:lnTo>
                  <a:lnTo>
                    <a:pt x="6298834" y="1063527"/>
                  </a:lnTo>
                  <a:lnTo>
                    <a:pt x="6298173" y="1063527"/>
                  </a:lnTo>
                  <a:lnTo>
                    <a:pt x="6297513" y="1063527"/>
                  </a:lnTo>
                  <a:lnTo>
                    <a:pt x="6296852" y="1063527"/>
                  </a:lnTo>
                  <a:lnTo>
                    <a:pt x="6296192" y="1063527"/>
                  </a:lnTo>
                  <a:lnTo>
                    <a:pt x="6295531" y="1063527"/>
                  </a:lnTo>
                  <a:lnTo>
                    <a:pt x="6294870" y="1063527"/>
                  </a:lnTo>
                  <a:lnTo>
                    <a:pt x="6294210" y="1063527"/>
                  </a:lnTo>
                  <a:lnTo>
                    <a:pt x="6293549" y="1063527"/>
                  </a:lnTo>
                  <a:lnTo>
                    <a:pt x="6292889" y="1063527"/>
                  </a:lnTo>
                  <a:lnTo>
                    <a:pt x="6292228" y="1063527"/>
                  </a:lnTo>
                  <a:lnTo>
                    <a:pt x="6291568" y="1063527"/>
                  </a:lnTo>
                  <a:lnTo>
                    <a:pt x="6290907" y="1063527"/>
                  </a:lnTo>
                  <a:lnTo>
                    <a:pt x="6290247" y="1063527"/>
                  </a:lnTo>
                  <a:lnTo>
                    <a:pt x="6289586" y="1063527"/>
                  </a:lnTo>
                  <a:lnTo>
                    <a:pt x="6288926" y="1063527"/>
                  </a:lnTo>
                  <a:lnTo>
                    <a:pt x="6288265" y="1063527"/>
                  </a:lnTo>
                  <a:lnTo>
                    <a:pt x="6287605" y="1063527"/>
                  </a:lnTo>
                  <a:lnTo>
                    <a:pt x="6286944" y="1063527"/>
                  </a:lnTo>
                  <a:lnTo>
                    <a:pt x="6286284" y="1063527"/>
                  </a:lnTo>
                  <a:lnTo>
                    <a:pt x="6285623" y="1063527"/>
                  </a:lnTo>
                  <a:lnTo>
                    <a:pt x="6284962" y="1063527"/>
                  </a:lnTo>
                  <a:lnTo>
                    <a:pt x="6284302" y="1063527"/>
                  </a:lnTo>
                  <a:lnTo>
                    <a:pt x="6283641" y="1063527"/>
                  </a:lnTo>
                  <a:lnTo>
                    <a:pt x="6282981" y="1063527"/>
                  </a:lnTo>
                  <a:lnTo>
                    <a:pt x="6282320" y="1063527"/>
                  </a:lnTo>
                  <a:lnTo>
                    <a:pt x="6281660" y="1063527"/>
                  </a:lnTo>
                  <a:lnTo>
                    <a:pt x="6280999" y="1063527"/>
                  </a:lnTo>
                  <a:lnTo>
                    <a:pt x="6280339" y="1063527"/>
                  </a:lnTo>
                  <a:lnTo>
                    <a:pt x="6279678" y="1063527"/>
                  </a:lnTo>
                  <a:lnTo>
                    <a:pt x="6279018" y="1063527"/>
                  </a:lnTo>
                  <a:lnTo>
                    <a:pt x="6278357" y="1063527"/>
                  </a:lnTo>
                  <a:lnTo>
                    <a:pt x="6277697" y="1063527"/>
                  </a:lnTo>
                  <a:lnTo>
                    <a:pt x="6277036" y="1063527"/>
                  </a:lnTo>
                  <a:lnTo>
                    <a:pt x="6276376" y="1063527"/>
                  </a:lnTo>
                  <a:lnTo>
                    <a:pt x="6275715" y="1063527"/>
                  </a:lnTo>
                  <a:lnTo>
                    <a:pt x="6275055" y="1063527"/>
                  </a:lnTo>
                  <a:lnTo>
                    <a:pt x="6274394" y="1063527"/>
                  </a:lnTo>
                  <a:lnTo>
                    <a:pt x="6273733" y="1063527"/>
                  </a:lnTo>
                  <a:lnTo>
                    <a:pt x="6273073" y="1063527"/>
                  </a:lnTo>
                  <a:lnTo>
                    <a:pt x="6272412" y="1063527"/>
                  </a:lnTo>
                  <a:lnTo>
                    <a:pt x="6271752" y="1063527"/>
                  </a:lnTo>
                  <a:lnTo>
                    <a:pt x="6271091" y="1063527"/>
                  </a:lnTo>
                  <a:lnTo>
                    <a:pt x="6270431" y="1063527"/>
                  </a:lnTo>
                  <a:lnTo>
                    <a:pt x="6269770" y="1063527"/>
                  </a:lnTo>
                  <a:lnTo>
                    <a:pt x="6269110" y="1063527"/>
                  </a:lnTo>
                  <a:lnTo>
                    <a:pt x="6268449" y="1063527"/>
                  </a:lnTo>
                  <a:lnTo>
                    <a:pt x="6267789" y="1063527"/>
                  </a:lnTo>
                  <a:lnTo>
                    <a:pt x="6267128" y="1063527"/>
                  </a:lnTo>
                  <a:lnTo>
                    <a:pt x="6266468" y="1063527"/>
                  </a:lnTo>
                  <a:lnTo>
                    <a:pt x="6265807" y="1063527"/>
                  </a:lnTo>
                  <a:lnTo>
                    <a:pt x="6265147" y="1063527"/>
                  </a:lnTo>
                  <a:lnTo>
                    <a:pt x="6264486" y="1063527"/>
                  </a:lnTo>
                  <a:lnTo>
                    <a:pt x="6263825" y="1063527"/>
                  </a:lnTo>
                  <a:lnTo>
                    <a:pt x="6263165" y="1063527"/>
                  </a:lnTo>
                  <a:lnTo>
                    <a:pt x="6262504" y="1063527"/>
                  </a:lnTo>
                  <a:lnTo>
                    <a:pt x="6261844" y="1063527"/>
                  </a:lnTo>
                  <a:lnTo>
                    <a:pt x="6261183" y="1063527"/>
                  </a:lnTo>
                  <a:lnTo>
                    <a:pt x="6260523" y="1063527"/>
                  </a:lnTo>
                  <a:lnTo>
                    <a:pt x="6259862" y="1063527"/>
                  </a:lnTo>
                  <a:lnTo>
                    <a:pt x="6259202" y="1063527"/>
                  </a:lnTo>
                  <a:lnTo>
                    <a:pt x="6258541" y="1063527"/>
                  </a:lnTo>
                  <a:lnTo>
                    <a:pt x="6257881" y="1063527"/>
                  </a:lnTo>
                  <a:lnTo>
                    <a:pt x="6257220" y="1063527"/>
                  </a:lnTo>
                  <a:lnTo>
                    <a:pt x="6256560" y="1063527"/>
                  </a:lnTo>
                  <a:lnTo>
                    <a:pt x="6255899" y="1063527"/>
                  </a:lnTo>
                  <a:lnTo>
                    <a:pt x="6255239" y="1063527"/>
                  </a:lnTo>
                  <a:lnTo>
                    <a:pt x="6254578" y="1063527"/>
                  </a:lnTo>
                  <a:lnTo>
                    <a:pt x="6253917" y="1063527"/>
                  </a:lnTo>
                  <a:lnTo>
                    <a:pt x="6253257" y="1063527"/>
                  </a:lnTo>
                  <a:lnTo>
                    <a:pt x="6252596" y="1063527"/>
                  </a:lnTo>
                  <a:lnTo>
                    <a:pt x="6251936" y="1063527"/>
                  </a:lnTo>
                  <a:lnTo>
                    <a:pt x="6251275" y="1063527"/>
                  </a:lnTo>
                  <a:lnTo>
                    <a:pt x="6250615" y="1063527"/>
                  </a:lnTo>
                  <a:lnTo>
                    <a:pt x="6249954" y="1063527"/>
                  </a:lnTo>
                  <a:lnTo>
                    <a:pt x="6249294" y="1063527"/>
                  </a:lnTo>
                  <a:lnTo>
                    <a:pt x="6248633" y="1063527"/>
                  </a:lnTo>
                  <a:lnTo>
                    <a:pt x="6247973" y="1063527"/>
                  </a:lnTo>
                  <a:lnTo>
                    <a:pt x="6247312" y="1063527"/>
                  </a:lnTo>
                  <a:lnTo>
                    <a:pt x="6246652" y="1063527"/>
                  </a:lnTo>
                  <a:lnTo>
                    <a:pt x="6245991" y="1063527"/>
                  </a:lnTo>
                  <a:lnTo>
                    <a:pt x="6245331" y="1063527"/>
                  </a:lnTo>
                  <a:lnTo>
                    <a:pt x="6244670" y="1063527"/>
                  </a:lnTo>
                  <a:lnTo>
                    <a:pt x="6244010" y="1063527"/>
                  </a:lnTo>
                  <a:lnTo>
                    <a:pt x="6243349" y="1063527"/>
                  </a:lnTo>
                  <a:lnTo>
                    <a:pt x="6242688" y="1063527"/>
                  </a:lnTo>
                  <a:lnTo>
                    <a:pt x="6242028" y="1063527"/>
                  </a:lnTo>
                  <a:lnTo>
                    <a:pt x="6241367" y="1063527"/>
                  </a:lnTo>
                  <a:lnTo>
                    <a:pt x="6240707" y="1063527"/>
                  </a:lnTo>
                  <a:lnTo>
                    <a:pt x="6240046" y="1063527"/>
                  </a:lnTo>
                  <a:lnTo>
                    <a:pt x="6239386" y="1063527"/>
                  </a:lnTo>
                  <a:lnTo>
                    <a:pt x="6238725" y="1063527"/>
                  </a:lnTo>
                  <a:lnTo>
                    <a:pt x="6238065" y="1063527"/>
                  </a:lnTo>
                  <a:lnTo>
                    <a:pt x="6237404" y="1063527"/>
                  </a:lnTo>
                  <a:lnTo>
                    <a:pt x="6236744" y="1063527"/>
                  </a:lnTo>
                  <a:lnTo>
                    <a:pt x="6236083" y="1063527"/>
                  </a:lnTo>
                  <a:lnTo>
                    <a:pt x="6235423" y="1063527"/>
                  </a:lnTo>
                  <a:lnTo>
                    <a:pt x="6234762" y="1063527"/>
                  </a:lnTo>
                  <a:lnTo>
                    <a:pt x="6234102" y="1063527"/>
                  </a:lnTo>
                  <a:lnTo>
                    <a:pt x="6233441" y="1063527"/>
                  </a:lnTo>
                  <a:lnTo>
                    <a:pt x="6232780" y="1063527"/>
                  </a:lnTo>
                  <a:lnTo>
                    <a:pt x="6232120" y="1063527"/>
                  </a:lnTo>
                  <a:lnTo>
                    <a:pt x="6231459" y="1063527"/>
                  </a:lnTo>
                  <a:lnTo>
                    <a:pt x="6230799" y="1063527"/>
                  </a:lnTo>
                  <a:lnTo>
                    <a:pt x="6230138" y="1063527"/>
                  </a:lnTo>
                  <a:lnTo>
                    <a:pt x="6229478" y="1063527"/>
                  </a:lnTo>
                  <a:lnTo>
                    <a:pt x="6228817" y="1063527"/>
                  </a:lnTo>
                  <a:lnTo>
                    <a:pt x="6228157" y="1063527"/>
                  </a:lnTo>
                  <a:lnTo>
                    <a:pt x="6227496" y="1063527"/>
                  </a:lnTo>
                  <a:lnTo>
                    <a:pt x="6226836" y="1063527"/>
                  </a:lnTo>
                  <a:lnTo>
                    <a:pt x="6226175" y="1063527"/>
                  </a:lnTo>
                  <a:lnTo>
                    <a:pt x="6225515" y="1063527"/>
                  </a:lnTo>
                  <a:lnTo>
                    <a:pt x="6224854" y="1063527"/>
                  </a:lnTo>
                  <a:lnTo>
                    <a:pt x="6224194" y="1063527"/>
                  </a:lnTo>
                  <a:lnTo>
                    <a:pt x="6223533" y="1063527"/>
                  </a:lnTo>
                  <a:lnTo>
                    <a:pt x="6222872" y="1063527"/>
                  </a:lnTo>
                  <a:lnTo>
                    <a:pt x="6222212" y="1063527"/>
                  </a:lnTo>
                  <a:lnTo>
                    <a:pt x="6221551" y="1063527"/>
                  </a:lnTo>
                  <a:lnTo>
                    <a:pt x="6220891" y="1063527"/>
                  </a:lnTo>
                  <a:lnTo>
                    <a:pt x="6220230" y="1063527"/>
                  </a:lnTo>
                  <a:lnTo>
                    <a:pt x="6219570" y="1063527"/>
                  </a:lnTo>
                  <a:lnTo>
                    <a:pt x="6218909" y="1063527"/>
                  </a:lnTo>
                  <a:lnTo>
                    <a:pt x="6218249" y="1063527"/>
                  </a:lnTo>
                  <a:lnTo>
                    <a:pt x="6217588" y="1063527"/>
                  </a:lnTo>
                  <a:lnTo>
                    <a:pt x="6216928" y="1063527"/>
                  </a:lnTo>
                  <a:lnTo>
                    <a:pt x="6216267" y="1063527"/>
                  </a:lnTo>
                  <a:lnTo>
                    <a:pt x="6215607" y="1063527"/>
                  </a:lnTo>
                  <a:lnTo>
                    <a:pt x="6214946" y="1063527"/>
                  </a:lnTo>
                  <a:lnTo>
                    <a:pt x="6214286" y="1063527"/>
                  </a:lnTo>
                  <a:lnTo>
                    <a:pt x="6213625" y="1063527"/>
                  </a:lnTo>
                  <a:lnTo>
                    <a:pt x="6212964" y="1063527"/>
                  </a:lnTo>
                  <a:lnTo>
                    <a:pt x="6212304" y="1063527"/>
                  </a:lnTo>
                  <a:lnTo>
                    <a:pt x="6211643" y="1063527"/>
                  </a:lnTo>
                  <a:lnTo>
                    <a:pt x="6210983" y="1063527"/>
                  </a:lnTo>
                  <a:lnTo>
                    <a:pt x="6210322" y="1063527"/>
                  </a:lnTo>
                  <a:lnTo>
                    <a:pt x="6209662" y="1063527"/>
                  </a:lnTo>
                  <a:lnTo>
                    <a:pt x="6209001" y="1063527"/>
                  </a:lnTo>
                  <a:lnTo>
                    <a:pt x="6208341" y="1063527"/>
                  </a:lnTo>
                  <a:lnTo>
                    <a:pt x="6207680" y="1063527"/>
                  </a:lnTo>
                  <a:lnTo>
                    <a:pt x="6207020" y="1063527"/>
                  </a:lnTo>
                  <a:lnTo>
                    <a:pt x="6206359" y="1063527"/>
                  </a:lnTo>
                  <a:lnTo>
                    <a:pt x="6205699" y="1063527"/>
                  </a:lnTo>
                  <a:lnTo>
                    <a:pt x="6205038" y="1063527"/>
                  </a:lnTo>
                  <a:lnTo>
                    <a:pt x="6204378" y="1063527"/>
                  </a:lnTo>
                  <a:lnTo>
                    <a:pt x="6203717" y="1063527"/>
                  </a:lnTo>
                  <a:lnTo>
                    <a:pt x="6203057" y="1063527"/>
                  </a:lnTo>
                  <a:lnTo>
                    <a:pt x="6202396" y="1063527"/>
                  </a:lnTo>
                  <a:lnTo>
                    <a:pt x="6201735" y="1063527"/>
                  </a:lnTo>
                  <a:lnTo>
                    <a:pt x="6201075" y="1063527"/>
                  </a:lnTo>
                  <a:lnTo>
                    <a:pt x="6200414" y="1063527"/>
                  </a:lnTo>
                  <a:lnTo>
                    <a:pt x="6199754" y="1063527"/>
                  </a:lnTo>
                  <a:lnTo>
                    <a:pt x="6199093" y="1063527"/>
                  </a:lnTo>
                  <a:lnTo>
                    <a:pt x="6198433" y="1063527"/>
                  </a:lnTo>
                  <a:lnTo>
                    <a:pt x="6197772" y="1063527"/>
                  </a:lnTo>
                  <a:lnTo>
                    <a:pt x="6197112" y="1063527"/>
                  </a:lnTo>
                  <a:lnTo>
                    <a:pt x="6196451" y="1063527"/>
                  </a:lnTo>
                  <a:lnTo>
                    <a:pt x="6195791" y="1063527"/>
                  </a:lnTo>
                  <a:lnTo>
                    <a:pt x="6195130" y="1063527"/>
                  </a:lnTo>
                  <a:lnTo>
                    <a:pt x="6194470" y="1063527"/>
                  </a:lnTo>
                  <a:lnTo>
                    <a:pt x="6193809" y="1063527"/>
                  </a:lnTo>
                  <a:lnTo>
                    <a:pt x="6193149" y="1063527"/>
                  </a:lnTo>
                  <a:lnTo>
                    <a:pt x="6192488" y="1063527"/>
                  </a:lnTo>
                  <a:lnTo>
                    <a:pt x="6191827" y="1063527"/>
                  </a:lnTo>
                  <a:lnTo>
                    <a:pt x="6191167" y="1063527"/>
                  </a:lnTo>
                  <a:lnTo>
                    <a:pt x="6190506" y="1063527"/>
                  </a:lnTo>
                  <a:lnTo>
                    <a:pt x="6189846" y="1063527"/>
                  </a:lnTo>
                  <a:lnTo>
                    <a:pt x="6189185" y="1063527"/>
                  </a:lnTo>
                  <a:lnTo>
                    <a:pt x="6188525" y="1063527"/>
                  </a:lnTo>
                  <a:lnTo>
                    <a:pt x="6187864" y="1063527"/>
                  </a:lnTo>
                  <a:lnTo>
                    <a:pt x="6187204" y="1063527"/>
                  </a:lnTo>
                  <a:lnTo>
                    <a:pt x="6186543" y="1063527"/>
                  </a:lnTo>
                  <a:lnTo>
                    <a:pt x="6185883" y="1063527"/>
                  </a:lnTo>
                  <a:lnTo>
                    <a:pt x="6185222" y="1063527"/>
                  </a:lnTo>
                  <a:lnTo>
                    <a:pt x="6184562" y="1063527"/>
                  </a:lnTo>
                  <a:lnTo>
                    <a:pt x="6183901" y="1063527"/>
                  </a:lnTo>
                  <a:lnTo>
                    <a:pt x="6183241" y="1063527"/>
                  </a:lnTo>
                  <a:lnTo>
                    <a:pt x="6182580" y="1063527"/>
                  </a:lnTo>
                  <a:lnTo>
                    <a:pt x="6181919" y="1063527"/>
                  </a:lnTo>
                  <a:lnTo>
                    <a:pt x="6181259" y="1063527"/>
                  </a:lnTo>
                  <a:lnTo>
                    <a:pt x="6180598" y="1063527"/>
                  </a:lnTo>
                  <a:lnTo>
                    <a:pt x="6179938" y="1063527"/>
                  </a:lnTo>
                  <a:lnTo>
                    <a:pt x="6179277" y="1063527"/>
                  </a:lnTo>
                  <a:lnTo>
                    <a:pt x="6178617" y="1063527"/>
                  </a:lnTo>
                  <a:lnTo>
                    <a:pt x="6177956" y="1063527"/>
                  </a:lnTo>
                  <a:lnTo>
                    <a:pt x="6177296" y="1063527"/>
                  </a:lnTo>
                  <a:lnTo>
                    <a:pt x="6176635" y="1063527"/>
                  </a:lnTo>
                  <a:lnTo>
                    <a:pt x="6175975" y="1063527"/>
                  </a:lnTo>
                  <a:lnTo>
                    <a:pt x="6175314" y="1063527"/>
                  </a:lnTo>
                  <a:lnTo>
                    <a:pt x="6174654" y="1063527"/>
                  </a:lnTo>
                  <a:lnTo>
                    <a:pt x="6173993" y="1063527"/>
                  </a:lnTo>
                  <a:lnTo>
                    <a:pt x="6173333" y="1063527"/>
                  </a:lnTo>
                  <a:lnTo>
                    <a:pt x="6172672" y="1063527"/>
                  </a:lnTo>
                  <a:lnTo>
                    <a:pt x="6172012" y="1063527"/>
                  </a:lnTo>
                  <a:lnTo>
                    <a:pt x="6171351" y="1063527"/>
                  </a:lnTo>
                  <a:lnTo>
                    <a:pt x="6170690" y="1063527"/>
                  </a:lnTo>
                  <a:lnTo>
                    <a:pt x="6170030" y="1063527"/>
                  </a:lnTo>
                  <a:lnTo>
                    <a:pt x="6169369" y="1063527"/>
                  </a:lnTo>
                  <a:lnTo>
                    <a:pt x="6168709" y="1063527"/>
                  </a:lnTo>
                  <a:lnTo>
                    <a:pt x="6168048" y="1063527"/>
                  </a:lnTo>
                  <a:lnTo>
                    <a:pt x="6167388" y="1063527"/>
                  </a:lnTo>
                  <a:lnTo>
                    <a:pt x="6166727" y="1063527"/>
                  </a:lnTo>
                  <a:lnTo>
                    <a:pt x="6166067" y="1063527"/>
                  </a:lnTo>
                  <a:lnTo>
                    <a:pt x="6165406" y="1063527"/>
                  </a:lnTo>
                  <a:lnTo>
                    <a:pt x="6164746" y="1063527"/>
                  </a:lnTo>
                  <a:lnTo>
                    <a:pt x="6164085" y="1063527"/>
                  </a:lnTo>
                  <a:lnTo>
                    <a:pt x="6163425" y="1063527"/>
                  </a:lnTo>
                  <a:lnTo>
                    <a:pt x="6162764" y="1063527"/>
                  </a:lnTo>
                  <a:lnTo>
                    <a:pt x="6162104" y="1063527"/>
                  </a:lnTo>
                  <a:lnTo>
                    <a:pt x="6161443" y="1063527"/>
                  </a:lnTo>
                  <a:lnTo>
                    <a:pt x="6160782" y="1063527"/>
                  </a:lnTo>
                  <a:lnTo>
                    <a:pt x="6160122" y="1063527"/>
                  </a:lnTo>
                  <a:lnTo>
                    <a:pt x="6159461" y="1063527"/>
                  </a:lnTo>
                  <a:lnTo>
                    <a:pt x="6158801" y="1063527"/>
                  </a:lnTo>
                  <a:lnTo>
                    <a:pt x="6158140" y="1063527"/>
                  </a:lnTo>
                  <a:lnTo>
                    <a:pt x="6157480" y="1063527"/>
                  </a:lnTo>
                  <a:lnTo>
                    <a:pt x="6156819" y="1063527"/>
                  </a:lnTo>
                  <a:lnTo>
                    <a:pt x="6156159" y="1063527"/>
                  </a:lnTo>
                  <a:lnTo>
                    <a:pt x="6155498" y="1063527"/>
                  </a:lnTo>
                  <a:lnTo>
                    <a:pt x="6154838" y="1063527"/>
                  </a:lnTo>
                  <a:lnTo>
                    <a:pt x="6154177" y="1063527"/>
                  </a:lnTo>
                  <a:lnTo>
                    <a:pt x="6153517" y="1063527"/>
                  </a:lnTo>
                  <a:lnTo>
                    <a:pt x="6152856" y="1063527"/>
                  </a:lnTo>
                  <a:lnTo>
                    <a:pt x="6152196" y="1063527"/>
                  </a:lnTo>
                  <a:lnTo>
                    <a:pt x="6151535" y="1063527"/>
                  </a:lnTo>
                  <a:lnTo>
                    <a:pt x="6150874" y="1063527"/>
                  </a:lnTo>
                  <a:lnTo>
                    <a:pt x="6150214" y="1063527"/>
                  </a:lnTo>
                  <a:lnTo>
                    <a:pt x="6149553" y="1063527"/>
                  </a:lnTo>
                  <a:lnTo>
                    <a:pt x="6148893" y="1063527"/>
                  </a:lnTo>
                  <a:lnTo>
                    <a:pt x="6148232" y="1063527"/>
                  </a:lnTo>
                  <a:lnTo>
                    <a:pt x="6147572" y="1063527"/>
                  </a:lnTo>
                  <a:lnTo>
                    <a:pt x="6146911" y="1063527"/>
                  </a:lnTo>
                  <a:lnTo>
                    <a:pt x="6146251" y="1063527"/>
                  </a:lnTo>
                  <a:lnTo>
                    <a:pt x="6145590" y="1063527"/>
                  </a:lnTo>
                  <a:lnTo>
                    <a:pt x="6144930" y="1063527"/>
                  </a:lnTo>
                  <a:lnTo>
                    <a:pt x="6144269" y="1063527"/>
                  </a:lnTo>
                  <a:lnTo>
                    <a:pt x="6143609" y="1063527"/>
                  </a:lnTo>
                  <a:lnTo>
                    <a:pt x="6142948" y="1063527"/>
                  </a:lnTo>
                  <a:lnTo>
                    <a:pt x="6142288" y="1063527"/>
                  </a:lnTo>
                  <a:lnTo>
                    <a:pt x="6141627" y="1063527"/>
                  </a:lnTo>
                  <a:lnTo>
                    <a:pt x="6140966" y="1063527"/>
                  </a:lnTo>
                  <a:lnTo>
                    <a:pt x="6140306" y="1063527"/>
                  </a:lnTo>
                  <a:lnTo>
                    <a:pt x="6139645" y="1063527"/>
                  </a:lnTo>
                  <a:lnTo>
                    <a:pt x="6138985" y="1063527"/>
                  </a:lnTo>
                  <a:lnTo>
                    <a:pt x="6138324" y="1063527"/>
                  </a:lnTo>
                  <a:lnTo>
                    <a:pt x="6137664" y="1063527"/>
                  </a:lnTo>
                  <a:lnTo>
                    <a:pt x="6137003" y="1063527"/>
                  </a:lnTo>
                  <a:lnTo>
                    <a:pt x="6136343" y="1063527"/>
                  </a:lnTo>
                  <a:lnTo>
                    <a:pt x="6135682" y="1063527"/>
                  </a:lnTo>
                  <a:lnTo>
                    <a:pt x="6135022" y="1063527"/>
                  </a:lnTo>
                  <a:lnTo>
                    <a:pt x="6134361" y="1063527"/>
                  </a:lnTo>
                  <a:lnTo>
                    <a:pt x="6133701" y="1063527"/>
                  </a:lnTo>
                  <a:lnTo>
                    <a:pt x="6133040" y="1063527"/>
                  </a:lnTo>
                  <a:lnTo>
                    <a:pt x="6132380" y="1063527"/>
                  </a:lnTo>
                  <a:lnTo>
                    <a:pt x="6131719" y="1063527"/>
                  </a:lnTo>
                  <a:lnTo>
                    <a:pt x="6131059" y="1063527"/>
                  </a:lnTo>
                  <a:lnTo>
                    <a:pt x="6130398" y="1063527"/>
                  </a:lnTo>
                  <a:lnTo>
                    <a:pt x="6129737" y="1063527"/>
                  </a:lnTo>
                  <a:lnTo>
                    <a:pt x="6129077" y="1063527"/>
                  </a:lnTo>
                  <a:lnTo>
                    <a:pt x="6128416" y="1063527"/>
                  </a:lnTo>
                  <a:lnTo>
                    <a:pt x="6127756" y="1063527"/>
                  </a:lnTo>
                  <a:lnTo>
                    <a:pt x="6127095" y="1063527"/>
                  </a:lnTo>
                  <a:lnTo>
                    <a:pt x="6126435" y="1063527"/>
                  </a:lnTo>
                  <a:lnTo>
                    <a:pt x="6125774" y="1063527"/>
                  </a:lnTo>
                  <a:lnTo>
                    <a:pt x="6125114" y="1063527"/>
                  </a:lnTo>
                  <a:lnTo>
                    <a:pt x="6124453" y="1063527"/>
                  </a:lnTo>
                  <a:lnTo>
                    <a:pt x="6123793" y="1063527"/>
                  </a:lnTo>
                  <a:lnTo>
                    <a:pt x="6123132" y="1063527"/>
                  </a:lnTo>
                  <a:lnTo>
                    <a:pt x="6122472" y="1063527"/>
                  </a:lnTo>
                  <a:lnTo>
                    <a:pt x="6121811" y="1063527"/>
                  </a:lnTo>
                  <a:lnTo>
                    <a:pt x="6121151" y="1063527"/>
                  </a:lnTo>
                  <a:lnTo>
                    <a:pt x="6120490" y="1063527"/>
                  </a:lnTo>
                  <a:lnTo>
                    <a:pt x="6119829" y="1063527"/>
                  </a:lnTo>
                  <a:lnTo>
                    <a:pt x="6119169" y="1063527"/>
                  </a:lnTo>
                  <a:lnTo>
                    <a:pt x="6118508" y="1063527"/>
                  </a:lnTo>
                  <a:lnTo>
                    <a:pt x="6117848" y="1063527"/>
                  </a:lnTo>
                  <a:lnTo>
                    <a:pt x="6117187" y="1063527"/>
                  </a:lnTo>
                  <a:lnTo>
                    <a:pt x="6116527" y="1063527"/>
                  </a:lnTo>
                  <a:lnTo>
                    <a:pt x="6115866" y="1063527"/>
                  </a:lnTo>
                  <a:lnTo>
                    <a:pt x="6115206" y="1063527"/>
                  </a:lnTo>
                  <a:lnTo>
                    <a:pt x="6114545" y="1063527"/>
                  </a:lnTo>
                  <a:lnTo>
                    <a:pt x="6113885" y="1063527"/>
                  </a:lnTo>
                  <a:lnTo>
                    <a:pt x="6113224" y="1063527"/>
                  </a:lnTo>
                  <a:lnTo>
                    <a:pt x="6112564" y="1063527"/>
                  </a:lnTo>
                  <a:lnTo>
                    <a:pt x="6111903" y="1063527"/>
                  </a:lnTo>
                  <a:lnTo>
                    <a:pt x="6111243" y="1063527"/>
                  </a:lnTo>
                  <a:lnTo>
                    <a:pt x="6110582" y="1063527"/>
                  </a:lnTo>
                  <a:lnTo>
                    <a:pt x="6109921" y="1063527"/>
                  </a:lnTo>
                  <a:lnTo>
                    <a:pt x="6109261" y="1063527"/>
                  </a:lnTo>
                  <a:lnTo>
                    <a:pt x="6108600" y="1063527"/>
                  </a:lnTo>
                  <a:lnTo>
                    <a:pt x="6107940" y="1063527"/>
                  </a:lnTo>
                  <a:lnTo>
                    <a:pt x="6107279" y="1063527"/>
                  </a:lnTo>
                  <a:lnTo>
                    <a:pt x="6106619" y="1063527"/>
                  </a:lnTo>
                  <a:lnTo>
                    <a:pt x="6105958" y="1063527"/>
                  </a:lnTo>
                  <a:lnTo>
                    <a:pt x="6105298" y="1063527"/>
                  </a:lnTo>
                  <a:lnTo>
                    <a:pt x="6104637" y="1063527"/>
                  </a:lnTo>
                  <a:lnTo>
                    <a:pt x="6103977" y="1063527"/>
                  </a:lnTo>
                  <a:lnTo>
                    <a:pt x="6103316" y="1063527"/>
                  </a:lnTo>
                  <a:lnTo>
                    <a:pt x="6102656" y="1063527"/>
                  </a:lnTo>
                  <a:lnTo>
                    <a:pt x="6101995" y="1063527"/>
                  </a:lnTo>
                  <a:lnTo>
                    <a:pt x="6101335" y="1063527"/>
                  </a:lnTo>
                  <a:lnTo>
                    <a:pt x="6100674" y="1063527"/>
                  </a:lnTo>
                  <a:lnTo>
                    <a:pt x="6100014" y="1063527"/>
                  </a:lnTo>
                  <a:lnTo>
                    <a:pt x="6099353" y="1063527"/>
                  </a:lnTo>
                  <a:lnTo>
                    <a:pt x="6098692" y="1063527"/>
                  </a:lnTo>
                  <a:lnTo>
                    <a:pt x="6098032" y="1063527"/>
                  </a:lnTo>
                  <a:lnTo>
                    <a:pt x="6097371" y="1063527"/>
                  </a:lnTo>
                  <a:lnTo>
                    <a:pt x="6096711" y="1063527"/>
                  </a:lnTo>
                  <a:lnTo>
                    <a:pt x="6096050" y="1063527"/>
                  </a:lnTo>
                  <a:lnTo>
                    <a:pt x="6095390" y="1063527"/>
                  </a:lnTo>
                  <a:lnTo>
                    <a:pt x="6094729" y="1063527"/>
                  </a:lnTo>
                  <a:lnTo>
                    <a:pt x="6094069" y="1063527"/>
                  </a:lnTo>
                  <a:lnTo>
                    <a:pt x="6093408" y="1063527"/>
                  </a:lnTo>
                  <a:lnTo>
                    <a:pt x="6092748" y="1063527"/>
                  </a:lnTo>
                  <a:lnTo>
                    <a:pt x="6092087" y="1063527"/>
                  </a:lnTo>
                  <a:lnTo>
                    <a:pt x="6091427" y="1063527"/>
                  </a:lnTo>
                  <a:lnTo>
                    <a:pt x="6090766" y="1063527"/>
                  </a:lnTo>
                  <a:lnTo>
                    <a:pt x="6090106" y="1063527"/>
                  </a:lnTo>
                  <a:lnTo>
                    <a:pt x="6089445" y="1063527"/>
                  </a:lnTo>
                  <a:lnTo>
                    <a:pt x="6088784" y="1063527"/>
                  </a:lnTo>
                  <a:lnTo>
                    <a:pt x="6088124" y="1063527"/>
                  </a:lnTo>
                  <a:lnTo>
                    <a:pt x="6087463" y="1063527"/>
                  </a:lnTo>
                  <a:lnTo>
                    <a:pt x="6086803" y="1063527"/>
                  </a:lnTo>
                  <a:lnTo>
                    <a:pt x="6086142" y="1063527"/>
                  </a:lnTo>
                  <a:lnTo>
                    <a:pt x="6085482" y="1063527"/>
                  </a:lnTo>
                  <a:lnTo>
                    <a:pt x="6084821" y="1063527"/>
                  </a:lnTo>
                  <a:lnTo>
                    <a:pt x="6084161" y="1063527"/>
                  </a:lnTo>
                  <a:lnTo>
                    <a:pt x="6083500" y="1063527"/>
                  </a:lnTo>
                  <a:lnTo>
                    <a:pt x="6082840" y="1063527"/>
                  </a:lnTo>
                  <a:lnTo>
                    <a:pt x="6082179" y="1063527"/>
                  </a:lnTo>
                  <a:lnTo>
                    <a:pt x="6081519" y="1063527"/>
                  </a:lnTo>
                  <a:lnTo>
                    <a:pt x="6080858" y="1063527"/>
                  </a:lnTo>
                  <a:lnTo>
                    <a:pt x="6080198" y="1063527"/>
                  </a:lnTo>
                  <a:lnTo>
                    <a:pt x="6079537" y="1063527"/>
                  </a:lnTo>
                  <a:lnTo>
                    <a:pt x="6078876" y="1063527"/>
                  </a:lnTo>
                  <a:lnTo>
                    <a:pt x="6078216" y="1063527"/>
                  </a:lnTo>
                  <a:lnTo>
                    <a:pt x="6077555" y="1063527"/>
                  </a:lnTo>
                  <a:lnTo>
                    <a:pt x="6076895" y="1063527"/>
                  </a:lnTo>
                  <a:lnTo>
                    <a:pt x="6076234" y="1063527"/>
                  </a:lnTo>
                  <a:lnTo>
                    <a:pt x="6075574" y="1063527"/>
                  </a:lnTo>
                  <a:lnTo>
                    <a:pt x="6074913" y="1063527"/>
                  </a:lnTo>
                  <a:lnTo>
                    <a:pt x="6074253" y="1063527"/>
                  </a:lnTo>
                  <a:lnTo>
                    <a:pt x="6073592" y="1063527"/>
                  </a:lnTo>
                  <a:lnTo>
                    <a:pt x="6072932" y="1063527"/>
                  </a:lnTo>
                  <a:lnTo>
                    <a:pt x="6072271" y="1063527"/>
                  </a:lnTo>
                  <a:lnTo>
                    <a:pt x="6071611" y="1063527"/>
                  </a:lnTo>
                  <a:lnTo>
                    <a:pt x="6070950" y="1063527"/>
                  </a:lnTo>
                  <a:lnTo>
                    <a:pt x="6070290" y="1063527"/>
                  </a:lnTo>
                  <a:lnTo>
                    <a:pt x="6069629" y="1063527"/>
                  </a:lnTo>
                  <a:lnTo>
                    <a:pt x="6068968" y="1063527"/>
                  </a:lnTo>
                  <a:lnTo>
                    <a:pt x="6068308" y="1063527"/>
                  </a:lnTo>
                  <a:lnTo>
                    <a:pt x="6067647" y="1063527"/>
                  </a:lnTo>
                  <a:lnTo>
                    <a:pt x="6066987" y="1063527"/>
                  </a:lnTo>
                  <a:lnTo>
                    <a:pt x="6066326" y="1063527"/>
                  </a:lnTo>
                  <a:lnTo>
                    <a:pt x="6065666" y="1063527"/>
                  </a:lnTo>
                  <a:lnTo>
                    <a:pt x="6065005" y="1063527"/>
                  </a:lnTo>
                  <a:lnTo>
                    <a:pt x="6064345" y="1063527"/>
                  </a:lnTo>
                  <a:lnTo>
                    <a:pt x="6063684" y="1063527"/>
                  </a:lnTo>
                  <a:lnTo>
                    <a:pt x="6063024" y="1063527"/>
                  </a:lnTo>
                  <a:lnTo>
                    <a:pt x="6062363" y="1063527"/>
                  </a:lnTo>
                  <a:lnTo>
                    <a:pt x="6061703" y="1063527"/>
                  </a:lnTo>
                  <a:lnTo>
                    <a:pt x="6061042" y="1063527"/>
                  </a:lnTo>
                  <a:lnTo>
                    <a:pt x="6060382" y="1063527"/>
                  </a:lnTo>
                  <a:lnTo>
                    <a:pt x="6059721" y="1063527"/>
                  </a:lnTo>
                  <a:lnTo>
                    <a:pt x="6059061" y="1063527"/>
                  </a:lnTo>
                  <a:lnTo>
                    <a:pt x="6058400" y="1063527"/>
                  </a:lnTo>
                  <a:lnTo>
                    <a:pt x="6057739" y="1063527"/>
                  </a:lnTo>
                  <a:lnTo>
                    <a:pt x="6057079" y="1063527"/>
                  </a:lnTo>
                  <a:lnTo>
                    <a:pt x="6056418" y="1063527"/>
                  </a:lnTo>
                  <a:lnTo>
                    <a:pt x="6055758" y="1063527"/>
                  </a:lnTo>
                  <a:lnTo>
                    <a:pt x="6055097" y="1063527"/>
                  </a:lnTo>
                  <a:lnTo>
                    <a:pt x="6054437" y="1063527"/>
                  </a:lnTo>
                  <a:lnTo>
                    <a:pt x="6053776" y="1063527"/>
                  </a:lnTo>
                  <a:lnTo>
                    <a:pt x="6053116" y="1063527"/>
                  </a:lnTo>
                  <a:lnTo>
                    <a:pt x="6052455" y="1063527"/>
                  </a:lnTo>
                  <a:lnTo>
                    <a:pt x="6051795" y="1063527"/>
                  </a:lnTo>
                  <a:lnTo>
                    <a:pt x="6051134" y="1063527"/>
                  </a:lnTo>
                  <a:lnTo>
                    <a:pt x="6050474" y="1063527"/>
                  </a:lnTo>
                  <a:lnTo>
                    <a:pt x="6049813" y="1063527"/>
                  </a:lnTo>
                  <a:lnTo>
                    <a:pt x="6049153" y="1063527"/>
                  </a:lnTo>
                  <a:lnTo>
                    <a:pt x="6048492" y="1063527"/>
                  </a:lnTo>
                  <a:lnTo>
                    <a:pt x="6047831" y="1063527"/>
                  </a:lnTo>
                  <a:lnTo>
                    <a:pt x="6047171" y="1063527"/>
                  </a:lnTo>
                  <a:lnTo>
                    <a:pt x="6046510" y="1063527"/>
                  </a:lnTo>
                  <a:lnTo>
                    <a:pt x="6045850" y="1063527"/>
                  </a:lnTo>
                  <a:lnTo>
                    <a:pt x="6045189" y="1063527"/>
                  </a:lnTo>
                  <a:lnTo>
                    <a:pt x="6044529" y="1063527"/>
                  </a:lnTo>
                  <a:lnTo>
                    <a:pt x="6043868" y="1063527"/>
                  </a:lnTo>
                  <a:lnTo>
                    <a:pt x="6043208" y="1063527"/>
                  </a:lnTo>
                  <a:lnTo>
                    <a:pt x="6042547" y="1063527"/>
                  </a:lnTo>
                  <a:lnTo>
                    <a:pt x="6041887" y="1063527"/>
                  </a:lnTo>
                  <a:lnTo>
                    <a:pt x="6041226" y="1063527"/>
                  </a:lnTo>
                  <a:lnTo>
                    <a:pt x="6040566" y="1063527"/>
                  </a:lnTo>
                  <a:lnTo>
                    <a:pt x="6039905" y="1063527"/>
                  </a:lnTo>
                  <a:lnTo>
                    <a:pt x="6039245" y="1063527"/>
                  </a:lnTo>
                  <a:lnTo>
                    <a:pt x="6038584" y="1063527"/>
                  </a:lnTo>
                  <a:lnTo>
                    <a:pt x="6037923" y="1063527"/>
                  </a:lnTo>
                  <a:lnTo>
                    <a:pt x="6037263" y="1063527"/>
                  </a:lnTo>
                  <a:lnTo>
                    <a:pt x="6036602" y="1063527"/>
                  </a:lnTo>
                  <a:lnTo>
                    <a:pt x="6035942" y="1063527"/>
                  </a:lnTo>
                  <a:lnTo>
                    <a:pt x="6035281" y="1063527"/>
                  </a:lnTo>
                  <a:lnTo>
                    <a:pt x="6034621" y="1063527"/>
                  </a:lnTo>
                  <a:lnTo>
                    <a:pt x="6033960" y="1063527"/>
                  </a:lnTo>
                  <a:lnTo>
                    <a:pt x="6033300" y="1063527"/>
                  </a:lnTo>
                  <a:lnTo>
                    <a:pt x="6032639" y="1063527"/>
                  </a:lnTo>
                  <a:lnTo>
                    <a:pt x="6031979" y="1063527"/>
                  </a:lnTo>
                  <a:lnTo>
                    <a:pt x="6031318" y="1063527"/>
                  </a:lnTo>
                  <a:lnTo>
                    <a:pt x="6030658" y="1063527"/>
                  </a:lnTo>
                  <a:lnTo>
                    <a:pt x="6029997" y="1063527"/>
                  </a:lnTo>
                  <a:lnTo>
                    <a:pt x="6029337" y="1063527"/>
                  </a:lnTo>
                  <a:lnTo>
                    <a:pt x="6028676" y="1063527"/>
                  </a:lnTo>
                  <a:lnTo>
                    <a:pt x="6028016" y="1063527"/>
                  </a:lnTo>
                  <a:lnTo>
                    <a:pt x="6027355" y="1063527"/>
                  </a:lnTo>
                  <a:lnTo>
                    <a:pt x="6026694" y="1063527"/>
                  </a:lnTo>
                  <a:lnTo>
                    <a:pt x="6026034" y="1063527"/>
                  </a:lnTo>
                  <a:lnTo>
                    <a:pt x="6025373" y="1063527"/>
                  </a:lnTo>
                  <a:lnTo>
                    <a:pt x="6024713" y="1063527"/>
                  </a:lnTo>
                  <a:lnTo>
                    <a:pt x="6024052" y="1063527"/>
                  </a:lnTo>
                  <a:lnTo>
                    <a:pt x="6023392" y="1063527"/>
                  </a:lnTo>
                  <a:lnTo>
                    <a:pt x="6022731" y="1063527"/>
                  </a:lnTo>
                  <a:lnTo>
                    <a:pt x="6022071" y="1063527"/>
                  </a:lnTo>
                  <a:lnTo>
                    <a:pt x="6021410" y="1063527"/>
                  </a:lnTo>
                  <a:lnTo>
                    <a:pt x="6020750" y="1063527"/>
                  </a:lnTo>
                  <a:lnTo>
                    <a:pt x="6020089" y="1063527"/>
                  </a:lnTo>
                  <a:lnTo>
                    <a:pt x="6019429" y="1063527"/>
                  </a:lnTo>
                  <a:lnTo>
                    <a:pt x="6018768" y="1063527"/>
                  </a:lnTo>
                  <a:lnTo>
                    <a:pt x="6018108" y="1063527"/>
                  </a:lnTo>
                  <a:lnTo>
                    <a:pt x="6017447" y="1063527"/>
                  </a:lnTo>
                  <a:lnTo>
                    <a:pt x="6016786" y="1063527"/>
                  </a:lnTo>
                  <a:lnTo>
                    <a:pt x="6016126" y="1063527"/>
                  </a:lnTo>
                  <a:lnTo>
                    <a:pt x="6015465" y="1063527"/>
                  </a:lnTo>
                  <a:lnTo>
                    <a:pt x="6014805" y="1063527"/>
                  </a:lnTo>
                  <a:lnTo>
                    <a:pt x="6014144" y="1063527"/>
                  </a:lnTo>
                  <a:lnTo>
                    <a:pt x="6013484" y="1063527"/>
                  </a:lnTo>
                  <a:lnTo>
                    <a:pt x="6012823" y="1063527"/>
                  </a:lnTo>
                  <a:lnTo>
                    <a:pt x="6012163" y="1063527"/>
                  </a:lnTo>
                  <a:lnTo>
                    <a:pt x="6011502" y="1063527"/>
                  </a:lnTo>
                  <a:lnTo>
                    <a:pt x="6010842" y="1063527"/>
                  </a:lnTo>
                  <a:lnTo>
                    <a:pt x="6010181" y="1063527"/>
                  </a:lnTo>
                  <a:lnTo>
                    <a:pt x="6009521" y="1063527"/>
                  </a:lnTo>
                  <a:lnTo>
                    <a:pt x="6008860" y="1063527"/>
                  </a:lnTo>
                  <a:lnTo>
                    <a:pt x="6008200" y="1063527"/>
                  </a:lnTo>
                  <a:lnTo>
                    <a:pt x="6007539" y="1063527"/>
                  </a:lnTo>
                  <a:lnTo>
                    <a:pt x="6006878" y="1063527"/>
                  </a:lnTo>
                  <a:lnTo>
                    <a:pt x="6006218" y="1063527"/>
                  </a:lnTo>
                  <a:lnTo>
                    <a:pt x="6005557" y="1063527"/>
                  </a:lnTo>
                  <a:lnTo>
                    <a:pt x="6004897" y="1063527"/>
                  </a:lnTo>
                  <a:lnTo>
                    <a:pt x="6004236" y="1063527"/>
                  </a:lnTo>
                  <a:lnTo>
                    <a:pt x="6003576" y="1063527"/>
                  </a:lnTo>
                  <a:lnTo>
                    <a:pt x="6002915" y="1063527"/>
                  </a:lnTo>
                  <a:lnTo>
                    <a:pt x="6002255" y="1063527"/>
                  </a:lnTo>
                  <a:lnTo>
                    <a:pt x="6001594" y="1063527"/>
                  </a:lnTo>
                  <a:lnTo>
                    <a:pt x="6000934" y="1063527"/>
                  </a:lnTo>
                  <a:lnTo>
                    <a:pt x="6000273" y="1063527"/>
                  </a:lnTo>
                  <a:lnTo>
                    <a:pt x="5999613" y="1063527"/>
                  </a:lnTo>
                  <a:lnTo>
                    <a:pt x="5998952" y="1063527"/>
                  </a:lnTo>
                  <a:lnTo>
                    <a:pt x="5998292" y="1063527"/>
                  </a:lnTo>
                  <a:lnTo>
                    <a:pt x="5997631" y="1063527"/>
                  </a:lnTo>
                  <a:lnTo>
                    <a:pt x="5996970" y="1063527"/>
                  </a:lnTo>
                  <a:lnTo>
                    <a:pt x="5996310" y="1063527"/>
                  </a:lnTo>
                  <a:lnTo>
                    <a:pt x="5995649" y="1063527"/>
                  </a:lnTo>
                  <a:lnTo>
                    <a:pt x="5994989" y="1063527"/>
                  </a:lnTo>
                  <a:lnTo>
                    <a:pt x="5994328" y="1063527"/>
                  </a:lnTo>
                  <a:lnTo>
                    <a:pt x="5993668" y="1063527"/>
                  </a:lnTo>
                  <a:lnTo>
                    <a:pt x="5993007" y="1063527"/>
                  </a:lnTo>
                  <a:lnTo>
                    <a:pt x="5992347" y="1063527"/>
                  </a:lnTo>
                  <a:lnTo>
                    <a:pt x="5991686" y="1063527"/>
                  </a:lnTo>
                  <a:lnTo>
                    <a:pt x="5991026" y="1063527"/>
                  </a:lnTo>
                  <a:lnTo>
                    <a:pt x="5990365" y="1063527"/>
                  </a:lnTo>
                  <a:lnTo>
                    <a:pt x="5989705" y="1063527"/>
                  </a:lnTo>
                  <a:lnTo>
                    <a:pt x="5989044" y="1063527"/>
                  </a:lnTo>
                  <a:lnTo>
                    <a:pt x="5988384" y="1063527"/>
                  </a:lnTo>
                  <a:lnTo>
                    <a:pt x="5987723" y="1063527"/>
                  </a:lnTo>
                  <a:lnTo>
                    <a:pt x="5987063" y="1063527"/>
                  </a:lnTo>
                  <a:lnTo>
                    <a:pt x="5986402" y="1063527"/>
                  </a:lnTo>
                  <a:lnTo>
                    <a:pt x="5985741" y="1063527"/>
                  </a:lnTo>
                  <a:lnTo>
                    <a:pt x="5985081" y="1063527"/>
                  </a:lnTo>
                  <a:lnTo>
                    <a:pt x="5984420" y="1063527"/>
                  </a:lnTo>
                  <a:lnTo>
                    <a:pt x="5983760" y="1063527"/>
                  </a:lnTo>
                  <a:lnTo>
                    <a:pt x="5983099" y="1063527"/>
                  </a:lnTo>
                  <a:lnTo>
                    <a:pt x="5982439" y="1063527"/>
                  </a:lnTo>
                  <a:lnTo>
                    <a:pt x="5981778" y="1063527"/>
                  </a:lnTo>
                  <a:lnTo>
                    <a:pt x="5981118" y="1063527"/>
                  </a:lnTo>
                  <a:lnTo>
                    <a:pt x="5980457" y="1063527"/>
                  </a:lnTo>
                  <a:lnTo>
                    <a:pt x="5979797" y="1063527"/>
                  </a:lnTo>
                  <a:lnTo>
                    <a:pt x="5979136" y="1063527"/>
                  </a:lnTo>
                  <a:lnTo>
                    <a:pt x="5978476" y="1063527"/>
                  </a:lnTo>
                  <a:lnTo>
                    <a:pt x="5977815" y="1063527"/>
                  </a:lnTo>
                  <a:lnTo>
                    <a:pt x="5977155" y="1063527"/>
                  </a:lnTo>
                  <a:lnTo>
                    <a:pt x="5976494" y="1063527"/>
                  </a:lnTo>
                  <a:lnTo>
                    <a:pt x="5975833" y="1063527"/>
                  </a:lnTo>
                  <a:lnTo>
                    <a:pt x="5975173" y="1063527"/>
                  </a:lnTo>
                  <a:lnTo>
                    <a:pt x="5974512" y="1063527"/>
                  </a:lnTo>
                  <a:lnTo>
                    <a:pt x="5973852" y="1063527"/>
                  </a:lnTo>
                  <a:lnTo>
                    <a:pt x="5973191" y="1063527"/>
                  </a:lnTo>
                  <a:lnTo>
                    <a:pt x="5972531" y="1063527"/>
                  </a:lnTo>
                  <a:lnTo>
                    <a:pt x="5971870" y="1063527"/>
                  </a:lnTo>
                  <a:lnTo>
                    <a:pt x="5971210" y="1063527"/>
                  </a:lnTo>
                  <a:lnTo>
                    <a:pt x="5970549" y="1063527"/>
                  </a:lnTo>
                  <a:lnTo>
                    <a:pt x="5969889" y="1063527"/>
                  </a:lnTo>
                  <a:lnTo>
                    <a:pt x="5969228" y="1063527"/>
                  </a:lnTo>
                  <a:lnTo>
                    <a:pt x="5968568" y="1063527"/>
                  </a:lnTo>
                  <a:lnTo>
                    <a:pt x="5967907" y="1063527"/>
                  </a:lnTo>
                  <a:lnTo>
                    <a:pt x="5967247" y="1063527"/>
                  </a:lnTo>
                  <a:lnTo>
                    <a:pt x="5966586" y="1063527"/>
                  </a:lnTo>
                  <a:lnTo>
                    <a:pt x="5965925" y="1063527"/>
                  </a:lnTo>
                  <a:lnTo>
                    <a:pt x="5965265" y="1063527"/>
                  </a:lnTo>
                  <a:lnTo>
                    <a:pt x="5964604" y="1063527"/>
                  </a:lnTo>
                  <a:lnTo>
                    <a:pt x="5963944" y="1063527"/>
                  </a:lnTo>
                  <a:lnTo>
                    <a:pt x="5963283" y="1063527"/>
                  </a:lnTo>
                  <a:lnTo>
                    <a:pt x="5962623" y="1063527"/>
                  </a:lnTo>
                  <a:lnTo>
                    <a:pt x="5961962" y="1063527"/>
                  </a:lnTo>
                  <a:lnTo>
                    <a:pt x="5961302" y="1063527"/>
                  </a:lnTo>
                  <a:lnTo>
                    <a:pt x="5960641" y="1063527"/>
                  </a:lnTo>
                  <a:lnTo>
                    <a:pt x="5959981" y="1063527"/>
                  </a:lnTo>
                  <a:lnTo>
                    <a:pt x="5959320" y="1063527"/>
                  </a:lnTo>
                  <a:lnTo>
                    <a:pt x="5958660" y="1063527"/>
                  </a:lnTo>
                  <a:lnTo>
                    <a:pt x="5957999" y="1063527"/>
                  </a:lnTo>
                  <a:lnTo>
                    <a:pt x="5957339" y="1063527"/>
                  </a:lnTo>
                  <a:lnTo>
                    <a:pt x="5956678" y="1063527"/>
                  </a:lnTo>
                  <a:lnTo>
                    <a:pt x="5956018" y="1063527"/>
                  </a:lnTo>
                  <a:lnTo>
                    <a:pt x="5955357" y="1063527"/>
                  </a:lnTo>
                  <a:lnTo>
                    <a:pt x="5954696" y="1063527"/>
                  </a:lnTo>
                  <a:lnTo>
                    <a:pt x="5954036" y="1063527"/>
                  </a:lnTo>
                  <a:lnTo>
                    <a:pt x="5953375" y="1063527"/>
                  </a:lnTo>
                  <a:lnTo>
                    <a:pt x="5952715" y="1063527"/>
                  </a:lnTo>
                  <a:lnTo>
                    <a:pt x="5952054" y="1063527"/>
                  </a:lnTo>
                  <a:lnTo>
                    <a:pt x="5951394" y="1063527"/>
                  </a:lnTo>
                  <a:lnTo>
                    <a:pt x="5950733" y="1063527"/>
                  </a:lnTo>
                  <a:lnTo>
                    <a:pt x="5950073" y="1063527"/>
                  </a:lnTo>
                  <a:lnTo>
                    <a:pt x="5949412" y="1063527"/>
                  </a:lnTo>
                  <a:lnTo>
                    <a:pt x="5948752" y="1063527"/>
                  </a:lnTo>
                  <a:lnTo>
                    <a:pt x="5948091" y="1063527"/>
                  </a:lnTo>
                  <a:lnTo>
                    <a:pt x="5947431" y="1063527"/>
                  </a:lnTo>
                  <a:lnTo>
                    <a:pt x="5946770" y="1063527"/>
                  </a:lnTo>
                  <a:lnTo>
                    <a:pt x="5946110" y="1063527"/>
                  </a:lnTo>
                  <a:lnTo>
                    <a:pt x="5945449" y="1063527"/>
                  </a:lnTo>
                  <a:lnTo>
                    <a:pt x="5944788" y="1063527"/>
                  </a:lnTo>
                  <a:lnTo>
                    <a:pt x="5944128" y="1063527"/>
                  </a:lnTo>
                  <a:lnTo>
                    <a:pt x="5943467" y="1063527"/>
                  </a:lnTo>
                  <a:lnTo>
                    <a:pt x="5942807" y="1063527"/>
                  </a:lnTo>
                  <a:lnTo>
                    <a:pt x="5942146" y="1063527"/>
                  </a:lnTo>
                  <a:lnTo>
                    <a:pt x="5941486" y="1063527"/>
                  </a:lnTo>
                  <a:lnTo>
                    <a:pt x="5940825" y="1063527"/>
                  </a:lnTo>
                  <a:lnTo>
                    <a:pt x="5940165" y="1063527"/>
                  </a:lnTo>
                  <a:lnTo>
                    <a:pt x="5939504" y="1063527"/>
                  </a:lnTo>
                  <a:lnTo>
                    <a:pt x="5938844" y="1063527"/>
                  </a:lnTo>
                  <a:lnTo>
                    <a:pt x="5938183" y="1063527"/>
                  </a:lnTo>
                  <a:lnTo>
                    <a:pt x="5937523" y="1063527"/>
                  </a:lnTo>
                  <a:lnTo>
                    <a:pt x="5936862" y="1063527"/>
                  </a:lnTo>
                  <a:lnTo>
                    <a:pt x="5936202" y="1063527"/>
                  </a:lnTo>
                  <a:lnTo>
                    <a:pt x="5935541" y="1063527"/>
                  </a:lnTo>
                  <a:lnTo>
                    <a:pt x="5934880" y="1063527"/>
                  </a:lnTo>
                  <a:lnTo>
                    <a:pt x="5934220" y="1063527"/>
                  </a:lnTo>
                  <a:lnTo>
                    <a:pt x="5933559" y="1063527"/>
                  </a:lnTo>
                  <a:lnTo>
                    <a:pt x="5932899" y="1063527"/>
                  </a:lnTo>
                  <a:lnTo>
                    <a:pt x="5932238" y="1063527"/>
                  </a:lnTo>
                  <a:lnTo>
                    <a:pt x="5931578" y="1063527"/>
                  </a:lnTo>
                  <a:lnTo>
                    <a:pt x="5930917" y="1063527"/>
                  </a:lnTo>
                  <a:lnTo>
                    <a:pt x="5930257" y="1063527"/>
                  </a:lnTo>
                  <a:lnTo>
                    <a:pt x="5929596" y="1063527"/>
                  </a:lnTo>
                  <a:lnTo>
                    <a:pt x="5928936" y="1063527"/>
                  </a:lnTo>
                  <a:lnTo>
                    <a:pt x="5928275" y="1063527"/>
                  </a:lnTo>
                  <a:lnTo>
                    <a:pt x="5927615" y="1063527"/>
                  </a:lnTo>
                  <a:lnTo>
                    <a:pt x="5926954" y="1063527"/>
                  </a:lnTo>
                  <a:lnTo>
                    <a:pt x="5926294" y="1063527"/>
                  </a:lnTo>
                  <a:lnTo>
                    <a:pt x="5925633" y="1063527"/>
                  </a:lnTo>
                  <a:lnTo>
                    <a:pt x="5924972" y="1063527"/>
                  </a:lnTo>
                  <a:lnTo>
                    <a:pt x="5924312" y="1063527"/>
                  </a:lnTo>
                  <a:lnTo>
                    <a:pt x="5923651" y="1063527"/>
                  </a:lnTo>
                  <a:lnTo>
                    <a:pt x="5922991" y="1063527"/>
                  </a:lnTo>
                  <a:lnTo>
                    <a:pt x="5922330" y="1063527"/>
                  </a:lnTo>
                  <a:lnTo>
                    <a:pt x="5921670" y="1063527"/>
                  </a:lnTo>
                  <a:lnTo>
                    <a:pt x="5921009" y="1063527"/>
                  </a:lnTo>
                  <a:lnTo>
                    <a:pt x="5920349" y="1063527"/>
                  </a:lnTo>
                  <a:lnTo>
                    <a:pt x="5919688" y="1063527"/>
                  </a:lnTo>
                  <a:lnTo>
                    <a:pt x="5919028" y="1063527"/>
                  </a:lnTo>
                  <a:lnTo>
                    <a:pt x="5918367" y="1063527"/>
                  </a:lnTo>
                  <a:lnTo>
                    <a:pt x="5917707" y="1063527"/>
                  </a:lnTo>
                  <a:lnTo>
                    <a:pt x="5917046" y="1063527"/>
                  </a:lnTo>
                  <a:lnTo>
                    <a:pt x="5916386" y="1063527"/>
                  </a:lnTo>
                  <a:lnTo>
                    <a:pt x="5915725" y="1063527"/>
                  </a:lnTo>
                  <a:lnTo>
                    <a:pt x="5915065" y="1063527"/>
                  </a:lnTo>
                  <a:lnTo>
                    <a:pt x="5914404" y="1063527"/>
                  </a:lnTo>
                  <a:lnTo>
                    <a:pt x="5913743" y="1063527"/>
                  </a:lnTo>
                  <a:lnTo>
                    <a:pt x="5913083" y="1063527"/>
                  </a:lnTo>
                  <a:lnTo>
                    <a:pt x="5912422" y="1063527"/>
                  </a:lnTo>
                  <a:lnTo>
                    <a:pt x="5911762" y="1063527"/>
                  </a:lnTo>
                  <a:lnTo>
                    <a:pt x="5911101" y="1063527"/>
                  </a:lnTo>
                  <a:lnTo>
                    <a:pt x="5910441" y="1063527"/>
                  </a:lnTo>
                  <a:lnTo>
                    <a:pt x="5909780" y="1063527"/>
                  </a:lnTo>
                  <a:lnTo>
                    <a:pt x="5909120" y="1063527"/>
                  </a:lnTo>
                  <a:lnTo>
                    <a:pt x="5908459" y="1063527"/>
                  </a:lnTo>
                  <a:lnTo>
                    <a:pt x="5907799" y="1063527"/>
                  </a:lnTo>
                  <a:lnTo>
                    <a:pt x="5907138" y="1063527"/>
                  </a:lnTo>
                  <a:lnTo>
                    <a:pt x="5906478" y="1063527"/>
                  </a:lnTo>
                  <a:lnTo>
                    <a:pt x="5905817" y="1063527"/>
                  </a:lnTo>
                  <a:lnTo>
                    <a:pt x="5905157" y="1063527"/>
                  </a:lnTo>
                  <a:lnTo>
                    <a:pt x="5904496" y="1063527"/>
                  </a:lnTo>
                  <a:lnTo>
                    <a:pt x="5903835" y="1063527"/>
                  </a:lnTo>
                  <a:lnTo>
                    <a:pt x="5903175" y="1063527"/>
                  </a:lnTo>
                  <a:lnTo>
                    <a:pt x="5902514" y="1063527"/>
                  </a:lnTo>
                  <a:lnTo>
                    <a:pt x="5901854" y="1063527"/>
                  </a:lnTo>
                  <a:lnTo>
                    <a:pt x="5901193" y="1063527"/>
                  </a:lnTo>
                  <a:lnTo>
                    <a:pt x="5900533" y="1063527"/>
                  </a:lnTo>
                  <a:lnTo>
                    <a:pt x="5899872" y="1063527"/>
                  </a:lnTo>
                  <a:lnTo>
                    <a:pt x="5899212" y="1063527"/>
                  </a:lnTo>
                  <a:lnTo>
                    <a:pt x="5898551" y="1063527"/>
                  </a:lnTo>
                  <a:lnTo>
                    <a:pt x="5897891" y="1063527"/>
                  </a:lnTo>
                  <a:lnTo>
                    <a:pt x="5897230" y="1063527"/>
                  </a:lnTo>
                  <a:lnTo>
                    <a:pt x="5896570" y="1063527"/>
                  </a:lnTo>
                  <a:lnTo>
                    <a:pt x="5895909" y="1063527"/>
                  </a:lnTo>
                  <a:lnTo>
                    <a:pt x="5895249" y="1063527"/>
                  </a:lnTo>
                  <a:lnTo>
                    <a:pt x="5894588" y="1063527"/>
                  </a:lnTo>
                  <a:lnTo>
                    <a:pt x="5893927" y="1063527"/>
                  </a:lnTo>
                  <a:lnTo>
                    <a:pt x="5893267" y="1063527"/>
                  </a:lnTo>
                  <a:lnTo>
                    <a:pt x="5892606" y="1063527"/>
                  </a:lnTo>
                  <a:lnTo>
                    <a:pt x="5891946" y="1063527"/>
                  </a:lnTo>
                  <a:lnTo>
                    <a:pt x="5891285" y="1063527"/>
                  </a:lnTo>
                  <a:lnTo>
                    <a:pt x="5890625" y="1063527"/>
                  </a:lnTo>
                  <a:lnTo>
                    <a:pt x="5889964" y="1063527"/>
                  </a:lnTo>
                  <a:lnTo>
                    <a:pt x="5889304" y="1063527"/>
                  </a:lnTo>
                  <a:lnTo>
                    <a:pt x="5888643" y="1063527"/>
                  </a:lnTo>
                  <a:lnTo>
                    <a:pt x="5887983" y="1063527"/>
                  </a:lnTo>
                  <a:lnTo>
                    <a:pt x="5887322" y="1063527"/>
                  </a:lnTo>
                  <a:lnTo>
                    <a:pt x="5886662" y="1063527"/>
                  </a:lnTo>
                  <a:lnTo>
                    <a:pt x="5886001" y="1063527"/>
                  </a:lnTo>
                  <a:lnTo>
                    <a:pt x="5885341" y="1063527"/>
                  </a:lnTo>
                  <a:lnTo>
                    <a:pt x="5884680" y="1063527"/>
                  </a:lnTo>
                  <a:lnTo>
                    <a:pt x="5884020" y="1063527"/>
                  </a:lnTo>
                  <a:lnTo>
                    <a:pt x="5883359" y="1063527"/>
                  </a:lnTo>
                  <a:lnTo>
                    <a:pt x="5882698" y="1063527"/>
                  </a:lnTo>
                  <a:lnTo>
                    <a:pt x="5882038" y="1063527"/>
                  </a:lnTo>
                  <a:lnTo>
                    <a:pt x="5881377" y="1063527"/>
                  </a:lnTo>
                  <a:lnTo>
                    <a:pt x="5880717" y="1063527"/>
                  </a:lnTo>
                  <a:lnTo>
                    <a:pt x="5880056" y="1063527"/>
                  </a:lnTo>
                  <a:lnTo>
                    <a:pt x="5879396" y="1063527"/>
                  </a:lnTo>
                  <a:lnTo>
                    <a:pt x="5878735" y="1063527"/>
                  </a:lnTo>
                  <a:lnTo>
                    <a:pt x="5878075" y="1063527"/>
                  </a:lnTo>
                  <a:lnTo>
                    <a:pt x="5877414" y="1063527"/>
                  </a:lnTo>
                  <a:lnTo>
                    <a:pt x="5876754" y="1063527"/>
                  </a:lnTo>
                  <a:lnTo>
                    <a:pt x="5876093" y="1063527"/>
                  </a:lnTo>
                  <a:lnTo>
                    <a:pt x="5875433" y="1063527"/>
                  </a:lnTo>
                  <a:lnTo>
                    <a:pt x="5874772" y="1063527"/>
                  </a:lnTo>
                  <a:lnTo>
                    <a:pt x="5874112" y="1063527"/>
                  </a:lnTo>
                  <a:lnTo>
                    <a:pt x="5873451" y="1063527"/>
                  </a:lnTo>
                  <a:lnTo>
                    <a:pt x="5872790" y="1063527"/>
                  </a:lnTo>
                  <a:lnTo>
                    <a:pt x="5872130" y="1063527"/>
                  </a:lnTo>
                  <a:lnTo>
                    <a:pt x="5871469" y="1063527"/>
                  </a:lnTo>
                  <a:lnTo>
                    <a:pt x="5870809" y="1063527"/>
                  </a:lnTo>
                  <a:lnTo>
                    <a:pt x="5870148" y="1063527"/>
                  </a:lnTo>
                  <a:lnTo>
                    <a:pt x="5869488" y="1063527"/>
                  </a:lnTo>
                  <a:lnTo>
                    <a:pt x="5868827" y="1063527"/>
                  </a:lnTo>
                  <a:lnTo>
                    <a:pt x="5868167" y="1063527"/>
                  </a:lnTo>
                  <a:lnTo>
                    <a:pt x="5867506" y="1063527"/>
                  </a:lnTo>
                  <a:lnTo>
                    <a:pt x="5866846" y="1063527"/>
                  </a:lnTo>
                  <a:lnTo>
                    <a:pt x="5866185" y="1063527"/>
                  </a:lnTo>
                  <a:lnTo>
                    <a:pt x="5865525" y="1063527"/>
                  </a:lnTo>
                  <a:lnTo>
                    <a:pt x="5864864" y="1063527"/>
                  </a:lnTo>
                  <a:lnTo>
                    <a:pt x="5864204" y="1063527"/>
                  </a:lnTo>
                  <a:lnTo>
                    <a:pt x="5863543" y="1063527"/>
                  </a:lnTo>
                  <a:lnTo>
                    <a:pt x="5862882" y="1063527"/>
                  </a:lnTo>
                  <a:lnTo>
                    <a:pt x="5862222" y="1063527"/>
                  </a:lnTo>
                  <a:lnTo>
                    <a:pt x="5861561" y="1063527"/>
                  </a:lnTo>
                  <a:lnTo>
                    <a:pt x="5860901" y="1063527"/>
                  </a:lnTo>
                  <a:lnTo>
                    <a:pt x="5860240" y="1063527"/>
                  </a:lnTo>
                  <a:lnTo>
                    <a:pt x="5859580" y="1063527"/>
                  </a:lnTo>
                  <a:lnTo>
                    <a:pt x="5858919" y="1063527"/>
                  </a:lnTo>
                  <a:lnTo>
                    <a:pt x="5858259" y="1063527"/>
                  </a:lnTo>
                  <a:lnTo>
                    <a:pt x="5857598" y="1063527"/>
                  </a:lnTo>
                  <a:lnTo>
                    <a:pt x="5856938" y="1063527"/>
                  </a:lnTo>
                  <a:lnTo>
                    <a:pt x="5856277" y="1063527"/>
                  </a:lnTo>
                  <a:lnTo>
                    <a:pt x="5855617" y="1063527"/>
                  </a:lnTo>
                  <a:lnTo>
                    <a:pt x="5854956" y="1063527"/>
                  </a:lnTo>
                  <a:lnTo>
                    <a:pt x="5854296" y="1063527"/>
                  </a:lnTo>
                  <a:lnTo>
                    <a:pt x="5853635" y="1063527"/>
                  </a:lnTo>
                  <a:lnTo>
                    <a:pt x="5852974" y="1063527"/>
                  </a:lnTo>
                  <a:lnTo>
                    <a:pt x="5852314" y="1063527"/>
                  </a:lnTo>
                  <a:lnTo>
                    <a:pt x="5851653" y="1063527"/>
                  </a:lnTo>
                  <a:lnTo>
                    <a:pt x="5850993" y="1063527"/>
                  </a:lnTo>
                  <a:lnTo>
                    <a:pt x="5850332" y="1063527"/>
                  </a:lnTo>
                  <a:lnTo>
                    <a:pt x="5849672" y="1063527"/>
                  </a:lnTo>
                  <a:lnTo>
                    <a:pt x="5849011" y="1063527"/>
                  </a:lnTo>
                  <a:lnTo>
                    <a:pt x="5848351" y="1063527"/>
                  </a:lnTo>
                  <a:lnTo>
                    <a:pt x="5847690" y="1063527"/>
                  </a:lnTo>
                  <a:lnTo>
                    <a:pt x="5847030" y="1063527"/>
                  </a:lnTo>
                  <a:lnTo>
                    <a:pt x="5846369" y="1063527"/>
                  </a:lnTo>
                  <a:lnTo>
                    <a:pt x="5845709" y="1063527"/>
                  </a:lnTo>
                  <a:lnTo>
                    <a:pt x="5845048" y="1063527"/>
                  </a:lnTo>
                  <a:lnTo>
                    <a:pt x="5844388" y="1063527"/>
                  </a:lnTo>
                  <a:lnTo>
                    <a:pt x="5843727" y="1063527"/>
                  </a:lnTo>
                  <a:lnTo>
                    <a:pt x="5843067" y="1063527"/>
                  </a:lnTo>
                  <a:lnTo>
                    <a:pt x="5842406" y="1063527"/>
                  </a:lnTo>
                  <a:lnTo>
                    <a:pt x="5841745" y="1063527"/>
                  </a:lnTo>
                  <a:lnTo>
                    <a:pt x="5841085" y="1063527"/>
                  </a:lnTo>
                  <a:lnTo>
                    <a:pt x="5840424" y="1063527"/>
                  </a:lnTo>
                  <a:lnTo>
                    <a:pt x="5839764" y="1063527"/>
                  </a:lnTo>
                  <a:lnTo>
                    <a:pt x="5839103" y="1063527"/>
                  </a:lnTo>
                  <a:lnTo>
                    <a:pt x="5838443" y="1063527"/>
                  </a:lnTo>
                  <a:lnTo>
                    <a:pt x="5837782" y="1063527"/>
                  </a:lnTo>
                  <a:lnTo>
                    <a:pt x="5837122" y="1063527"/>
                  </a:lnTo>
                  <a:lnTo>
                    <a:pt x="5836461" y="1063527"/>
                  </a:lnTo>
                  <a:lnTo>
                    <a:pt x="5835801" y="1063527"/>
                  </a:lnTo>
                  <a:lnTo>
                    <a:pt x="5835140" y="1063527"/>
                  </a:lnTo>
                  <a:lnTo>
                    <a:pt x="5834480" y="1063527"/>
                  </a:lnTo>
                  <a:lnTo>
                    <a:pt x="5833819" y="1063527"/>
                  </a:lnTo>
                  <a:lnTo>
                    <a:pt x="5833159" y="1063527"/>
                  </a:lnTo>
                  <a:lnTo>
                    <a:pt x="5832498" y="1063527"/>
                  </a:lnTo>
                  <a:lnTo>
                    <a:pt x="5831837" y="1063527"/>
                  </a:lnTo>
                  <a:lnTo>
                    <a:pt x="5831177" y="1063527"/>
                  </a:lnTo>
                  <a:lnTo>
                    <a:pt x="5830516" y="1063527"/>
                  </a:lnTo>
                  <a:lnTo>
                    <a:pt x="5829856" y="1063527"/>
                  </a:lnTo>
                  <a:lnTo>
                    <a:pt x="5829195" y="1063527"/>
                  </a:lnTo>
                  <a:lnTo>
                    <a:pt x="5828535" y="1063527"/>
                  </a:lnTo>
                  <a:lnTo>
                    <a:pt x="5827874" y="1063527"/>
                  </a:lnTo>
                  <a:lnTo>
                    <a:pt x="5827214" y="1063527"/>
                  </a:lnTo>
                  <a:lnTo>
                    <a:pt x="5826553" y="1063527"/>
                  </a:lnTo>
                  <a:lnTo>
                    <a:pt x="5825893" y="1063527"/>
                  </a:lnTo>
                  <a:lnTo>
                    <a:pt x="5825232" y="1063527"/>
                  </a:lnTo>
                  <a:lnTo>
                    <a:pt x="5824572" y="1063527"/>
                  </a:lnTo>
                  <a:lnTo>
                    <a:pt x="5823911" y="1063527"/>
                  </a:lnTo>
                  <a:lnTo>
                    <a:pt x="5823251" y="1063527"/>
                  </a:lnTo>
                  <a:lnTo>
                    <a:pt x="5822590" y="1063527"/>
                  </a:lnTo>
                  <a:lnTo>
                    <a:pt x="5821929" y="1063527"/>
                  </a:lnTo>
                  <a:lnTo>
                    <a:pt x="5821269" y="1063527"/>
                  </a:lnTo>
                  <a:lnTo>
                    <a:pt x="5820608" y="1063527"/>
                  </a:lnTo>
                  <a:lnTo>
                    <a:pt x="5819948" y="1063527"/>
                  </a:lnTo>
                  <a:lnTo>
                    <a:pt x="5819287" y="1063527"/>
                  </a:lnTo>
                  <a:lnTo>
                    <a:pt x="5818627" y="1063527"/>
                  </a:lnTo>
                  <a:lnTo>
                    <a:pt x="5817966" y="1063527"/>
                  </a:lnTo>
                  <a:lnTo>
                    <a:pt x="5817306" y="1063527"/>
                  </a:lnTo>
                  <a:lnTo>
                    <a:pt x="5816645" y="1063527"/>
                  </a:lnTo>
                  <a:lnTo>
                    <a:pt x="5815985" y="1063527"/>
                  </a:lnTo>
                  <a:lnTo>
                    <a:pt x="5815324" y="1063527"/>
                  </a:lnTo>
                  <a:lnTo>
                    <a:pt x="5814664" y="1063527"/>
                  </a:lnTo>
                  <a:lnTo>
                    <a:pt x="5814003" y="1063527"/>
                  </a:lnTo>
                  <a:lnTo>
                    <a:pt x="5813343" y="1063527"/>
                  </a:lnTo>
                  <a:lnTo>
                    <a:pt x="5812682" y="1063527"/>
                  </a:lnTo>
                  <a:lnTo>
                    <a:pt x="5812022" y="1063527"/>
                  </a:lnTo>
                  <a:lnTo>
                    <a:pt x="5811361" y="1063527"/>
                  </a:lnTo>
                  <a:lnTo>
                    <a:pt x="5810700" y="1063527"/>
                  </a:lnTo>
                  <a:lnTo>
                    <a:pt x="5810040" y="1063527"/>
                  </a:lnTo>
                  <a:lnTo>
                    <a:pt x="5809379" y="1063527"/>
                  </a:lnTo>
                  <a:lnTo>
                    <a:pt x="5808719" y="1063527"/>
                  </a:lnTo>
                  <a:lnTo>
                    <a:pt x="5808058" y="1063527"/>
                  </a:lnTo>
                  <a:lnTo>
                    <a:pt x="5807398" y="1063527"/>
                  </a:lnTo>
                  <a:lnTo>
                    <a:pt x="5806737" y="1063527"/>
                  </a:lnTo>
                  <a:lnTo>
                    <a:pt x="5806077" y="1063527"/>
                  </a:lnTo>
                  <a:lnTo>
                    <a:pt x="5805416" y="1063527"/>
                  </a:lnTo>
                  <a:lnTo>
                    <a:pt x="5804756" y="1063527"/>
                  </a:lnTo>
                  <a:lnTo>
                    <a:pt x="5804095" y="1063527"/>
                  </a:lnTo>
                  <a:lnTo>
                    <a:pt x="5803435" y="1063527"/>
                  </a:lnTo>
                  <a:lnTo>
                    <a:pt x="5802774" y="1063527"/>
                  </a:lnTo>
                  <a:lnTo>
                    <a:pt x="5802114" y="1063527"/>
                  </a:lnTo>
                  <a:lnTo>
                    <a:pt x="5801453" y="1063527"/>
                  </a:lnTo>
                  <a:lnTo>
                    <a:pt x="5800792" y="1063527"/>
                  </a:lnTo>
                  <a:lnTo>
                    <a:pt x="5800132" y="1063527"/>
                  </a:lnTo>
                  <a:lnTo>
                    <a:pt x="5799471" y="1063527"/>
                  </a:lnTo>
                  <a:lnTo>
                    <a:pt x="5798811" y="1063527"/>
                  </a:lnTo>
                  <a:lnTo>
                    <a:pt x="5798150" y="1063527"/>
                  </a:lnTo>
                  <a:lnTo>
                    <a:pt x="5797490" y="1063527"/>
                  </a:lnTo>
                  <a:lnTo>
                    <a:pt x="5796829" y="1063527"/>
                  </a:lnTo>
                  <a:lnTo>
                    <a:pt x="5796169" y="1063527"/>
                  </a:lnTo>
                  <a:lnTo>
                    <a:pt x="5795508" y="1063527"/>
                  </a:lnTo>
                  <a:lnTo>
                    <a:pt x="5794848" y="1063527"/>
                  </a:lnTo>
                  <a:lnTo>
                    <a:pt x="5794187" y="1063527"/>
                  </a:lnTo>
                  <a:lnTo>
                    <a:pt x="5793527" y="1063527"/>
                  </a:lnTo>
                  <a:lnTo>
                    <a:pt x="5792866" y="1063527"/>
                  </a:lnTo>
                  <a:lnTo>
                    <a:pt x="5792206" y="1063527"/>
                  </a:lnTo>
                  <a:lnTo>
                    <a:pt x="5791545" y="1063527"/>
                  </a:lnTo>
                  <a:lnTo>
                    <a:pt x="5790884" y="1063527"/>
                  </a:lnTo>
                  <a:lnTo>
                    <a:pt x="5790224" y="1063527"/>
                  </a:lnTo>
                  <a:lnTo>
                    <a:pt x="5789563" y="1063527"/>
                  </a:lnTo>
                  <a:lnTo>
                    <a:pt x="5788903" y="1063527"/>
                  </a:lnTo>
                  <a:lnTo>
                    <a:pt x="5788242" y="1063527"/>
                  </a:lnTo>
                  <a:lnTo>
                    <a:pt x="5787582" y="1063527"/>
                  </a:lnTo>
                  <a:lnTo>
                    <a:pt x="5786921" y="1063527"/>
                  </a:lnTo>
                  <a:lnTo>
                    <a:pt x="5786261" y="1063527"/>
                  </a:lnTo>
                  <a:lnTo>
                    <a:pt x="5785600" y="1063527"/>
                  </a:lnTo>
                  <a:lnTo>
                    <a:pt x="5784940" y="1063527"/>
                  </a:lnTo>
                  <a:lnTo>
                    <a:pt x="5784279" y="1063527"/>
                  </a:lnTo>
                  <a:lnTo>
                    <a:pt x="5783619" y="1063527"/>
                  </a:lnTo>
                  <a:lnTo>
                    <a:pt x="5782958" y="1063527"/>
                  </a:lnTo>
                  <a:lnTo>
                    <a:pt x="5782298" y="1063527"/>
                  </a:lnTo>
                  <a:lnTo>
                    <a:pt x="5781637" y="1063527"/>
                  </a:lnTo>
                  <a:lnTo>
                    <a:pt x="5780976" y="1063527"/>
                  </a:lnTo>
                  <a:lnTo>
                    <a:pt x="5780316" y="1063527"/>
                  </a:lnTo>
                  <a:lnTo>
                    <a:pt x="5779655" y="1063527"/>
                  </a:lnTo>
                  <a:lnTo>
                    <a:pt x="5778995" y="1063527"/>
                  </a:lnTo>
                  <a:lnTo>
                    <a:pt x="5778334" y="1063527"/>
                  </a:lnTo>
                  <a:lnTo>
                    <a:pt x="5777674" y="1063527"/>
                  </a:lnTo>
                  <a:lnTo>
                    <a:pt x="5777013" y="1063527"/>
                  </a:lnTo>
                  <a:lnTo>
                    <a:pt x="5776353" y="1063527"/>
                  </a:lnTo>
                  <a:lnTo>
                    <a:pt x="5775692" y="1063527"/>
                  </a:lnTo>
                  <a:lnTo>
                    <a:pt x="5775032" y="1063527"/>
                  </a:lnTo>
                  <a:lnTo>
                    <a:pt x="5774371" y="1063527"/>
                  </a:lnTo>
                  <a:lnTo>
                    <a:pt x="5773711" y="1063527"/>
                  </a:lnTo>
                  <a:lnTo>
                    <a:pt x="5773050" y="1063527"/>
                  </a:lnTo>
                  <a:lnTo>
                    <a:pt x="5772390" y="1063527"/>
                  </a:lnTo>
                  <a:lnTo>
                    <a:pt x="5771729" y="1063527"/>
                  </a:lnTo>
                  <a:lnTo>
                    <a:pt x="5771069" y="1063527"/>
                  </a:lnTo>
                  <a:lnTo>
                    <a:pt x="5770408" y="1063527"/>
                  </a:lnTo>
                  <a:lnTo>
                    <a:pt x="5769747" y="1063527"/>
                  </a:lnTo>
                  <a:lnTo>
                    <a:pt x="5769087" y="1063527"/>
                  </a:lnTo>
                  <a:lnTo>
                    <a:pt x="5768426" y="1063527"/>
                  </a:lnTo>
                  <a:lnTo>
                    <a:pt x="5767766" y="1063527"/>
                  </a:lnTo>
                  <a:lnTo>
                    <a:pt x="5767105" y="1063527"/>
                  </a:lnTo>
                  <a:lnTo>
                    <a:pt x="5766445" y="1063527"/>
                  </a:lnTo>
                  <a:lnTo>
                    <a:pt x="5765784" y="1063527"/>
                  </a:lnTo>
                  <a:lnTo>
                    <a:pt x="5765124" y="1063527"/>
                  </a:lnTo>
                  <a:lnTo>
                    <a:pt x="5764463" y="1063527"/>
                  </a:lnTo>
                  <a:lnTo>
                    <a:pt x="5763803" y="1063527"/>
                  </a:lnTo>
                  <a:lnTo>
                    <a:pt x="5763142" y="1063527"/>
                  </a:lnTo>
                  <a:lnTo>
                    <a:pt x="5762482" y="1063527"/>
                  </a:lnTo>
                  <a:lnTo>
                    <a:pt x="5761821" y="1063527"/>
                  </a:lnTo>
                  <a:lnTo>
                    <a:pt x="5761161" y="1063527"/>
                  </a:lnTo>
                  <a:lnTo>
                    <a:pt x="5760500" y="1063527"/>
                  </a:lnTo>
                  <a:lnTo>
                    <a:pt x="5759839" y="1063527"/>
                  </a:lnTo>
                  <a:lnTo>
                    <a:pt x="5759179" y="1063527"/>
                  </a:lnTo>
                  <a:lnTo>
                    <a:pt x="5758518" y="1063527"/>
                  </a:lnTo>
                  <a:lnTo>
                    <a:pt x="5757858" y="1063527"/>
                  </a:lnTo>
                  <a:lnTo>
                    <a:pt x="5757197" y="1063527"/>
                  </a:lnTo>
                  <a:lnTo>
                    <a:pt x="5756537" y="1063527"/>
                  </a:lnTo>
                  <a:lnTo>
                    <a:pt x="5755876" y="1063527"/>
                  </a:lnTo>
                  <a:lnTo>
                    <a:pt x="5755216" y="1063527"/>
                  </a:lnTo>
                  <a:lnTo>
                    <a:pt x="5754555" y="1063527"/>
                  </a:lnTo>
                  <a:lnTo>
                    <a:pt x="5753895" y="1063527"/>
                  </a:lnTo>
                  <a:lnTo>
                    <a:pt x="5753234" y="1063527"/>
                  </a:lnTo>
                  <a:lnTo>
                    <a:pt x="5752574" y="1063527"/>
                  </a:lnTo>
                  <a:lnTo>
                    <a:pt x="5751913" y="1063527"/>
                  </a:lnTo>
                  <a:lnTo>
                    <a:pt x="5751253" y="1063527"/>
                  </a:lnTo>
                  <a:lnTo>
                    <a:pt x="5750592" y="1063527"/>
                  </a:lnTo>
                  <a:lnTo>
                    <a:pt x="5749931" y="1063527"/>
                  </a:lnTo>
                  <a:lnTo>
                    <a:pt x="5749271" y="1063527"/>
                  </a:lnTo>
                  <a:lnTo>
                    <a:pt x="5748610" y="1063527"/>
                  </a:lnTo>
                  <a:lnTo>
                    <a:pt x="5747950" y="1063527"/>
                  </a:lnTo>
                  <a:lnTo>
                    <a:pt x="5747289" y="1063527"/>
                  </a:lnTo>
                  <a:lnTo>
                    <a:pt x="5746629" y="1063527"/>
                  </a:lnTo>
                  <a:lnTo>
                    <a:pt x="5745968" y="1063527"/>
                  </a:lnTo>
                  <a:lnTo>
                    <a:pt x="5745308" y="1063527"/>
                  </a:lnTo>
                  <a:lnTo>
                    <a:pt x="5744647" y="1063527"/>
                  </a:lnTo>
                  <a:lnTo>
                    <a:pt x="5743987" y="1063527"/>
                  </a:lnTo>
                  <a:lnTo>
                    <a:pt x="5743326" y="1063527"/>
                  </a:lnTo>
                  <a:lnTo>
                    <a:pt x="5742666" y="1063527"/>
                  </a:lnTo>
                  <a:lnTo>
                    <a:pt x="5742005" y="1063527"/>
                  </a:lnTo>
                  <a:lnTo>
                    <a:pt x="5741345" y="1063527"/>
                  </a:lnTo>
                  <a:lnTo>
                    <a:pt x="5740684" y="1063527"/>
                  </a:lnTo>
                  <a:lnTo>
                    <a:pt x="5740024" y="1063527"/>
                  </a:lnTo>
                  <a:lnTo>
                    <a:pt x="5739363" y="1063527"/>
                  </a:lnTo>
                  <a:lnTo>
                    <a:pt x="5738702" y="1063527"/>
                  </a:lnTo>
                  <a:lnTo>
                    <a:pt x="5738042" y="1063527"/>
                  </a:lnTo>
                  <a:lnTo>
                    <a:pt x="5737381" y="1063527"/>
                  </a:lnTo>
                  <a:lnTo>
                    <a:pt x="5736721" y="1063527"/>
                  </a:lnTo>
                  <a:lnTo>
                    <a:pt x="5736060" y="1063527"/>
                  </a:lnTo>
                  <a:lnTo>
                    <a:pt x="5735400" y="1063527"/>
                  </a:lnTo>
                  <a:lnTo>
                    <a:pt x="5734739" y="1063527"/>
                  </a:lnTo>
                  <a:lnTo>
                    <a:pt x="5734079" y="1063527"/>
                  </a:lnTo>
                  <a:lnTo>
                    <a:pt x="5733418" y="1063527"/>
                  </a:lnTo>
                  <a:lnTo>
                    <a:pt x="5732758" y="1063527"/>
                  </a:lnTo>
                  <a:lnTo>
                    <a:pt x="5732097" y="1063527"/>
                  </a:lnTo>
                  <a:lnTo>
                    <a:pt x="5731437" y="1063527"/>
                  </a:lnTo>
                  <a:lnTo>
                    <a:pt x="5730776" y="1063527"/>
                  </a:lnTo>
                  <a:lnTo>
                    <a:pt x="5730116" y="1063527"/>
                  </a:lnTo>
                  <a:lnTo>
                    <a:pt x="5729455" y="1063527"/>
                  </a:lnTo>
                  <a:lnTo>
                    <a:pt x="5728794" y="1063527"/>
                  </a:lnTo>
                  <a:lnTo>
                    <a:pt x="5728134" y="1063527"/>
                  </a:lnTo>
                  <a:lnTo>
                    <a:pt x="5727473" y="1063527"/>
                  </a:lnTo>
                  <a:lnTo>
                    <a:pt x="5726813" y="1063527"/>
                  </a:lnTo>
                  <a:lnTo>
                    <a:pt x="5726152" y="1063527"/>
                  </a:lnTo>
                  <a:lnTo>
                    <a:pt x="5725492" y="1063527"/>
                  </a:lnTo>
                  <a:lnTo>
                    <a:pt x="5724831" y="1063527"/>
                  </a:lnTo>
                  <a:lnTo>
                    <a:pt x="5724171" y="1063527"/>
                  </a:lnTo>
                  <a:lnTo>
                    <a:pt x="5723510" y="1063527"/>
                  </a:lnTo>
                  <a:lnTo>
                    <a:pt x="5722850" y="1063527"/>
                  </a:lnTo>
                  <a:lnTo>
                    <a:pt x="5722189" y="1063527"/>
                  </a:lnTo>
                  <a:lnTo>
                    <a:pt x="5721529" y="1063527"/>
                  </a:lnTo>
                  <a:lnTo>
                    <a:pt x="5720868" y="1063527"/>
                  </a:lnTo>
                  <a:lnTo>
                    <a:pt x="5720208" y="1063527"/>
                  </a:lnTo>
                  <a:lnTo>
                    <a:pt x="5719547" y="1063527"/>
                  </a:lnTo>
                  <a:lnTo>
                    <a:pt x="5718886" y="1063527"/>
                  </a:lnTo>
                  <a:lnTo>
                    <a:pt x="5718226" y="1063527"/>
                  </a:lnTo>
                  <a:lnTo>
                    <a:pt x="5717565" y="1063527"/>
                  </a:lnTo>
                  <a:lnTo>
                    <a:pt x="5716905" y="1063527"/>
                  </a:lnTo>
                  <a:lnTo>
                    <a:pt x="5716244" y="1063527"/>
                  </a:lnTo>
                  <a:lnTo>
                    <a:pt x="5715584" y="1063527"/>
                  </a:lnTo>
                  <a:lnTo>
                    <a:pt x="5714923" y="1063527"/>
                  </a:lnTo>
                  <a:lnTo>
                    <a:pt x="5714263" y="1063527"/>
                  </a:lnTo>
                  <a:lnTo>
                    <a:pt x="5713602" y="1063527"/>
                  </a:lnTo>
                  <a:lnTo>
                    <a:pt x="5712942" y="1063527"/>
                  </a:lnTo>
                  <a:lnTo>
                    <a:pt x="5712281" y="1063527"/>
                  </a:lnTo>
                  <a:lnTo>
                    <a:pt x="5711621" y="1063527"/>
                  </a:lnTo>
                  <a:lnTo>
                    <a:pt x="5710960" y="1063527"/>
                  </a:lnTo>
                  <a:lnTo>
                    <a:pt x="5710300" y="1063527"/>
                  </a:lnTo>
                  <a:lnTo>
                    <a:pt x="5709639" y="1063527"/>
                  </a:lnTo>
                  <a:lnTo>
                    <a:pt x="5708978" y="1063527"/>
                  </a:lnTo>
                  <a:lnTo>
                    <a:pt x="5708318" y="1063527"/>
                  </a:lnTo>
                  <a:lnTo>
                    <a:pt x="5707657" y="1063527"/>
                  </a:lnTo>
                  <a:lnTo>
                    <a:pt x="5706997" y="1063527"/>
                  </a:lnTo>
                  <a:lnTo>
                    <a:pt x="5706336" y="1063527"/>
                  </a:lnTo>
                  <a:lnTo>
                    <a:pt x="5705676" y="1063527"/>
                  </a:lnTo>
                  <a:lnTo>
                    <a:pt x="5705015" y="1063527"/>
                  </a:lnTo>
                  <a:lnTo>
                    <a:pt x="5704355" y="1063527"/>
                  </a:lnTo>
                  <a:lnTo>
                    <a:pt x="5703694" y="1063527"/>
                  </a:lnTo>
                  <a:lnTo>
                    <a:pt x="5703034" y="1063527"/>
                  </a:lnTo>
                  <a:lnTo>
                    <a:pt x="5702373" y="1063527"/>
                  </a:lnTo>
                  <a:lnTo>
                    <a:pt x="5701713" y="1063527"/>
                  </a:lnTo>
                  <a:lnTo>
                    <a:pt x="5701052" y="1063527"/>
                  </a:lnTo>
                  <a:lnTo>
                    <a:pt x="5700392" y="1063527"/>
                  </a:lnTo>
                  <a:lnTo>
                    <a:pt x="5699731" y="1063527"/>
                  </a:lnTo>
                  <a:lnTo>
                    <a:pt x="5699071" y="1063527"/>
                  </a:lnTo>
                  <a:lnTo>
                    <a:pt x="5698410" y="1063527"/>
                  </a:lnTo>
                  <a:lnTo>
                    <a:pt x="5697749" y="1063527"/>
                  </a:lnTo>
                  <a:lnTo>
                    <a:pt x="5697089" y="1063527"/>
                  </a:lnTo>
                  <a:lnTo>
                    <a:pt x="5696428" y="1063527"/>
                  </a:lnTo>
                  <a:lnTo>
                    <a:pt x="5695768" y="1063527"/>
                  </a:lnTo>
                  <a:lnTo>
                    <a:pt x="5695107" y="1063527"/>
                  </a:lnTo>
                  <a:lnTo>
                    <a:pt x="5694447" y="1063527"/>
                  </a:lnTo>
                  <a:lnTo>
                    <a:pt x="5693786" y="1063527"/>
                  </a:lnTo>
                  <a:lnTo>
                    <a:pt x="5693126" y="1063527"/>
                  </a:lnTo>
                  <a:lnTo>
                    <a:pt x="5692465" y="1063527"/>
                  </a:lnTo>
                  <a:lnTo>
                    <a:pt x="5691805" y="1063527"/>
                  </a:lnTo>
                  <a:lnTo>
                    <a:pt x="5691144" y="1063527"/>
                  </a:lnTo>
                  <a:lnTo>
                    <a:pt x="5690484" y="1063527"/>
                  </a:lnTo>
                  <a:lnTo>
                    <a:pt x="5689823" y="1063527"/>
                  </a:lnTo>
                  <a:lnTo>
                    <a:pt x="5689163" y="1063527"/>
                  </a:lnTo>
                  <a:lnTo>
                    <a:pt x="5688502" y="1063527"/>
                  </a:lnTo>
                  <a:lnTo>
                    <a:pt x="5687841" y="1063527"/>
                  </a:lnTo>
                  <a:lnTo>
                    <a:pt x="5687181" y="1063527"/>
                  </a:lnTo>
                  <a:lnTo>
                    <a:pt x="5686520" y="1063527"/>
                  </a:lnTo>
                  <a:lnTo>
                    <a:pt x="5685860" y="1063527"/>
                  </a:lnTo>
                  <a:lnTo>
                    <a:pt x="5685199" y="1063527"/>
                  </a:lnTo>
                  <a:lnTo>
                    <a:pt x="5684539" y="1063527"/>
                  </a:lnTo>
                  <a:lnTo>
                    <a:pt x="5683878" y="1063527"/>
                  </a:lnTo>
                  <a:lnTo>
                    <a:pt x="5683218" y="1063527"/>
                  </a:lnTo>
                  <a:lnTo>
                    <a:pt x="5682557" y="1063527"/>
                  </a:lnTo>
                  <a:lnTo>
                    <a:pt x="5681897" y="1063527"/>
                  </a:lnTo>
                  <a:lnTo>
                    <a:pt x="5681236" y="1063527"/>
                  </a:lnTo>
                  <a:lnTo>
                    <a:pt x="5680576" y="1063527"/>
                  </a:lnTo>
                  <a:lnTo>
                    <a:pt x="5679915" y="1063527"/>
                  </a:lnTo>
                  <a:lnTo>
                    <a:pt x="5679255" y="1063527"/>
                  </a:lnTo>
                  <a:lnTo>
                    <a:pt x="5678594" y="1063527"/>
                  </a:lnTo>
                  <a:lnTo>
                    <a:pt x="5677933" y="1063527"/>
                  </a:lnTo>
                  <a:lnTo>
                    <a:pt x="5677273" y="1063527"/>
                  </a:lnTo>
                  <a:lnTo>
                    <a:pt x="5676612" y="1063527"/>
                  </a:lnTo>
                  <a:lnTo>
                    <a:pt x="5675952" y="1063527"/>
                  </a:lnTo>
                  <a:lnTo>
                    <a:pt x="5675291" y="1063527"/>
                  </a:lnTo>
                  <a:lnTo>
                    <a:pt x="5674631" y="1063527"/>
                  </a:lnTo>
                  <a:lnTo>
                    <a:pt x="5673970" y="1063527"/>
                  </a:lnTo>
                  <a:lnTo>
                    <a:pt x="5673310" y="1063527"/>
                  </a:lnTo>
                  <a:lnTo>
                    <a:pt x="5672649" y="1063527"/>
                  </a:lnTo>
                  <a:lnTo>
                    <a:pt x="5671989" y="1063527"/>
                  </a:lnTo>
                  <a:lnTo>
                    <a:pt x="5671328" y="1063527"/>
                  </a:lnTo>
                  <a:lnTo>
                    <a:pt x="5670668" y="1063527"/>
                  </a:lnTo>
                  <a:lnTo>
                    <a:pt x="5670007" y="1063527"/>
                  </a:lnTo>
                  <a:lnTo>
                    <a:pt x="5669347" y="1063527"/>
                  </a:lnTo>
                  <a:lnTo>
                    <a:pt x="5668686" y="1063527"/>
                  </a:lnTo>
                  <a:lnTo>
                    <a:pt x="5668026" y="1063527"/>
                  </a:lnTo>
                  <a:lnTo>
                    <a:pt x="5667365" y="1063527"/>
                  </a:lnTo>
                  <a:lnTo>
                    <a:pt x="5666704" y="1063527"/>
                  </a:lnTo>
                  <a:lnTo>
                    <a:pt x="5666044" y="1063527"/>
                  </a:lnTo>
                  <a:lnTo>
                    <a:pt x="5665383" y="1063527"/>
                  </a:lnTo>
                  <a:lnTo>
                    <a:pt x="5664723" y="1063527"/>
                  </a:lnTo>
                  <a:lnTo>
                    <a:pt x="5664062" y="1063527"/>
                  </a:lnTo>
                  <a:lnTo>
                    <a:pt x="5663402" y="1063527"/>
                  </a:lnTo>
                  <a:lnTo>
                    <a:pt x="5662741" y="1063527"/>
                  </a:lnTo>
                  <a:lnTo>
                    <a:pt x="5662081" y="1063527"/>
                  </a:lnTo>
                  <a:lnTo>
                    <a:pt x="5661420" y="1063527"/>
                  </a:lnTo>
                  <a:lnTo>
                    <a:pt x="5660760" y="1063527"/>
                  </a:lnTo>
                  <a:lnTo>
                    <a:pt x="5660099" y="1063527"/>
                  </a:lnTo>
                  <a:lnTo>
                    <a:pt x="5659439" y="1063527"/>
                  </a:lnTo>
                  <a:lnTo>
                    <a:pt x="5658778" y="1063527"/>
                  </a:lnTo>
                  <a:lnTo>
                    <a:pt x="5658118" y="1063527"/>
                  </a:lnTo>
                  <a:lnTo>
                    <a:pt x="5657457" y="1063527"/>
                  </a:lnTo>
                  <a:lnTo>
                    <a:pt x="5656796" y="1063527"/>
                  </a:lnTo>
                  <a:lnTo>
                    <a:pt x="5656136" y="1063527"/>
                  </a:lnTo>
                  <a:lnTo>
                    <a:pt x="5655475" y="1063527"/>
                  </a:lnTo>
                  <a:lnTo>
                    <a:pt x="5654815" y="1063527"/>
                  </a:lnTo>
                  <a:lnTo>
                    <a:pt x="5654154" y="1063527"/>
                  </a:lnTo>
                  <a:lnTo>
                    <a:pt x="5653494" y="1063527"/>
                  </a:lnTo>
                  <a:lnTo>
                    <a:pt x="5652833" y="1063527"/>
                  </a:lnTo>
                  <a:lnTo>
                    <a:pt x="5652173" y="1063527"/>
                  </a:lnTo>
                  <a:lnTo>
                    <a:pt x="5651512" y="1063527"/>
                  </a:lnTo>
                  <a:lnTo>
                    <a:pt x="5650852" y="1063527"/>
                  </a:lnTo>
                  <a:lnTo>
                    <a:pt x="5650191" y="1063527"/>
                  </a:lnTo>
                  <a:lnTo>
                    <a:pt x="5649531" y="1063527"/>
                  </a:lnTo>
                  <a:lnTo>
                    <a:pt x="5648870" y="1063527"/>
                  </a:lnTo>
                  <a:lnTo>
                    <a:pt x="5648210" y="1063527"/>
                  </a:lnTo>
                  <a:lnTo>
                    <a:pt x="5647549" y="1063527"/>
                  </a:lnTo>
                  <a:lnTo>
                    <a:pt x="5646888" y="1063527"/>
                  </a:lnTo>
                  <a:lnTo>
                    <a:pt x="5646228" y="1063527"/>
                  </a:lnTo>
                  <a:lnTo>
                    <a:pt x="5645567" y="1063527"/>
                  </a:lnTo>
                  <a:lnTo>
                    <a:pt x="5644907" y="1063527"/>
                  </a:lnTo>
                  <a:lnTo>
                    <a:pt x="5644246" y="1063527"/>
                  </a:lnTo>
                  <a:lnTo>
                    <a:pt x="5643586" y="1063527"/>
                  </a:lnTo>
                  <a:lnTo>
                    <a:pt x="5642925" y="1063527"/>
                  </a:lnTo>
                  <a:lnTo>
                    <a:pt x="5642265" y="1063527"/>
                  </a:lnTo>
                  <a:lnTo>
                    <a:pt x="5641604" y="1063527"/>
                  </a:lnTo>
                  <a:lnTo>
                    <a:pt x="5640944" y="1063527"/>
                  </a:lnTo>
                  <a:lnTo>
                    <a:pt x="5640283" y="1063527"/>
                  </a:lnTo>
                  <a:lnTo>
                    <a:pt x="5639623" y="1063527"/>
                  </a:lnTo>
                  <a:lnTo>
                    <a:pt x="5638962" y="1063527"/>
                  </a:lnTo>
                  <a:lnTo>
                    <a:pt x="5638302" y="1063527"/>
                  </a:lnTo>
                  <a:lnTo>
                    <a:pt x="5637641" y="1063527"/>
                  </a:lnTo>
                  <a:lnTo>
                    <a:pt x="5636980" y="1063527"/>
                  </a:lnTo>
                  <a:lnTo>
                    <a:pt x="5636320" y="1063527"/>
                  </a:lnTo>
                  <a:lnTo>
                    <a:pt x="5635659" y="1063527"/>
                  </a:lnTo>
                  <a:lnTo>
                    <a:pt x="5634999" y="1063527"/>
                  </a:lnTo>
                  <a:lnTo>
                    <a:pt x="5634338" y="1063527"/>
                  </a:lnTo>
                  <a:lnTo>
                    <a:pt x="5633678" y="1063527"/>
                  </a:lnTo>
                  <a:lnTo>
                    <a:pt x="5633017" y="1063527"/>
                  </a:lnTo>
                  <a:lnTo>
                    <a:pt x="5632357" y="1063527"/>
                  </a:lnTo>
                  <a:lnTo>
                    <a:pt x="5631696" y="1063527"/>
                  </a:lnTo>
                  <a:lnTo>
                    <a:pt x="5631036" y="1063527"/>
                  </a:lnTo>
                  <a:lnTo>
                    <a:pt x="5630375" y="1063527"/>
                  </a:lnTo>
                  <a:lnTo>
                    <a:pt x="5629715" y="1063527"/>
                  </a:lnTo>
                  <a:lnTo>
                    <a:pt x="5629054" y="1063527"/>
                  </a:lnTo>
                  <a:lnTo>
                    <a:pt x="5628394" y="1063527"/>
                  </a:lnTo>
                  <a:lnTo>
                    <a:pt x="5627733" y="1063527"/>
                  </a:lnTo>
                  <a:lnTo>
                    <a:pt x="5627073" y="1063527"/>
                  </a:lnTo>
                  <a:lnTo>
                    <a:pt x="5626412" y="1063527"/>
                  </a:lnTo>
                  <a:lnTo>
                    <a:pt x="5625751" y="1063527"/>
                  </a:lnTo>
                  <a:lnTo>
                    <a:pt x="5625091" y="1063527"/>
                  </a:lnTo>
                  <a:lnTo>
                    <a:pt x="5624430" y="1063527"/>
                  </a:lnTo>
                  <a:lnTo>
                    <a:pt x="5623770" y="1063527"/>
                  </a:lnTo>
                  <a:lnTo>
                    <a:pt x="5623109" y="1063527"/>
                  </a:lnTo>
                  <a:lnTo>
                    <a:pt x="5622449" y="1063527"/>
                  </a:lnTo>
                  <a:lnTo>
                    <a:pt x="5621788" y="1063527"/>
                  </a:lnTo>
                  <a:lnTo>
                    <a:pt x="5621128" y="1063527"/>
                  </a:lnTo>
                  <a:lnTo>
                    <a:pt x="5620467" y="1063527"/>
                  </a:lnTo>
                  <a:lnTo>
                    <a:pt x="5619807" y="1063527"/>
                  </a:lnTo>
                  <a:lnTo>
                    <a:pt x="5619146" y="1063527"/>
                  </a:lnTo>
                  <a:lnTo>
                    <a:pt x="5618486" y="1063527"/>
                  </a:lnTo>
                  <a:lnTo>
                    <a:pt x="5617825" y="1063527"/>
                  </a:lnTo>
                  <a:lnTo>
                    <a:pt x="5617165" y="1063527"/>
                  </a:lnTo>
                  <a:lnTo>
                    <a:pt x="5616504" y="1063527"/>
                  </a:lnTo>
                  <a:lnTo>
                    <a:pt x="5615843" y="1063527"/>
                  </a:lnTo>
                  <a:lnTo>
                    <a:pt x="5615183" y="1063527"/>
                  </a:lnTo>
                  <a:lnTo>
                    <a:pt x="5614522" y="1063527"/>
                  </a:lnTo>
                  <a:lnTo>
                    <a:pt x="5613862" y="1063527"/>
                  </a:lnTo>
                  <a:lnTo>
                    <a:pt x="5613201" y="1063527"/>
                  </a:lnTo>
                  <a:lnTo>
                    <a:pt x="5612541" y="1063527"/>
                  </a:lnTo>
                  <a:lnTo>
                    <a:pt x="5611880" y="1063527"/>
                  </a:lnTo>
                  <a:lnTo>
                    <a:pt x="5611220" y="1063527"/>
                  </a:lnTo>
                  <a:lnTo>
                    <a:pt x="5610559" y="1063527"/>
                  </a:lnTo>
                  <a:lnTo>
                    <a:pt x="5609899" y="1063527"/>
                  </a:lnTo>
                  <a:lnTo>
                    <a:pt x="5609238" y="1063527"/>
                  </a:lnTo>
                  <a:lnTo>
                    <a:pt x="5608578" y="1063527"/>
                  </a:lnTo>
                  <a:lnTo>
                    <a:pt x="5607917" y="1063527"/>
                  </a:lnTo>
                  <a:lnTo>
                    <a:pt x="5607257" y="1063527"/>
                  </a:lnTo>
                  <a:lnTo>
                    <a:pt x="5606596" y="1063527"/>
                  </a:lnTo>
                  <a:lnTo>
                    <a:pt x="5605935" y="1063527"/>
                  </a:lnTo>
                  <a:lnTo>
                    <a:pt x="5605275" y="1063527"/>
                  </a:lnTo>
                  <a:lnTo>
                    <a:pt x="5604614" y="1063527"/>
                  </a:lnTo>
                  <a:lnTo>
                    <a:pt x="5603954" y="1063527"/>
                  </a:lnTo>
                  <a:lnTo>
                    <a:pt x="5603293" y="1063527"/>
                  </a:lnTo>
                  <a:lnTo>
                    <a:pt x="5602633" y="1063527"/>
                  </a:lnTo>
                  <a:lnTo>
                    <a:pt x="5601972" y="1063527"/>
                  </a:lnTo>
                  <a:lnTo>
                    <a:pt x="5601312" y="1063527"/>
                  </a:lnTo>
                  <a:lnTo>
                    <a:pt x="5600651" y="1063527"/>
                  </a:lnTo>
                  <a:lnTo>
                    <a:pt x="5599991" y="1063527"/>
                  </a:lnTo>
                  <a:lnTo>
                    <a:pt x="5599330" y="1063527"/>
                  </a:lnTo>
                  <a:lnTo>
                    <a:pt x="5598670" y="1063527"/>
                  </a:lnTo>
                  <a:lnTo>
                    <a:pt x="5598009" y="1063527"/>
                  </a:lnTo>
                  <a:lnTo>
                    <a:pt x="5597349" y="1063527"/>
                  </a:lnTo>
                  <a:lnTo>
                    <a:pt x="5596688" y="1063527"/>
                  </a:lnTo>
                  <a:lnTo>
                    <a:pt x="5596028" y="1063527"/>
                  </a:lnTo>
                  <a:lnTo>
                    <a:pt x="5595367" y="1063527"/>
                  </a:lnTo>
                  <a:lnTo>
                    <a:pt x="5594706" y="1063527"/>
                  </a:lnTo>
                  <a:lnTo>
                    <a:pt x="5594046" y="1063527"/>
                  </a:lnTo>
                  <a:lnTo>
                    <a:pt x="5593385" y="1063527"/>
                  </a:lnTo>
                  <a:lnTo>
                    <a:pt x="5592725" y="1063527"/>
                  </a:lnTo>
                  <a:lnTo>
                    <a:pt x="5592064" y="1063527"/>
                  </a:lnTo>
                  <a:lnTo>
                    <a:pt x="5591404" y="1063527"/>
                  </a:lnTo>
                  <a:lnTo>
                    <a:pt x="5590743" y="1063527"/>
                  </a:lnTo>
                  <a:lnTo>
                    <a:pt x="5590083" y="1063527"/>
                  </a:lnTo>
                  <a:lnTo>
                    <a:pt x="5589422" y="1063527"/>
                  </a:lnTo>
                  <a:lnTo>
                    <a:pt x="5588762" y="1063527"/>
                  </a:lnTo>
                  <a:lnTo>
                    <a:pt x="5588101" y="1063527"/>
                  </a:lnTo>
                  <a:lnTo>
                    <a:pt x="5587441" y="1063527"/>
                  </a:lnTo>
                  <a:lnTo>
                    <a:pt x="5586780" y="1063527"/>
                  </a:lnTo>
                  <a:lnTo>
                    <a:pt x="5586120" y="1063527"/>
                  </a:lnTo>
                  <a:lnTo>
                    <a:pt x="5585459" y="1063527"/>
                  </a:lnTo>
                  <a:lnTo>
                    <a:pt x="5584798" y="1063527"/>
                  </a:lnTo>
                  <a:lnTo>
                    <a:pt x="5584138" y="1063527"/>
                  </a:lnTo>
                  <a:lnTo>
                    <a:pt x="5583477" y="1063527"/>
                  </a:lnTo>
                  <a:lnTo>
                    <a:pt x="5582817" y="1063527"/>
                  </a:lnTo>
                  <a:lnTo>
                    <a:pt x="5582156" y="1063527"/>
                  </a:lnTo>
                  <a:lnTo>
                    <a:pt x="5581496" y="1063527"/>
                  </a:lnTo>
                  <a:lnTo>
                    <a:pt x="5580835" y="1063527"/>
                  </a:lnTo>
                  <a:lnTo>
                    <a:pt x="5580175" y="1063527"/>
                  </a:lnTo>
                  <a:lnTo>
                    <a:pt x="5579514" y="1063527"/>
                  </a:lnTo>
                  <a:lnTo>
                    <a:pt x="5578854" y="1063527"/>
                  </a:lnTo>
                  <a:lnTo>
                    <a:pt x="5578193" y="1063527"/>
                  </a:lnTo>
                  <a:lnTo>
                    <a:pt x="5577533" y="1063527"/>
                  </a:lnTo>
                  <a:lnTo>
                    <a:pt x="5576872" y="1063527"/>
                  </a:lnTo>
                  <a:lnTo>
                    <a:pt x="5576212" y="1063527"/>
                  </a:lnTo>
                  <a:lnTo>
                    <a:pt x="5575551" y="1063527"/>
                  </a:lnTo>
                  <a:lnTo>
                    <a:pt x="5574890" y="1063527"/>
                  </a:lnTo>
                  <a:lnTo>
                    <a:pt x="5574230" y="1063527"/>
                  </a:lnTo>
                  <a:lnTo>
                    <a:pt x="5573569" y="1063527"/>
                  </a:lnTo>
                  <a:lnTo>
                    <a:pt x="5572909" y="1063527"/>
                  </a:lnTo>
                  <a:lnTo>
                    <a:pt x="5572248" y="1063527"/>
                  </a:lnTo>
                  <a:lnTo>
                    <a:pt x="5571588" y="1063527"/>
                  </a:lnTo>
                  <a:lnTo>
                    <a:pt x="5570927" y="1063527"/>
                  </a:lnTo>
                  <a:lnTo>
                    <a:pt x="5570267" y="1063527"/>
                  </a:lnTo>
                  <a:lnTo>
                    <a:pt x="5569606" y="1063527"/>
                  </a:lnTo>
                  <a:lnTo>
                    <a:pt x="5568946" y="1063527"/>
                  </a:lnTo>
                  <a:lnTo>
                    <a:pt x="5568285" y="1063527"/>
                  </a:lnTo>
                  <a:lnTo>
                    <a:pt x="5567625" y="1063527"/>
                  </a:lnTo>
                  <a:lnTo>
                    <a:pt x="5566964" y="1063527"/>
                  </a:lnTo>
                  <a:lnTo>
                    <a:pt x="5566304" y="1063527"/>
                  </a:lnTo>
                  <a:lnTo>
                    <a:pt x="5565643" y="1063527"/>
                  </a:lnTo>
                  <a:lnTo>
                    <a:pt x="5564982" y="1063527"/>
                  </a:lnTo>
                  <a:lnTo>
                    <a:pt x="5564322" y="1063527"/>
                  </a:lnTo>
                  <a:lnTo>
                    <a:pt x="5563661" y="1063527"/>
                  </a:lnTo>
                  <a:lnTo>
                    <a:pt x="5563001" y="1063527"/>
                  </a:lnTo>
                  <a:lnTo>
                    <a:pt x="5562340" y="1063527"/>
                  </a:lnTo>
                  <a:lnTo>
                    <a:pt x="5561680" y="1063527"/>
                  </a:lnTo>
                  <a:lnTo>
                    <a:pt x="5561019" y="1063527"/>
                  </a:lnTo>
                  <a:lnTo>
                    <a:pt x="5560359" y="1063527"/>
                  </a:lnTo>
                  <a:lnTo>
                    <a:pt x="5559698" y="1063527"/>
                  </a:lnTo>
                  <a:lnTo>
                    <a:pt x="5559038" y="1063527"/>
                  </a:lnTo>
                  <a:lnTo>
                    <a:pt x="5558377" y="1063527"/>
                  </a:lnTo>
                  <a:lnTo>
                    <a:pt x="5557717" y="1063527"/>
                  </a:lnTo>
                  <a:lnTo>
                    <a:pt x="5557056" y="1063527"/>
                  </a:lnTo>
                  <a:lnTo>
                    <a:pt x="5556396" y="1063527"/>
                  </a:lnTo>
                  <a:lnTo>
                    <a:pt x="5555735" y="1063527"/>
                  </a:lnTo>
                  <a:lnTo>
                    <a:pt x="5555075" y="1063527"/>
                  </a:lnTo>
                  <a:lnTo>
                    <a:pt x="5554414" y="1063527"/>
                  </a:lnTo>
                  <a:lnTo>
                    <a:pt x="5553753" y="1063527"/>
                  </a:lnTo>
                  <a:lnTo>
                    <a:pt x="5553093" y="1063527"/>
                  </a:lnTo>
                  <a:lnTo>
                    <a:pt x="5552432" y="1063527"/>
                  </a:lnTo>
                  <a:lnTo>
                    <a:pt x="5551772" y="1063527"/>
                  </a:lnTo>
                  <a:lnTo>
                    <a:pt x="5551111" y="1063527"/>
                  </a:lnTo>
                  <a:lnTo>
                    <a:pt x="5550451" y="1063527"/>
                  </a:lnTo>
                  <a:lnTo>
                    <a:pt x="5549790" y="1063527"/>
                  </a:lnTo>
                  <a:lnTo>
                    <a:pt x="5549130" y="1063527"/>
                  </a:lnTo>
                  <a:lnTo>
                    <a:pt x="5548469" y="1063527"/>
                  </a:lnTo>
                  <a:lnTo>
                    <a:pt x="5547809" y="1063527"/>
                  </a:lnTo>
                  <a:lnTo>
                    <a:pt x="5547148" y="1063527"/>
                  </a:lnTo>
                  <a:lnTo>
                    <a:pt x="5546488" y="1063527"/>
                  </a:lnTo>
                  <a:lnTo>
                    <a:pt x="5545827" y="1063527"/>
                  </a:lnTo>
                  <a:lnTo>
                    <a:pt x="5545167" y="1063527"/>
                  </a:lnTo>
                  <a:lnTo>
                    <a:pt x="5544506" y="1063527"/>
                  </a:lnTo>
                  <a:lnTo>
                    <a:pt x="5543845" y="1063527"/>
                  </a:lnTo>
                  <a:lnTo>
                    <a:pt x="5543185" y="1063527"/>
                  </a:lnTo>
                  <a:lnTo>
                    <a:pt x="5542524" y="1063527"/>
                  </a:lnTo>
                  <a:lnTo>
                    <a:pt x="5541864" y="1063527"/>
                  </a:lnTo>
                  <a:lnTo>
                    <a:pt x="5541203" y="1063527"/>
                  </a:lnTo>
                  <a:lnTo>
                    <a:pt x="5540543" y="1063527"/>
                  </a:lnTo>
                  <a:lnTo>
                    <a:pt x="5539882" y="1063527"/>
                  </a:lnTo>
                  <a:lnTo>
                    <a:pt x="5539222" y="1063527"/>
                  </a:lnTo>
                  <a:lnTo>
                    <a:pt x="5538561" y="1063527"/>
                  </a:lnTo>
                  <a:lnTo>
                    <a:pt x="5537901" y="1063527"/>
                  </a:lnTo>
                  <a:lnTo>
                    <a:pt x="5537240" y="1063527"/>
                  </a:lnTo>
                  <a:lnTo>
                    <a:pt x="5536580" y="1063527"/>
                  </a:lnTo>
                  <a:lnTo>
                    <a:pt x="5535919" y="1063527"/>
                  </a:lnTo>
                  <a:lnTo>
                    <a:pt x="5535259" y="1063527"/>
                  </a:lnTo>
                  <a:lnTo>
                    <a:pt x="5534598" y="1063527"/>
                  </a:lnTo>
                  <a:lnTo>
                    <a:pt x="5533937" y="1063527"/>
                  </a:lnTo>
                  <a:lnTo>
                    <a:pt x="5533277" y="1063527"/>
                  </a:lnTo>
                  <a:lnTo>
                    <a:pt x="5532616" y="1063527"/>
                  </a:lnTo>
                  <a:lnTo>
                    <a:pt x="5531956" y="1063527"/>
                  </a:lnTo>
                  <a:lnTo>
                    <a:pt x="5531295" y="1063527"/>
                  </a:lnTo>
                  <a:lnTo>
                    <a:pt x="5530635" y="1063527"/>
                  </a:lnTo>
                  <a:lnTo>
                    <a:pt x="5529974" y="1063527"/>
                  </a:lnTo>
                  <a:lnTo>
                    <a:pt x="5529314" y="1063527"/>
                  </a:lnTo>
                  <a:lnTo>
                    <a:pt x="5528653" y="1063527"/>
                  </a:lnTo>
                  <a:lnTo>
                    <a:pt x="5527993" y="1063527"/>
                  </a:lnTo>
                  <a:lnTo>
                    <a:pt x="5527332" y="1063527"/>
                  </a:lnTo>
                  <a:lnTo>
                    <a:pt x="5526672" y="1063527"/>
                  </a:lnTo>
                  <a:lnTo>
                    <a:pt x="5526011" y="1063527"/>
                  </a:lnTo>
                  <a:lnTo>
                    <a:pt x="5525351" y="1063527"/>
                  </a:lnTo>
                  <a:lnTo>
                    <a:pt x="5524690" y="1063527"/>
                  </a:lnTo>
                  <a:lnTo>
                    <a:pt x="5524030" y="1063527"/>
                  </a:lnTo>
                  <a:lnTo>
                    <a:pt x="5523369" y="1063527"/>
                  </a:lnTo>
                  <a:lnTo>
                    <a:pt x="5522708" y="1063527"/>
                  </a:lnTo>
                  <a:lnTo>
                    <a:pt x="5522048" y="1063527"/>
                  </a:lnTo>
                  <a:lnTo>
                    <a:pt x="5521387" y="1063527"/>
                  </a:lnTo>
                  <a:lnTo>
                    <a:pt x="5520727" y="1063527"/>
                  </a:lnTo>
                  <a:lnTo>
                    <a:pt x="5520066" y="1063527"/>
                  </a:lnTo>
                  <a:lnTo>
                    <a:pt x="5519406" y="1063527"/>
                  </a:lnTo>
                  <a:lnTo>
                    <a:pt x="5518745" y="1063527"/>
                  </a:lnTo>
                  <a:lnTo>
                    <a:pt x="5518085" y="1063527"/>
                  </a:lnTo>
                  <a:lnTo>
                    <a:pt x="5517424" y="1063527"/>
                  </a:lnTo>
                  <a:lnTo>
                    <a:pt x="5516764" y="1063527"/>
                  </a:lnTo>
                  <a:lnTo>
                    <a:pt x="5516103" y="1063527"/>
                  </a:lnTo>
                  <a:lnTo>
                    <a:pt x="5515443" y="1063527"/>
                  </a:lnTo>
                  <a:lnTo>
                    <a:pt x="5514782" y="1063527"/>
                  </a:lnTo>
                  <a:lnTo>
                    <a:pt x="5514122" y="1063527"/>
                  </a:lnTo>
                  <a:lnTo>
                    <a:pt x="5513461" y="1063527"/>
                  </a:lnTo>
                  <a:lnTo>
                    <a:pt x="5512800" y="1063527"/>
                  </a:lnTo>
                  <a:lnTo>
                    <a:pt x="5512140" y="1063527"/>
                  </a:lnTo>
                  <a:lnTo>
                    <a:pt x="5511479" y="1063527"/>
                  </a:lnTo>
                  <a:lnTo>
                    <a:pt x="5510819" y="1063527"/>
                  </a:lnTo>
                  <a:lnTo>
                    <a:pt x="5510158" y="1063527"/>
                  </a:lnTo>
                  <a:lnTo>
                    <a:pt x="5509498" y="1063527"/>
                  </a:lnTo>
                  <a:lnTo>
                    <a:pt x="5508837" y="1063527"/>
                  </a:lnTo>
                  <a:lnTo>
                    <a:pt x="5508177" y="1063527"/>
                  </a:lnTo>
                  <a:lnTo>
                    <a:pt x="5507516" y="1063527"/>
                  </a:lnTo>
                  <a:lnTo>
                    <a:pt x="5506856" y="1063527"/>
                  </a:lnTo>
                  <a:lnTo>
                    <a:pt x="5506195" y="1063527"/>
                  </a:lnTo>
                  <a:lnTo>
                    <a:pt x="5505535" y="1063527"/>
                  </a:lnTo>
                  <a:lnTo>
                    <a:pt x="5504874" y="1063527"/>
                  </a:lnTo>
                  <a:lnTo>
                    <a:pt x="5504214" y="1063527"/>
                  </a:lnTo>
                  <a:lnTo>
                    <a:pt x="5503553" y="1063527"/>
                  </a:lnTo>
                  <a:lnTo>
                    <a:pt x="5502892" y="1063527"/>
                  </a:lnTo>
                  <a:lnTo>
                    <a:pt x="5502232" y="1063527"/>
                  </a:lnTo>
                  <a:lnTo>
                    <a:pt x="5501571" y="1063527"/>
                  </a:lnTo>
                  <a:lnTo>
                    <a:pt x="5500911" y="1063527"/>
                  </a:lnTo>
                  <a:lnTo>
                    <a:pt x="5500250" y="1063527"/>
                  </a:lnTo>
                  <a:lnTo>
                    <a:pt x="5499590" y="1063527"/>
                  </a:lnTo>
                  <a:lnTo>
                    <a:pt x="5498929" y="1063527"/>
                  </a:lnTo>
                  <a:lnTo>
                    <a:pt x="5498269" y="1063527"/>
                  </a:lnTo>
                  <a:lnTo>
                    <a:pt x="5497608" y="1063527"/>
                  </a:lnTo>
                  <a:lnTo>
                    <a:pt x="5496948" y="1063527"/>
                  </a:lnTo>
                  <a:lnTo>
                    <a:pt x="5496287" y="1063527"/>
                  </a:lnTo>
                  <a:lnTo>
                    <a:pt x="5495627" y="1063527"/>
                  </a:lnTo>
                  <a:lnTo>
                    <a:pt x="5494966" y="1063527"/>
                  </a:lnTo>
                  <a:lnTo>
                    <a:pt x="5494306" y="1063527"/>
                  </a:lnTo>
                  <a:lnTo>
                    <a:pt x="5493645" y="1063527"/>
                  </a:lnTo>
                  <a:lnTo>
                    <a:pt x="5492984" y="1063527"/>
                  </a:lnTo>
                  <a:lnTo>
                    <a:pt x="5492324" y="1063527"/>
                  </a:lnTo>
                  <a:lnTo>
                    <a:pt x="5491663" y="1063527"/>
                  </a:lnTo>
                  <a:lnTo>
                    <a:pt x="5491003" y="1063527"/>
                  </a:lnTo>
                  <a:lnTo>
                    <a:pt x="5490342" y="1063527"/>
                  </a:lnTo>
                  <a:lnTo>
                    <a:pt x="5489682" y="1063527"/>
                  </a:lnTo>
                  <a:lnTo>
                    <a:pt x="5489021" y="1063527"/>
                  </a:lnTo>
                  <a:lnTo>
                    <a:pt x="5488361" y="1063527"/>
                  </a:lnTo>
                  <a:lnTo>
                    <a:pt x="5487700" y="1063527"/>
                  </a:lnTo>
                  <a:lnTo>
                    <a:pt x="5487040" y="1063527"/>
                  </a:lnTo>
                  <a:lnTo>
                    <a:pt x="5486379" y="1063527"/>
                  </a:lnTo>
                  <a:lnTo>
                    <a:pt x="5485719" y="1063527"/>
                  </a:lnTo>
                  <a:lnTo>
                    <a:pt x="5485058" y="1063527"/>
                  </a:lnTo>
                  <a:lnTo>
                    <a:pt x="5484398" y="1063527"/>
                  </a:lnTo>
                  <a:lnTo>
                    <a:pt x="5483737" y="1063527"/>
                  </a:lnTo>
                  <a:lnTo>
                    <a:pt x="5483077" y="1063527"/>
                  </a:lnTo>
                  <a:lnTo>
                    <a:pt x="5482416" y="1063527"/>
                  </a:lnTo>
                  <a:lnTo>
                    <a:pt x="5481755" y="1063527"/>
                  </a:lnTo>
                  <a:lnTo>
                    <a:pt x="5481095" y="1063527"/>
                  </a:lnTo>
                  <a:lnTo>
                    <a:pt x="5480434" y="1063527"/>
                  </a:lnTo>
                  <a:lnTo>
                    <a:pt x="5479774" y="1063527"/>
                  </a:lnTo>
                  <a:lnTo>
                    <a:pt x="5479113" y="1063527"/>
                  </a:lnTo>
                  <a:lnTo>
                    <a:pt x="5478453" y="1063527"/>
                  </a:lnTo>
                  <a:lnTo>
                    <a:pt x="5477792" y="1063527"/>
                  </a:lnTo>
                  <a:lnTo>
                    <a:pt x="5477132" y="1063527"/>
                  </a:lnTo>
                  <a:lnTo>
                    <a:pt x="5476471" y="1063527"/>
                  </a:lnTo>
                  <a:lnTo>
                    <a:pt x="5475811" y="1063527"/>
                  </a:lnTo>
                  <a:lnTo>
                    <a:pt x="5475150" y="1063527"/>
                  </a:lnTo>
                  <a:lnTo>
                    <a:pt x="5474490" y="1063527"/>
                  </a:lnTo>
                  <a:lnTo>
                    <a:pt x="5473829" y="1063527"/>
                  </a:lnTo>
                  <a:lnTo>
                    <a:pt x="5473169" y="1063527"/>
                  </a:lnTo>
                  <a:lnTo>
                    <a:pt x="5472508" y="1063527"/>
                  </a:lnTo>
                  <a:lnTo>
                    <a:pt x="5471847" y="1063527"/>
                  </a:lnTo>
                  <a:lnTo>
                    <a:pt x="5471187" y="1063527"/>
                  </a:lnTo>
                  <a:lnTo>
                    <a:pt x="5470526" y="1063527"/>
                  </a:lnTo>
                  <a:lnTo>
                    <a:pt x="5469866" y="1063527"/>
                  </a:lnTo>
                  <a:lnTo>
                    <a:pt x="5469205" y="1063527"/>
                  </a:lnTo>
                  <a:lnTo>
                    <a:pt x="5468545" y="1063527"/>
                  </a:lnTo>
                  <a:lnTo>
                    <a:pt x="5467884" y="1063527"/>
                  </a:lnTo>
                  <a:lnTo>
                    <a:pt x="5467224" y="1063527"/>
                  </a:lnTo>
                  <a:lnTo>
                    <a:pt x="5466563" y="1063527"/>
                  </a:lnTo>
                  <a:lnTo>
                    <a:pt x="5465903" y="1063527"/>
                  </a:lnTo>
                  <a:lnTo>
                    <a:pt x="5465242" y="1063527"/>
                  </a:lnTo>
                  <a:lnTo>
                    <a:pt x="5464582" y="1063527"/>
                  </a:lnTo>
                  <a:lnTo>
                    <a:pt x="5463921" y="1063527"/>
                  </a:lnTo>
                  <a:lnTo>
                    <a:pt x="5463261" y="1063527"/>
                  </a:lnTo>
                  <a:lnTo>
                    <a:pt x="5462600" y="1063527"/>
                  </a:lnTo>
                  <a:lnTo>
                    <a:pt x="5461939" y="1063527"/>
                  </a:lnTo>
                  <a:lnTo>
                    <a:pt x="5461279" y="1063527"/>
                  </a:lnTo>
                  <a:lnTo>
                    <a:pt x="5460618" y="1063527"/>
                  </a:lnTo>
                  <a:lnTo>
                    <a:pt x="5459958" y="1063527"/>
                  </a:lnTo>
                  <a:lnTo>
                    <a:pt x="5459297" y="1063527"/>
                  </a:lnTo>
                  <a:lnTo>
                    <a:pt x="5458637" y="1063527"/>
                  </a:lnTo>
                  <a:lnTo>
                    <a:pt x="5457976" y="1063527"/>
                  </a:lnTo>
                  <a:lnTo>
                    <a:pt x="5457316" y="1063527"/>
                  </a:lnTo>
                  <a:lnTo>
                    <a:pt x="5456655" y="1063527"/>
                  </a:lnTo>
                  <a:lnTo>
                    <a:pt x="5455995" y="1063527"/>
                  </a:lnTo>
                  <a:lnTo>
                    <a:pt x="5455334" y="1063527"/>
                  </a:lnTo>
                  <a:lnTo>
                    <a:pt x="5454674" y="1063527"/>
                  </a:lnTo>
                  <a:lnTo>
                    <a:pt x="5454013" y="1063527"/>
                  </a:lnTo>
                  <a:lnTo>
                    <a:pt x="5453353" y="1063527"/>
                  </a:lnTo>
                  <a:lnTo>
                    <a:pt x="5452692" y="1063527"/>
                  </a:lnTo>
                  <a:lnTo>
                    <a:pt x="5452032" y="1063527"/>
                  </a:lnTo>
                  <a:lnTo>
                    <a:pt x="5451371" y="1063527"/>
                  </a:lnTo>
                  <a:lnTo>
                    <a:pt x="5450710" y="1063527"/>
                  </a:lnTo>
                  <a:lnTo>
                    <a:pt x="5450050" y="1063527"/>
                  </a:lnTo>
                  <a:lnTo>
                    <a:pt x="5449389" y="1063527"/>
                  </a:lnTo>
                  <a:lnTo>
                    <a:pt x="5448729" y="1063527"/>
                  </a:lnTo>
                  <a:lnTo>
                    <a:pt x="5448068" y="1063527"/>
                  </a:lnTo>
                  <a:lnTo>
                    <a:pt x="5447408" y="1063527"/>
                  </a:lnTo>
                  <a:lnTo>
                    <a:pt x="5446747" y="1063527"/>
                  </a:lnTo>
                  <a:lnTo>
                    <a:pt x="5446087" y="1063527"/>
                  </a:lnTo>
                  <a:lnTo>
                    <a:pt x="5445426" y="1063527"/>
                  </a:lnTo>
                  <a:lnTo>
                    <a:pt x="5444766" y="1063527"/>
                  </a:lnTo>
                  <a:lnTo>
                    <a:pt x="5444105" y="1063527"/>
                  </a:lnTo>
                  <a:lnTo>
                    <a:pt x="5443445" y="1063527"/>
                  </a:lnTo>
                  <a:lnTo>
                    <a:pt x="5442784" y="1063527"/>
                  </a:lnTo>
                  <a:lnTo>
                    <a:pt x="5442124" y="1063527"/>
                  </a:lnTo>
                  <a:lnTo>
                    <a:pt x="5441463" y="1063527"/>
                  </a:lnTo>
                  <a:lnTo>
                    <a:pt x="5440802" y="1063527"/>
                  </a:lnTo>
                  <a:lnTo>
                    <a:pt x="5440142" y="1063527"/>
                  </a:lnTo>
                  <a:lnTo>
                    <a:pt x="5439481" y="1063527"/>
                  </a:lnTo>
                  <a:lnTo>
                    <a:pt x="5438821" y="1063527"/>
                  </a:lnTo>
                  <a:lnTo>
                    <a:pt x="5438160" y="1063527"/>
                  </a:lnTo>
                  <a:lnTo>
                    <a:pt x="5437500" y="1063527"/>
                  </a:lnTo>
                  <a:lnTo>
                    <a:pt x="5436839" y="1063527"/>
                  </a:lnTo>
                  <a:lnTo>
                    <a:pt x="5436179" y="1063527"/>
                  </a:lnTo>
                  <a:lnTo>
                    <a:pt x="5435518" y="1063527"/>
                  </a:lnTo>
                  <a:lnTo>
                    <a:pt x="5434858" y="1063527"/>
                  </a:lnTo>
                  <a:lnTo>
                    <a:pt x="5434197" y="1063527"/>
                  </a:lnTo>
                  <a:lnTo>
                    <a:pt x="5433537" y="1063527"/>
                  </a:lnTo>
                  <a:lnTo>
                    <a:pt x="5432876" y="1063527"/>
                  </a:lnTo>
                  <a:lnTo>
                    <a:pt x="5432216" y="1063527"/>
                  </a:lnTo>
                  <a:lnTo>
                    <a:pt x="5431555" y="1063527"/>
                  </a:lnTo>
                  <a:lnTo>
                    <a:pt x="5430894" y="1063527"/>
                  </a:lnTo>
                  <a:lnTo>
                    <a:pt x="5430234" y="1063527"/>
                  </a:lnTo>
                  <a:lnTo>
                    <a:pt x="5429573" y="1063527"/>
                  </a:lnTo>
                  <a:lnTo>
                    <a:pt x="5428913" y="1063527"/>
                  </a:lnTo>
                  <a:lnTo>
                    <a:pt x="5428252" y="1063527"/>
                  </a:lnTo>
                  <a:lnTo>
                    <a:pt x="5427592" y="1063527"/>
                  </a:lnTo>
                  <a:lnTo>
                    <a:pt x="5426931" y="1063527"/>
                  </a:lnTo>
                  <a:lnTo>
                    <a:pt x="5426271" y="1063527"/>
                  </a:lnTo>
                  <a:lnTo>
                    <a:pt x="5425610" y="1063527"/>
                  </a:lnTo>
                  <a:lnTo>
                    <a:pt x="5424950" y="1063527"/>
                  </a:lnTo>
                  <a:lnTo>
                    <a:pt x="5424289" y="1063527"/>
                  </a:lnTo>
                  <a:lnTo>
                    <a:pt x="5423629" y="1063527"/>
                  </a:lnTo>
                  <a:lnTo>
                    <a:pt x="5422968" y="1063527"/>
                  </a:lnTo>
                  <a:lnTo>
                    <a:pt x="5422308" y="1063527"/>
                  </a:lnTo>
                  <a:lnTo>
                    <a:pt x="5421647" y="1063527"/>
                  </a:lnTo>
                  <a:lnTo>
                    <a:pt x="5420986" y="1063527"/>
                  </a:lnTo>
                  <a:lnTo>
                    <a:pt x="5420326" y="1063527"/>
                  </a:lnTo>
                  <a:lnTo>
                    <a:pt x="5419665" y="1063527"/>
                  </a:lnTo>
                  <a:lnTo>
                    <a:pt x="5419005" y="1063527"/>
                  </a:lnTo>
                  <a:lnTo>
                    <a:pt x="5418344" y="1063527"/>
                  </a:lnTo>
                  <a:lnTo>
                    <a:pt x="5417684" y="1063527"/>
                  </a:lnTo>
                  <a:lnTo>
                    <a:pt x="5417023" y="1063527"/>
                  </a:lnTo>
                  <a:lnTo>
                    <a:pt x="5416363" y="1063527"/>
                  </a:lnTo>
                  <a:lnTo>
                    <a:pt x="5415702" y="1063527"/>
                  </a:lnTo>
                  <a:lnTo>
                    <a:pt x="5415042" y="1063527"/>
                  </a:lnTo>
                  <a:lnTo>
                    <a:pt x="5414381" y="1063527"/>
                  </a:lnTo>
                  <a:lnTo>
                    <a:pt x="5413721" y="1063527"/>
                  </a:lnTo>
                  <a:lnTo>
                    <a:pt x="5413060" y="1063527"/>
                  </a:lnTo>
                  <a:lnTo>
                    <a:pt x="5412400" y="1063527"/>
                  </a:lnTo>
                  <a:lnTo>
                    <a:pt x="5411739" y="1063527"/>
                  </a:lnTo>
                  <a:lnTo>
                    <a:pt x="5411079" y="1063527"/>
                  </a:lnTo>
                  <a:lnTo>
                    <a:pt x="5410418" y="1063527"/>
                  </a:lnTo>
                  <a:lnTo>
                    <a:pt x="5409757" y="1063527"/>
                  </a:lnTo>
                  <a:lnTo>
                    <a:pt x="5409097" y="1063527"/>
                  </a:lnTo>
                  <a:lnTo>
                    <a:pt x="5408436" y="1063527"/>
                  </a:lnTo>
                  <a:lnTo>
                    <a:pt x="5407776" y="1063527"/>
                  </a:lnTo>
                  <a:lnTo>
                    <a:pt x="5407115" y="1063527"/>
                  </a:lnTo>
                  <a:lnTo>
                    <a:pt x="5406455" y="1063527"/>
                  </a:lnTo>
                  <a:lnTo>
                    <a:pt x="5405794" y="1063527"/>
                  </a:lnTo>
                  <a:lnTo>
                    <a:pt x="5405134" y="1063527"/>
                  </a:lnTo>
                  <a:lnTo>
                    <a:pt x="5404473" y="1063527"/>
                  </a:lnTo>
                  <a:lnTo>
                    <a:pt x="5403813" y="1063527"/>
                  </a:lnTo>
                  <a:lnTo>
                    <a:pt x="5403152" y="1063527"/>
                  </a:lnTo>
                  <a:lnTo>
                    <a:pt x="5402492" y="1063527"/>
                  </a:lnTo>
                  <a:lnTo>
                    <a:pt x="5401831" y="1063527"/>
                  </a:lnTo>
                  <a:lnTo>
                    <a:pt x="5401171" y="1063527"/>
                  </a:lnTo>
                  <a:lnTo>
                    <a:pt x="5400510" y="1063527"/>
                  </a:lnTo>
                  <a:lnTo>
                    <a:pt x="5399849" y="1063527"/>
                  </a:lnTo>
                  <a:lnTo>
                    <a:pt x="5399189" y="1063527"/>
                  </a:lnTo>
                  <a:lnTo>
                    <a:pt x="5398528" y="1063527"/>
                  </a:lnTo>
                  <a:lnTo>
                    <a:pt x="5397868" y="1063527"/>
                  </a:lnTo>
                  <a:lnTo>
                    <a:pt x="5397207" y="1063527"/>
                  </a:lnTo>
                  <a:lnTo>
                    <a:pt x="5396547" y="1063527"/>
                  </a:lnTo>
                  <a:lnTo>
                    <a:pt x="5395886" y="1063527"/>
                  </a:lnTo>
                  <a:lnTo>
                    <a:pt x="5395226" y="1063527"/>
                  </a:lnTo>
                  <a:lnTo>
                    <a:pt x="5394565" y="1063527"/>
                  </a:lnTo>
                  <a:lnTo>
                    <a:pt x="5393905" y="1063527"/>
                  </a:lnTo>
                  <a:lnTo>
                    <a:pt x="5393244" y="1063527"/>
                  </a:lnTo>
                  <a:lnTo>
                    <a:pt x="5392584" y="1063527"/>
                  </a:lnTo>
                  <a:lnTo>
                    <a:pt x="5391923" y="1063527"/>
                  </a:lnTo>
                  <a:lnTo>
                    <a:pt x="5391263" y="1063527"/>
                  </a:lnTo>
                  <a:lnTo>
                    <a:pt x="5390602" y="1063527"/>
                  </a:lnTo>
                  <a:lnTo>
                    <a:pt x="5389941" y="1063527"/>
                  </a:lnTo>
                  <a:lnTo>
                    <a:pt x="5389281" y="1063527"/>
                  </a:lnTo>
                  <a:lnTo>
                    <a:pt x="5388620" y="1063527"/>
                  </a:lnTo>
                  <a:lnTo>
                    <a:pt x="5387960" y="1063527"/>
                  </a:lnTo>
                  <a:lnTo>
                    <a:pt x="5387299" y="1063527"/>
                  </a:lnTo>
                  <a:lnTo>
                    <a:pt x="5386639" y="1063527"/>
                  </a:lnTo>
                  <a:lnTo>
                    <a:pt x="5385978" y="1063527"/>
                  </a:lnTo>
                  <a:lnTo>
                    <a:pt x="5385318" y="1063527"/>
                  </a:lnTo>
                  <a:lnTo>
                    <a:pt x="5384657" y="1063527"/>
                  </a:lnTo>
                  <a:lnTo>
                    <a:pt x="5383997" y="1063527"/>
                  </a:lnTo>
                  <a:lnTo>
                    <a:pt x="5383336" y="1063527"/>
                  </a:lnTo>
                  <a:lnTo>
                    <a:pt x="5382676" y="1063527"/>
                  </a:lnTo>
                  <a:lnTo>
                    <a:pt x="5382015" y="1063527"/>
                  </a:lnTo>
                  <a:lnTo>
                    <a:pt x="5381355" y="1063527"/>
                  </a:lnTo>
                  <a:lnTo>
                    <a:pt x="5380694" y="1063527"/>
                  </a:lnTo>
                  <a:lnTo>
                    <a:pt x="5380034" y="1063527"/>
                  </a:lnTo>
                  <a:lnTo>
                    <a:pt x="5379373" y="1063527"/>
                  </a:lnTo>
                  <a:lnTo>
                    <a:pt x="5378712" y="1063527"/>
                  </a:lnTo>
                  <a:lnTo>
                    <a:pt x="5378052" y="1063527"/>
                  </a:lnTo>
                  <a:lnTo>
                    <a:pt x="5377391" y="1063527"/>
                  </a:lnTo>
                  <a:lnTo>
                    <a:pt x="5376731" y="1063527"/>
                  </a:lnTo>
                  <a:lnTo>
                    <a:pt x="5376070" y="1063527"/>
                  </a:lnTo>
                  <a:lnTo>
                    <a:pt x="5375410" y="1063527"/>
                  </a:lnTo>
                  <a:lnTo>
                    <a:pt x="5374749" y="1063527"/>
                  </a:lnTo>
                  <a:lnTo>
                    <a:pt x="5374089" y="1063527"/>
                  </a:lnTo>
                  <a:lnTo>
                    <a:pt x="5373428" y="1063527"/>
                  </a:lnTo>
                  <a:lnTo>
                    <a:pt x="5372768" y="1063527"/>
                  </a:lnTo>
                  <a:lnTo>
                    <a:pt x="5372107" y="1063527"/>
                  </a:lnTo>
                  <a:lnTo>
                    <a:pt x="5371447" y="1063527"/>
                  </a:lnTo>
                  <a:lnTo>
                    <a:pt x="5370786" y="1063527"/>
                  </a:lnTo>
                  <a:lnTo>
                    <a:pt x="5370126" y="1063527"/>
                  </a:lnTo>
                  <a:lnTo>
                    <a:pt x="5369465" y="1063527"/>
                  </a:lnTo>
                  <a:lnTo>
                    <a:pt x="5368804" y="1063527"/>
                  </a:lnTo>
                  <a:lnTo>
                    <a:pt x="5368144" y="1063527"/>
                  </a:lnTo>
                  <a:lnTo>
                    <a:pt x="5367483" y="1063527"/>
                  </a:lnTo>
                  <a:lnTo>
                    <a:pt x="5366823" y="1063527"/>
                  </a:lnTo>
                  <a:lnTo>
                    <a:pt x="5366162" y="1063527"/>
                  </a:lnTo>
                  <a:lnTo>
                    <a:pt x="5365502" y="1063527"/>
                  </a:lnTo>
                  <a:lnTo>
                    <a:pt x="5364841" y="1063527"/>
                  </a:lnTo>
                  <a:lnTo>
                    <a:pt x="5364181" y="1063527"/>
                  </a:lnTo>
                  <a:lnTo>
                    <a:pt x="5363520" y="1063527"/>
                  </a:lnTo>
                  <a:lnTo>
                    <a:pt x="5362860" y="1063527"/>
                  </a:lnTo>
                  <a:lnTo>
                    <a:pt x="5362199" y="1063527"/>
                  </a:lnTo>
                  <a:lnTo>
                    <a:pt x="5361539" y="1063527"/>
                  </a:lnTo>
                  <a:lnTo>
                    <a:pt x="5360878" y="1063527"/>
                  </a:lnTo>
                  <a:lnTo>
                    <a:pt x="5360218" y="1063527"/>
                  </a:lnTo>
                  <a:lnTo>
                    <a:pt x="5359557" y="1063527"/>
                  </a:lnTo>
                  <a:lnTo>
                    <a:pt x="5358896" y="1063527"/>
                  </a:lnTo>
                  <a:lnTo>
                    <a:pt x="5358236" y="1063527"/>
                  </a:lnTo>
                  <a:lnTo>
                    <a:pt x="5357575" y="1063527"/>
                  </a:lnTo>
                  <a:lnTo>
                    <a:pt x="5356915" y="1063527"/>
                  </a:lnTo>
                  <a:lnTo>
                    <a:pt x="5356254" y="1063527"/>
                  </a:lnTo>
                  <a:lnTo>
                    <a:pt x="5355594" y="1063527"/>
                  </a:lnTo>
                  <a:lnTo>
                    <a:pt x="5354933" y="1063527"/>
                  </a:lnTo>
                  <a:lnTo>
                    <a:pt x="5354273" y="1063527"/>
                  </a:lnTo>
                  <a:lnTo>
                    <a:pt x="5353612" y="1063527"/>
                  </a:lnTo>
                  <a:lnTo>
                    <a:pt x="5352952" y="1063527"/>
                  </a:lnTo>
                  <a:lnTo>
                    <a:pt x="5352291" y="1063527"/>
                  </a:lnTo>
                  <a:lnTo>
                    <a:pt x="5351631" y="1063527"/>
                  </a:lnTo>
                  <a:lnTo>
                    <a:pt x="5350970" y="1063527"/>
                  </a:lnTo>
                  <a:lnTo>
                    <a:pt x="5350310" y="1063527"/>
                  </a:lnTo>
                  <a:lnTo>
                    <a:pt x="5349649" y="1063527"/>
                  </a:lnTo>
                  <a:lnTo>
                    <a:pt x="5348988" y="1063527"/>
                  </a:lnTo>
                  <a:lnTo>
                    <a:pt x="5348328" y="1063527"/>
                  </a:lnTo>
                  <a:lnTo>
                    <a:pt x="5347667" y="1063527"/>
                  </a:lnTo>
                  <a:lnTo>
                    <a:pt x="5347007" y="1063527"/>
                  </a:lnTo>
                  <a:lnTo>
                    <a:pt x="5346346" y="1063527"/>
                  </a:lnTo>
                  <a:lnTo>
                    <a:pt x="5345686" y="1063527"/>
                  </a:lnTo>
                  <a:lnTo>
                    <a:pt x="5345025" y="1063527"/>
                  </a:lnTo>
                  <a:lnTo>
                    <a:pt x="5344365" y="1063527"/>
                  </a:lnTo>
                  <a:lnTo>
                    <a:pt x="5343704" y="1063527"/>
                  </a:lnTo>
                  <a:lnTo>
                    <a:pt x="5343044" y="1063527"/>
                  </a:lnTo>
                  <a:lnTo>
                    <a:pt x="5342383" y="1063527"/>
                  </a:lnTo>
                  <a:lnTo>
                    <a:pt x="5341723" y="1063527"/>
                  </a:lnTo>
                  <a:lnTo>
                    <a:pt x="5341062" y="1063527"/>
                  </a:lnTo>
                  <a:lnTo>
                    <a:pt x="5340402" y="1063527"/>
                  </a:lnTo>
                  <a:lnTo>
                    <a:pt x="5339741" y="1063527"/>
                  </a:lnTo>
                  <a:lnTo>
                    <a:pt x="5339081" y="1063527"/>
                  </a:lnTo>
                  <a:lnTo>
                    <a:pt x="5338420" y="1063527"/>
                  </a:lnTo>
                  <a:lnTo>
                    <a:pt x="5337759" y="1063527"/>
                  </a:lnTo>
                  <a:lnTo>
                    <a:pt x="5337099" y="1063527"/>
                  </a:lnTo>
                  <a:lnTo>
                    <a:pt x="5336438" y="1063527"/>
                  </a:lnTo>
                  <a:lnTo>
                    <a:pt x="5335778" y="1063527"/>
                  </a:lnTo>
                  <a:lnTo>
                    <a:pt x="5335117" y="1063527"/>
                  </a:lnTo>
                  <a:lnTo>
                    <a:pt x="5334457" y="1063527"/>
                  </a:lnTo>
                  <a:lnTo>
                    <a:pt x="5333796" y="1063527"/>
                  </a:lnTo>
                  <a:lnTo>
                    <a:pt x="5333136" y="1063527"/>
                  </a:lnTo>
                  <a:lnTo>
                    <a:pt x="5332475" y="1063527"/>
                  </a:lnTo>
                  <a:lnTo>
                    <a:pt x="5331815" y="1063527"/>
                  </a:lnTo>
                  <a:lnTo>
                    <a:pt x="5331154" y="1063527"/>
                  </a:lnTo>
                  <a:lnTo>
                    <a:pt x="5330494" y="1063527"/>
                  </a:lnTo>
                  <a:lnTo>
                    <a:pt x="5329833" y="1063527"/>
                  </a:lnTo>
                  <a:lnTo>
                    <a:pt x="5329173" y="1063527"/>
                  </a:lnTo>
                  <a:lnTo>
                    <a:pt x="5328512" y="1063527"/>
                  </a:lnTo>
                  <a:lnTo>
                    <a:pt x="5327851" y="1063527"/>
                  </a:lnTo>
                  <a:lnTo>
                    <a:pt x="5327191" y="1063527"/>
                  </a:lnTo>
                  <a:lnTo>
                    <a:pt x="5326530" y="1063527"/>
                  </a:lnTo>
                  <a:lnTo>
                    <a:pt x="5325870" y="1063527"/>
                  </a:lnTo>
                  <a:lnTo>
                    <a:pt x="5325209" y="1063527"/>
                  </a:lnTo>
                  <a:lnTo>
                    <a:pt x="5324549" y="1063527"/>
                  </a:lnTo>
                  <a:lnTo>
                    <a:pt x="5323888" y="1063527"/>
                  </a:lnTo>
                  <a:lnTo>
                    <a:pt x="5323228" y="1063527"/>
                  </a:lnTo>
                  <a:lnTo>
                    <a:pt x="5322567" y="1063527"/>
                  </a:lnTo>
                  <a:lnTo>
                    <a:pt x="5321907" y="1063527"/>
                  </a:lnTo>
                  <a:lnTo>
                    <a:pt x="5321246" y="1063527"/>
                  </a:lnTo>
                  <a:lnTo>
                    <a:pt x="5320586" y="1063527"/>
                  </a:lnTo>
                  <a:lnTo>
                    <a:pt x="5319925" y="1063527"/>
                  </a:lnTo>
                  <a:lnTo>
                    <a:pt x="5319265" y="1063527"/>
                  </a:lnTo>
                  <a:lnTo>
                    <a:pt x="5318604" y="1063527"/>
                  </a:lnTo>
                  <a:lnTo>
                    <a:pt x="5317943" y="1063527"/>
                  </a:lnTo>
                  <a:lnTo>
                    <a:pt x="5317283" y="1063527"/>
                  </a:lnTo>
                  <a:lnTo>
                    <a:pt x="5316622" y="1063527"/>
                  </a:lnTo>
                  <a:lnTo>
                    <a:pt x="5315962" y="1063527"/>
                  </a:lnTo>
                  <a:lnTo>
                    <a:pt x="5315301" y="1063527"/>
                  </a:lnTo>
                  <a:lnTo>
                    <a:pt x="5314641" y="1063527"/>
                  </a:lnTo>
                  <a:lnTo>
                    <a:pt x="5313980" y="1063527"/>
                  </a:lnTo>
                  <a:lnTo>
                    <a:pt x="5313320" y="1063527"/>
                  </a:lnTo>
                  <a:lnTo>
                    <a:pt x="5312659" y="1063527"/>
                  </a:lnTo>
                  <a:lnTo>
                    <a:pt x="5311999" y="1063527"/>
                  </a:lnTo>
                  <a:lnTo>
                    <a:pt x="5311338" y="1063527"/>
                  </a:lnTo>
                  <a:lnTo>
                    <a:pt x="5310678" y="1063527"/>
                  </a:lnTo>
                  <a:lnTo>
                    <a:pt x="5310017" y="1063527"/>
                  </a:lnTo>
                  <a:lnTo>
                    <a:pt x="5309357" y="1063527"/>
                  </a:lnTo>
                  <a:lnTo>
                    <a:pt x="5308696" y="1063527"/>
                  </a:lnTo>
                  <a:lnTo>
                    <a:pt x="5308036" y="1063527"/>
                  </a:lnTo>
                  <a:lnTo>
                    <a:pt x="5307375" y="1063527"/>
                  </a:lnTo>
                  <a:lnTo>
                    <a:pt x="5306714" y="1063527"/>
                  </a:lnTo>
                  <a:lnTo>
                    <a:pt x="5306054" y="1063527"/>
                  </a:lnTo>
                  <a:lnTo>
                    <a:pt x="5305393" y="1063527"/>
                  </a:lnTo>
                  <a:lnTo>
                    <a:pt x="5304733" y="1063527"/>
                  </a:lnTo>
                  <a:lnTo>
                    <a:pt x="5304072" y="1063527"/>
                  </a:lnTo>
                  <a:lnTo>
                    <a:pt x="5303412" y="1063527"/>
                  </a:lnTo>
                  <a:lnTo>
                    <a:pt x="5302751" y="1063527"/>
                  </a:lnTo>
                  <a:lnTo>
                    <a:pt x="5302091" y="1063527"/>
                  </a:lnTo>
                  <a:lnTo>
                    <a:pt x="5301430" y="1063527"/>
                  </a:lnTo>
                  <a:lnTo>
                    <a:pt x="5300770" y="1063527"/>
                  </a:lnTo>
                  <a:lnTo>
                    <a:pt x="5300109" y="1063527"/>
                  </a:lnTo>
                  <a:lnTo>
                    <a:pt x="5299449" y="1063527"/>
                  </a:lnTo>
                  <a:lnTo>
                    <a:pt x="5298788" y="1063527"/>
                  </a:lnTo>
                  <a:lnTo>
                    <a:pt x="5298128" y="1063527"/>
                  </a:lnTo>
                  <a:lnTo>
                    <a:pt x="5297467" y="1063527"/>
                  </a:lnTo>
                  <a:lnTo>
                    <a:pt x="5296806" y="1063527"/>
                  </a:lnTo>
                  <a:lnTo>
                    <a:pt x="5296146" y="1063527"/>
                  </a:lnTo>
                  <a:lnTo>
                    <a:pt x="5295485" y="1063527"/>
                  </a:lnTo>
                  <a:lnTo>
                    <a:pt x="5294825" y="1063527"/>
                  </a:lnTo>
                  <a:lnTo>
                    <a:pt x="5294164" y="1063527"/>
                  </a:lnTo>
                  <a:lnTo>
                    <a:pt x="5293504" y="1063527"/>
                  </a:lnTo>
                  <a:lnTo>
                    <a:pt x="5292843" y="1063527"/>
                  </a:lnTo>
                  <a:lnTo>
                    <a:pt x="5292183" y="1063527"/>
                  </a:lnTo>
                  <a:lnTo>
                    <a:pt x="5291522" y="1063527"/>
                  </a:lnTo>
                  <a:lnTo>
                    <a:pt x="5290862" y="1063527"/>
                  </a:lnTo>
                  <a:lnTo>
                    <a:pt x="5290201" y="1063527"/>
                  </a:lnTo>
                  <a:lnTo>
                    <a:pt x="5289541" y="1063527"/>
                  </a:lnTo>
                  <a:lnTo>
                    <a:pt x="5288880" y="1063527"/>
                  </a:lnTo>
                  <a:lnTo>
                    <a:pt x="5288220" y="1063527"/>
                  </a:lnTo>
                  <a:lnTo>
                    <a:pt x="5287559" y="1063527"/>
                  </a:lnTo>
                  <a:lnTo>
                    <a:pt x="5286898" y="1063527"/>
                  </a:lnTo>
                  <a:lnTo>
                    <a:pt x="5286238" y="1063527"/>
                  </a:lnTo>
                  <a:lnTo>
                    <a:pt x="5285577" y="1063527"/>
                  </a:lnTo>
                  <a:lnTo>
                    <a:pt x="5284917" y="1063527"/>
                  </a:lnTo>
                  <a:lnTo>
                    <a:pt x="5284256" y="1063527"/>
                  </a:lnTo>
                  <a:lnTo>
                    <a:pt x="5283596" y="1063527"/>
                  </a:lnTo>
                  <a:lnTo>
                    <a:pt x="5282935" y="1063527"/>
                  </a:lnTo>
                  <a:lnTo>
                    <a:pt x="5282275" y="1063527"/>
                  </a:lnTo>
                  <a:lnTo>
                    <a:pt x="5281614" y="1063527"/>
                  </a:lnTo>
                  <a:lnTo>
                    <a:pt x="5280954" y="1063527"/>
                  </a:lnTo>
                  <a:lnTo>
                    <a:pt x="5280293" y="1063527"/>
                  </a:lnTo>
                  <a:lnTo>
                    <a:pt x="5279633" y="1063527"/>
                  </a:lnTo>
                  <a:lnTo>
                    <a:pt x="5278972" y="1063527"/>
                  </a:lnTo>
                  <a:lnTo>
                    <a:pt x="5278312" y="1063527"/>
                  </a:lnTo>
                  <a:lnTo>
                    <a:pt x="5277651" y="1063527"/>
                  </a:lnTo>
                  <a:lnTo>
                    <a:pt x="5276990" y="1063527"/>
                  </a:lnTo>
                  <a:lnTo>
                    <a:pt x="5276330" y="1063527"/>
                  </a:lnTo>
                  <a:lnTo>
                    <a:pt x="5275669" y="1063527"/>
                  </a:lnTo>
                  <a:lnTo>
                    <a:pt x="5275009" y="1063527"/>
                  </a:lnTo>
                  <a:lnTo>
                    <a:pt x="5274348" y="1063527"/>
                  </a:lnTo>
                  <a:lnTo>
                    <a:pt x="5273688" y="1063527"/>
                  </a:lnTo>
                  <a:lnTo>
                    <a:pt x="5273027" y="1063527"/>
                  </a:lnTo>
                  <a:lnTo>
                    <a:pt x="5272367" y="1063527"/>
                  </a:lnTo>
                  <a:lnTo>
                    <a:pt x="5271706" y="1063527"/>
                  </a:lnTo>
                  <a:lnTo>
                    <a:pt x="5271046" y="1063527"/>
                  </a:lnTo>
                  <a:lnTo>
                    <a:pt x="5270385" y="1063527"/>
                  </a:lnTo>
                  <a:lnTo>
                    <a:pt x="5269725" y="1063527"/>
                  </a:lnTo>
                  <a:lnTo>
                    <a:pt x="5269064" y="1063527"/>
                  </a:lnTo>
                  <a:lnTo>
                    <a:pt x="5268404" y="1063527"/>
                  </a:lnTo>
                  <a:lnTo>
                    <a:pt x="5267743" y="1063527"/>
                  </a:lnTo>
                  <a:lnTo>
                    <a:pt x="5267083" y="1063527"/>
                  </a:lnTo>
                  <a:lnTo>
                    <a:pt x="5266422" y="1063527"/>
                  </a:lnTo>
                  <a:lnTo>
                    <a:pt x="5265761" y="1063527"/>
                  </a:lnTo>
                  <a:lnTo>
                    <a:pt x="5265101" y="1063527"/>
                  </a:lnTo>
                  <a:lnTo>
                    <a:pt x="5264440" y="1063527"/>
                  </a:lnTo>
                  <a:lnTo>
                    <a:pt x="5263780" y="1063527"/>
                  </a:lnTo>
                  <a:lnTo>
                    <a:pt x="5263119" y="1063527"/>
                  </a:lnTo>
                  <a:lnTo>
                    <a:pt x="5262459" y="1063527"/>
                  </a:lnTo>
                  <a:lnTo>
                    <a:pt x="5261798" y="1063527"/>
                  </a:lnTo>
                  <a:lnTo>
                    <a:pt x="5261138" y="1063527"/>
                  </a:lnTo>
                  <a:lnTo>
                    <a:pt x="5260477" y="1063527"/>
                  </a:lnTo>
                  <a:lnTo>
                    <a:pt x="5259817" y="1063527"/>
                  </a:lnTo>
                  <a:lnTo>
                    <a:pt x="5259156" y="1063527"/>
                  </a:lnTo>
                  <a:lnTo>
                    <a:pt x="5258496" y="1063527"/>
                  </a:lnTo>
                  <a:lnTo>
                    <a:pt x="5257835" y="1063527"/>
                  </a:lnTo>
                  <a:lnTo>
                    <a:pt x="5257175" y="1063527"/>
                  </a:lnTo>
                  <a:lnTo>
                    <a:pt x="5256514" y="1063527"/>
                  </a:lnTo>
                  <a:lnTo>
                    <a:pt x="5255853" y="1063527"/>
                  </a:lnTo>
                  <a:lnTo>
                    <a:pt x="5255193" y="1063527"/>
                  </a:lnTo>
                  <a:lnTo>
                    <a:pt x="5254532" y="1063527"/>
                  </a:lnTo>
                  <a:lnTo>
                    <a:pt x="5253872" y="1063527"/>
                  </a:lnTo>
                  <a:lnTo>
                    <a:pt x="5253211" y="1063527"/>
                  </a:lnTo>
                  <a:lnTo>
                    <a:pt x="5252551" y="1063527"/>
                  </a:lnTo>
                  <a:lnTo>
                    <a:pt x="5251890" y="1063527"/>
                  </a:lnTo>
                  <a:lnTo>
                    <a:pt x="5251230" y="1063527"/>
                  </a:lnTo>
                  <a:lnTo>
                    <a:pt x="5250569" y="1063527"/>
                  </a:lnTo>
                  <a:lnTo>
                    <a:pt x="5249909" y="1063527"/>
                  </a:lnTo>
                  <a:lnTo>
                    <a:pt x="5249248" y="1063527"/>
                  </a:lnTo>
                  <a:lnTo>
                    <a:pt x="5248588" y="1063527"/>
                  </a:lnTo>
                  <a:lnTo>
                    <a:pt x="5247927" y="1063527"/>
                  </a:lnTo>
                  <a:lnTo>
                    <a:pt x="5247267" y="1063527"/>
                  </a:lnTo>
                  <a:lnTo>
                    <a:pt x="5246606" y="1063527"/>
                  </a:lnTo>
                  <a:lnTo>
                    <a:pt x="5245945" y="1063527"/>
                  </a:lnTo>
                  <a:lnTo>
                    <a:pt x="5245285" y="1063527"/>
                  </a:lnTo>
                  <a:lnTo>
                    <a:pt x="5244624" y="1063527"/>
                  </a:lnTo>
                  <a:lnTo>
                    <a:pt x="5243964" y="1063527"/>
                  </a:lnTo>
                  <a:lnTo>
                    <a:pt x="5243303" y="1063527"/>
                  </a:lnTo>
                  <a:lnTo>
                    <a:pt x="5242643" y="1063527"/>
                  </a:lnTo>
                  <a:lnTo>
                    <a:pt x="5241982" y="1063527"/>
                  </a:lnTo>
                  <a:lnTo>
                    <a:pt x="5241322" y="1063527"/>
                  </a:lnTo>
                  <a:lnTo>
                    <a:pt x="5240661" y="1063527"/>
                  </a:lnTo>
                  <a:lnTo>
                    <a:pt x="5240001" y="1063527"/>
                  </a:lnTo>
                  <a:lnTo>
                    <a:pt x="5239340" y="1063527"/>
                  </a:lnTo>
                  <a:lnTo>
                    <a:pt x="5238680" y="1063527"/>
                  </a:lnTo>
                  <a:lnTo>
                    <a:pt x="5238019" y="1063527"/>
                  </a:lnTo>
                  <a:lnTo>
                    <a:pt x="5237359" y="1063527"/>
                  </a:lnTo>
                  <a:lnTo>
                    <a:pt x="5236698" y="1063527"/>
                  </a:lnTo>
                  <a:lnTo>
                    <a:pt x="5236038" y="1063527"/>
                  </a:lnTo>
                  <a:lnTo>
                    <a:pt x="5235377" y="1063527"/>
                  </a:lnTo>
                  <a:lnTo>
                    <a:pt x="5234716" y="1063527"/>
                  </a:lnTo>
                  <a:lnTo>
                    <a:pt x="5234056" y="1063527"/>
                  </a:lnTo>
                  <a:lnTo>
                    <a:pt x="5233395" y="1063527"/>
                  </a:lnTo>
                  <a:lnTo>
                    <a:pt x="5232735" y="1063527"/>
                  </a:lnTo>
                  <a:lnTo>
                    <a:pt x="5232074" y="1063527"/>
                  </a:lnTo>
                  <a:lnTo>
                    <a:pt x="5231414" y="1063527"/>
                  </a:lnTo>
                  <a:lnTo>
                    <a:pt x="5230753" y="1063527"/>
                  </a:lnTo>
                  <a:lnTo>
                    <a:pt x="5230093" y="1063527"/>
                  </a:lnTo>
                  <a:lnTo>
                    <a:pt x="5229432" y="1063527"/>
                  </a:lnTo>
                  <a:lnTo>
                    <a:pt x="5228772" y="1063527"/>
                  </a:lnTo>
                  <a:lnTo>
                    <a:pt x="5228111" y="1063527"/>
                  </a:lnTo>
                  <a:lnTo>
                    <a:pt x="5227451" y="1063527"/>
                  </a:lnTo>
                  <a:lnTo>
                    <a:pt x="5226790" y="1063527"/>
                  </a:lnTo>
                  <a:lnTo>
                    <a:pt x="5226130" y="1063527"/>
                  </a:lnTo>
                  <a:lnTo>
                    <a:pt x="5225469" y="1063527"/>
                  </a:lnTo>
                  <a:lnTo>
                    <a:pt x="5224808" y="1063527"/>
                  </a:lnTo>
                  <a:lnTo>
                    <a:pt x="5224148" y="1063527"/>
                  </a:lnTo>
                  <a:lnTo>
                    <a:pt x="5223487" y="1063527"/>
                  </a:lnTo>
                  <a:lnTo>
                    <a:pt x="5222827" y="1063527"/>
                  </a:lnTo>
                  <a:lnTo>
                    <a:pt x="5222166" y="1063527"/>
                  </a:lnTo>
                  <a:lnTo>
                    <a:pt x="5221506" y="1063527"/>
                  </a:lnTo>
                  <a:lnTo>
                    <a:pt x="5220845" y="1063527"/>
                  </a:lnTo>
                  <a:lnTo>
                    <a:pt x="5220185" y="1063527"/>
                  </a:lnTo>
                  <a:lnTo>
                    <a:pt x="5219524" y="1063527"/>
                  </a:lnTo>
                  <a:lnTo>
                    <a:pt x="5218864" y="1063527"/>
                  </a:lnTo>
                  <a:lnTo>
                    <a:pt x="5218203" y="1063527"/>
                  </a:lnTo>
                  <a:lnTo>
                    <a:pt x="5217543" y="1063527"/>
                  </a:lnTo>
                  <a:lnTo>
                    <a:pt x="5216882" y="1063527"/>
                  </a:lnTo>
                  <a:lnTo>
                    <a:pt x="5216222" y="1063527"/>
                  </a:lnTo>
                  <a:lnTo>
                    <a:pt x="5215561" y="1063527"/>
                  </a:lnTo>
                  <a:lnTo>
                    <a:pt x="5214900" y="1063527"/>
                  </a:lnTo>
                  <a:lnTo>
                    <a:pt x="5214240" y="1063527"/>
                  </a:lnTo>
                  <a:lnTo>
                    <a:pt x="5213579" y="1063527"/>
                  </a:lnTo>
                  <a:lnTo>
                    <a:pt x="5212919" y="1063527"/>
                  </a:lnTo>
                  <a:lnTo>
                    <a:pt x="5212258" y="1063527"/>
                  </a:lnTo>
                  <a:lnTo>
                    <a:pt x="5211598" y="1063527"/>
                  </a:lnTo>
                  <a:lnTo>
                    <a:pt x="5210937" y="1063527"/>
                  </a:lnTo>
                  <a:lnTo>
                    <a:pt x="5210277" y="1063527"/>
                  </a:lnTo>
                  <a:lnTo>
                    <a:pt x="5209616" y="1063527"/>
                  </a:lnTo>
                  <a:lnTo>
                    <a:pt x="5208956" y="1063527"/>
                  </a:lnTo>
                  <a:lnTo>
                    <a:pt x="5208295" y="1063527"/>
                  </a:lnTo>
                  <a:lnTo>
                    <a:pt x="5207635" y="1063527"/>
                  </a:lnTo>
                  <a:lnTo>
                    <a:pt x="5206974" y="1063527"/>
                  </a:lnTo>
                  <a:lnTo>
                    <a:pt x="5206314" y="1063527"/>
                  </a:lnTo>
                  <a:lnTo>
                    <a:pt x="5205653" y="1063527"/>
                  </a:lnTo>
                  <a:lnTo>
                    <a:pt x="5204992" y="1063527"/>
                  </a:lnTo>
                  <a:lnTo>
                    <a:pt x="5204332" y="1063527"/>
                  </a:lnTo>
                  <a:lnTo>
                    <a:pt x="5203671" y="1063527"/>
                  </a:lnTo>
                  <a:lnTo>
                    <a:pt x="5203011" y="1063527"/>
                  </a:lnTo>
                  <a:lnTo>
                    <a:pt x="5202350" y="1063527"/>
                  </a:lnTo>
                  <a:lnTo>
                    <a:pt x="5201690" y="1063527"/>
                  </a:lnTo>
                  <a:lnTo>
                    <a:pt x="5201029" y="1063527"/>
                  </a:lnTo>
                  <a:lnTo>
                    <a:pt x="5200369" y="1063527"/>
                  </a:lnTo>
                  <a:lnTo>
                    <a:pt x="5199708" y="1063527"/>
                  </a:lnTo>
                  <a:lnTo>
                    <a:pt x="5199048" y="1063527"/>
                  </a:lnTo>
                  <a:lnTo>
                    <a:pt x="5198387" y="1063527"/>
                  </a:lnTo>
                  <a:lnTo>
                    <a:pt x="5197727" y="1063527"/>
                  </a:lnTo>
                  <a:lnTo>
                    <a:pt x="5197066" y="1063527"/>
                  </a:lnTo>
                  <a:lnTo>
                    <a:pt x="5196406" y="1063527"/>
                  </a:lnTo>
                  <a:lnTo>
                    <a:pt x="5195745" y="1063527"/>
                  </a:lnTo>
                  <a:lnTo>
                    <a:pt x="5195085" y="1063527"/>
                  </a:lnTo>
                  <a:lnTo>
                    <a:pt x="5194424" y="1063527"/>
                  </a:lnTo>
                  <a:lnTo>
                    <a:pt x="5193763" y="1063527"/>
                  </a:lnTo>
                  <a:lnTo>
                    <a:pt x="5193103" y="1063527"/>
                  </a:lnTo>
                  <a:lnTo>
                    <a:pt x="5192442" y="1063527"/>
                  </a:lnTo>
                  <a:lnTo>
                    <a:pt x="5191782" y="1063527"/>
                  </a:lnTo>
                  <a:lnTo>
                    <a:pt x="5191121" y="1063527"/>
                  </a:lnTo>
                  <a:lnTo>
                    <a:pt x="5190461" y="1063527"/>
                  </a:lnTo>
                  <a:lnTo>
                    <a:pt x="5189800" y="1063527"/>
                  </a:lnTo>
                  <a:lnTo>
                    <a:pt x="5189140" y="1063527"/>
                  </a:lnTo>
                  <a:lnTo>
                    <a:pt x="5188479" y="1063527"/>
                  </a:lnTo>
                  <a:lnTo>
                    <a:pt x="5187819" y="1063527"/>
                  </a:lnTo>
                  <a:lnTo>
                    <a:pt x="5187158" y="1063527"/>
                  </a:lnTo>
                  <a:lnTo>
                    <a:pt x="5186498" y="1063527"/>
                  </a:lnTo>
                  <a:lnTo>
                    <a:pt x="5185837" y="1063527"/>
                  </a:lnTo>
                  <a:lnTo>
                    <a:pt x="5185177" y="1063527"/>
                  </a:lnTo>
                  <a:lnTo>
                    <a:pt x="5184516" y="1063527"/>
                  </a:lnTo>
                  <a:lnTo>
                    <a:pt x="5183855" y="1063527"/>
                  </a:lnTo>
                  <a:lnTo>
                    <a:pt x="5183195" y="1063527"/>
                  </a:lnTo>
                  <a:lnTo>
                    <a:pt x="5182534" y="1063527"/>
                  </a:lnTo>
                  <a:lnTo>
                    <a:pt x="5181874" y="1063527"/>
                  </a:lnTo>
                  <a:lnTo>
                    <a:pt x="5181213" y="1063527"/>
                  </a:lnTo>
                  <a:lnTo>
                    <a:pt x="5180553" y="1063527"/>
                  </a:lnTo>
                  <a:lnTo>
                    <a:pt x="5179892" y="1063527"/>
                  </a:lnTo>
                  <a:lnTo>
                    <a:pt x="5179232" y="1063527"/>
                  </a:lnTo>
                  <a:lnTo>
                    <a:pt x="5178571" y="1063527"/>
                  </a:lnTo>
                  <a:lnTo>
                    <a:pt x="5177911" y="1063527"/>
                  </a:lnTo>
                  <a:lnTo>
                    <a:pt x="5177250" y="1063527"/>
                  </a:lnTo>
                  <a:lnTo>
                    <a:pt x="5176590" y="1063527"/>
                  </a:lnTo>
                  <a:lnTo>
                    <a:pt x="5175929" y="1063527"/>
                  </a:lnTo>
                  <a:lnTo>
                    <a:pt x="5175269" y="1063527"/>
                  </a:lnTo>
                  <a:lnTo>
                    <a:pt x="5174608" y="1063527"/>
                  </a:lnTo>
                  <a:lnTo>
                    <a:pt x="5173947" y="1063527"/>
                  </a:lnTo>
                  <a:lnTo>
                    <a:pt x="5173287" y="1063527"/>
                  </a:lnTo>
                  <a:lnTo>
                    <a:pt x="5172626" y="1063527"/>
                  </a:lnTo>
                  <a:lnTo>
                    <a:pt x="5171966" y="1063527"/>
                  </a:lnTo>
                  <a:lnTo>
                    <a:pt x="5171305" y="1063527"/>
                  </a:lnTo>
                  <a:lnTo>
                    <a:pt x="5170645" y="1063527"/>
                  </a:lnTo>
                  <a:lnTo>
                    <a:pt x="5169984" y="1063527"/>
                  </a:lnTo>
                  <a:lnTo>
                    <a:pt x="5169324" y="1063527"/>
                  </a:lnTo>
                  <a:lnTo>
                    <a:pt x="5168663" y="1063527"/>
                  </a:lnTo>
                  <a:lnTo>
                    <a:pt x="5168003" y="1063527"/>
                  </a:lnTo>
                  <a:lnTo>
                    <a:pt x="5167342" y="1063527"/>
                  </a:lnTo>
                  <a:lnTo>
                    <a:pt x="5166682" y="1063527"/>
                  </a:lnTo>
                  <a:lnTo>
                    <a:pt x="5166021" y="1063527"/>
                  </a:lnTo>
                  <a:lnTo>
                    <a:pt x="5165361" y="1063527"/>
                  </a:lnTo>
                  <a:lnTo>
                    <a:pt x="5164700" y="1063527"/>
                  </a:lnTo>
                  <a:lnTo>
                    <a:pt x="5164040" y="1063527"/>
                  </a:lnTo>
                  <a:lnTo>
                    <a:pt x="5163379" y="1063527"/>
                  </a:lnTo>
                  <a:lnTo>
                    <a:pt x="5162718" y="1063527"/>
                  </a:lnTo>
                  <a:lnTo>
                    <a:pt x="5162058" y="1063527"/>
                  </a:lnTo>
                  <a:lnTo>
                    <a:pt x="5161397" y="1063527"/>
                  </a:lnTo>
                  <a:lnTo>
                    <a:pt x="5160737" y="1063527"/>
                  </a:lnTo>
                  <a:lnTo>
                    <a:pt x="5160076" y="1063527"/>
                  </a:lnTo>
                  <a:lnTo>
                    <a:pt x="5159416" y="1063527"/>
                  </a:lnTo>
                  <a:lnTo>
                    <a:pt x="5158755" y="1063527"/>
                  </a:lnTo>
                  <a:lnTo>
                    <a:pt x="5158095" y="1063527"/>
                  </a:lnTo>
                  <a:lnTo>
                    <a:pt x="5157434" y="1063527"/>
                  </a:lnTo>
                  <a:lnTo>
                    <a:pt x="5156774" y="1063527"/>
                  </a:lnTo>
                  <a:lnTo>
                    <a:pt x="5156113" y="1063527"/>
                  </a:lnTo>
                  <a:lnTo>
                    <a:pt x="5155453" y="1063527"/>
                  </a:lnTo>
                  <a:lnTo>
                    <a:pt x="5154792" y="1063527"/>
                  </a:lnTo>
                  <a:lnTo>
                    <a:pt x="5154132" y="1063527"/>
                  </a:lnTo>
                  <a:lnTo>
                    <a:pt x="5153471" y="1063527"/>
                  </a:lnTo>
                  <a:lnTo>
                    <a:pt x="5152810" y="1063527"/>
                  </a:lnTo>
                  <a:lnTo>
                    <a:pt x="5152150" y="1063527"/>
                  </a:lnTo>
                  <a:lnTo>
                    <a:pt x="5151489" y="1063527"/>
                  </a:lnTo>
                  <a:lnTo>
                    <a:pt x="5150829" y="1063527"/>
                  </a:lnTo>
                  <a:lnTo>
                    <a:pt x="5150168" y="1063527"/>
                  </a:lnTo>
                  <a:lnTo>
                    <a:pt x="5149508" y="1063527"/>
                  </a:lnTo>
                  <a:lnTo>
                    <a:pt x="5148847" y="1063527"/>
                  </a:lnTo>
                  <a:lnTo>
                    <a:pt x="5148187" y="1063527"/>
                  </a:lnTo>
                  <a:lnTo>
                    <a:pt x="5147526" y="1063527"/>
                  </a:lnTo>
                  <a:lnTo>
                    <a:pt x="5146866" y="1063527"/>
                  </a:lnTo>
                  <a:lnTo>
                    <a:pt x="5146205" y="1063527"/>
                  </a:lnTo>
                  <a:lnTo>
                    <a:pt x="5145545" y="1063527"/>
                  </a:lnTo>
                  <a:lnTo>
                    <a:pt x="5144884" y="1063527"/>
                  </a:lnTo>
                  <a:lnTo>
                    <a:pt x="5144224" y="1063527"/>
                  </a:lnTo>
                  <a:lnTo>
                    <a:pt x="5143563" y="1063527"/>
                  </a:lnTo>
                  <a:lnTo>
                    <a:pt x="5142902" y="1063527"/>
                  </a:lnTo>
                  <a:lnTo>
                    <a:pt x="5142242" y="1063527"/>
                  </a:lnTo>
                  <a:lnTo>
                    <a:pt x="5141581" y="1063527"/>
                  </a:lnTo>
                  <a:lnTo>
                    <a:pt x="5140921" y="1063527"/>
                  </a:lnTo>
                  <a:lnTo>
                    <a:pt x="5140260" y="1063527"/>
                  </a:lnTo>
                  <a:lnTo>
                    <a:pt x="5139600" y="1063527"/>
                  </a:lnTo>
                  <a:lnTo>
                    <a:pt x="5138939" y="1063527"/>
                  </a:lnTo>
                  <a:lnTo>
                    <a:pt x="5138279" y="1063527"/>
                  </a:lnTo>
                  <a:lnTo>
                    <a:pt x="5137618" y="1063527"/>
                  </a:lnTo>
                  <a:lnTo>
                    <a:pt x="5136958" y="1063527"/>
                  </a:lnTo>
                  <a:lnTo>
                    <a:pt x="5136297" y="1063527"/>
                  </a:lnTo>
                  <a:lnTo>
                    <a:pt x="5135637" y="1063527"/>
                  </a:lnTo>
                  <a:lnTo>
                    <a:pt x="5134976" y="1063527"/>
                  </a:lnTo>
                  <a:lnTo>
                    <a:pt x="5134316" y="1063527"/>
                  </a:lnTo>
                  <a:lnTo>
                    <a:pt x="5133655" y="1063527"/>
                  </a:lnTo>
                  <a:lnTo>
                    <a:pt x="5132994" y="1063527"/>
                  </a:lnTo>
                  <a:lnTo>
                    <a:pt x="5132334" y="1063527"/>
                  </a:lnTo>
                  <a:lnTo>
                    <a:pt x="5131673" y="1063527"/>
                  </a:lnTo>
                  <a:lnTo>
                    <a:pt x="5131013" y="1063527"/>
                  </a:lnTo>
                  <a:lnTo>
                    <a:pt x="5130352" y="1063527"/>
                  </a:lnTo>
                  <a:lnTo>
                    <a:pt x="5129692" y="1063527"/>
                  </a:lnTo>
                  <a:lnTo>
                    <a:pt x="5129031" y="1063527"/>
                  </a:lnTo>
                  <a:lnTo>
                    <a:pt x="5128371" y="1063527"/>
                  </a:lnTo>
                  <a:lnTo>
                    <a:pt x="5127710" y="1063527"/>
                  </a:lnTo>
                  <a:lnTo>
                    <a:pt x="5127050" y="1063527"/>
                  </a:lnTo>
                  <a:lnTo>
                    <a:pt x="5126389" y="1063527"/>
                  </a:lnTo>
                  <a:lnTo>
                    <a:pt x="5125729" y="1063527"/>
                  </a:lnTo>
                  <a:lnTo>
                    <a:pt x="5125068" y="1063527"/>
                  </a:lnTo>
                  <a:lnTo>
                    <a:pt x="5124408" y="1063527"/>
                  </a:lnTo>
                  <a:lnTo>
                    <a:pt x="5123747" y="1063527"/>
                  </a:lnTo>
                  <a:lnTo>
                    <a:pt x="5123087" y="1063527"/>
                  </a:lnTo>
                  <a:lnTo>
                    <a:pt x="5122426" y="1063527"/>
                  </a:lnTo>
                  <a:lnTo>
                    <a:pt x="5121765" y="1063527"/>
                  </a:lnTo>
                  <a:lnTo>
                    <a:pt x="5121105" y="1063527"/>
                  </a:lnTo>
                  <a:lnTo>
                    <a:pt x="5120444" y="1063527"/>
                  </a:lnTo>
                  <a:lnTo>
                    <a:pt x="5119784" y="1063527"/>
                  </a:lnTo>
                  <a:lnTo>
                    <a:pt x="5119123" y="1063527"/>
                  </a:lnTo>
                  <a:lnTo>
                    <a:pt x="5118463" y="1063527"/>
                  </a:lnTo>
                  <a:lnTo>
                    <a:pt x="5117802" y="1063527"/>
                  </a:lnTo>
                  <a:lnTo>
                    <a:pt x="5117142" y="1063527"/>
                  </a:lnTo>
                  <a:lnTo>
                    <a:pt x="5116481" y="1063527"/>
                  </a:lnTo>
                  <a:lnTo>
                    <a:pt x="5115821" y="1063527"/>
                  </a:lnTo>
                  <a:lnTo>
                    <a:pt x="5115160" y="1063527"/>
                  </a:lnTo>
                  <a:lnTo>
                    <a:pt x="5114500" y="1063527"/>
                  </a:lnTo>
                  <a:lnTo>
                    <a:pt x="5113839" y="1063527"/>
                  </a:lnTo>
                  <a:lnTo>
                    <a:pt x="5113179" y="1063527"/>
                  </a:lnTo>
                  <a:lnTo>
                    <a:pt x="5112518" y="1063527"/>
                  </a:lnTo>
                  <a:lnTo>
                    <a:pt x="5111857" y="1063527"/>
                  </a:lnTo>
                  <a:lnTo>
                    <a:pt x="5111197" y="1063527"/>
                  </a:lnTo>
                  <a:lnTo>
                    <a:pt x="5110536" y="1063527"/>
                  </a:lnTo>
                  <a:lnTo>
                    <a:pt x="5109876" y="1063527"/>
                  </a:lnTo>
                  <a:lnTo>
                    <a:pt x="5109215" y="1063527"/>
                  </a:lnTo>
                  <a:lnTo>
                    <a:pt x="5108555" y="1063527"/>
                  </a:lnTo>
                  <a:lnTo>
                    <a:pt x="5107894" y="1063527"/>
                  </a:lnTo>
                  <a:lnTo>
                    <a:pt x="5107234" y="1063527"/>
                  </a:lnTo>
                  <a:lnTo>
                    <a:pt x="5106573" y="1063527"/>
                  </a:lnTo>
                  <a:lnTo>
                    <a:pt x="5105913" y="1063527"/>
                  </a:lnTo>
                  <a:lnTo>
                    <a:pt x="5105252" y="1063527"/>
                  </a:lnTo>
                  <a:lnTo>
                    <a:pt x="5104592" y="1063527"/>
                  </a:lnTo>
                  <a:lnTo>
                    <a:pt x="5103931" y="1063527"/>
                  </a:lnTo>
                  <a:lnTo>
                    <a:pt x="5103271" y="1063527"/>
                  </a:lnTo>
                  <a:lnTo>
                    <a:pt x="5102610" y="1063527"/>
                  </a:lnTo>
                  <a:lnTo>
                    <a:pt x="5101949" y="1063527"/>
                  </a:lnTo>
                  <a:lnTo>
                    <a:pt x="5101289" y="1063527"/>
                  </a:lnTo>
                  <a:lnTo>
                    <a:pt x="5100628" y="1063527"/>
                  </a:lnTo>
                  <a:lnTo>
                    <a:pt x="5099968" y="1063527"/>
                  </a:lnTo>
                  <a:lnTo>
                    <a:pt x="5099307" y="1063527"/>
                  </a:lnTo>
                  <a:lnTo>
                    <a:pt x="5098647" y="1063527"/>
                  </a:lnTo>
                  <a:lnTo>
                    <a:pt x="5097986" y="1063527"/>
                  </a:lnTo>
                  <a:lnTo>
                    <a:pt x="5097326" y="1063527"/>
                  </a:lnTo>
                  <a:lnTo>
                    <a:pt x="5096665" y="1063527"/>
                  </a:lnTo>
                  <a:lnTo>
                    <a:pt x="5096005" y="1063527"/>
                  </a:lnTo>
                  <a:lnTo>
                    <a:pt x="5095344" y="1063527"/>
                  </a:lnTo>
                  <a:lnTo>
                    <a:pt x="5094684" y="1063527"/>
                  </a:lnTo>
                  <a:lnTo>
                    <a:pt x="5094023" y="1063527"/>
                  </a:lnTo>
                  <a:lnTo>
                    <a:pt x="5093363" y="1063527"/>
                  </a:lnTo>
                  <a:lnTo>
                    <a:pt x="5092702" y="1063527"/>
                  </a:lnTo>
                  <a:lnTo>
                    <a:pt x="5092042" y="1063527"/>
                  </a:lnTo>
                  <a:lnTo>
                    <a:pt x="5091381" y="1063527"/>
                  </a:lnTo>
                  <a:lnTo>
                    <a:pt x="5090720" y="1063527"/>
                  </a:lnTo>
                  <a:lnTo>
                    <a:pt x="5090060" y="1063527"/>
                  </a:lnTo>
                  <a:lnTo>
                    <a:pt x="5089399" y="1063527"/>
                  </a:lnTo>
                  <a:lnTo>
                    <a:pt x="5088739" y="1063527"/>
                  </a:lnTo>
                  <a:lnTo>
                    <a:pt x="5088078" y="1063527"/>
                  </a:lnTo>
                  <a:lnTo>
                    <a:pt x="5087418" y="1063527"/>
                  </a:lnTo>
                  <a:lnTo>
                    <a:pt x="5086757" y="1063527"/>
                  </a:lnTo>
                  <a:lnTo>
                    <a:pt x="5086097" y="1063527"/>
                  </a:lnTo>
                  <a:lnTo>
                    <a:pt x="5085436" y="1063527"/>
                  </a:lnTo>
                  <a:lnTo>
                    <a:pt x="5084776" y="1063527"/>
                  </a:lnTo>
                  <a:lnTo>
                    <a:pt x="5084115" y="1063527"/>
                  </a:lnTo>
                  <a:lnTo>
                    <a:pt x="5083455" y="1063527"/>
                  </a:lnTo>
                  <a:lnTo>
                    <a:pt x="5082794" y="1063527"/>
                  </a:lnTo>
                  <a:lnTo>
                    <a:pt x="5082134" y="1063527"/>
                  </a:lnTo>
                  <a:lnTo>
                    <a:pt x="5081473" y="1063527"/>
                  </a:lnTo>
                  <a:lnTo>
                    <a:pt x="5080812" y="1063527"/>
                  </a:lnTo>
                  <a:lnTo>
                    <a:pt x="5080152" y="1063527"/>
                  </a:lnTo>
                  <a:lnTo>
                    <a:pt x="5079491" y="1063527"/>
                  </a:lnTo>
                  <a:lnTo>
                    <a:pt x="5078831" y="1063527"/>
                  </a:lnTo>
                  <a:lnTo>
                    <a:pt x="5078170" y="1063527"/>
                  </a:lnTo>
                  <a:lnTo>
                    <a:pt x="5077510" y="1063527"/>
                  </a:lnTo>
                  <a:lnTo>
                    <a:pt x="5076849" y="1063527"/>
                  </a:lnTo>
                  <a:lnTo>
                    <a:pt x="5076189" y="1063527"/>
                  </a:lnTo>
                  <a:lnTo>
                    <a:pt x="5075528" y="1063527"/>
                  </a:lnTo>
                  <a:lnTo>
                    <a:pt x="5074868" y="1063527"/>
                  </a:lnTo>
                  <a:lnTo>
                    <a:pt x="5074207" y="1063527"/>
                  </a:lnTo>
                  <a:lnTo>
                    <a:pt x="5073547" y="1063527"/>
                  </a:lnTo>
                  <a:lnTo>
                    <a:pt x="5072886" y="1063527"/>
                  </a:lnTo>
                  <a:lnTo>
                    <a:pt x="5072226" y="1063527"/>
                  </a:lnTo>
                  <a:lnTo>
                    <a:pt x="5071565" y="1063527"/>
                  </a:lnTo>
                  <a:lnTo>
                    <a:pt x="5070904" y="1063527"/>
                  </a:lnTo>
                  <a:lnTo>
                    <a:pt x="5070244" y="1063527"/>
                  </a:lnTo>
                  <a:lnTo>
                    <a:pt x="5069583" y="1063527"/>
                  </a:lnTo>
                  <a:lnTo>
                    <a:pt x="5068923" y="1063527"/>
                  </a:lnTo>
                  <a:lnTo>
                    <a:pt x="5068262" y="1063527"/>
                  </a:lnTo>
                  <a:lnTo>
                    <a:pt x="5067602" y="1063527"/>
                  </a:lnTo>
                  <a:lnTo>
                    <a:pt x="5066941" y="1063527"/>
                  </a:lnTo>
                  <a:lnTo>
                    <a:pt x="5066281" y="1063527"/>
                  </a:lnTo>
                  <a:lnTo>
                    <a:pt x="5065620" y="1063527"/>
                  </a:lnTo>
                  <a:lnTo>
                    <a:pt x="5064960" y="1063527"/>
                  </a:lnTo>
                  <a:lnTo>
                    <a:pt x="5064299" y="1063527"/>
                  </a:lnTo>
                  <a:lnTo>
                    <a:pt x="5063639" y="1063527"/>
                  </a:lnTo>
                  <a:lnTo>
                    <a:pt x="5062978" y="1063527"/>
                  </a:lnTo>
                  <a:lnTo>
                    <a:pt x="5062318" y="1063527"/>
                  </a:lnTo>
                  <a:lnTo>
                    <a:pt x="5061657" y="1063527"/>
                  </a:lnTo>
                  <a:lnTo>
                    <a:pt x="5060996" y="1063527"/>
                  </a:lnTo>
                  <a:lnTo>
                    <a:pt x="5060336" y="1063527"/>
                  </a:lnTo>
                  <a:lnTo>
                    <a:pt x="5059675" y="1063527"/>
                  </a:lnTo>
                  <a:lnTo>
                    <a:pt x="5059015" y="1063527"/>
                  </a:lnTo>
                  <a:lnTo>
                    <a:pt x="5058354" y="1063527"/>
                  </a:lnTo>
                  <a:lnTo>
                    <a:pt x="5057694" y="1063527"/>
                  </a:lnTo>
                  <a:lnTo>
                    <a:pt x="5057033" y="1063527"/>
                  </a:lnTo>
                  <a:lnTo>
                    <a:pt x="5056373" y="1063527"/>
                  </a:lnTo>
                  <a:lnTo>
                    <a:pt x="5055712" y="1063527"/>
                  </a:lnTo>
                  <a:lnTo>
                    <a:pt x="5055052" y="1063527"/>
                  </a:lnTo>
                  <a:lnTo>
                    <a:pt x="5054391" y="1063527"/>
                  </a:lnTo>
                  <a:lnTo>
                    <a:pt x="5053731" y="1063527"/>
                  </a:lnTo>
                  <a:lnTo>
                    <a:pt x="5053070" y="1063527"/>
                  </a:lnTo>
                  <a:lnTo>
                    <a:pt x="5052410" y="1063527"/>
                  </a:lnTo>
                  <a:lnTo>
                    <a:pt x="5051749" y="1063527"/>
                  </a:lnTo>
                  <a:lnTo>
                    <a:pt x="5051089" y="1063527"/>
                  </a:lnTo>
                  <a:lnTo>
                    <a:pt x="5050428" y="1063527"/>
                  </a:lnTo>
                  <a:lnTo>
                    <a:pt x="5049767" y="1063527"/>
                  </a:lnTo>
                  <a:lnTo>
                    <a:pt x="5049107" y="1063527"/>
                  </a:lnTo>
                  <a:lnTo>
                    <a:pt x="5048446" y="1063527"/>
                  </a:lnTo>
                  <a:lnTo>
                    <a:pt x="5047786" y="1063527"/>
                  </a:lnTo>
                  <a:lnTo>
                    <a:pt x="5047125" y="1063527"/>
                  </a:lnTo>
                  <a:lnTo>
                    <a:pt x="5046465" y="1063527"/>
                  </a:lnTo>
                  <a:lnTo>
                    <a:pt x="5045804" y="1063527"/>
                  </a:lnTo>
                  <a:lnTo>
                    <a:pt x="5045144" y="1063527"/>
                  </a:lnTo>
                  <a:lnTo>
                    <a:pt x="5044483" y="1063527"/>
                  </a:lnTo>
                  <a:lnTo>
                    <a:pt x="5043823" y="1063527"/>
                  </a:lnTo>
                  <a:lnTo>
                    <a:pt x="5043162" y="1063527"/>
                  </a:lnTo>
                  <a:lnTo>
                    <a:pt x="5042502" y="1063527"/>
                  </a:lnTo>
                  <a:lnTo>
                    <a:pt x="5041841" y="1063527"/>
                  </a:lnTo>
                  <a:lnTo>
                    <a:pt x="5041181" y="1063527"/>
                  </a:lnTo>
                  <a:lnTo>
                    <a:pt x="5040520" y="1063527"/>
                  </a:lnTo>
                  <a:lnTo>
                    <a:pt x="5039859" y="1063527"/>
                  </a:lnTo>
                  <a:lnTo>
                    <a:pt x="5039199" y="1063527"/>
                  </a:lnTo>
                  <a:lnTo>
                    <a:pt x="5038538" y="1063527"/>
                  </a:lnTo>
                  <a:lnTo>
                    <a:pt x="5037878" y="1063527"/>
                  </a:lnTo>
                  <a:lnTo>
                    <a:pt x="5037217" y="1063527"/>
                  </a:lnTo>
                  <a:lnTo>
                    <a:pt x="5036557" y="1063527"/>
                  </a:lnTo>
                  <a:lnTo>
                    <a:pt x="5035896" y="1063527"/>
                  </a:lnTo>
                  <a:lnTo>
                    <a:pt x="5035236" y="1063527"/>
                  </a:lnTo>
                  <a:lnTo>
                    <a:pt x="5034575" y="1063527"/>
                  </a:lnTo>
                  <a:lnTo>
                    <a:pt x="5033915" y="1063527"/>
                  </a:lnTo>
                  <a:lnTo>
                    <a:pt x="5033254" y="1063527"/>
                  </a:lnTo>
                  <a:lnTo>
                    <a:pt x="5032594" y="1063527"/>
                  </a:lnTo>
                  <a:lnTo>
                    <a:pt x="5031933" y="1063527"/>
                  </a:lnTo>
                  <a:lnTo>
                    <a:pt x="5031273" y="1063527"/>
                  </a:lnTo>
                  <a:lnTo>
                    <a:pt x="5030612" y="1063527"/>
                  </a:lnTo>
                  <a:lnTo>
                    <a:pt x="5029951" y="1063527"/>
                  </a:lnTo>
                  <a:lnTo>
                    <a:pt x="5029291" y="1063527"/>
                  </a:lnTo>
                  <a:lnTo>
                    <a:pt x="5028630" y="1063527"/>
                  </a:lnTo>
                  <a:lnTo>
                    <a:pt x="5027970" y="1063527"/>
                  </a:lnTo>
                  <a:lnTo>
                    <a:pt x="5027309" y="1063527"/>
                  </a:lnTo>
                  <a:lnTo>
                    <a:pt x="5026649" y="1063527"/>
                  </a:lnTo>
                  <a:lnTo>
                    <a:pt x="5025988" y="1063527"/>
                  </a:lnTo>
                  <a:lnTo>
                    <a:pt x="5025328" y="1063527"/>
                  </a:lnTo>
                  <a:lnTo>
                    <a:pt x="5024667" y="1063527"/>
                  </a:lnTo>
                  <a:lnTo>
                    <a:pt x="5024007" y="1063527"/>
                  </a:lnTo>
                  <a:lnTo>
                    <a:pt x="5023346" y="1063527"/>
                  </a:lnTo>
                  <a:lnTo>
                    <a:pt x="5022686" y="1063527"/>
                  </a:lnTo>
                  <a:lnTo>
                    <a:pt x="5022025" y="1063527"/>
                  </a:lnTo>
                  <a:lnTo>
                    <a:pt x="5021365" y="1063527"/>
                  </a:lnTo>
                  <a:lnTo>
                    <a:pt x="5020704" y="1063527"/>
                  </a:lnTo>
                  <a:lnTo>
                    <a:pt x="5020044" y="1063527"/>
                  </a:lnTo>
                  <a:lnTo>
                    <a:pt x="5019383" y="1063527"/>
                  </a:lnTo>
                  <a:lnTo>
                    <a:pt x="5018722" y="1063527"/>
                  </a:lnTo>
                  <a:lnTo>
                    <a:pt x="5018062" y="1063527"/>
                  </a:lnTo>
                  <a:lnTo>
                    <a:pt x="5017401" y="1063527"/>
                  </a:lnTo>
                  <a:lnTo>
                    <a:pt x="5016741" y="1063527"/>
                  </a:lnTo>
                  <a:lnTo>
                    <a:pt x="5016080" y="1063527"/>
                  </a:lnTo>
                  <a:lnTo>
                    <a:pt x="5015420" y="1063527"/>
                  </a:lnTo>
                  <a:lnTo>
                    <a:pt x="5014759" y="1063527"/>
                  </a:lnTo>
                  <a:lnTo>
                    <a:pt x="5014099" y="1063527"/>
                  </a:lnTo>
                  <a:lnTo>
                    <a:pt x="5013438" y="1063527"/>
                  </a:lnTo>
                  <a:lnTo>
                    <a:pt x="5012778" y="1063527"/>
                  </a:lnTo>
                  <a:lnTo>
                    <a:pt x="5012117" y="1063527"/>
                  </a:lnTo>
                  <a:lnTo>
                    <a:pt x="5011457" y="1063527"/>
                  </a:lnTo>
                  <a:lnTo>
                    <a:pt x="5010796" y="1063527"/>
                  </a:lnTo>
                  <a:lnTo>
                    <a:pt x="5010136" y="1063527"/>
                  </a:lnTo>
                  <a:lnTo>
                    <a:pt x="5009475" y="1063527"/>
                  </a:lnTo>
                  <a:lnTo>
                    <a:pt x="5008814" y="1063527"/>
                  </a:lnTo>
                  <a:lnTo>
                    <a:pt x="5008154" y="1063527"/>
                  </a:lnTo>
                  <a:lnTo>
                    <a:pt x="5007493" y="1063527"/>
                  </a:lnTo>
                  <a:lnTo>
                    <a:pt x="5006833" y="1063527"/>
                  </a:lnTo>
                  <a:lnTo>
                    <a:pt x="5006172" y="1063527"/>
                  </a:lnTo>
                  <a:lnTo>
                    <a:pt x="5005512" y="1063527"/>
                  </a:lnTo>
                  <a:lnTo>
                    <a:pt x="5004851" y="1063527"/>
                  </a:lnTo>
                  <a:lnTo>
                    <a:pt x="5004191" y="1063527"/>
                  </a:lnTo>
                  <a:lnTo>
                    <a:pt x="5003530" y="1063527"/>
                  </a:lnTo>
                  <a:lnTo>
                    <a:pt x="5002870" y="1063527"/>
                  </a:lnTo>
                  <a:lnTo>
                    <a:pt x="5002209" y="1063527"/>
                  </a:lnTo>
                  <a:lnTo>
                    <a:pt x="5001549" y="1063527"/>
                  </a:lnTo>
                  <a:lnTo>
                    <a:pt x="5000888" y="1063527"/>
                  </a:lnTo>
                  <a:lnTo>
                    <a:pt x="5000228" y="1063527"/>
                  </a:lnTo>
                  <a:lnTo>
                    <a:pt x="4999567" y="1063527"/>
                  </a:lnTo>
                  <a:lnTo>
                    <a:pt x="4998906" y="1063527"/>
                  </a:lnTo>
                  <a:lnTo>
                    <a:pt x="4998246" y="1063527"/>
                  </a:lnTo>
                  <a:lnTo>
                    <a:pt x="4997585" y="1063527"/>
                  </a:lnTo>
                  <a:lnTo>
                    <a:pt x="4996925" y="1063527"/>
                  </a:lnTo>
                  <a:lnTo>
                    <a:pt x="4996264" y="1063527"/>
                  </a:lnTo>
                  <a:lnTo>
                    <a:pt x="4995604" y="1063527"/>
                  </a:lnTo>
                  <a:lnTo>
                    <a:pt x="4994943" y="1063527"/>
                  </a:lnTo>
                  <a:lnTo>
                    <a:pt x="4994283" y="1063527"/>
                  </a:lnTo>
                  <a:lnTo>
                    <a:pt x="4993622" y="1063527"/>
                  </a:lnTo>
                  <a:lnTo>
                    <a:pt x="4992962" y="1063527"/>
                  </a:lnTo>
                  <a:lnTo>
                    <a:pt x="4992301" y="1063527"/>
                  </a:lnTo>
                  <a:lnTo>
                    <a:pt x="4991641" y="1063527"/>
                  </a:lnTo>
                  <a:lnTo>
                    <a:pt x="4990980" y="1063527"/>
                  </a:lnTo>
                  <a:lnTo>
                    <a:pt x="4990320" y="1063527"/>
                  </a:lnTo>
                  <a:lnTo>
                    <a:pt x="4989659" y="1063527"/>
                  </a:lnTo>
                  <a:lnTo>
                    <a:pt x="4988998" y="1063527"/>
                  </a:lnTo>
                  <a:lnTo>
                    <a:pt x="4988338" y="1063527"/>
                  </a:lnTo>
                  <a:lnTo>
                    <a:pt x="4987677" y="1063527"/>
                  </a:lnTo>
                  <a:lnTo>
                    <a:pt x="4987017" y="1063527"/>
                  </a:lnTo>
                  <a:lnTo>
                    <a:pt x="4986356" y="1063527"/>
                  </a:lnTo>
                  <a:lnTo>
                    <a:pt x="4985696" y="1063527"/>
                  </a:lnTo>
                  <a:lnTo>
                    <a:pt x="4985035" y="1063527"/>
                  </a:lnTo>
                  <a:lnTo>
                    <a:pt x="4984375" y="1063527"/>
                  </a:lnTo>
                  <a:lnTo>
                    <a:pt x="4983714" y="1063527"/>
                  </a:lnTo>
                  <a:lnTo>
                    <a:pt x="4983054" y="1063527"/>
                  </a:lnTo>
                  <a:lnTo>
                    <a:pt x="4982393" y="1063527"/>
                  </a:lnTo>
                  <a:lnTo>
                    <a:pt x="4981733" y="1063527"/>
                  </a:lnTo>
                  <a:lnTo>
                    <a:pt x="4981072" y="1063527"/>
                  </a:lnTo>
                  <a:lnTo>
                    <a:pt x="4980412" y="1063527"/>
                  </a:lnTo>
                  <a:lnTo>
                    <a:pt x="4979751" y="1063527"/>
                  </a:lnTo>
                  <a:lnTo>
                    <a:pt x="4979091" y="1063527"/>
                  </a:lnTo>
                  <a:lnTo>
                    <a:pt x="4978430" y="1063527"/>
                  </a:lnTo>
                  <a:lnTo>
                    <a:pt x="4977769" y="1063527"/>
                  </a:lnTo>
                  <a:lnTo>
                    <a:pt x="4977109" y="1063527"/>
                  </a:lnTo>
                  <a:lnTo>
                    <a:pt x="4976448" y="1063527"/>
                  </a:lnTo>
                  <a:lnTo>
                    <a:pt x="4975788" y="1063527"/>
                  </a:lnTo>
                  <a:lnTo>
                    <a:pt x="4975127" y="1063527"/>
                  </a:lnTo>
                  <a:lnTo>
                    <a:pt x="4974467" y="1063527"/>
                  </a:lnTo>
                  <a:lnTo>
                    <a:pt x="4973806" y="1063527"/>
                  </a:lnTo>
                  <a:lnTo>
                    <a:pt x="4973146" y="1063527"/>
                  </a:lnTo>
                  <a:lnTo>
                    <a:pt x="4972485" y="1063527"/>
                  </a:lnTo>
                  <a:lnTo>
                    <a:pt x="4971825" y="1063527"/>
                  </a:lnTo>
                  <a:lnTo>
                    <a:pt x="4971164" y="1063527"/>
                  </a:lnTo>
                  <a:lnTo>
                    <a:pt x="4970504" y="1063527"/>
                  </a:lnTo>
                  <a:lnTo>
                    <a:pt x="4969843" y="1063527"/>
                  </a:lnTo>
                  <a:lnTo>
                    <a:pt x="4969183" y="1063527"/>
                  </a:lnTo>
                  <a:lnTo>
                    <a:pt x="4968522" y="1063527"/>
                  </a:lnTo>
                  <a:lnTo>
                    <a:pt x="4967861" y="1063527"/>
                  </a:lnTo>
                  <a:lnTo>
                    <a:pt x="4967201" y="1063527"/>
                  </a:lnTo>
                  <a:lnTo>
                    <a:pt x="4966540" y="1063527"/>
                  </a:lnTo>
                  <a:lnTo>
                    <a:pt x="4965880" y="1063527"/>
                  </a:lnTo>
                  <a:lnTo>
                    <a:pt x="4965219" y="1063527"/>
                  </a:lnTo>
                  <a:lnTo>
                    <a:pt x="4964559" y="1063527"/>
                  </a:lnTo>
                  <a:lnTo>
                    <a:pt x="4963898" y="1063527"/>
                  </a:lnTo>
                  <a:lnTo>
                    <a:pt x="4963238" y="1063527"/>
                  </a:lnTo>
                  <a:lnTo>
                    <a:pt x="4962577" y="1063527"/>
                  </a:lnTo>
                  <a:lnTo>
                    <a:pt x="4961917" y="1063527"/>
                  </a:lnTo>
                  <a:lnTo>
                    <a:pt x="4961256" y="1063527"/>
                  </a:lnTo>
                  <a:lnTo>
                    <a:pt x="4960596" y="1063527"/>
                  </a:lnTo>
                  <a:lnTo>
                    <a:pt x="4959935" y="1063527"/>
                  </a:lnTo>
                  <a:lnTo>
                    <a:pt x="4959275" y="1063527"/>
                  </a:lnTo>
                  <a:lnTo>
                    <a:pt x="4958614" y="1063527"/>
                  </a:lnTo>
                  <a:lnTo>
                    <a:pt x="4957953" y="1063527"/>
                  </a:lnTo>
                  <a:lnTo>
                    <a:pt x="4957293" y="1063527"/>
                  </a:lnTo>
                  <a:lnTo>
                    <a:pt x="4956632" y="1063527"/>
                  </a:lnTo>
                  <a:lnTo>
                    <a:pt x="4955972" y="1063527"/>
                  </a:lnTo>
                  <a:lnTo>
                    <a:pt x="4955311" y="1063527"/>
                  </a:lnTo>
                  <a:lnTo>
                    <a:pt x="4954651" y="1063527"/>
                  </a:lnTo>
                  <a:lnTo>
                    <a:pt x="4953990" y="1063527"/>
                  </a:lnTo>
                  <a:lnTo>
                    <a:pt x="4953330" y="1063527"/>
                  </a:lnTo>
                  <a:lnTo>
                    <a:pt x="4952669" y="1063527"/>
                  </a:lnTo>
                  <a:lnTo>
                    <a:pt x="4952009" y="1063527"/>
                  </a:lnTo>
                  <a:lnTo>
                    <a:pt x="4951348" y="1063527"/>
                  </a:lnTo>
                  <a:lnTo>
                    <a:pt x="4950688" y="1063527"/>
                  </a:lnTo>
                  <a:lnTo>
                    <a:pt x="4950027" y="1063527"/>
                  </a:lnTo>
                  <a:lnTo>
                    <a:pt x="4949367" y="1063527"/>
                  </a:lnTo>
                  <a:lnTo>
                    <a:pt x="4948706" y="1063527"/>
                  </a:lnTo>
                  <a:lnTo>
                    <a:pt x="4948046" y="1063527"/>
                  </a:lnTo>
                  <a:lnTo>
                    <a:pt x="4947385" y="1063527"/>
                  </a:lnTo>
                  <a:lnTo>
                    <a:pt x="4946724" y="1063527"/>
                  </a:lnTo>
                  <a:lnTo>
                    <a:pt x="4946064" y="1063527"/>
                  </a:lnTo>
                  <a:lnTo>
                    <a:pt x="4945403" y="1063527"/>
                  </a:lnTo>
                  <a:lnTo>
                    <a:pt x="4944743" y="1063527"/>
                  </a:lnTo>
                  <a:lnTo>
                    <a:pt x="4944082" y="1063527"/>
                  </a:lnTo>
                  <a:lnTo>
                    <a:pt x="4943422" y="1063527"/>
                  </a:lnTo>
                  <a:lnTo>
                    <a:pt x="4942761" y="1063527"/>
                  </a:lnTo>
                  <a:lnTo>
                    <a:pt x="4942101" y="1063527"/>
                  </a:lnTo>
                  <a:lnTo>
                    <a:pt x="4941440" y="1063527"/>
                  </a:lnTo>
                  <a:lnTo>
                    <a:pt x="4940780" y="1063527"/>
                  </a:lnTo>
                  <a:lnTo>
                    <a:pt x="4940119" y="1063527"/>
                  </a:lnTo>
                  <a:lnTo>
                    <a:pt x="4939459" y="1063527"/>
                  </a:lnTo>
                  <a:lnTo>
                    <a:pt x="4938798" y="1063527"/>
                  </a:lnTo>
                  <a:lnTo>
                    <a:pt x="4938138" y="1063527"/>
                  </a:lnTo>
                  <a:lnTo>
                    <a:pt x="4937477" y="1063527"/>
                  </a:lnTo>
                  <a:lnTo>
                    <a:pt x="4936816" y="1063527"/>
                  </a:lnTo>
                  <a:lnTo>
                    <a:pt x="4936156" y="1063527"/>
                  </a:lnTo>
                  <a:lnTo>
                    <a:pt x="4935495" y="1063527"/>
                  </a:lnTo>
                  <a:lnTo>
                    <a:pt x="4934835" y="1063527"/>
                  </a:lnTo>
                  <a:lnTo>
                    <a:pt x="4934174" y="1063527"/>
                  </a:lnTo>
                  <a:lnTo>
                    <a:pt x="4933514" y="1063527"/>
                  </a:lnTo>
                  <a:lnTo>
                    <a:pt x="4932853" y="1063527"/>
                  </a:lnTo>
                  <a:lnTo>
                    <a:pt x="4932193" y="1063527"/>
                  </a:lnTo>
                  <a:lnTo>
                    <a:pt x="4931532" y="1063527"/>
                  </a:lnTo>
                  <a:lnTo>
                    <a:pt x="4930872" y="1063527"/>
                  </a:lnTo>
                  <a:lnTo>
                    <a:pt x="4930211" y="1063527"/>
                  </a:lnTo>
                  <a:lnTo>
                    <a:pt x="4929551" y="1063527"/>
                  </a:lnTo>
                  <a:lnTo>
                    <a:pt x="4928890" y="1063527"/>
                  </a:lnTo>
                  <a:lnTo>
                    <a:pt x="4928230" y="1063527"/>
                  </a:lnTo>
                  <a:lnTo>
                    <a:pt x="4927569" y="1063527"/>
                  </a:lnTo>
                  <a:lnTo>
                    <a:pt x="4926908" y="1063527"/>
                  </a:lnTo>
                  <a:lnTo>
                    <a:pt x="4926248" y="1063527"/>
                  </a:lnTo>
                  <a:lnTo>
                    <a:pt x="4925587" y="1063527"/>
                  </a:lnTo>
                  <a:lnTo>
                    <a:pt x="4924927" y="1063527"/>
                  </a:lnTo>
                  <a:lnTo>
                    <a:pt x="4924266" y="1063527"/>
                  </a:lnTo>
                  <a:lnTo>
                    <a:pt x="4923606" y="1063527"/>
                  </a:lnTo>
                  <a:lnTo>
                    <a:pt x="4922945" y="1063527"/>
                  </a:lnTo>
                  <a:lnTo>
                    <a:pt x="4922285" y="1063527"/>
                  </a:lnTo>
                  <a:lnTo>
                    <a:pt x="4921624" y="1063527"/>
                  </a:lnTo>
                  <a:lnTo>
                    <a:pt x="4920964" y="1063527"/>
                  </a:lnTo>
                  <a:lnTo>
                    <a:pt x="4920303" y="1063527"/>
                  </a:lnTo>
                  <a:lnTo>
                    <a:pt x="4919643" y="1063527"/>
                  </a:lnTo>
                  <a:lnTo>
                    <a:pt x="4918982" y="1063527"/>
                  </a:lnTo>
                  <a:lnTo>
                    <a:pt x="4918322" y="1063527"/>
                  </a:lnTo>
                  <a:lnTo>
                    <a:pt x="4917661" y="1063527"/>
                  </a:lnTo>
                  <a:lnTo>
                    <a:pt x="4917001" y="1063527"/>
                  </a:lnTo>
                  <a:lnTo>
                    <a:pt x="4916340" y="1063527"/>
                  </a:lnTo>
                  <a:lnTo>
                    <a:pt x="4915679" y="1063527"/>
                  </a:lnTo>
                  <a:lnTo>
                    <a:pt x="4915019" y="1063527"/>
                  </a:lnTo>
                  <a:lnTo>
                    <a:pt x="4914358" y="1063527"/>
                  </a:lnTo>
                  <a:lnTo>
                    <a:pt x="4913698" y="1063527"/>
                  </a:lnTo>
                  <a:lnTo>
                    <a:pt x="4913037" y="1063527"/>
                  </a:lnTo>
                  <a:lnTo>
                    <a:pt x="4912377" y="1063527"/>
                  </a:lnTo>
                  <a:lnTo>
                    <a:pt x="4911716" y="1063527"/>
                  </a:lnTo>
                  <a:lnTo>
                    <a:pt x="4911056" y="1063527"/>
                  </a:lnTo>
                  <a:lnTo>
                    <a:pt x="4910395" y="1063527"/>
                  </a:lnTo>
                  <a:lnTo>
                    <a:pt x="4909735" y="1063527"/>
                  </a:lnTo>
                  <a:lnTo>
                    <a:pt x="4909074" y="1063527"/>
                  </a:lnTo>
                  <a:lnTo>
                    <a:pt x="4908414" y="1063527"/>
                  </a:lnTo>
                  <a:lnTo>
                    <a:pt x="4907753" y="1063527"/>
                  </a:lnTo>
                  <a:lnTo>
                    <a:pt x="4907093" y="1063527"/>
                  </a:lnTo>
                  <a:lnTo>
                    <a:pt x="4906432" y="1063527"/>
                  </a:lnTo>
                  <a:lnTo>
                    <a:pt x="4905771" y="1063527"/>
                  </a:lnTo>
                  <a:lnTo>
                    <a:pt x="4905111" y="1063527"/>
                  </a:lnTo>
                  <a:lnTo>
                    <a:pt x="4904450" y="1063527"/>
                  </a:lnTo>
                  <a:lnTo>
                    <a:pt x="4903790" y="1063527"/>
                  </a:lnTo>
                  <a:lnTo>
                    <a:pt x="4903129" y="1063527"/>
                  </a:lnTo>
                  <a:lnTo>
                    <a:pt x="4902469" y="1063527"/>
                  </a:lnTo>
                  <a:lnTo>
                    <a:pt x="4901808" y="1063527"/>
                  </a:lnTo>
                  <a:lnTo>
                    <a:pt x="4901148" y="1063527"/>
                  </a:lnTo>
                  <a:lnTo>
                    <a:pt x="4900487" y="1063527"/>
                  </a:lnTo>
                  <a:lnTo>
                    <a:pt x="4899827" y="1063527"/>
                  </a:lnTo>
                  <a:lnTo>
                    <a:pt x="4899166" y="1063527"/>
                  </a:lnTo>
                  <a:lnTo>
                    <a:pt x="4898506" y="1063527"/>
                  </a:lnTo>
                  <a:lnTo>
                    <a:pt x="4897845" y="1063527"/>
                  </a:lnTo>
                  <a:lnTo>
                    <a:pt x="4897185" y="1063527"/>
                  </a:lnTo>
                  <a:lnTo>
                    <a:pt x="4896524" y="1063527"/>
                  </a:lnTo>
                  <a:lnTo>
                    <a:pt x="4895863" y="1063527"/>
                  </a:lnTo>
                  <a:lnTo>
                    <a:pt x="4895203" y="1063527"/>
                  </a:lnTo>
                  <a:lnTo>
                    <a:pt x="4894542" y="1063527"/>
                  </a:lnTo>
                  <a:lnTo>
                    <a:pt x="4893882" y="1063527"/>
                  </a:lnTo>
                  <a:lnTo>
                    <a:pt x="4893221" y="1063527"/>
                  </a:lnTo>
                  <a:lnTo>
                    <a:pt x="4892561" y="1063527"/>
                  </a:lnTo>
                  <a:lnTo>
                    <a:pt x="4891900" y="1063527"/>
                  </a:lnTo>
                  <a:lnTo>
                    <a:pt x="4891240" y="1063527"/>
                  </a:lnTo>
                  <a:lnTo>
                    <a:pt x="4890579" y="1063527"/>
                  </a:lnTo>
                  <a:lnTo>
                    <a:pt x="4889919" y="1063527"/>
                  </a:lnTo>
                  <a:lnTo>
                    <a:pt x="4889258" y="1063527"/>
                  </a:lnTo>
                  <a:lnTo>
                    <a:pt x="4888598" y="1063527"/>
                  </a:lnTo>
                  <a:lnTo>
                    <a:pt x="4887937" y="1063527"/>
                  </a:lnTo>
                  <a:lnTo>
                    <a:pt x="4887277" y="1063527"/>
                  </a:lnTo>
                  <a:lnTo>
                    <a:pt x="4886616" y="1063527"/>
                  </a:lnTo>
                  <a:lnTo>
                    <a:pt x="4885955" y="1063527"/>
                  </a:lnTo>
                  <a:lnTo>
                    <a:pt x="4885295" y="1063527"/>
                  </a:lnTo>
                  <a:lnTo>
                    <a:pt x="4884634" y="1063527"/>
                  </a:lnTo>
                  <a:lnTo>
                    <a:pt x="4883974" y="1063527"/>
                  </a:lnTo>
                  <a:lnTo>
                    <a:pt x="4883313" y="1063527"/>
                  </a:lnTo>
                  <a:lnTo>
                    <a:pt x="4882653" y="1063527"/>
                  </a:lnTo>
                  <a:lnTo>
                    <a:pt x="4881992" y="1063527"/>
                  </a:lnTo>
                  <a:lnTo>
                    <a:pt x="4881332" y="1063527"/>
                  </a:lnTo>
                  <a:lnTo>
                    <a:pt x="4880671" y="1063527"/>
                  </a:lnTo>
                  <a:lnTo>
                    <a:pt x="4880011" y="1063527"/>
                  </a:lnTo>
                  <a:lnTo>
                    <a:pt x="4879350" y="1063527"/>
                  </a:lnTo>
                  <a:lnTo>
                    <a:pt x="4878690" y="1063527"/>
                  </a:lnTo>
                  <a:lnTo>
                    <a:pt x="4878029" y="1063527"/>
                  </a:lnTo>
                  <a:lnTo>
                    <a:pt x="4877369" y="1063527"/>
                  </a:lnTo>
                  <a:lnTo>
                    <a:pt x="4876708" y="1063527"/>
                  </a:lnTo>
                  <a:lnTo>
                    <a:pt x="4876048" y="1063527"/>
                  </a:lnTo>
                  <a:lnTo>
                    <a:pt x="4875387" y="1063527"/>
                  </a:lnTo>
                  <a:lnTo>
                    <a:pt x="4874726" y="1063527"/>
                  </a:lnTo>
                  <a:lnTo>
                    <a:pt x="4874066" y="1063527"/>
                  </a:lnTo>
                  <a:lnTo>
                    <a:pt x="4873405" y="1063527"/>
                  </a:lnTo>
                  <a:lnTo>
                    <a:pt x="4872745" y="1063527"/>
                  </a:lnTo>
                  <a:lnTo>
                    <a:pt x="4872084" y="1063527"/>
                  </a:lnTo>
                  <a:lnTo>
                    <a:pt x="4871424" y="1063527"/>
                  </a:lnTo>
                  <a:lnTo>
                    <a:pt x="4870763" y="1063527"/>
                  </a:lnTo>
                  <a:lnTo>
                    <a:pt x="4870103" y="1063527"/>
                  </a:lnTo>
                  <a:lnTo>
                    <a:pt x="4869442" y="1063527"/>
                  </a:lnTo>
                  <a:lnTo>
                    <a:pt x="4868782" y="1063527"/>
                  </a:lnTo>
                  <a:lnTo>
                    <a:pt x="4868121" y="1063527"/>
                  </a:lnTo>
                  <a:lnTo>
                    <a:pt x="4867461" y="1063527"/>
                  </a:lnTo>
                  <a:lnTo>
                    <a:pt x="4866800" y="1063527"/>
                  </a:lnTo>
                  <a:lnTo>
                    <a:pt x="4866140" y="1063527"/>
                  </a:lnTo>
                  <a:lnTo>
                    <a:pt x="4865479" y="1063527"/>
                  </a:lnTo>
                  <a:lnTo>
                    <a:pt x="4864818" y="1063527"/>
                  </a:lnTo>
                  <a:lnTo>
                    <a:pt x="4864158" y="1063527"/>
                  </a:lnTo>
                  <a:lnTo>
                    <a:pt x="4863497" y="1063527"/>
                  </a:lnTo>
                  <a:lnTo>
                    <a:pt x="4862837" y="1063527"/>
                  </a:lnTo>
                  <a:lnTo>
                    <a:pt x="4862176" y="1063527"/>
                  </a:lnTo>
                  <a:lnTo>
                    <a:pt x="4861516" y="1063527"/>
                  </a:lnTo>
                  <a:lnTo>
                    <a:pt x="4860855" y="1063527"/>
                  </a:lnTo>
                  <a:lnTo>
                    <a:pt x="4860195" y="1063527"/>
                  </a:lnTo>
                  <a:lnTo>
                    <a:pt x="4859534" y="1063527"/>
                  </a:lnTo>
                  <a:lnTo>
                    <a:pt x="4858874" y="1063527"/>
                  </a:lnTo>
                  <a:lnTo>
                    <a:pt x="4858213" y="1063527"/>
                  </a:lnTo>
                  <a:lnTo>
                    <a:pt x="4857553" y="1063527"/>
                  </a:lnTo>
                  <a:lnTo>
                    <a:pt x="4856892" y="1063527"/>
                  </a:lnTo>
                  <a:lnTo>
                    <a:pt x="4856232" y="1063527"/>
                  </a:lnTo>
                  <a:lnTo>
                    <a:pt x="4855571" y="1063527"/>
                  </a:lnTo>
                  <a:lnTo>
                    <a:pt x="4854910" y="1063527"/>
                  </a:lnTo>
                  <a:lnTo>
                    <a:pt x="4854250" y="1063527"/>
                  </a:lnTo>
                  <a:lnTo>
                    <a:pt x="4853589" y="1063527"/>
                  </a:lnTo>
                  <a:lnTo>
                    <a:pt x="4852929" y="1063527"/>
                  </a:lnTo>
                  <a:lnTo>
                    <a:pt x="4852268" y="1063527"/>
                  </a:lnTo>
                  <a:lnTo>
                    <a:pt x="4851608" y="1063527"/>
                  </a:lnTo>
                  <a:lnTo>
                    <a:pt x="4850947" y="1063527"/>
                  </a:lnTo>
                  <a:lnTo>
                    <a:pt x="4850287" y="1063527"/>
                  </a:lnTo>
                  <a:lnTo>
                    <a:pt x="4849626" y="1063527"/>
                  </a:lnTo>
                  <a:lnTo>
                    <a:pt x="4848966" y="1063527"/>
                  </a:lnTo>
                  <a:lnTo>
                    <a:pt x="4848305" y="1063527"/>
                  </a:lnTo>
                  <a:lnTo>
                    <a:pt x="4847645" y="1063527"/>
                  </a:lnTo>
                  <a:lnTo>
                    <a:pt x="4846984" y="1063527"/>
                  </a:lnTo>
                  <a:lnTo>
                    <a:pt x="4846324" y="1063527"/>
                  </a:lnTo>
                  <a:lnTo>
                    <a:pt x="4845663" y="1063527"/>
                  </a:lnTo>
                  <a:lnTo>
                    <a:pt x="4845003" y="1063527"/>
                  </a:lnTo>
                  <a:lnTo>
                    <a:pt x="4844342" y="1063527"/>
                  </a:lnTo>
                  <a:lnTo>
                    <a:pt x="4843681" y="1063527"/>
                  </a:lnTo>
                  <a:lnTo>
                    <a:pt x="4843021" y="1063527"/>
                  </a:lnTo>
                  <a:lnTo>
                    <a:pt x="4842360" y="1063527"/>
                  </a:lnTo>
                  <a:lnTo>
                    <a:pt x="4841700" y="1063527"/>
                  </a:lnTo>
                  <a:lnTo>
                    <a:pt x="4841039" y="1063527"/>
                  </a:lnTo>
                  <a:lnTo>
                    <a:pt x="4840379" y="1063527"/>
                  </a:lnTo>
                  <a:lnTo>
                    <a:pt x="4839718" y="1063527"/>
                  </a:lnTo>
                  <a:lnTo>
                    <a:pt x="4839058" y="1063527"/>
                  </a:lnTo>
                  <a:lnTo>
                    <a:pt x="4838397" y="1063527"/>
                  </a:lnTo>
                  <a:lnTo>
                    <a:pt x="4837737" y="1063527"/>
                  </a:lnTo>
                  <a:lnTo>
                    <a:pt x="4837076" y="1063527"/>
                  </a:lnTo>
                  <a:lnTo>
                    <a:pt x="4836416" y="1063527"/>
                  </a:lnTo>
                  <a:lnTo>
                    <a:pt x="4835755" y="1063527"/>
                  </a:lnTo>
                  <a:lnTo>
                    <a:pt x="4835095" y="1063527"/>
                  </a:lnTo>
                  <a:lnTo>
                    <a:pt x="4834434" y="1063527"/>
                  </a:lnTo>
                  <a:lnTo>
                    <a:pt x="4833773" y="1063527"/>
                  </a:lnTo>
                  <a:lnTo>
                    <a:pt x="4833113" y="1063527"/>
                  </a:lnTo>
                  <a:lnTo>
                    <a:pt x="4832452" y="1063527"/>
                  </a:lnTo>
                  <a:lnTo>
                    <a:pt x="4831792" y="1063527"/>
                  </a:lnTo>
                  <a:lnTo>
                    <a:pt x="4831131" y="1063527"/>
                  </a:lnTo>
                  <a:lnTo>
                    <a:pt x="4830471" y="1063527"/>
                  </a:lnTo>
                  <a:lnTo>
                    <a:pt x="4829810" y="1063527"/>
                  </a:lnTo>
                  <a:lnTo>
                    <a:pt x="4829150" y="1063527"/>
                  </a:lnTo>
                  <a:lnTo>
                    <a:pt x="4828489" y="1063527"/>
                  </a:lnTo>
                  <a:lnTo>
                    <a:pt x="4827829" y="1063527"/>
                  </a:lnTo>
                  <a:lnTo>
                    <a:pt x="4827168" y="1063527"/>
                  </a:lnTo>
                  <a:lnTo>
                    <a:pt x="4826508" y="1063527"/>
                  </a:lnTo>
                  <a:lnTo>
                    <a:pt x="4825847" y="1063527"/>
                  </a:lnTo>
                  <a:lnTo>
                    <a:pt x="4825187" y="1063527"/>
                  </a:lnTo>
                  <a:lnTo>
                    <a:pt x="4824526" y="1063527"/>
                  </a:lnTo>
                  <a:lnTo>
                    <a:pt x="4823865" y="1063527"/>
                  </a:lnTo>
                  <a:lnTo>
                    <a:pt x="4823205" y="1063527"/>
                  </a:lnTo>
                  <a:lnTo>
                    <a:pt x="4822544" y="1063527"/>
                  </a:lnTo>
                  <a:lnTo>
                    <a:pt x="4821884" y="1063527"/>
                  </a:lnTo>
                  <a:lnTo>
                    <a:pt x="4821223" y="1063527"/>
                  </a:lnTo>
                  <a:lnTo>
                    <a:pt x="4820563" y="1063527"/>
                  </a:lnTo>
                  <a:lnTo>
                    <a:pt x="4819902" y="1063527"/>
                  </a:lnTo>
                  <a:lnTo>
                    <a:pt x="4819242" y="1063527"/>
                  </a:lnTo>
                  <a:lnTo>
                    <a:pt x="4818581" y="1063527"/>
                  </a:lnTo>
                  <a:lnTo>
                    <a:pt x="4817921" y="1063527"/>
                  </a:lnTo>
                  <a:lnTo>
                    <a:pt x="4817260" y="1063527"/>
                  </a:lnTo>
                  <a:lnTo>
                    <a:pt x="4816600" y="1063527"/>
                  </a:lnTo>
                  <a:lnTo>
                    <a:pt x="4815939" y="1063527"/>
                  </a:lnTo>
                  <a:lnTo>
                    <a:pt x="4815279" y="1063527"/>
                  </a:lnTo>
                  <a:lnTo>
                    <a:pt x="4814618" y="1063527"/>
                  </a:lnTo>
                  <a:lnTo>
                    <a:pt x="4813957" y="1063527"/>
                  </a:lnTo>
                  <a:lnTo>
                    <a:pt x="4813297" y="1063527"/>
                  </a:lnTo>
                  <a:lnTo>
                    <a:pt x="4812636" y="1063527"/>
                  </a:lnTo>
                  <a:lnTo>
                    <a:pt x="4811976" y="1063527"/>
                  </a:lnTo>
                  <a:lnTo>
                    <a:pt x="4811315" y="1063527"/>
                  </a:lnTo>
                  <a:lnTo>
                    <a:pt x="4810655" y="1063527"/>
                  </a:lnTo>
                  <a:lnTo>
                    <a:pt x="4809994" y="1063527"/>
                  </a:lnTo>
                  <a:lnTo>
                    <a:pt x="4809334" y="1063527"/>
                  </a:lnTo>
                  <a:lnTo>
                    <a:pt x="4808673" y="1063527"/>
                  </a:lnTo>
                  <a:lnTo>
                    <a:pt x="4808013" y="1063527"/>
                  </a:lnTo>
                  <a:lnTo>
                    <a:pt x="4807352" y="1063527"/>
                  </a:lnTo>
                  <a:lnTo>
                    <a:pt x="4806692" y="1063527"/>
                  </a:lnTo>
                  <a:lnTo>
                    <a:pt x="4806031" y="1063527"/>
                  </a:lnTo>
                  <a:lnTo>
                    <a:pt x="4805371" y="1063527"/>
                  </a:lnTo>
                  <a:lnTo>
                    <a:pt x="4804710" y="1063527"/>
                  </a:lnTo>
                  <a:lnTo>
                    <a:pt x="4804050" y="1063527"/>
                  </a:lnTo>
                  <a:lnTo>
                    <a:pt x="4803389" y="1063527"/>
                  </a:lnTo>
                  <a:lnTo>
                    <a:pt x="4802728" y="1063527"/>
                  </a:lnTo>
                  <a:lnTo>
                    <a:pt x="4802068" y="1063527"/>
                  </a:lnTo>
                  <a:lnTo>
                    <a:pt x="4801407" y="1063527"/>
                  </a:lnTo>
                  <a:lnTo>
                    <a:pt x="4800747" y="1063527"/>
                  </a:lnTo>
                  <a:lnTo>
                    <a:pt x="4800086" y="1063527"/>
                  </a:lnTo>
                  <a:lnTo>
                    <a:pt x="4799426" y="1063527"/>
                  </a:lnTo>
                  <a:lnTo>
                    <a:pt x="4798765" y="1063527"/>
                  </a:lnTo>
                  <a:lnTo>
                    <a:pt x="4798105" y="1063527"/>
                  </a:lnTo>
                  <a:lnTo>
                    <a:pt x="4797444" y="1063527"/>
                  </a:lnTo>
                  <a:lnTo>
                    <a:pt x="4796784" y="1063527"/>
                  </a:lnTo>
                  <a:lnTo>
                    <a:pt x="4796123" y="1063527"/>
                  </a:lnTo>
                  <a:lnTo>
                    <a:pt x="4795463" y="1063527"/>
                  </a:lnTo>
                  <a:lnTo>
                    <a:pt x="4794802" y="1063527"/>
                  </a:lnTo>
                  <a:lnTo>
                    <a:pt x="4794142" y="1063527"/>
                  </a:lnTo>
                  <a:lnTo>
                    <a:pt x="4793481" y="1063527"/>
                  </a:lnTo>
                  <a:lnTo>
                    <a:pt x="4792820" y="1063527"/>
                  </a:lnTo>
                  <a:lnTo>
                    <a:pt x="4792160" y="1063527"/>
                  </a:lnTo>
                  <a:lnTo>
                    <a:pt x="4791499" y="1063527"/>
                  </a:lnTo>
                  <a:lnTo>
                    <a:pt x="4790839" y="1063527"/>
                  </a:lnTo>
                  <a:lnTo>
                    <a:pt x="4790178" y="1063527"/>
                  </a:lnTo>
                  <a:lnTo>
                    <a:pt x="4789518" y="1063527"/>
                  </a:lnTo>
                  <a:lnTo>
                    <a:pt x="4788857" y="1063527"/>
                  </a:lnTo>
                  <a:lnTo>
                    <a:pt x="4788197" y="1063527"/>
                  </a:lnTo>
                  <a:lnTo>
                    <a:pt x="4787536" y="1063527"/>
                  </a:lnTo>
                  <a:lnTo>
                    <a:pt x="4786876" y="1063527"/>
                  </a:lnTo>
                  <a:lnTo>
                    <a:pt x="4786215" y="1063527"/>
                  </a:lnTo>
                  <a:lnTo>
                    <a:pt x="4785555" y="1063527"/>
                  </a:lnTo>
                  <a:lnTo>
                    <a:pt x="4784894" y="1063527"/>
                  </a:lnTo>
                  <a:lnTo>
                    <a:pt x="4784234" y="1063527"/>
                  </a:lnTo>
                  <a:lnTo>
                    <a:pt x="4783573" y="1063527"/>
                  </a:lnTo>
                  <a:lnTo>
                    <a:pt x="4782912" y="1063527"/>
                  </a:lnTo>
                  <a:lnTo>
                    <a:pt x="4782252" y="1063527"/>
                  </a:lnTo>
                  <a:lnTo>
                    <a:pt x="4781591" y="1063527"/>
                  </a:lnTo>
                  <a:lnTo>
                    <a:pt x="4780931" y="1063527"/>
                  </a:lnTo>
                  <a:lnTo>
                    <a:pt x="4780270" y="1063527"/>
                  </a:lnTo>
                  <a:lnTo>
                    <a:pt x="4779610" y="1063527"/>
                  </a:lnTo>
                  <a:lnTo>
                    <a:pt x="4778949" y="1063527"/>
                  </a:lnTo>
                  <a:lnTo>
                    <a:pt x="4778289" y="1063527"/>
                  </a:lnTo>
                  <a:lnTo>
                    <a:pt x="4777628" y="1063527"/>
                  </a:lnTo>
                  <a:lnTo>
                    <a:pt x="4776968" y="1063527"/>
                  </a:lnTo>
                  <a:lnTo>
                    <a:pt x="4776307" y="1063527"/>
                  </a:lnTo>
                  <a:lnTo>
                    <a:pt x="4775647" y="1063527"/>
                  </a:lnTo>
                  <a:lnTo>
                    <a:pt x="4774986" y="1063527"/>
                  </a:lnTo>
                  <a:lnTo>
                    <a:pt x="4774326" y="1063527"/>
                  </a:lnTo>
                  <a:lnTo>
                    <a:pt x="4773665" y="1063527"/>
                  </a:lnTo>
                  <a:lnTo>
                    <a:pt x="4773005" y="1063527"/>
                  </a:lnTo>
                  <a:lnTo>
                    <a:pt x="4772344" y="1063527"/>
                  </a:lnTo>
                  <a:lnTo>
                    <a:pt x="4771683" y="1063527"/>
                  </a:lnTo>
                  <a:lnTo>
                    <a:pt x="4771023" y="1063527"/>
                  </a:lnTo>
                  <a:lnTo>
                    <a:pt x="4770362" y="1063527"/>
                  </a:lnTo>
                  <a:lnTo>
                    <a:pt x="4769702" y="1063527"/>
                  </a:lnTo>
                  <a:lnTo>
                    <a:pt x="4769041" y="1063527"/>
                  </a:lnTo>
                  <a:lnTo>
                    <a:pt x="4768381" y="1063527"/>
                  </a:lnTo>
                  <a:lnTo>
                    <a:pt x="4767720" y="1063527"/>
                  </a:lnTo>
                  <a:lnTo>
                    <a:pt x="4767060" y="1063527"/>
                  </a:lnTo>
                  <a:lnTo>
                    <a:pt x="4766399" y="1063527"/>
                  </a:lnTo>
                  <a:lnTo>
                    <a:pt x="4765739" y="1063527"/>
                  </a:lnTo>
                  <a:lnTo>
                    <a:pt x="4765078" y="1063527"/>
                  </a:lnTo>
                  <a:lnTo>
                    <a:pt x="4764418" y="1063527"/>
                  </a:lnTo>
                  <a:lnTo>
                    <a:pt x="4763757" y="1063527"/>
                  </a:lnTo>
                  <a:lnTo>
                    <a:pt x="4763097" y="1063527"/>
                  </a:lnTo>
                  <a:lnTo>
                    <a:pt x="4762436" y="1063527"/>
                  </a:lnTo>
                  <a:lnTo>
                    <a:pt x="4761775" y="1063527"/>
                  </a:lnTo>
                  <a:lnTo>
                    <a:pt x="4761115" y="1063527"/>
                  </a:lnTo>
                  <a:lnTo>
                    <a:pt x="4760454" y="1063527"/>
                  </a:lnTo>
                  <a:lnTo>
                    <a:pt x="4759794" y="1063527"/>
                  </a:lnTo>
                  <a:lnTo>
                    <a:pt x="4759133" y="1063527"/>
                  </a:lnTo>
                  <a:lnTo>
                    <a:pt x="4758473" y="1063527"/>
                  </a:lnTo>
                  <a:lnTo>
                    <a:pt x="4757812" y="1063527"/>
                  </a:lnTo>
                  <a:lnTo>
                    <a:pt x="4757152" y="1063527"/>
                  </a:lnTo>
                  <a:lnTo>
                    <a:pt x="4756491" y="1063527"/>
                  </a:lnTo>
                  <a:lnTo>
                    <a:pt x="4755831" y="1063527"/>
                  </a:lnTo>
                  <a:lnTo>
                    <a:pt x="4755170" y="1063527"/>
                  </a:lnTo>
                  <a:lnTo>
                    <a:pt x="4754510" y="1063527"/>
                  </a:lnTo>
                  <a:lnTo>
                    <a:pt x="4753849" y="1063527"/>
                  </a:lnTo>
                  <a:lnTo>
                    <a:pt x="4753189" y="1063527"/>
                  </a:lnTo>
                  <a:lnTo>
                    <a:pt x="4752528" y="1063527"/>
                  </a:lnTo>
                  <a:lnTo>
                    <a:pt x="4751867" y="1063527"/>
                  </a:lnTo>
                  <a:lnTo>
                    <a:pt x="4751207" y="1063527"/>
                  </a:lnTo>
                  <a:lnTo>
                    <a:pt x="4750546" y="1063527"/>
                  </a:lnTo>
                  <a:lnTo>
                    <a:pt x="4749886" y="1063527"/>
                  </a:lnTo>
                  <a:lnTo>
                    <a:pt x="4749225" y="1063527"/>
                  </a:lnTo>
                  <a:lnTo>
                    <a:pt x="4748565" y="1063527"/>
                  </a:lnTo>
                  <a:lnTo>
                    <a:pt x="4747904" y="1063527"/>
                  </a:lnTo>
                  <a:lnTo>
                    <a:pt x="4747244" y="1063527"/>
                  </a:lnTo>
                  <a:lnTo>
                    <a:pt x="4746583" y="1063527"/>
                  </a:lnTo>
                  <a:lnTo>
                    <a:pt x="4745923" y="1063527"/>
                  </a:lnTo>
                  <a:lnTo>
                    <a:pt x="4745262" y="1063527"/>
                  </a:lnTo>
                  <a:lnTo>
                    <a:pt x="4744602" y="1063527"/>
                  </a:lnTo>
                  <a:lnTo>
                    <a:pt x="4743941" y="1063527"/>
                  </a:lnTo>
                  <a:lnTo>
                    <a:pt x="4743281" y="1063527"/>
                  </a:lnTo>
                  <a:lnTo>
                    <a:pt x="4742620" y="1063527"/>
                  </a:lnTo>
                  <a:lnTo>
                    <a:pt x="4741959" y="1063527"/>
                  </a:lnTo>
                  <a:lnTo>
                    <a:pt x="4741299" y="1063527"/>
                  </a:lnTo>
                  <a:lnTo>
                    <a:pt x="4740638" y="1063527"/>
                  </a:lnTo>
                  <a:lnTo>
                    <a:pt x="4739978" y="1063527"/>
                  </a:lnTo>
                  <a:lnTo>
                    <a:pt x="4739317" y="1063527"/>
                  </a:lnTo>
                  <a:lnTo>
                    <a:pt x="4738657" y="1063527"/>
                  </a:lnTo>
                  <a:lnTo>
                    <a:pt x="4737996" y="1063527"/>
                  </a:lnTo>
                  <a:lnTo>
                    <a:pt x="4737336" y="1063527"/>
                  </a:lnTo>
                  <a:lnTo>
                    <a:pt x="4736675" y="1063527"/>
                  </a:lnTo>
                  <a:lnTo>
                    <a:pt x="4736015" y="1063527"/>
                  </a:lnTo>
                  <a:lnTo>
                    <a:pt x="4735354" y="1063527"/>
                  </a:lnTo>
                  <a:lnTo>
                    <a:pt x="4734694" y="1063527"/>
                  </a:lnTo>
                  <a:lnTo>
                    <a:pt x="4734033" y="1063527"/>
                  </a:lnTo>
                  <a:lnTo>
                    <a:pt x="4733373" y="1063527"/>
                  </a:lnTo>
                  <a:lnTo>
                    <a:pt x="4732712" y="1063527"/>
                  </a:lnTo>
                  <a:lnTo>
                    <a:pt x="4732052" y="1063527"/>
                  </a:lnTo>
                  <a:lnTo>
                    <a:pt x="4731391" y="1063527"/>
                  </a:lnTo>
                  <a:lnTo>
                    <a:pt x="4730730" y="1063527"/>
                  </a:lnTo>
                  <a:lnTo>
                    <a:pt x="4730070" y="1063527"/>
                  </a:lnTo>
                  <a:lnTo>
                    <a:pt x="4729409" y="1063527"/>
                  </a:lnTo>
                  <a:lnTo>
                    <a:pt x="4728749" y="1063527"/>
                  </a:lnTo>
                  <a:lnTo>
                    <a:pt x="4728088" y="1063527"/>
                  </a:lnTo>
                  <a:lnTo>
                    <a:pt x="4727428" y="1063527"/>
                  </a:lnTo>
                  <a:lnTo>
                    <a:pt x="4726767" y="1063527"/>
                  </a:lnTo>
                  <a:lnTo>
                    <a:pt x="4726107" y="1063527"/>
                  </a:lnTo>
                  <a:lnTo>
                    <a:pt x="4725446" y="1063527"/>
                  </a:lnTo>
                  <a:lnTo>
                    <a:pt x="4724786" y="1063527"/>
                  </a:lnTo>
                  <a:lnTo>
                    <a:pt x="4724125" y="1063527"/>
                  </a:lnTo>
                  <a:lnTo>
                    <a:pt x="4723465" y="1063527"/>
                  </a:lnTo>
                  <a:lnTo>
                    <a:pt x="4722804" y="1063527"/>
                  </a:lnTo>
                  <a:lnTo>
                    <a:pt x="4722144" y="1063527"/>
                  </a:lnTo>
                  <a:lnTo>
                    <a:pt x="4721483" y="1063527"/>
                  </a:lnTo>
                  <a:lnTo>
                    <a:pt x="4720822" y="1063527"/>
                  </a:lnTo>
                  <a:lnTo>
                    <a:pt x="4720162" y="1063527"/>
                  </a:lnTo>
                  <a:lnTo>
                    <a:pt x="4719501" y="1063527"/>
                  </a:lnTo>
                  <a:lnTo>
                    <a:pt x="4718841" y="1063527"/>
                  </a:lnTo>
                  <a:lnTo>
                    <a:pt x="4718180" y="1063527"/>
                  </a:lnTo>
                  <a:lnTo>
                    <a:pt x="4717520" y="1063527"/>
                  </a:lnTo>
                  <a:lnTo>
                    <a:pt x="4716859" y="1063527"/>
                  </a:lnTo>
                  <a:lnTo>
                    <a:pt x="4716199" y="1063527"/>
                  </a:lnTo>
                  <a:lnTo>
                    <a:pt x="4715538" y="1063527"/>
                  </a:lnTo>
                  <a:lnTo>
                    <a:pt x="4714878" y="1063527"/>
                  </a:lnTo>
                  <a:lnTo>
                    <a:pt x="4714217" y="1063527"/>
                  </a:lnTo>
                  <a:lnTo>
                    <a:pt x="4713557" y="1063527"/>
                  </a:lnTo>
                  <a:lnTo>
                    <a:pt x="4712896" y="1063527"/>
                  </a:lnTo>
                  <a:lnTo>
                    <a:pt x="4712236" y="1063527"/>
                  </a:lnTo>
                  <a:lnTo>
                    <a:pt x="4711575" y="1063527"/>
                  </a:lnTo>
                  <a:lnTo>
                    <a:pt x="4710914" y="1063527"/>
                  </a:lnTo>
                  <a:lnTo>
                    <a:pt x="4710254" y="1063527"/>
                  </a:lnTo>
                  <a:lnTo>
                    <a:pt x="4709593" y="1063527"/>
                  </a:lnTo>
                  <a:lnTo>
                    <a:pt x="4708933" y="1063527"/>
                  </a:lnTo>
                  <a:lnTo>
                    <a:pt x="4708272" y="1063527"/>
                  </a:lnTo>
                  <a:lnTo>
                    <a:pt x="4707612" y="1063527"/>
                  </a:lnTo>
                  <a:lnTo>
                    <a:pt x="4706951" y="1063527"/>
                  </a:lnTo>
                  <a:lnTo>
                    <a:pt x="4706291" y="1063527"/>
                  </a:lnTo>
                  <a:lnTo>
                    <a:pt x="4705630" y="1063527"/>
                  </a:lnTo>
                  <a:lnTo>
                    <a:pt x="4704970" y="1063527"/>
                  </a:lnTo>
                  <a:lnTo>
                    <a:pt x="4704309" y="1063527"/>
                  </a:lnTo>
                  <a:lnTo>
                    <a:pt x="4703649" y="1063527"/>
                  </a:lnTo>
                  <a:lnTo>
                    <a:pt x="4702988" y="1063527"/>
                  </a:lnTo>
                  <a:lnTo>
                    <a:pt x="4702328" y="1063527"/>
                  </a:lnTo>
                  <a:lnTo>
                    <a:pt x="4701667" y="1063527"/>
                  </a:lnTo>
                  <a:lnTo>
                    <a:pt x="4701007" y="1063527"/>
                  </a:lnTo>
                  <a:lnTo>
                    <a:pt x="4700346" y="1063527"/>
                  </a:lnTo>
                  <a:lnTo>
                    <a:pt x="4699685" y="1063527"/>
                  </a:lnTo>
                  <a:lnTo>
                    <a:pt x="4699025" y="1063527"/>
                  </a:lnTo>
                  <a:lnTo>
                    <a:pt x="4698364" y="1063527"/>
                  </a:lnTo>
                  <a:lnTo>
                    <a:pt x="4697704" y="1063527"/>
                  </a:lnTo>
                  <a:lnTo>
                    <a:pt x="4697043" y="1063527"/>
                  </a:lnTo>
                  <a:lnTo>
                    <a:pt x="4696383" y="1063527"/>
                  </a:lnTo>
                  <a:lnTo>
                    <a:pt x="4695722" y="1063527"/>
                  </a:lnTo>
                  <a:lnTo>
                    <a:pt x="4695062" y="1063527"/>
                  </a:lnTo>
                  <a:lnTo>
                    <a:pt x="4694401" y="1063527"/>
                  </a:lnTo>
                  <a:lnTo>
                    <a:pt x="4693741" y="1063527"/>
                  </a:lnTo>
                  <a:lnTo>
                    <a:pt x="4693080" y="1063527"/>
                  </a:lnTo>
                  <a:lnTo>
                    <a:pt x="4692420" y="1063527"/>
                  </a:lnTo>
                  <a:lnTo>
                    <a:pt x="4691759" y="1063527"/>
                  </a:lnTo>
                  <a:lnTo>
                    <a:pt x="4691099" y="1063527"/>
                  </a:lnTo>
                  <a:lnTo>
                    <a:pt x="4690438" y="1063527"/>
                  </a:lnTo>
                  <a:lnTo>
                    <a:pt x="4689777" y="1063527"/>
                  </a:lnTo>
                  <a:lnTo>
                    <a:pt x="4689117" y="1063527"/>
                  </a:lnTo>
                  <a:lnTo>
                    <a:pt x="4688456" y="1063527"/>
                  </a:lnTo>
                  <a:lnTo>
                    <a:pt x="4687796" y="1063527"/>
                  </a:lnTo>
                  <a:lnTo>
                    <a:pt x="4687135" y="1063527"/>
                  </a:lnTo>
                  <a:lnTo>
                    <a:pt x="4686475" y="1063527"/>
                  </a:lnTo>
                  <a:lnTo>
                    <a:pt x="4685814" y="1063527"/>
                  </a:lnTo>
                  <a:lnTo>
                    <a:pt x="4685154" y="1063527"/>
                  </a:lnTo>
                  <a:lnTo>
                    <a:pt x="4684493" y="1063527"/>
                  </a:lnTo>
                  <a:lnTo>
                    <a:pt x="4683833" y="1063527"/>
                  </a:lnTo>
                  <a:lnTo>
                    <a:pt x="4683172" y="1063527"/>
                  </a:lnTo>
                  <a:lnTo>
                    <a:pt x="4682512" y="1063527"/>
                  </a:lnTo>
                  <a:lnTo>
                    <a:pt x="4681851" y="1063527"/>
                  </a:lnTo>
                  <a:lnTo>
                    <a:pt x="4681191" y="1063527"/>
                  </a:lnTo>
                  <a:lnTo>
                    <a:pt x="4680530" y="1063527"/>
                  </a:lnTo>
                  <a:lnTo>
                    <a:pt x="4679869" y="1063527"/>
                  </a:lnTo>
                  <a:lnTo>
                    <a:pt x="4679209" y="1063527"/>
                  </a:lnTo>
                  <a:lnTo>
                    <a:pt x="4678548" y="1063527"/>
                  </a:lnTo>
                  <a:lnTo>
                    <a:pt x="4677888" y="1063527"/>
                  </a:lnTo>
                  <a:lnTo>
                    <a:pt x="4677227" y="1063527"/>
                  </a:lnTo>
                  <a:lnTo>
                    <a:pt x="4676567" y="1063527"/>
                  </a:lnTo>
                  <a:lnTo>
                    <a:pt x="4675906" y="1063527"/>
                  </a:lnTo>
                  <a:lnTo>
                    <a:pt x="4675246" y="1063527"/>
                  </a:lnTo>
                  <a:lnTo>
                    <a:pt x="4674585" y="1063527"/>
                  </a:lnTo>
                  <a:lnTo>
                    <a:pt x="4673925" y="1063527"/>
                  </a:lnTo>
                  <a:lnTo>
                    <a:pt x="4673264" y="1063527"/>
                  </a:lnTo>
                  <a:lnTo>
                    <a:pt x="4672604" y="1063527"/>
                  </a:lnTo>
                  <a:lnTo>
                    <a:pt x="4671943" y="1063527"/>
                  </a:lnTo>
                  <a:lnTo>
                    <a:pt x="4671283" y="1063527"/>
                  </a:lnTo>
                  <a:lnTo>
                    <a:pt x="4670622" y="1063527"/>
                  </a:lnTo>
                  <a:lnTo>
                    <a:pt x="4669961" y="1063527"/>
                  </a:lnTo>
                  <a:lnTo>
                    <a:pt x="4669301" y="1063527"/>
                  </a:lnTo>
                  <a:lnTo>
                    <a:pt x="4668640" y="1063527"/>
                  </a:lnTo>
                  <a:lnTo>
                    <a:pt x="4667980" y="1063527"/>
                  </a:lnTo>
                  <a:lnTo>
                    <a:pt x="4667319" y="1063527"/>
                  </a:lnTo>
                  <a:lnTo>
                    <a:pt x="4666659" y="1063527"/>
                  </a:lnTo>
                  <a:lnTo>
                    <a:pt x="4665998" y="1063527"/>
                  </a:lnTo>
                  <a:lnTo>
                    <a:pt x="4665338" y="1063527"/>
                  </a:lnTo>
                  <a:lnTo>
                    <a:pt x="4664677" y="1063527"/>
                  </a:lnTo>
                  <a:lnTo>
                    <a:pt x="4664017" y="1063527"/>
                  </a:lnTo>
                  <a:lnTo>
                    <a:pt x="4663356" y="1063527"/>
                  </a:lnTo>
                  <a:lnTo>
                    <a:pt x="4662696" y="1063527"/>
                  </a:lnTo>
                  <a:lnTo>
                    <a:pt x="4662035" y="1063527"/>
                  </a:lnTo>
                  <a:lnTo>
                    <a:pt x="4661375" y="1063527"/>
                  </a:lnTo>
                  <a:lnTo>
                    <a:pt x="4660714" y="1063527"/>
                  </a:lnTo>
                  <a:lnTo>
                    <a:pt x="4660054" y="1063527"/>
                  </a:lnTo>
                  <a:lnTo>
                    <a:pt x="4659393" y="1063527"/>
                  </a:lnTo>
                  <a:lnTo>
                    <a:pt x="4658732" y="1063527"/>
                  </a:lnTo>
                  <a:lnTo>
                    <a:pt x="4658072" y="1063527"/>
                  </a:lnTo>
                  <a:lnTo>
                    <a:pt x="4657411" y="1063527"/>
                  </a:lnTo>
                  <a:lnTo>
                    <a:pt x="4656751" y="1063527"/>
                  </a:lnTo>
                  <a:lnTo>
                    <a:pt x="4656090" y="1063527"/>
                  </a:lnTo>
                  <a:lnTo>
                    <a:pt x="4655430" y="1063527"/>
                  </a:lnTo>
                  <a:lnTo>
                    <a:pt x="4654769" y="1063527"/>
                  </a:lnTo>
                  <a:lnTo>
                    <a:pt x="4654109" y="1063527"/>
                  </a:lnTo>
                  <a:lnTo>
                    <a:pt x="4653448" y="1063527"/>
                  </a:lnTo>
                  <a:lnTo>
                    <a:pt x="4652788" y="1063527"/>
                  </a:lnTo>
                  <a:lnTo>
                    <a:pt x="4652127" y="1063527"/>
                  </a:lnTo>
                  <a:lnTo>
                    <a:pt x="4651467" y="1063527"/>
                  </a:lnTo>
                  <a:lnTo>
                    <a:pt x="4650806" y="1063527"/>
                  </a:lnTo>
                  <a:lnTo>
                    <a:pt x="4650146" y="1063527"/>
                  </a:lnTo>
                  <a:lnTo>
                    <a:pt x="4649485" y="1063527"/>
                  </a:lnTo>
                  <a:lnTo>
                    <a:pt x="4648824" y="1063527"/>
                  </a:lnTo>
                  <a:lnTo>
                    <a:pt x="4648164" y="1063527"/>
                  </a:lnTo>
                  <a:lnTo>
                    <a:pt x="4647503" y="1063527"/>
                  </a:lnTo>
                  <a:lnTo>
                    <a:pt x="4646843" y="1063527"/>
                  </a:lnTo>
                  <a:lnTo>
                    <a:pt x="4646182" y="1063527"/>
                  </a:lnTo>
                  <a:lnTo>
                    <a:pt x="4645522" y="1063527"/>
                  </a:lnTo>
                  <a:lnTo>
                    <a:pt x="4644861" y="1063527"/>
                  </a:lnTo>
                  <a:lnTo>
                    <a:pt x="4644201" y="1063527"/>
                  </a:lnTo>
                  <a:lnTo>
                    <a:pt x="4643540" y="1063527"/>
                  </a:lnTo>
                  <a:lnTo>
                    <a:pt x="4642880" y="1063527"/>
                  </a:lnTo>
                  <a:lnTo>
                    <a:pt x="4642219" y="1063527"/>
                  </a:lnTo>
                  <a:lnTo>
                    <a:pt x="4641559" y="1063527"/>
                  </a:lnTo>
                  <a:lnTo>
                    <a:pt x="4640898" y="1063527"/>
                  </a:lnTo>
                  <a:lnTo>
                    <a:pt x="4640238" y="1063527"/>
                  </a:lnTo>
                  <a:lnTo>
                    <a:pt x="4639577" y="1063527"/>
                  </a:lnTo>
                  <a:lnTo>
                    <a:pt x="4638916" y="1063527"/>
                  </a:lnTo>
                  <a:lnTo>
                    <a:pt x="4638256" y="1063527"/>
                  </a:lnTo>
                  <a:lnTo>
                    <a:pt x="4637595" y="1063527"/>
                  </a:lnTo>
                  <a:lnTo>
                    <a:pt x="4636935" y="1063527"/>
                  </a:lnTo>
                  <a:lnTo>
                    <a:pt x="4636274" y="1063527"/>
                  </a:lnTo>
                  <a:lnTo>
                    <a:pt x="4635614" y="1063527"/>
                  </a:lnTo>
                  <a:lnTo>
                    <a:pt x="4634953" y="1063527"/>
                  </a:lnTo>
                  <a:lnTo>
                    <a:pt x="4634293" y="1063527"/>
                  </a:lnTo>
                  <a:lnTo>
                    <a:pt x="4633632" y="1063527"/>
                  </a:lnTo>
                  <a:lnTo>
                    <a:pt x="4632972" y="1063527"/>
                  </a:lnTo>
                  <a:lnTo>
                    <a:pt x="4632311" y="1063527"/>
                  </a:lnTo>
                  <a:lnTo>
                    <a:pt x="4631651" y="1063527"/>
                  </a:lnTo>
                  <a:lnTo>
                    <a:pt x="4630990" y="1063527"/>
                  </a:lnTo>
                  <a:lnTo>
                    <a:pt x="4630330" y="1063527"/>
                  </a:lnTo>
                  <a:lnTo>
                    <a:pt x="4629669" y="1063527"/>
                  </a:lnTo>
                  <a:lnTo>
                    <a:pt x="4629009" y="1063527"/>
                  </a:lnTo>
                  <a:lnTo>
                    <a:pt x="4628348" y="1063527"/>
                  </a:lnTo>
                  <a:lnTo>
                    <a:pt x="4627687" y="1063527"/>
                  </a:lnTo>
                  <a:lnTo>
                    <a:pt x="4627027" y="1063527"/>
                  </a:lnTo>
                  <a:lnTo>
                    <a:pt x="4626366" y="1063527"/>
                  </a:lnTo>
                  <a:lnTo>
                    <a:pt x="4625706" y="1063527"/>
                  </a:lnTo>
                  <a:lnTo>
                    <a:pt x="4625045" y="1063527"/>
                  </a:lnTo>
                  <a:lnTo>
                    <a:pt x="4624385" y="1063527"/>
                  </a:lnTo>
                  <a:lnTo>
                    <a:pt x="4623724" y="1063527"/>
                  </a:lnTo>
                  <a:lnTo>
                    <a:pt x="4623064" y="1063527"/>
                  </a:lnTo>
                  <a:lnTo>
                    <a:pt x="4622403" y="1063527"/>
                  </a:lnTo>
                  <a:lnTo>
                    <a:pt x="4621743" y="1063527"/>
                  </a:lnTo>
                  <a:lnTo>
                    <a:pt x="4621082" y="1063527"/>
                  </a:lnTo>
                  <a:lnTo>
                    <a:pt x="4620422" y="1063527"/>
                  </a:lnTo>
                  <a:lnTo>
                    <a:pt x="4619761" y="1063527"/>
                  </a:lnTo>
                  <a:lnTo>
                    <a:pt x="4619101" y="1063527"/>
                  </a:lnTo>
                  <a:lnTo>
                    <a:pt x="4618440" y="1063527"/>
                  </a:lnTo>
                  <a:lnTo>
                    <a:pt x="4617779" y="1063527"/>
                  </a:lnTo>
                  <a:lnTo>
                    <a:pt x="4617119" y="1063527"/>
                  </a:lnTo>
                  <a:lnTo>
                    <a:pt x="4616458" y="1063527"/>
                  </a:lnTo>
                  <a:lnTo>
                    <a:pt x="4615798" y="1063527"/>
                  </a:lnTo>
                  <a:lnTo>
                    <a:pt x="4615137" y="1063527"/>
                  </a:lnTo>
                  <a:lnTo>
                    <a:pt x="4614477" y="1063527"/>
                  </a:lnTo>
                  <a:lnTo>
                    <a:pt x="4613816" y="1063527"/>
                  </a:lnTo>
                  <a:lnTo>
                    <a:pt x="4613156" y="1063527"/>
                  </a:lnTo>
                  <a:lnTo>
                    <a:pt x="4612495" y="1063527"/>
                  </a:lnTo>
                  <a:lnTo>
                    <a:pt x="4611835" y="1063527"/>
                  </a:lnTo>
                  <a:lnTo>
                    <a:pt x="4611174" y="1063527"/>
                  </a:lnTo>
                  <a:lnTo>
                    <a:pt x="4610514" y="1063527"/>
                  </a:lnTo>
                  <a:lnTo>
                    <a:pt x="4609853" y="1063527"/>
                  </a:lnTo>
                  <a:lnTo>
                    <a:pt x="4609193" y="1063527"/>
                  </a:lnTo>
                  <a:lnTo>
                    <a:pt x="4608532" y="1063527"/>
                  </a:lnTo>
                  <a:lnTo>
                    <a:pt x="4607871" y="1063527"/>
                  </a:lnTo>
                  <a:lnTo>
                    <a:pt x="4607211" y="1063527"/>
                  </a:lnTo>
                  <a:lnTo>
                    <a:pt x="4606550" y="1063527"/>
                  </a:lnTo>
                  <a:lnTo>
                    <a:pt x="4605890" y="1063527"/>
                  </a:lnTo>
                  <a:lnTo>
                    <a:pt x="4605229" y="1063527"/>
                  </a:lnTo>
                  <a:lnTo>
                    <a:pt x="4604569" y="1063527"/>
                  </a:lnTo>
                  <a:lnTo>
                    <a:pt x="4603908" y="1063527"/>
                  </a:lnTo>
                  <a:lnTo>
                    <a:pt x="4603248" y="1063527"/>
                  </a:lnTo>
                  <a:lnTo>
                    <a:pt x="4602587" y="1063527"/>
                  </a:lnTo>
                  <a:lnTo>
                    <a:pt x="4601927" y="1063527"/>
                  </a:lnTo>
                  <a:lnTo>
                    <a:pt x="4601266" y="1063527"/>
                  </a:lnTo>
                  <a:lnTo>
                    <a:pt x="4600606" y="1063527"/>
                  </a:lnTo>
                  <a:lnTo>
                    <a:pt x="4599945" y="1063527"/>
                  </a:lnTo>
                  <a:lnTo>
                    <a:pt x="4599285" y="1063527"/>
                  </a:lnTo>
                  <a:lnTo>
                    <a:pt x="4598624" y="1063527"/>
                  </a:lnTo>
                  <a:lnTo>
                    <a:pt x="4597963" y="1063527"/>
                  </a:lnTo>
                  <a:lnTo>
                    <a:pt x="4597303" y="1063527"/>
                  </a:lnTo>
                  <a:lnTo>
                    <a:pt x="4596642" y="1063527"/>
                  </a:lnTo>
                  <a:lnTo>
                    <a:pt x="4595982" y="1063527"/>
                  </a:lnTo>
                  <a:lnTo>
                    <a:pt x="4595321" y="1063527"/>
                  </a:lnTo>
                  <a:lnTo>
                    <a:pt x="4594661" y="1063527"/>
                  </a:lnTo>
                  <a:lnTo>
                    <a:pt x="4594000" y="1063527"/>
                  </a:lnTo>
                  <a:lnTo>
                    <a:pt x="4593340" y="1063527"/>
                  </a:lnTo>
                  <a:lnTo>
                    <a:pt x="4592679" y="1063527"/>
                  </a:lnTo>
                  <a:lnTo>
                    <a:pt x="4592019" y="1063527"/>
                  </a:lnTo>
                  <a:lnTo>
                    <a:pt x="4591358" y="1063527"/>
                  </a:lnTo>
                  <a:lnTo>
                    <a:pt x="4590698" y="1063527"/>
                  </a:lnTo>
                  <a:lnTo>
                    <a:pt x="4590037" y="1063527"/>
                  </a:lnTo>
                  <a:lnTo>
                    <a:pt x="4589377" y="1063527"/>
                  </a:lnTo>
                  <a:lnTo>
                    <a:pt x="4588716" y="1063527"/>
                  </a:lnTo>
                  <a:lnTo>
                    <a:pt x="4588056" y="1063527"/>
                  </a:lnTo>
                  <a:lnTo>
                    <a:pt x="4587395" y="1063527"/>
                  </a:lnTo>
                  <a:lnTo>
                    <a:pt x="4586734" y="1063527"/>
                  </a:lnTo>
                  <a:lnTo>
                    <a:pt x="4586074" y="1063527"/>
                  </a:lnTo>
                  <a:lnTo>
                    <a:pt x="4585413" y="1063527"/>
                  </a:lnTo>
                  <a:lnTo>
                    <a:pt x="4584753" y="1063527"/>
                  </a:lnTo>
                  <a:lnTo>
                    <a:pt x="4584092" y="1063527"/>
                  </a:lnTo>
                  <a:lnTo>
                    <a:pt x="4583432" y="1063527"/>
                  </a:lnTo>
                  <a:lnTo>
                    <a:pt x="4582771" y="1063527"/>
                  </a:lnTo>
                  <a:lnTo>
                    <a:pt x="4582111" y="1063527"/>
                  </a:lnTo>
                  <a:lnTo>
                    <a:pt x="4581450" y="1063527"/>
                  </a:lnTo>
                  <a:lnTo>
                    <a:pt x="4580790" y="1063527"/>
                  </a:lnTo>
                  <a:lnTo>
                    <a:pt x="4580129" y="1063527"/>
                  </a:lnTo>
                  <a:lnTo>
                    <a:pt x="4579469" y="1063527"/>
                  </a:lnTo>
                  <a:lnTo>
                    <a:pt x="4578808" y="1063527"/>
                  </a:lnTo>
                  <a:lnTo>
                    <a:pt x="4578148" y="1063527"/>
                  </a:lnTo>
                  <a:lnTo>
                    <a:pt x="4577487" y="1063527"/>
                  </a:lnTo>
                  <a:lnTo>
                    <a:pt x="4576826" y="1063527"/>
                  </a:lnTo>
                  <a:lnTo>
                    <a:pt x="4576166" y="1063527"/>
                  </a:lnTo>
                  <a:lnTo>
                    <a:pt x="4575505" y="1063527"/>
                  </a:lnTo>
                  <a:lnTo>
                    <a:pt x="4574845" y="1063527"/>
                  </a:lnTo>
                  <a:lnTo>
                    <a:pt x="4574184" y="1063527"/>
                  </a:lnTo>
                  <a:lnTo>
                    <a:pt x="4573524" y="1063527"/>
                  </a:lnTo>
                  <a:lnTo>
                    <a:pt x="4572863" y="1063527"/>
                  </a:lnTo>
                  <a:lnTo>
                    <a:pt x="4572203" y="1063527"/>
                  </a:lnTo>
                  <a:lnTo>
                    <a:pt x="4571542" y="1063527"/>
                  </a:lnTo>
                  <a:lnTo>
                    <a:pt x="4570882" y="1063527"/>
                  </a:lnTo>
                  <a:lnTo>
                    <a:pt x="4570221" y="1063527"/>
                  </a:lnTo>
                  <a:lnTo>
                    <a:pt x="4569561" y="1063527"/>
                  </a:lnTo>
                  <a:lnTo>
                    <a:pt x="4568900" y="1063527"/>
                  </a:lnTo>
                  <a:lnTo>
                    <a:pt x="4568240" y="1063527"/>
                  </a:lnTo>
                  <a:lnTo>
                    <a:pt x="4567579" y="1063527"/>
                  </a:lnTo>
                  <a:lnTo>
                    <a:pt x="4566918" y="1063527"/>
                  </a:lnTo>
                  <a:lnTo>
                    <a:pt x="4566258" y="1063527"/>
                  </a:lnTo>
                  <a:lnTo>
                    <a:pt x="4565597" y="1063527"/>
                  </a:lnTo>
                  <a:lnTo>
                    <a:pt x="4564937" y="1063527"/>
                  </a:lnTo>
                  <a:lnTo>
                    <a:pt x="4564276" y="1063527"/>
                  </a:lnTo>
                  <a:lnTo>
                    <a:pt x="4563616" y="1063527"/>
                  </a:lnTo>
                  <a:lnTo>
                    <a:pt x="4562955" y="1063527"/>
                  </a:lnTo>
                  <a:lnTo>
                    <a:pt x="4562295" y="1063527"/>
                  </a:lnTo>
                  <a:lnTo>
                    <a:pt x="4561634" y="1063527"/>
                  </a:lnTo>
                  <a:lnTo>
                    <a:pt x="4560974" y="1063527"/>
                  </a:lnTo>
                  <a:lnTo>
                    <a:pt x="4560313" y="1063527"/>
                  </a:lnTo>
                  <a:lnTo>
                    <a:pt x="4559653" y="1063527"/>
                  </a:lnTo>
                  <a:lnTo>
                    <a:pt x="4558992" y="1063527"/>
                  </a:lnTo>
                  <a:lnTo>
                    <a:pt x="4558332" y="1063527"/>
                  </a:lnTo>
                  <a:lnTo>
                    <a:pt x="4557671" y="1063527"/>
                  </a:lnTo>
                  <a:lnTo>
                    <a:pt x="4557011" y="1063527"/>
                  </a:lnTo>
                  <a:lnTo>
                    <a:pt x="4556350" y="1063527"/>
                  </a:lnTo>
                  <a:lnTo>
                    <a:pt x="4555689" y="1063527"/>
                  </a:lnTo>
                  <a:lnTo>
                    <a:pt x="4555029" y="1063527"/>
                  </a:lnTo>
                  <a:lnTo>
                    <a:pt x="4554368" y="1063527"/>
                  </a:lnTo>
                  <a:lnTo>
                    <a:pt x="4553708" y="1063527"/>
                  </a:lnTo>
                  <a:lnTo>
                    <a:pt x="4553047" y="1063527"/>
                  </a:lnTo>
                  <a:lnTo>
                    <a:pt x="4552387" y="1063527"/>
                  </a:lnTo>
                  <a:lnTo>
                    <a:pt x="4551726" y="1063527"/>
                  </a:lnTo>
                  <a:lnTo>
                    <a:pt x="4551066" y="1063527"/>
                  </a:lnTo>
                  <a:lnTo>
                    <a:pt x="4550405" y="1063527"/>
                  </a:lnTo>
                  <a:lnTo>
                    <a:pt x="4549745" y="1063527"/>
                  </a:lnTo>
                  <a:lnTo>
                    <a:pt x="4549084" y="1063527"/>
                  </a:lnTo>
                  <a:lnTo>
                    <a:pt x="4548424" y="1063527"/>
                  </a:lnTo>
                  <a:lnTo>
                    <a:pt x="4547763" y="1063527"/>
                  </a:lnTo>
                  <a:lnTo>
                    <a:pt x="4547103" y="1063527"/>
                  </a:lnTo>
                  <a:lnTo>
                    <a:pt x="4546442" y="1063527"/>
                  </a:lnTo>
                  <a:lnTo>
                    <a:pt x="4545781" y="1063527"/>
                  </a:lnTo>
                  <a:lnTo>
                    <a:pt x="4545121" y="1063527"/>
                  </a:lnTo>
                  <a:lnTo>
                    <a:pt x="4544460" y="1063527"/>
                  </a:lnTo>
                  <a:lnTo>
                    <a:pt x="4543800" y="1063527"/>
                  </a:lnTo>
                  <a:lnTo>
                    <a:pt x="4543139" y="1063527"/>
                  </a:lnTo>
                  <a:lnTo>
                    <a:pt x="4542479" y="1063527"/>
                  </a:lnTo>
                  <a:lnTo>
                    <a:pt x="4541818" y="1063527"/>
                  </a:lnTo>
                  <a:lnTo>
                    <a:pt x="4541158" y="1063527"/>
                  </a:lnTo>
                  <a:lnTo>
                    <a:pt x="4540497" y="1063527"/>
                  </a:lnTo>
                  <a:lnTo>
                    <a:pt x="4539837" y="1063527"/>
                  </a:lnTo>
                  <a:lnTo>
                    <a:pt x="4539176" y="1063527"/>
                  </a:lnTo>
                  <a:lnTo>
                    <a:pt x="4538516" y="1063527"/>
                  </a:lnTo>
                  <a:lnTo>
                    <a:pt x="4537855" y="1063527"/>
                  </a:lnTo>
                  <a:lnTo>
                    <a:pt x="4537195" y="1063527"/>
                  </a:lnTo>
                  <a:lnTo>
                    <a:pt x="4536534" y="1063527"/>
                  </a:lnTo>
                  <a:lnTo>
                    <a:pt x="4535873" y="1063527"/>
                  </a:lnTo>
                  <a:lnTo>
                    <a:pt x="4535213" y="1063527"/>
                  </a:lnTo>
                  <a:lnTo>
                    <a:pt x="4534552" y="1063527"/>
                  </a:lnTo>
                  <a:lnTo>
                    <a:pt x="4533892" y="1063527"/>
                  </a:lnTo>
                  <a:lnTo>
                    <a:pt x="4533231" y="1063527"/>
                  </a:lnTo>
                  <a:lnTo>
                    <a:pt x="4532571" y="1063527"/>
                  </a:lnTo>
                  <a:lnTo>
                    <a:pt x="4531910" y="1063527"/>
                  </a:lnTo>
                  <a:lnTo>
                    <a:pt x="4531250" y="1063527"/>
                  </a:lnTo>
                  <a:lnTo>
                    <a:pt x="4530589" y="1063527"/>
                  </a:lnTo>
                  <a:lnTo>
                    <a:pt x="4529929" y="1063527"/>
                  </a:lnTo>
                  <a:lnTo>
                    <a:pt x="4529268" y="1063527"/>
                  </a:lnTo>
                  <a:lnTo>
                    <a:pt x="4528608" y="1063527"/>
                  </a:lnTo>
                  <a:lnTo>
                    <a:pt x="4527947" y="1063527"/>
                  </a:lnTo>
                  <a:lnTo>
                    <a:pt x="4527287" y="1063527"/>
                  </a:lnTo>
                  <a:lnTo>
                    <a:pt x="4526626" y="1063527"/>
                  </a:lnTo>
                  <a:lnTo>
                    <a:pt x="4525965" y="1063527"/>
                  </a:lnTo>
                  <a:lnTo>
                    <a:pt x="4525305" y="1063527"/>
                  </a:lnTo>
                  <a:lnTo>
                    <a:pt x="4524644" y="1063527"/>
                  </a:lnTo>
                  <a:lnTo>
                    <a:pt x="4523984" y="1063527"/>
                  </a:lnTo>
                  <a:lnTo>
                    <a:pt x="4523323" y="1063527"/>
                  </a:lnTo>
                  <a:lnTo>
                    <a:pt x="4522663" y="1063527"/>
                  </a:lnTo>
                  <a:lnTo>
                    <a:pt x="4522002" y="1063527"/>
                  </a:lnTo>
                  <a:lnTo>
                    <a:pt x="4521342" y="1063527"/>
                  </a:lnTo>
                  <a:lnTo>
                    <a:pt x="4520681" y="1063527"/>
                  </a:lnTo>
                  <a:lnTo>
                    <a:pt x="4520021" y="1063527"/>
                  </a:lnTo>
                  <a:lnTo>
                    <a:pt x="4519360" y="1063527"/>
                  </a:lnTo>
                  <a:lnTo>
                    <a:pt x="4518700" y="1063527"/>
                  </a:lnTo>
                  <a:lnTo>
                    <a:pt x="4518039" y="1063527"/>
                  </a:lnTo>
                  <a:lnTo>
                    <a:pt x="4517379" y="1063527"/>
                  </a:lnTo>
                  <a:lnTo>
                    <a:pt x="4516718" y="1063527"/>
                  </a:lnTo>
                  <a:lnTo>
                    <a:pt x="4516058" y="1063527"/>
                  </a:lnTo>
                  <a:lnTo>
                    <a:pt x="4515397" y="1063527"/>
                  </a:lnTo>
                  <a:lnTo>
                    <a:pt x="4514736" y="1063527"/>
                  </a:lnTo>
                  <a:lnTo>
                    <a:pt x="4514076" y="1063527"/>
                  </a:lnTo>
                  <a:lnTo>
                    <a:pt x="4513415" y="1063527"/>
                  </a:lnTo>
                  <a:lnTo>
                    <a:pt x="4512755" y="1063527"/>
                  </a:lnTo>
                  <a:lnTo>
                    <a:pt x="4512094" y="1063527"/>
                  </a:lnTo>
                  <a:lnTo>
                    <a:pt x="4511434" y="1063527"/>
                  </a:lnTo>
                  <a:lnTo>
                    <a:pt x="4510773" y="1063527"/>
                  </a:lnTo>
                  <a:lnTo>
                    <a:pt x="4510113" y="1063527"/>
                  </a:lnTo>
                  <a:lnTo>
                    <a:pt x="4509452" y="1063527"/>
                  </a:lnTo>
                  <a:lnTo>
                    <a:pt x="4508792" y="1063527"/>
                  </a:lnTo>
                  <a:lnTo>
                    <a:pt x="4508131" y="1063527"/>
                  </a:lnTo>
                  <a:lnTo>
                    <a:pt x="4507471" y="1063527"/>
                  </a:lnTo>
                  <a:lnTo>
                    <a:pt x="4506810" y="1063527"/>
                  </a:lnTo>
                  <a:lnTo>
                    <a:pt x="4506150" y="1063527"/>
                  </a:lnTo>
                  <a:lnTo>
                    <a:pt x="4505489" y="1063527"/>
                  </a:lnTo>
                  <a:lnTo>
                    <a:pt x="4504828" y="1063527"/>
                  </a:lnTo>
                  <a:lnTo>
                    <a:pt x="4504168" y="1063527"/>
                  </a:lnTo>
                  <a:lnTo>
                    <a:pt x="4503507" y="1063527"/>
                  </a:lnTo>
                  <a:lnTo>
                    <a:pt x="4502847" y="1063527"/>
                  </a:lnTo>
                  <a:lnTo>
                    <a:pt x="4502186" y="1063527"/>
                  </a:lnTo>
                  <a:lnTo>
                    <a:pt x="4501526" y="1063527"/>
                  </a:lnTo>
                  <a:lnTo>
                    <a:pt x="4500865" y="1063527"/>
                  </a:lnTo>
                  <a:lnTo>
                    <a:pt x="4500205" y="1063527"/>
                  </a:lnTo>
                  <a:lnTo>
                    <a:pt x="4499544" y="1063527"/>
                  </a:lnTo>
                  <a:lnTo>
                    <a:pt x="4498884" y="1063527"/>
                  </a:lnTo>
                  <a:lnTo>
                    <a:pt x="4498223" y="1063527"/>
                  </a:lnTo>
                  <a:lnTo>
                    <a:pt x="4497563" y="1063527"/>
                  </a:lnTo>
                  <a:lnTo>
                    <a:pt x="4496902" y="1063527"/>
                  </a:lnTo>
                  <a:lnTo>
                    <a:pt x="4496242" y="1063527"/>
                  </a:lnTo>
                  <a:lnTo>
                    <a:pt x="4495581" y="1063527"/>
                  </a:lnTo>
                  <a:lnTo>
                    <a:pt x="4494920" y="1063527"/>
                  </a:lnTo>
                  <a:lnTo>
                    <a:pt x="4494260" y="1063527"/>
                  </a:lnTo>
                  <a:lnTo>
                    <a:pt x="4493599" y="1063527"/>
                  </a:lnTo>
                  <a:lnTo>
                    <a:pt x="4492939" y="1063527"/>
                  </a:lnTo>
                  <a:lnTo>
                    <a:pt x="4492278" y="1063527"/>
                  </a:lnTo>
                  <a:lnTo>
                    <a:pt x="4491618" y="1063527"/>
                  </a:lnTo>
                  <a:lnTo>
                    <a:pt x="4490957" y="1063527"/>
                  </a:lnTo>
                  <a:lnTo>
                    <a:pt x="4490297" y="1063527"/>
                  </a:lnTo>
                  <a:lnTo>
                    <a:pt x="4489636" y="1063527"/>
                  </a:lnTo>
                  <a:lnTo>
                    <a:pt x="4488976" y="1063527"/>
                  </a:lnTo>
                  <a:lnTo>
                    <a:pt x="4488315" y="1063527"/>
                  </a:lnTo>
                  <a:lnTo>
                    <a:pt x="4487655" y="1063527"/>
                  </a:lnTo>
                  <a:lnTo>
                    <a:pt x="4486994" y="1063527"/>
                  </a:lnTo>
                  <a:lnTo>
                    <a:pt x="4486334" y="1063527"/>
                  </a:lnTo>
                  <a:lnTo>
                    <a:pt x="4485673" y="1063527"/>
                  </a:lnTo>
                  <a:lnTo>
                    <a:pt x="4485013" y="1063527"/>
                  </a:lnTo>
                  <a:lnTo>
                    <a:pt x="4484352" y="1063527"/>
                  </a:lnTo>
                  <a:lnTo>
                    <a:pt x="4483691" y="1063527"/>
                  </a:lnTo>
                  <a:lnTo>
                    <a:pt x="4483031" y="1063527"/>
                  </a:lnTo>
                  <a:lnTo>
                    <a:pt x="4482370" y="1063527"/>
                  </a:lnTo>
                  <a:lnTo>
                    <a:pt x="4481710" y="1063527"/>
                  </a:lnTo>
                  <a:lnTo>
                    <a:pt x="4481049" y="1063527"/>
                  </a:lnTo>
                  <a:lnTo>
                    <a:pt x="4480389" y="1063527"/>
                  </a:lnTo>
                  <a:lnTo>
                    <a:pt x="4479728" y="1063527"/>
                  </a:lnTo>
                  <a:lnTo>
                    <a:pt x="4479068" y="1063527"/>
                  </a:lnTo>
                  <a:lnTo>
                    <a:pt x="4478407" y="1063527"/>
                  </a:lnTo>
                  <a:lnTo>
                    <a:pt x="4477747" y="1063527"/>
                  </a:lnTo>
                  <a:lnTo>
                    <a:pt x="4477086" y="1063527"/>
                  </a:lnTo>
                  <a:lnTo>
                    <a:pt x="4476426" y="1063527"/>
                  </a:lnTo>
                  <a:lnTo>
                    <a:pt x="4475765" y="1063527"/>
                  </a:lnTo>
                  <a:lnTo>
                    <a:pt x="4475105" y="1063527"/>
                  </a:lnTo>
                  <a:lnTo>
                    <a:pt x="4474444" y="1063527"/>
                  </a:lnTo>
                  <a:lnTo>
                    <a:pt x="4473783" y="1063527"/>
                  </a:lnTo>
                  <a:lnTo>
                    <a:pt x="4473123" y="1063527"/>
                  </a:lnTo>
                  <a:lnTo>
                    <a:pt x="4472462" y="1063527"/>
                  </a:lnTo>
                  <a:lnTo>
                    <a:pt x="4471802" y="1063527"/>
                  </a:lnTo>
                  <a:lnTo>
                    <a:pt x="4471141" y="1063527"/>
                  </a:lnTo>
                  <a:lnTo>
                    <a:pt x="4470481" y="1063527"/>
                  </a:lnTo>
                  <a:lnTo>
                    <a:pt x="4469820" y="1063527"/>
                  </a:lnTo>
                  <a:lnTo>
                    <a:pt x="4469160" y="1063527"/>
                  </a:lnTo>
                  <a:lnTo>
                    <a:pt x="4468499" y="1063527"/>
                  </a:lnTo>
                  <a:lnTo>
                    <a:pt x="4467839" y="1063527"/>
                  </a:lnTo>
                  <a:lnTo>
                    <a:pt x="4467178" y="1063527"/>
                  </a:lnTo>
                  <a:lnTo>
                    <a:pt x="4466518" y="1063527"/>
                  </a:lnTo>
                  <a:lnTo>
                    <a:pt x="4465857" y="1063527"/>
                  </a:lnTo>
                  <a:lnTo>
                    <a:pt x="4465197" y="1063527"/>
                  </a:lnTo>
                  <a:lnTo>
                    <a:pt x="4464536" y="1063527"/>
                  </a:lnTo>
                  <a:lnTo>
                    <a:pt x="4463875" y="1063527"/>
                  </a:lnTo>
                  <a:lnTo>
                    <a:pt x="4463215" y="1063527"/>
                  </a:lnTo>
                  <a:lnTo>
                    <a:pt x="4462554" y="1063527"/>
                  </a:lnTo>
                  <a:lnTo>
                    <a:pt x="4461894" y="1063527"/>
                  </a:lnTo>
                  <a:lnTo>
                    <a:pt x="4461233" y="1063527"/>
                  </a:lnTo>
                  <a:lnTo>
                    <a:pt x="4460573" y="1063527"/>
                  </a:lnTo>
                  <a:lnTo>
                    <a:pt x="4459912" y="1063527"/>
                  </a:lnTo>
                  <a:lnTo>
                    <a:pt x="4459252" y="1063527"/>
                  </a:lnTo>
                  <a:lnTo>
                    <a:pt x="4458591" y="1063527"/>
                  </a:lnTo>
                  <a:lnTo>
                    <a:pt x="4457931" y="1063527"/>
                  </a:lnTo>
                  <a:lnTo>
                    <a:pt x="4457270" y="1063527"/>
                  </a:lnTo>
                  <a:lnTo>
                    <a:pt x="4456610" y="1063527"/>
                  </a:lnTo>
                  <a:lnTo>
                    <a:pt x="4455949" y="1063527"/>
                  </a:lnTo>
                  <a:lnTo>
                    <a:pt x="4455289" y="1063527"/>
                  </a:lnTo>
                  <a:lnTo>
                    <a:pt x="4454628" y="1063527"/>
                  </a:lnTo>
                  <a:lnTo>
                    <a:pt x="4453967" y="1063527"/>
                  </a:lnTo>
                  <a:lnTo>
                    <a:pt x="4453307" y="1063527"/>
                  </a:lnTo>
                  <a:lnTo>
                    <a:pt x="4452646" y="1063527"/>
                  </a:lnTo>
                  <a:lnTo>
                    <a:pt x="4451986" y="1063527"/>
                  </a:lnTo>
                  <a:lnTo>
                    <a:pt x="4451325" y="1063527"/>
                  </a:lnTo>
                  <a:lnTo>
                    <a:pt x="4450665" y="1063527"/>
                  </a:lnTo>
                  <a:lnTo>
                    <a:pt x="4450004" y="1063527"/>
                  </a:lnTo>
                  <a:lnTo>
                    <a:pt x="4449344" y="1063527"/>
                  </a:lnTo>
                  <a:lnTo>
                    <a:pt x="4448683" y="1063527"/>
                  </a:lnTo>
                  <a:lnTo>
                    <a:pt x="4448023" y="1063527"/>
                  </a:lnTo>
                  <a:lnTo>
                    <a:pt x="4447362" y="1063527"/>
                  </a:lnTo>
                  <a:lnTo>
                    <a:pt x="4446702" y="1063527"/>
                  </a:lnTo>
                  <a:lnTo>
                    <a:pt x="4446041" y="1063527"/>
                  </a:lnTo>
                  <a:lnTo>
                    <a:pt x="4445381" y="1063527"/>
                  </a:lnTo>
                  <a:lnTo>
                    <a:pt x="4444720" y="1063527"/>
                  </a:lnTo>
                  <a:lnTo>
                    <a:pt x="4444060" y="1063527"/>
                  </a:lnTo>
                  <a:lnTo>
                    <a:pt x="4443399" y="1063527"/>
                  </a:lnTo>
                  <a:lnTo>
                    <a:pt x="4442738" y="1063527"/>
                  </a:lnTo>
                  <a:lnTo>
                    <a:pt x="4442078" y="1063527"/>
                  </a:lnTo>
                  <a:lnTo>
                    <a:pt x="4441417" y="1063527"/>
                  </a:lnTo>
                  <a:lnTo>
                    <a:pt x="4440757" y="1063527"/>
                  </a:lnTo>
                  <a:lnTo>
                    <a:pt x="4440096" y="1063527"/>
                  </a:lnTo>
                  <a:lnTo>
                    <a:pt x="4439436" y="1063527"/>
                  </a:lnTo>
                  <a:lnTo>
                    <a:pt x="4438775" y="1063527"/>
                  </a:lnTo>
                  <a:lnTo>
                    <a:pt x="4438115" y="1063527"/>
                  </a:lnTo>
                  <a:lnTo>
                    <a:pt x="4437454" y="1063527"/>
                  </a:lnTo>
                  <a:lnTo>
                    <a:pt x="4436794" y="1063527"/>
                  </a:lnTo>
                  <a:lnTo>
                    <a:pt x="4436133" y="1063527"/>
                  </a:lnTo>
                  <a:lnTo>
                    <a:pt x="4435473" y="1063527"/>
                  </a:lnTo>
                  <a:lnTo>
                    <a:pt x="4434812" y="1063527"/>
                  </a:lnTo>
                  <a:lnTo>
                    <a:pt x="4434152" y="1063527"/>
                  </a:lnTo>
                  <a:lnTo>
                    <a:pt x="4433491" y="1063527"/>
                  </a:lnTo>
                  <a:lnTo>
                    <a:pt x="4432830" y="1063527"/>
                  </a:lnTo>
                  <a:lnTo>
                    <a:pt x="4432170" y="1063527"/>
                  </a:lnTo>
                  <a:lnTo>
                    <a:pt x="4431509" y="1063527"/>
                  </a:lnTo>
                  <a:lnTo>
                    <a:pt x="4430849" y="1063527"/>
                  </a:lnTo>
                  <a:lnTo>
                    <a:pt x="4430188" y="1063527"/>
                  </a:lnTo>
                  <a:lnTo>
                    <a:pt x="4429528" y="1063527"/>
                  </a:lnTo>
                  <a:lnTo>
                    <a:pt x="4428867" y="1063527"/>
                  </a:lnTo>
                  <a:lnTo>
                    <a:pt x="4428207" y="1063527"/>
                  </a:lnTo>
                  <a:lnTo>
                    <a:pt x="4427546" y="1063527"/>
                  </a:lnTo>
                  <a:lnTo>
                    <a:pt x="4426886" y="1063527"/>
                  </a:lnTo>
                  <a:lnTo>
                    <a:pt x="4426225" y="1063527"/>
                  </a:lnTo>
                  <a:lnTo>
                    <a:pt x="4425565" y="1063527"/>
                  </a:lnTo>
                  <a:lnTo>
                    <a:pt x="4424904" y="1063527"/>
                  </a:lnTo>
                  <a:lnTo>
                    <a:pt x="4424244" y="1063527"/>
                  </a:lnTo>
                  <a:lnTo>
                    <a:pt x="4423583" y="1063527"/>
                  </a:lnTo>
                  <a:lnTo>
                    <a:pt x="4422922" y="1063527"/>
                  </a:lnTo>
                  <a:lnTo>
                    <a:pt x="4422262" y="1063527"/>
                  </a:lnTo>
                  <a:lnTo>
                    <a:pt x="4421601" y="1063527"/>
                  </a:lnTo>
                  <a:lnTo>
                    <a:pt x="4420941" y="1063527"/>
                  </a:lnTo>
                  <a:lnTo>
                    <a:pt x="4420280" y="1063527"/>
                  </a:lnTo>
                  <a:lnTo>
                    <a:pt x="4419620" y="1063527"/>
                  </a:lnTo>
                  <a:lnTo>
                    <a:pt x="4418959" y="1063527"/>
                  </a:lnTo>
                  <a:lnTo>
                    <a:pt x="4418299" y="1063527"/>
                  </a:lnTo>
                  <a:lnTo>
                    <a:pt x="4417638" y="1063527"/>
                  </a:lnTo>
                  <a:lnTo>
                    <a:pt x="4416978" y="1063527"/>
                  </a:lnTo>
                  <a:lnTo>
                    <a:pt x="4416317" y="1063527"/>
                  </a:lnTo>
                  <a:lnTo>
                    <a:pt x="4415657" y="1063527"/>
                  </a:lnTo>
                  <a:lnTo>
                    <a:pt x="4414996" y="1063527"/>
                  </a:lnTo>
                  <a:lnTo>
                    <a:pt x="4414336" y="1063527"/>
                  </a:lnTo>
                  <a:lnTo>
                    <a:pt x="4413675" y="1063527"/>
                  </a:lnTo>
                  <a:lnTo>
                    <a:pt x="4413015" y="1063527"/>
                  </a:lnTo>
                  <a:lnTo>
                    <a:pt x="4412354" y="1063527"/>
                  </a:lnTo>
                  <a:lnTo>
                    <a:pt x="4411693" y="1063527"/>
                  </a:lnTo>
                  <a:lnTo>
                    <a:pt x="4411033" y="1063527"/>
                  </a:lnTo>
                  <a:lnTo>
                    <a:pt x="4410372" y="1063527"/>
                  </a:lnTo>
                  <a:lnTo>
                    <a:pt x="4409712" y="1063527"/>
                  </a:lnTo>
                  <a:lnTo>
                    <a:pt x="4409051" y="1063527"/>
                  </a:lnTo>
                  <a:lnTo>
                    <a:pt x="4408391" y="1063527"/>
                  </a:lnTo>
                  <a:lnTo>
                    <a:pt x="4407730" y="1063527"/>
                  </a:lnTo>
                  <a:lnTo>
                    <a:pt x="4407070" y="1063527"/>
                  </a:lnTo>
                  <a:lnTo>
                    <a:pt x="4406409" y="1063527"/>
                  </a:lnTo>
                  <a:lnTo>
                    <a:pt x="4405749" y="1063527"/>
                  </a:lnTo>
                  <a:lnTo>
                    <a:pt x="4405088" y="1063527"/>
                  </a:lnTo>
                  <a:lnTo>
                    <a:pt x="4404428" y="1063527"/>
                  </a:lnTo>
                  <a:lnTo>
                    <a:pt x="4403767" y="1063527"/>
                  </a:lnTo>
                  <a:lnTo>
                    <a:pt x="4403107" y="1063527"/>
                  </a:lnTo>
                  <a:lnTo>
                    <a:pt x="4402446" y="1063527"/>
                  </a:lnTo>
                  <a:lnTo>
                    <a:pt x="4401785" y="1063527"/>
                  </a:lnTo>
                  <a:lnTo>
                    <a:pt x="4401125" y="1063527"/>
                  </a:lnTo>
                  <a:lnTo>
                    <a:pt x="4400464" y="1063527"/>
                  </a:lnTo>
                  <a:lnTo>
                    <a:pt x="4399804" y="1063527"/>
                  </a:lnTo>
                  <a:lnTo>
                    <a:pt x="4399143" y="1063527"/>
                  </a:lnTo>
                  <a:lnTo>
                    <a:pt x="4398483" y="1063527"/>
                  </a:lnTo>
                  <a:lnTo>
                    <a:pt x="4397822" y="1063527"/>
                  </a:lnTo>
                  <a:lnTo>
                    <a:pt x="4397162" y="1063527"/>
                  </a:lnTo>
                  <a:lnTo>
                    <a:pt x="4396501" y="1063527"/>
                  </a:lnTo>
                  <a:lnTo>
                    <a:pt x="4395841" y="1063527"/>
                  </a:lnTo>
                  <a:lnTo>
                    <a:pt x="4395180" y="1063527"/>
                  </a:lnTo>
                  <a:lnTo>
                    <a:pt x="4394520" y="1063527"/>
                  </a:lnTo>
                  <a:lnTo>
                    <a:pt x="4393859" y="1063527"/>
                  </a:lnTo>
                  <a:lnTo>
                    <a:pt x="4393199" y="1063527"/>
                  </a:lnTo>
                  <a:lnTo>
                    <a:pt x="4392538" y="1063527"/>
                  </a:lnTo>
                  <a:lnTo>
                    <a:pt x="4391877" y="1063527"/>
                  </a:lnTo>
                  <a:lnTo>
                    <a:pt x="4391217" y="1063527"/>
                  </a:lnTo>
                  <a:lnTo>
                    <a:pt x="4390556" y="1063527"/>
                  </a:lnTo>
                  <a:lnTo>
                    <a:pt x="4389896" y="1063527"/>
                  </a:lnTo>
                  <a:lnTo>
                    <a:pt x="4389235" y="1063527"/>
                  </a:lnTo>
                  <a:lnTo>
                    <a:pt x="4388575" y="1063527"/>
                  </a:lnTo>
                  <a:lnTo>
                    <a:pt x="4387914" y="1063527"/>
                  </a:lnTo>
                  <a:lnTo>
                    <a:pt x="4387254" y="1063527"/>
                  </a:lnTo>
                  <a:lnTo>
                    <a:pt x="4386593" y="1063527"/>
                  </a:lnTo>
                  <a:lnTo>
                    <a:pt x="4385933" y="1063527"/>
                  </a:lnTo>
                  <a:lnTo>
                    <a:pt x="4385272" y="1063527"/>
                  </a:lnTo>
                  <a:lnTo>
                    <a:pt x="4384612" y="1063527"/>
                  </a:lnTo>
                  <a:lnTo>
                    <a:pt x="4383951" y="1063527"/>
                  </a:lnTo>
                  <a:lnTo>
                    <a:pt x="4383291" y="1063527"/>
                  </a:lnTo>
                  <a:lnTo>
                    <a:pt x="4382630" y="1063527"/>
                  </a:lnTo>
                  <a:lnTo>
                    <a:pt x="4381969" y="1063527"/>
                  </a:lnTo>
                  <a:lnTo>
                    <a:pt x="4381309" y="1063527"/>
                  </a:lnTo>
                  <a:lnTo>
                    <a:pt x="4380648" y="1063527"/>
                  </a:lnTo>
                  <a:lnTo>
                    <a:pt x="4379988" y="1063527"/>
                  </a:lnTo>
                  <a:lnTo>
                    <a:pt x="4379327" y="1063527"/>
                  </a:lnTo>
                  <a:lnTo>
                    <a:pt x="4378667" y="1063527"/>
                  </a:lnTo>
                  <a:lnTo>
                    <a:pt x="4378006" y="1063527"/>
                  </a:lnTo>
                  <a:lnTo>
                    <a:pt x="4377346" y="1063527"/>
                  </a:lnTo>
                  <a:lnTo>
                    <a:pt x="4376685" y="1063527"/>
                  </a:lnTo>
                  <a:lnTo>
                    <a:pt x="4376025" y="1063527"/>
                  </a:lnTo>
                  <a:lnTo>
                    <a:pt x="4375364" y="1063527"/>
                  </a:lnTo>
                  <a:lnTo>
                    <a:pt x="4374704" y="1063527"/>
                  </a:lnTo>
                  <a:lnTo>
                    <a:pt x="4374043" y="1063527"/>
                  </a:lnTo>
                  <a:lnTo>
                    <a:pt x="4373383" y="1063527"/>
                  </a:lnTo>
                  <a:lnTo>
                    <a:pt x="4372722" y="1063527"/>
                  </a:lnTo>
                  <a:lnTo>
                    <a:pt x="4372062" y="1063527"/>
                  </a:lnTo>
                  <a:lnTo>
                    <a:pt x="4371401" y="1063527"/>
                  </a:lnTo>
                  <a:lnTo>
                    <a:pt x="4370740" y="1063527"/>
                  </a:lnTo>
                  <a:lnTo>
                    <a:pt x="4370080" y="1063527"/>
                  </a:lnTo>
                  <a:lnTo>
                    <a:pt x="4369419" y="1063527"/>
                  </a:lnTo>
                  <a:lnTo>
                    <a:pt x="4368759" y="1063527"/>
                  </a:lnTo>
                  <a:lnTo>
                    <a:pt x="4368098" y="1063527"/>
                  </a:lnTo>
                  <a:lnTo>
                    <a:pt x="4367438" y="1063527"/>
                  </a:lnTo>
                  <a:lnTo>
                    <a:pt x="4366777" y="1063527"/>
                  </a:lnTo>
                  <a:lnTo>
                    <a:pt x="4366117" y="1063527"/>
                  </a:lnTo>
                  <a:lnTo>
                    <a:pt x="4365456" y="1063527"/>
                  </a:lnTo>
                  <a:lnTo>
                    <a:pt x="4364796" y="1063527"/>
                  </a:lnTo>
                  <a:lnTo>
                    <a:pt x="4364135" y="1063527"/>
                  </a:lnTo>
                  <a:lnTo>
                    <a:pt x="4363475" y="1063527"/>
                  </a:lnTo>
                  <a:lnTo>
                    <a:pt x="4362814" y="1063527"/>
                  </a:lnTo>
                  <a:lnTo>
                    <a:pt x="4362154" y="1063527"/>
                  </a:lnTo>
                  <a:lnTo>
                    <a:pt x="4361493" y="1063527"/>
                  </a:lnTo>
                  <a:lnTo>
                    <a:pt x="4360832" y="1063527"/>
                  </a:lnTo>
                  <a:lnTo>
                    <a:pt x="4360172" y="1063527"/>
                  </a:lnTo>
                  <a:lnTo>
                    <a:pt x="4359511" y="1063527"/>
                  </a:lnTo>
                  <a:lnTo>
                    <a:pt x="4358851" y="1063527"/>
                  </a:lnTo>
                  <a:lnTo>
                    <a:pt x="4358190" y="1063527"/>
                  </a:lnTo>
                  <a:lnTo>
                    <a:pt x="4357530" y="1063527"/>
                  </a:lnTo>
                  <a:lnTo>
                    <a:pt x="4356869" y="1063527"/>
                  </a:lnTo>
                  <a:lnTo>
                    <a:pt x="4356209" y="1063527"/>
                  </a:lnTo>
                  <a:lnTo>
                    <a:pt x="4355548" y="1063527"/>
                  </a:lnTo>
                  <a:lnTo>
                    <a:pt x="4354888" y="1063527"/>
                  </a:lnTo>
                  <a:lnTo>
                    <a:pt x="4354227" y="1063527"/>
                  </a:lnTo>
                  <a:lnTo>
                    <a:pt x="4353567" y="1063527"/>
                  </a:lnTo>
                  <a:lnTo>
                    <a:pt x="4352906" y="1063527"/>
                  </a:lnTo>
                  <a:lnTo>
                    <a:pt x="4352246" y="1063527"/>
                  </a:lnTo>
                  <a:lnTo>
                    <a:pt x="4351585" y="1063527"/>
                  </a:lnTo>
                  <a:lnTo>
                    <a:pt x="4350924" y="1063527"/>
                  </a:lnTo>
                  <a:lnTo>
                    <a:pt x="4350264" y="1063527"/>
                  </a:lnTo>
                  <a:lnTo>
                    <a:pt x="4349603" y="1063527"/>
                  </a:lnTo>
                  <a:lnTo>
                    <a:pt x="4348943" y="1063527"/>
                  </a:lnTo>
                  <a:lnTo>
                    <a:pt x="4348282" y="1063527"/>
                  </a:lnTo>
                  <a:lnTo>
                    <a:pt x="4347622" y="1063527"/>
                  </a:lnTo>
                  <a:lnTo>
                    <a:pt x="4346961" y="1063527"/>
                  </a:lnTo>
                  <a:lnTo>
                    <a:pt x="4346301" y="1063527"/>
                  </a:lnTo>
                  <a:lnTo>
                    <a:pt x="4345640" y="1063527"/>
                  </a:lnTo>
                  <a:lnTo>
                    <a:pt x="4344980" y="1063527"/>
                  </a:lnTo>
                  <a:lnTo>
                    <a:pt x="4344319" y="1063527"/>
                  </a:lnTo>
                  <a:lnTo>
                    <a:pt x="4343659" y="1063527"/>
                  </a:lnTo>
                  <a:lnTo>
                    <a:pt x="4342998" y="1063527"/>
                  </a:lnTo>
                  <a:lnTo>
                    <a:pt x="4342338" y="1063527"/>
                  </a:lnTo>
                  <a:lnTo>
                    <a:pt x="4341677" y="1063527"/>
                  </a:lnTo>
                  <a:lnTo>
                    <a:pt x="4341017" y="1063527"/>
                  </a:lnTo>
                  <a:lnTo>
                    <a:pt x="4340356" y="1063527"/>
                  </a:lnTo>
                  <a:lnTo>
                    <a:pt x="4339695" y="1063527"/>
                  </a:lnTo>
                  <a:lnTo>
                    <a:pt x="4339035" y="1063527"/>
                  </a:lnTo>
                  <a:lnTo>
                    <a:pt x="4338374" y="1063527"/>
                  </a:lnTo>
                  <a:lnTo>
                    <a:pt x="4337714" y="1063527"/>
                  </a:lnTo>
                  <a:lnTo>
                    <a:pt x="4337053" y="1063527"/>
                  </a:lnTo>
                  <a:lnTo>
                    <a:pt x="4336393" y="1063527"/>
                  </a:lnTo>
                  <a:lnTo>
                    <a:pt x="4335732" y="1063527"/>
                  </a:lnTo>
                  <a:lnTo>
                    <a:pt x="4335072" y="1063527"/>
                  </a:lnTo>
                  <a:lnTo>
                    <a:pt x="4334411" y="1063527"/>
                  </a:lnTo>
                  <a:lnTo>
                    <a:pt x="4333751" y="1063527"/>
                  </a:lnTo>
                  <a:lnTo>
                    <a:pt x="4333090" y="1063527"/>
                  </a:lnTo>
                  <a:lnTo>
                    <a:pt x="4332430" y="1063527"/>
                  </a:lnTo>
                  <a:lnTo>
                    <a:pt x="4331769" y="1063527"/>
                  </a:lnTo>
                  <a:lnTo>
                    <a:pt x="4331109" y="1063527"/>
                  </a:lnTo>
                  <a:lnTo>
                    <a:pt x="4330448" y="1063527"/>
                  </a:lnTo>
                  <a:lnTo>
                    <a:pt x="4329787" y="1063527"/>
                  </a:lnTo>
                  <a:lnTo>
                    <a:pt x="4329127" y="1063527"/>
                  </a:lnTo>
                  <a:lnTo>
                    <a:pt x="4328466" y="1063527"/>
                  </a:lnTo>
                  <a:lnTo>
                    <a:pt x="4327806" y="1063527"/>
                  </a:lnTo>
                  <a:lnTo>
                    <a:pt x="4327145" y="1063527"/>
                  </a:lnTo>
                  <a:lnTo>
                    <a:pt x="4326485" y="1063527"/>
                  </a:lnTo>
                  <a:lnTo>
                    <a:pt x="4325824" y="1063527"/>
                  </a:lnTo>
                  <a:lnTo>
                    <a:pt x="4325164" y="1063527"/>
                  </a:lnTo>
                  <a:lnTo>
                    <a:pt x="4324503" y="1063527"/>
                  </a:lnTo>
                  <a:lnTo>
                    <a:pt x="4323843" y="1063527"/>
                  </a:lnTo>
                  <a:lnTo>
                    <a:pt x="4323182" y="1063527"/>
                  </a:lnTo>
                  <a:lnTo>
                    <a:pt x="4322522" y="1063527"/>
                  </a:lnTo>
                  <a:lnTo>
                    <a:pt x="4321861" y="1063527"/>
                  </a:lnTo>
                  <a:lnTo>
                    <a:pt x="4321201" y="1063527"/>
                  </a:lnTo>
                  <a:lnTo>
                    <a:pt x="4320540" y="1063527"/>
                  </a:lnTo>
                  <a:lnTo>
                    <a:pt x="4319879" y="1063527"/>
                  </a:lnTo>
                  <a:lnTo>
                    <a:pt x="4319219" y="1063527"/>
                  </a:lnTo>
                  <a:lnTo>
                    <a:pt x="4318558" y="1063527"/>
                  </a:lnTo>
                  <a:lnTo>
                    <a:pt x="4317898" y="1063527"/>
                  </a:lnTo>
                  <a:lnTo>
                    <a:pt x="4317237" y="1063527"/>
                  </a:lnTo>
                  <a:lnTo>
                    <a:pt x="4316577" y="1063527"/>
                  </a:lnTo>
                  <a:lnTo>
                    <a:pt x="4315916" y="1063527"/>
                  </a:lnTo>
                  <a:lnTo>
                    <a:pt x="4315256" y="1063527"/>
                  </a:lnTo>
                  <a:lnTo>
                    <a:pt x="4314595" y="1063527"/>
                  </a:lnTo>
                  <a:lnTo>
                    <a:pt x="4313935" y="1063527"/>
                  </a:lnTo>
                  <a:lnTo>
                    <a:pt x="4313274" y="1063527"/>
                  </a:lnTo>
                  <a:lnTo>
                    <a:pt x="4312614" y="1063527"/>
                  </a:lnTo>
                  <a:lnTo>
                    <a:pt x="4311953" y="1063527"/>
                  </a:lnTo>
                  <a:lnTo>
                    <a:pt x="4311293" y="1063527"/>
                  </a:lnTo>
                  <a:lnTo>
                    <a:pt x="4310632" y="1063527"/>
                  </a:lnTo>
                  <a:lnTo>
                    <a:pt x="4309971" y="1063527"/>
                  </a:lnTo>
                  <a:lnTo>
                    <a:pt x="4309311" y="1063527"/>
                  </a:lnTo>
                  <a:lnTo>
                    <a:pt x="4308650" y="1063527"/>
                  </a:lnTo>
                  <a:lnTo>
                    <a:pt x="4307990" y="1063527"/>
                  </a:lnTo>
                  <a:lnTo>
                    <a:pt x="4307329" y="1063527"/>
                  </a:lnTo>
                  <a:lnTo>
                    <a:pt x="4306669" y="1063527"/>
                  </a:lnTo>
                  <a:lnTo>
                    <a:pt x="4306008" y="1063527"/>
                  </a:lnTo>
                  <a:lnTo>
                    <a:pt x="4305348" y="1063527"/>
                  </a:lnTo>
                  <a:lnTo>
                    <a:pt x="4304687" y="1063527"/>
                  </a:lnTo>
                  <a:lnTo>
                    <a:pt x="4304027" y="1063527"/>
                  </a:lnTo>
                  <a:lnTo>
                    <a:pt x="4303366" y="1063527"/>
                  </a:lnTo>
                  <a:lnTo>
                    <a:pt x="4302706" y="1063527"/>
                  </a:lnTo>
                  <a:lnTo>
                    <a:pt x="4302045" y="1063527"/>
                  </a:lnTo>
                  <a:lnTo>
                    <a:pt x="4301385" y="1063527"/>
                  </a:lnTo>
                  <a:lnTo>
                    <a:pt x="4300724" y="1063527"/>
                  </a:lnTo>
                  <a:lnTo>
                    <a:pt x="4300064" y="1063527"/>
                  </a:lnTo>
                  <a:lnTo>
                    <a:pt x="4299403" y="1063527"/>
                  </a:lnTo>
                  <a:lnTo>
                    <a:pt x="4298742" y="1063527"/>
                  </a:lnTo>
                  <a:lnTo>
                    <a:pt x="4298082" y="1063527"/>
                  </a:lnTo>
                  <a:lnTo>
                    <a:pt x="4297421" y="1063527"/>
                  </a:lnTo>
                  <a:lnTo>
                    <a:pt x="4296761" y="1063527"/>
                  </a:lnTo>
                  <a:lnTo>
                    <a:pt x="4296100" y="1063527"/>
                  </a:lnTo>
                  <a:lnTo>
                    <a:pt x="4295440" y="1063527"/>
                  </a:lnTo>
                  <a:lnTo>
                    <a:pt x="4294779" y="1063527"/>
                  </a:lnTo>
                  <a:lnTo>
                    <a:pt x="4294119" y="1063527"/>
                  </a:lnTo>
                  <a:lnTo>
                    <a:pt x="4293458" y="1063527"/>
                  </a:lnTo>
                  <a:lnTo>
                    <a:pt x="4292798" y="1063527"/>
                  </a:lnTo>
                  <a:lnTo>
                    <a:pt x="4292137" y="1063527"/>
                  </a:lnTo>
                  <a:lnTo>
                    <a:pt x="4291477" y="1063527"/>
                  </a:lnTo>
                  <a:lnTo>
                    <a:pt x="4290816" y="1063527"/>
                  </a:lnTo>
                  <a:lnTo>
                    <a:pt x="4290156" y="1063527"/>
                  </a:lnTo>
                  <a:lnTo>
                    <a:pt x="4289495" y="1063527"/>
                  </a:lnTo>
                  <a:lnTo>
                    <a:pt x="4288834" y="1063527"/>
                  </a:lnTo>
                  <a:lnTo>
                    <a:pt x="4288174" y="1063527"/>
                  </a:lnTo>
                  <a:lnTo>
                    <a:pt x="4287513" y="1063527"/>
                  </a:lnTo>
                  <a:lnTo>
                    <a:pt x="4286853" y="1063527"/>
                  </a:lnTo>
                  <a:lnTo>
                    <a:pt x="4286192" y="1063527"/>
                  </a:lnTo>
                  <a:lnTo>
                    <a:pt x="4285532" y="1063527"/>
                  </a:lnTo>
                  <a:lnTo>
                    <a:pt x="4284871" y="1063527"/>
                  </a:lnTo>
                  <a:lnTo>
                    <a:pt x="4284211" y="1063527"/>
                  </a:lnTo>
                  <a:lnTo>
                    <a:pt x="4283550" y="1063527"/>
                  </a:lnTo>
                  <a:lnTo>
                    <a:pt x="4282890" y="1063527"/>
                  </a:lnTo>
                  <a:lnTo>
                    <a:pt x="4282229" y="1063527"/>
                  </a:lnTo>
                  <a:lnTo>
                    <a:pt x="4281569" y="1063527"/>
                  </a:lnTo>
                  <a:lnTo>
                    <a:pt x="4280908" y="1063527"/>
                  </a:lnTo>
                  <a:lnTo>
                    <a:pt x="4280248" y="1063527"/>
                  </a:lnTo>
                  <a:lnTo>
                    <a:pt x="4279587" y="1063527"/>
                  </a:lnTo>
                  <a:lnTo>
                    <a:pt x="4278926" y="1063527"/>
                  </a:lnTo>
                  <a:lnTo>
                    <a:pt x="4278266" y="1063527"/>
                  </a:lnTo>
                  <a:lnTo>
                    <a:pt x="4277605" y="1063527"/>
                  </a:lnTo>
                  <a:lnTo>
                    <a:pt x="4276945" y="1063527"/>
                  </a:lnTo>
                  <a:lnTo>
                    <a:pt x="4276284" y="1063527"/>
                  </a:lnTo>
                  <a:lnTo>
                    <a:pt x="4275624" y="1063527"/>
                  </a:lnTo>
                  <a:lnTo>
                    <a:pt x="4274963" y="1063527"/>
                  </a:lnTo>
                  <a:lnTo>
                    <a:pt x="4274303" y="1063527"/>
                  </a:lnTo>
                  <a:lnTo>
                    <a:pt x="4273642" y="1063527"/>
                  </a:lnTo>
                  <a:lnTo>
                    <a:pt x="4272982" y="1063527"/>
                  </a:lnTo>
                  <a:lnTo>
                    <a:pt x="4272321" y="1063527"/>
                  </a:lnTo>
                  <a:lnTo>
                    <a:pt x="4271661" y="1063527"/>
                  </a:lnTo>
                  <a:lnTo>
                    <a:pt x="4271000" y="1063527"/>
                  </a:lnTo>
                  <a:lnTo>
                    <a:pt x="4270340" y="1063527"/>
                  </a:lnTo>
                  <a:lnTo>
                    <a:pt x="4269679" y="1063527"/>
                  </a:lnTo>
                  <a:lnTo>
                    <a:pt x="4269019" y="1063527"/>
                  </a:lnTo>
                  <a:lnTo>
                    <a:pt x="4268358" y="1063527"/>
                  </a:lnTo>
                  <a:lnTo>
                    <a:pt x="4267697" y="1063527"/>
                  </a:lnTo>
                  <a:lnTo>
                    <a:pt x="4267037" y="1063527"/>
                  </a:lnTo>
                  <a:lnTo>
                    <a:pt x="4266376" y="1063527"/>
                  </a:lnTo>
                  <a:lnTo>
                    <a:pt x="4265716" y="1063527"/>
                  </a:lnTo>
                  <a:lnTo>
                    <a:pt x="4265055" y="1063527"/>
                  </a:lnTo>
                  <a:lnTo>
                    <a:pt x="4264395" y="1063527"/>
                  </a:lnTo>
                  <a:lnTo>
                    <a:pt x="4263734" y="1063527"/>
                  </a:lnTo>
                  <a:lnTo>
                    <a:pt x="4263074" y="1063527"/>
                  </a:lnTo>
                  <a:lnTo>
                    <a:pt x="4262413" y="1063527"/>
                  </a:lnTo>
                  <a:lnTo>
                    <a:pt x="4261753" y="1063527"/>
                  </a:lnTo>
                  <a:lnTo>
                    <a:pt x="4261092" y="1063527"/>
                  </a:lnTo>
                  <a:lnTo>
                    <a:pt x="4260432" y="1063527"/>
                  </a:lnTo>
                  <a:lnTo>
                    <a:pt x="4259771" y="1063527"/>
                  </a:lnTo>
                  <a:lnTo>
                    <a:pt x="4259111" y="1063527"/>
                  </a:lnTo>
                  <a:lnTo>
                    <a:pt x="4258450" y="1063527"/>
                  </a:lnTo>
                  <a:lnTo>
                    <a:pt x="4257789" y="1063527"/>
                  </a:lnTo>
                  <a:lnTo>
                    <a:pt x="4257129" y="1063527"/>
                  </a:lnTo>
                  <a:lnTo>
                    <a:pt x="4256468" y="1063527"/>
                  </a:lnTo>
                  <a:lnTo>
                    <a:pt x="4255808" y="1063527"/>
                  </a:lnTo>
                  <a:lnTo>
                    <a:pt x="4255147" y="1063527"/>
                  </a:lnTo>
                  <a:lnTo>
                    <a:pt x="4254487" y="1063527"/>
                  </a:lnTo>
                  <a:lnTo>
                    <a:pt x="4253826" y="1063527"/>
                  </a:lnTo>
                  <a:lnTo>
                    <a:pt x="4253166" y="1063527"/>
                  </a:lnTo>
                  <a:lnTo>
                    <a:pt x="4252505" y="1063527"/>
                  </a:lnTo>
                  <a:lnTo>
                    <a:pt x="4251845" y="1063527"/>
                  </a:lnTo>
                  <a:lnTo>
                    <a:pt x="4251184" y="1063527"/>
                  </a:lnTo>
                  <a:lnTo>
                    <a:pt x="4250524" y="1063527"/>
                  </a:lnTo>
                  <a:lnTo>
                    <a:pt x="4249863" y="1063527"/>
                  </a:lnTo>
                  <a:lnTo>
                    <a:pt x="4249203" y="1063527"/>
                  </a:lnTo>
                  <a:lnTo>
                    <a:pt x="4248542" y="1063527"/>
                  </a:lnTo>
                  <a:lnTo>
                    <a:pt x="4247881" y="1063527"/>
                  </a:lnTo>
                  <a:lnTo>
                    <a:pt x="4247221" y="1063527"/>
                  </a:lnTo>
                  <a:lnTo>
                    <a:pt x="4246560" y="1063527"/>
                  </a:lnTo>
                  <a:lnTo>
                    <a:pt x="4245900" y="1063527"/>
                  </a:lnTo>
                  <a:lnTo>
                    <a:pt x="4245239" y="1063527"/>
                  </a:lnTo>
                  <a:lnTo>
                    <a:pt x="4244579" y="1063527"/>
                  </a:lnTo>
                  <a:lnTo>
                    <a:pt x="4243918" y="1063527"/>
                  </a:lnTo>
                  <a:lnTo>
                    <a:pt x="4243258" y="1063527"/>
                  </a:lnTo>
                  <a:lnTo>
                    <a:pt x="4242597" y="1063527"/>
                  </a:lnTo>
                  <a:lnTo>
                    <a:pt x="4241937" y="1063527"/>
                  </a:lnTo>
                  <a:lnTo>
                    <a:pt x="4241276" y="1063527"/>
                  </a:lnTo>
                  <a:lnTo>
                    <a:pt x="4240616" y="1063527"/>
                  </a:lnTo>
                  <a:lnTo>
                    <a:pt x="4239955" y="1063527"/>
                  </a:lnTo>
                  <a:lnTo>
                    <a:pt x="4239295" y="1063527"/>
                  </a:lnTo>
                  <a:lnTo>
                    <a:pt x="4238634" y="1063527"/>
                  </a:lnTo>
                  <a:lnTo>
                    <a:pt x="4237973" y="1063527"/>
                  </a:lnTo>
                  <a:lnTo>
                    <a:pt x="4237313" y="1063527"/>
                  </a:lnTo>
                  <a:lnTo>
                    <a:pt x="4236652" y="1063527"/>
                  </a:lnTo>
                  <a:lnTo>
                    <a:pt x="4235992" y="1063527"/>
                  </a:lnTo>
                  <a:lnTo>
                    <a:pt x="4235331" y="1063527"/>
                  </a:lnTo>
                  <a:lnTo>
                    <a:pt x="4234671" y="1063527"/>
                  </a:lnTo>
                  <a:lnTo>
                    <a:pt x="4234010" y="1063527"/>
                  </a:lnTo>
                  <a:lnTo>
                    <a:pt x="4233350" y="1063527"/>
                  </a:lnTo>
                  <a:lnTo>
                    <a:pt x="4232689" y="1063527"/>
                  </a:lnTo>
                  <a:lnTo>
                    <a:pt x="4232029" y="1063527"/>
                  </a:lnTo>
                  <a:lnTo>
                    <a:pt x="4231368" y="1063527"/>
                  </a:lnTo>
                  <a:lnTo>
                    <a:pt x="4230708" y="1063527"/>
                  </a:lnTo>
                  <a:lnTo>
                    <a:pt x="4230047" y="1063527"/>
                  </a:lnTo>
                  <a:lnTo>
                    <a:pt x="4229387" y="1063527"/>
                  </a:lnTo>
                  <a:lnTo>
                    <a:pt x="4228726" y="1063527"/>
                  </a:lnTo>
                  <a:lnTo>
                    <a:pt x="4228066" y="1063527"/>
                  </a:lnTo>
                  <a:lnTo>
                    <a:pt x="4227405" y="1063527"/>
                  </a:lnTo>
                  <a:lnTo>
                    <a:pt x="4226744" y="1063527"/>
                  </a:lnTo>
                  <a:lnTo>
                    <a:pt x="4226084" y="1063527"/>
                  </a:lnTo>
                  <a:lnTo>
                    <a:pt x="4225423" y="1063527"/>
                  </a:lnTo>
                  <a:lnTo>
                    <a:pt x="4224763" y="1063527"/>
                  </a:lnTo>
                  <a:lnTo>
                    <a:pt x="4224102" y="1063527"/>
                  </a:lnTo>
                  <a:lnTo>
                    <a:pt x="4223442" y="1063527"/>
                  </a:lnTo>
                  <a:lnTo>
                    <a:pt x="4222781" y="1063527"/>
                  </a:lnTo>
                  <a:lnTo>
                    <a:pt x="4222121" y="1063527"/>
                  </a:lnTo>
                  <a:lnTo>
                    <a:pt x="4221460" y="1063527"/>
                  </a:lnTo>
                  <a:lnTo>
                    <a:pt x="4220800" y="1063527"/>
                  </a:lnTo>
                  <a:lnTo>
                    <a:pt x="4220139" y="1063527"/>
                  </a:lnTo>
                  <a:lnTo>
                    <a:pt x="4219479" y="1063527"/>
                  </a:lnTo>
                  <a:lnTo>
                    <a:pt x="4218818" y="1063527"/>
                  </a:lnTo>
                  <a:lnTo>
                    <a:pt x="4218158" y="1063527"/>
                  </a:lnTo>
                  <a:lnTo>
                    <a:pt x="4217497" y="1063527"/>
                  </a:lnTo>
                  <a:lnTo>
                    <a:pt x="4216836" y="1063527"/>
                  </a:lnTo>
                  <a:lnTo>
                    <a:pt x="4216176" y="1063527"/>
                  </a:lnTo>
                  <a:lnTo>
                    <a:pt x="4215515" y="1063527"/>
                  </a:lnTo>
                  <a:lnTo>
                    <a:pt x="4214855" y="1063527"/>
                  </a:lnTo>
                  <a:lnTo>
                    <a:pt x="4214194" y="1063527"/>
                  </a:lnTo>
                  <a:lnTo>
                    <a:pt x="4213534" y="1063527"/>
                  </a:lnTo>
                  <a:lnTo>
                    <a:pt x="4212873" y="1063527"/>
                  </a:lnTo>
                  <a:lnTo>
                    <a:pt x="4212213" y="1063527"/>
                  </a:lnTo>
                  <a:lnTo>
                    <a:pt x="4211552" y="1063527"/>
                  </a:lnTo>
                  <a:lnTo>
                    <a:pt x="4210892" y="1063527"/>
                  </a:lnTo>
                  <a:lnTo>
                    <a:pt x="4210231" y="1063527"/>
                  </a:lnTo>
                  <a:lnTo>
                    <a:pt x="4209571" y="1063527"/>
                  </a:lnTo>
                  <a:lnTo>
                    <a:pt x="4208910" y="1063527"/>
                  </a:lnTo>
                  <a:lnTo>
                    <a:pt x="4208250" y="1063527"/>
                  </a:lnTo>
                  <a:lnTo>
                    <a:pt x="4207589" y="1063527"/>
                  </a:lnTo>
                  <a:lnTo>
                    <a:pt x="4206928" y="1063527"/>
                  </a:lnTo>
                  <a:lnTo>
                    <a:pt x="4206268" y="1063527"/>
                  </a:lnTo>
                  <a:lnTo>
                    <a:pt x="4205607" y="1063527"/>
                  </a:lnTo>
                  <a:lnTo>
                    <a:pt x="4204947" y="1063527"/>
                  </a:lnTo>
                  <a:lnTo>
                    <a:pt x="4204286" y="1063527"/>
                  </a:lnTo>
                  <a:lnTo>
                    <a:pt x="4203626" y="1063527"/>
                  </a:lnTo>
                  <a:lnTo>
                    <a:pt x="4202965" y="1063527"/>
                  </a:lnTo>
                  <a:lnTo>
                    <a:pt x="4202305" y="1063527"/>
                  </a:lnTo>
                  <a:lnTo>
                    <a:pt x="4201644" y="1063527"/>
                  </a:lnTo>
                  <a:lnTo>
                    <a:pt x="4200984" y="1063527"/>
                  </a:lnTo>
                  <a:lnTo>
                    <a:pt x="4200323" y="1063527"/>
                  </a:lnTo>
                  <a:lnTo>
                    <a:pt x="4199663" y="1063527"/>
                  </a:lnTo>
                  <a:lnTo>
                    <a:pt x="4199002" y="1063527"/>
                  </a:lnTo>
                  <a:lnTo>
                    <a:pt x="4198342" y="1063527"/>
                  </a:lnTo>
                  <a:lnTo>
                    <a:pt x="4197681" y="1063527"/>
                  </a:lnTo>
                  <a:lnTo>
                    <a:pt x="4197021" y="1063527"/>
                  </a:lnTo>
                  <a:lnTo>
                    <a:pt x="4196360" y="1063527"/>
                  </a:lnTo>
                  <a:lnTo>
                    <a:pt x="4195699" y="1063527"/>
                  </a:lnTo>
                  <a:lnTo>
                    <a:pt x="4195039" y="1063527"/>
                  </a:lnTo>
                  <a:lnTo>
                    <a:pt x="4194378" y="1063527"/>
                  </a:lnTo>
                  <a:lnTo>
                    <a:pt x="4193718" y="1063527"/>
                  </a:lnTo>
                  <a:lnTo>
                    <a:pt x="4193057" y="1063527"/>
                  </a:lnTo>
                  <a:lnTo>
                    <a:pt x="4192397" y="1063527"/>
                  </a:lnTo>
                  <a:lnTo>
                    <a:pt x="4191736" y="1063527"/>
                  </a:lnTo>
                  <a:lnTo>
                    <a:pt x="4191076" y="1063527"/>
                  </a:lnTo>
                  <a:lnTo>
                    <a:pt x="4190415" y="1063527"/>
                  </a:lnTo>
                  <a:lnTo>
                    <a:pt x="4189755" y="1063527"/>
                  </a:lnTo>
                  <a:lnTo>
                    <a:pt x="4189094" y="1063527"/>
                  </a:lnTo>
                  <a:lnTo>
                    <a:pt x="4188434" y="1063527"/>
                  </a:lnTo>
                  <a:lnTo>
                    <a:pt x="4187773" y="1063527"/>
                  </a:lnTo>
                  <a:lnTo>
                    <a:pt x="4187113" y="1063527"/>
                  </a:lnTo>
                  <a:lnTo>
                    <a:pt x="4186452" y="1063527"/>
                  </a:lnTo>
                  <a:lnTo>
                    <a:pt x="4185791" y="1063527"/>
                  </a:lnTo>
                  <a:lnTo>
                    <a:pt x="4185131" y="1063527"/>
                  </a:lnTo>
                  <a:lnTo>
                    <a:pt x="4184470" y="1063527"/>
                  </a:lnTo>
                  <a:lnTo>
                    <a:pt x="4183810" y="1063527"/>
                  </a:lnTo>
                  <a:lnTo>
                    <a:pt x="4183149" y="1063527"/>
                  </a:lnTo>
                  <a:lnTo>
                    <a:pt x="4182489" y="1063527"/>
                  </a:lnTo>
                  <a:lnTo>
                    <a:pt x="4181828" y="1063527"/>
                  </a:lnTo>
                  <a:lnTo>
                    <a:pt x="4181168" y="1063527"/>
                  </a:lnTo>
                  <a:lnTo>
                    <a:pt x="4180507" y="1063527"/>
                  </a:lnTo>
                  <a:lnTo>
                    <a:pt x="4179847" y="1063527"/>
                  </a:lnTo>
                  <a:lnTo>
                    <a:pt x="4179186" y="1063527"/>
                  </a:lnTo>
                  <a:lnTo>
                    <a:pt x="4178526" y="1063527"/>
                  </a:lnTo>
                  <a:lnTo>
                    <a:pt x="4177865" y="1063527"/>
                  </a:lnTo>
                  <a:lnTo>
                    <a:pt x="4177205" y="1063527"/>
                  </a:lnTo>
                  <a:lnTo>
                    <a:pt x="4176544" y="1063527"/>
                  </a:lnTo>
                  <a:lnTo>
                    <a:pt x="4175883" y="1063527"/>
                  </a:lnTo>
                  <a:lnTo>
                    <a:pt x="4175223" y="1063527"/>
                  </a:lnTo>
                  <a:lnTo>
                    <a:pt x="4174562" y="1063527"/>
                  </a:lnTo>
                  <a:lnTo>
                    <a:pt x="4173902" y="1063527"/>
                  </a:lnTo>
                  <a:lnTo>
                    <a:pt x="4173241" y="1063527"/>
                  </a:lnTo>
                  <a:lnTo>
                    <a:pt x="4172581" y="1063527"/>
                  </a:lnTo>
                  <a:lnTo>
                    <a:pt x="4171920" y="1063527"/>
                  </a:lnTo>
                  <a:lnTo>
                    <a:pt x="4171260" y="1063527"/>
                  </a:lnTo>
                  <a:lnTo>
                    <a:pt x="4170599" y="1063527"/>
                  </a:lnTo>
                  <a:lnTo>
                    <a:pt x="4169939" y="1063527"/>
                  </a:lnTo>
                  <a:lnTo>
                    <a:pt x="4169278" y="1063527"/>
                  </a:lnTo>
                  <a:lnTo>
                    <a:pt x="4168618" y="1063527"/>
                  </a:lnTo>
                  <a:lnTo>
                    <a:pt x="4167957" y="1063527"/>
                  </a:lnTo>
                  <a:lnTo>
                    <a:pt x="4167297" y="1063527"/>
                  </a:lnTo>
                  <a:lnTo>
                    <a:pt x="4166636" y="1063527"/>
                  </a:lnTo>
                  <a:lnTo>
                    <a:pt x="4165975" y="1063527"/>
                  </a:lnTo>
                  <a:lnTo>
                    <a:pt x="4165315" y="1063527"/>
                  </a:lnTo>
                  <a:lnTo>
                    <a:pt x="4164654" y="1063527"/>
                  </a:lnTo>
                  <a:lnTo>
                    <a:pt x="4163994" y="1063527"/>
                  </a:lnTo>
                  <a:lnTo>
                    <a:pt x="4163333" y="1063527"/>
                  </a:lnTo>
                  <a:lnTo>
                    <a:pt x="4162673" y="1063527"/>
                  </a:lnTo>
                  <a:lnTo>
                    <a:pt x="4162012" y="1063527"/>
                  </a:lnTo>
                  <a:lnTo>
                    <a:pt x="4161352" y="1063527"/>
                  </a:lnTo>
                  <a:lnTo>
                    <a:pt x="4160691" y="1063527"/>
                  </a:lnTo>
                  <a:lnTo>
                    <a:pt x="4160031" y="1063527"/>
                  </a:lnTo>
                  <a:lnTo>
                    <a:pt x="4159370" y="1063527"/>
                  </a:lnTo>
                  <a:lnTo>
                    <a:pt x="4158710" y="1063527"/>
                  </a:lnTo>
                  <a:lnTo>
                    <a:pt x="4158049" y="1063527"/>
                  </a:lnTo>
                  <a:lnTo>
                    <a:pt x="4157389" y="1063527"/>
                  </a:lnTo>
                  <a:lnTo>
                    <a:pt x="4156728" y="1063527"/>
                  </a:lnTo>
                  <a:lnTo>
                    <a:pt x="4156068" y="1063527"/>
                  </a:lnTo>
                  <a:lnTo>
                    <a:pt x="4155407" y="1063527"/>
                  </a:lnTo>
                  <a:lnTo>
                    <a:pt x="4154746" y="1063527"/>
                  </a:lnTo>
                  <a:lnTo>
                    <a:pt x="4154086" y="1063527"/>
                  </a:lnTo>
                  <a:lnTo>
                    <a:pt x="4153425" y="1063527"/>
                  </a:lnTo>
                  <a:lnTo>
                    <a:pt x="4152765" y="1063527"/>
                  </a:lnTo>
                  <a:lnTo>
                    <a:pt x="4152104" y="1063527"/>
                  </a:lnTo>
                  <a:lnTo>
                    <a:pt x="4151444" y="1063527"/>
                  </a:lnTo>
                  <a:lnTo>
                    <a:pt x="4150783" y="1063527"/>
                  </a:lnTo>
                  <a:lnTo>
                    <a:pt x="4150123" y="1063527"/>
                  </a:lnTo>
                  <a:lnTo>
                    <a:pt x="4149462" y="1063527"/>
                  </a:lnTo>
                  <a:lnTo>
                    <a:pt x="4148802" y="1063527"/>
                  </a:lnTo>
                  <a:lnTo>
                    <a:pt x="4148141" y="1063527"/>
                  </a:lnTo>
                  <a:lnTo>
                    <a:pt x="4147481" y="1063527"/>
                  </a:lnTo>
                  <a:lnTo>
                    <a:pt x="4146820" y="1063527"/>
                  </a:lnTo>
                  <a:lnTo>
                    <a:pt x="4146160" y="1063527"/>
                  </a:lnTo>
                  <a:lnTo>
                    <a:pt x="4145499" y="1063527"/>
                  </a:lnTo>
                  <a:lnTo>
                    <a:pt x="4144838" y="1063527"/>
                  </a:lnTo>
                  <a:lnTo>
                    <a:pt x="4144178" y="1063527"/>
                  </a:lnTo>
                  <a:lnTo>
                    <a:pt x="4143517" y="1063527"/>
                  </a:lnTo>
                  <a:lnTo>
                    <a:pt x="4142857" y="1063527"/>
                  </a:lnTo>
                  <a:lnTo>
                    <a:pt x="4142196" y="1063527"/>
                  </a:lnTo>
                  <a:lnTo>
                    <a:pt x="4141536" y="1063527"/>
                  </a:lnTo>
                  <a:lnTo>
                    <a:pt x="4140875" y="1063527"/>
                  </a:lnTo>
                  <a:lnTo>
                    <a:pt x="4140215" y="1063527"/>
                  </a:lnTo>
                  <a:lnTo>
                    <a:pt x="4139554" y="1063527"/>
                  </a:lnTo>
                  <a:lnTo>
                    <a:pt x="4138894" y="1063527"/>
                  </a:lnTo>
                  <a:lnTo>
                    <a:pt x="4138233" y="1063527"/>
                  </a:lnTo>
                  <a:lnTo>
                    <a:pt x="4137573" y="1063527"/>
                  </a:lnTo>
                  <a:lnTo>
                    <a:pt x="4136912" y="1063527"/>
                  </a:lnTo>
                  <a:lnTo>
                    <a:pt x="4136252" y="1063527"/>
                  </a:lnTo>
                  <a:lnTo>
                    <a:pt x="4135591" y="1063527"/>
                  </a:lnTo>
                  <a:lnTo>
                    <a:pt x="4134930" y="1063527"/>
                  </a:lnTo>
                  <a:lnTo>
                    <a:pt x="4134270" y="1063527"/>
                  </a:lnTo>
                  <a:lnTo>
                    <a:pt x="4133609" y="1063527"/>
                  </a:lnTo>
                  <a:lnTo>
                    <a:pt x="4132949" y="1063527"/>
                  </a:lnTo>
                  <a:lnTo>
                    <a:pt x="4132288" y="1063527"/>
                  </a:lnTo>
                  <a:lnTo>
                    <a:pt x="4131628" y="1063527"/>
                  </a:lnTo>
                  <a:lnTo>
                    <a:pt x="4130967" y="1063527"/>
                  </a:lnTo>
                  <a:lnTo>
                    <a:pt x="4130307" y="1063527"/>
                  </a:lnTo>
                  <a:lnTo>
                    <a:pt x="4129646" y="1063527"/>
                  </a:lnTo>
                  <a:lnTo>
                    <a:pt x="4128986" y="1063527"/>
                  </a:lnTo>
                  <a:lnTo>
                    <a:pt x="4128325" y="1063527"/>
                  </a:lnTo>
                  <a:lnTo>
                    <a:pt x="4127665" y="1063527"/>
                  </a:lnTo>
                  <a:lnTo>
                    <a:pt x="4127004" y="1063527"/>
                  </a:lnTo>
                  <a:lnTo>
                    <a:pt x="4126344" y="1063527"/>
                  </a:lnTo>
                  <a:lnTo>
                    <a:pt x="4125683" y="1063527"/>
                  </a:lnTo>
                  <a:lnTo>
                    <a:pt x="4125023" y="1063527"/>
                  </a:lnTo>
                  <a:lnTo>
                    <a:pt x="4124362" y="1063527"/>
                  </a:lnTo>
                  <a:lnTo>
                    <a:pt x="4123701" y="1063527"/>
                  </a:lnTo>
                  <a:lnTo>
                    <a:pt x="4123041" y="1063527"/>
                  </a:lnTo>
                  <a:lnTo>
                    <a:pt x="4122380" y="1063527"/>
                  </a:lnTo>
                  <a:lnTo>
                    <a:pt x="4121720" y="1063527"/>
                  </a:lnTo>
                  <a:lnTo>
                    <a:pt x="4121059" y="1063527"/>
                  </a:lnTo>
                  <a:lnTo>
                    <a:pt x="4120399" y="1063527"/>
                  </a:lnTo>
                  <a:lnTo>
                    <a:pt x="4119738" y="1063527"/>
                  </a:lnTo>
                  <a:lnTo>
                    <a:pt x="4119078" y="1063527"/>
                  </a:lnTo>
                  <a:lnTo>
                    <a:pt x="4118417" y="1063527"/>
                  </a:lnTo>
                  <a:lnTo>
                    <a:pt x="4117757" y="1063527"/>
                  </a:lnTo>
                  <a:lnTo>
                    <a:pt x="4117096" y="1063527"/>
                  </a:lnTo>
                  <a:lnTo>
                    <a:pt x="4116436" y="1063527"/>
                  </a:lnTo>
                  <a:lnTo>
                    <a:pt x="4115775" y="1063527"/>
                  </a:lnTo>
                  <a:lnTo>
                    <a:pt x="4115115" y="1063527"/>
                  </a:lnTo>
                  <a:lnTo>
                    <a:pt x="4114454" y="1063527"/>
                  </a:lnTo>
                  <a:lnTo>
                    <a:pt x="4113793" y="1063527"/>
                  </a:lnTo>
                  <a:lnTo>
                    <a:pt x="4113133" y="1063527"/>
                  </a:lnTo>
                  <a:lnTo>
                    <a:pt x="4112472" y="1063527"/>
                  </a:lnTo>
                  <a:lnTo>
                    <a:pt x="4111812" y="1063527"/>
                  </a:lnTo>
                  <a:lnTo>
                    <a:pt x="4111151" y="1063527"/>
                  </a:lnTo>
                  <a:lnTo>
                    <a:pt x="4110491" y="1063527"/>
                  </a:lnTo>
                  <a:lnTo>
                    <a:pt x="4109830" y="1063527"/>
                  </a:lnTo>
                  <a:lnTo>
                    <a:pt x="4109170" y="1063527"/>
                  </a:lnTo>
                  <a:lnTo>
                    <a:pt x="4108509" y="1063527"/>
                  </a:lnTo>
                  <a:lnTo>
                    <a:pt x="4107849" y="1063527"/>
                  </a:lnTo>
                  <a:lnTo>
                    <a:pt x="4107188" y="1063527"/>
                  </a:lnTo>
                  <a:lnTo>
                    <a:pt x="4106528" y="1063527"/>
                  </a:lnTo>
                  <a:lnTo>
                    <a:pt x="4105867" y="1063527"/>
                  </a:lnTo>
                  <a:lnTo>
                    <a:pt x="4105207" y="1063527"/>
                  </a:lnTo>
                  <a:lnTo>
                    <a:pt x="4104546" y="1063527"/>
                  </a:lnTo>
                  <a:lnTo>
                    <a:pt x="4103885" y="1063527"/>
                  </a:lnTo>
                  <a:lnTo>
                    <a:pt x="4103225" y="1063527"/>
                  </a:lnTo>
                  <a:lnTo>
                    <a:pt x="4102564" y="1063527"/>
                  </a:lnTo>
                  <a:lnTo>
                    <a:pt x="4101904" y="1063527"/>
                  </a:lnTo>
                  <a:lnTo>
                    <a:pt x="4101243" y="1063527"/>
                  </a:lnTo>
                  <a:lnTo>
                    <a:pt x="4100583" y="1063527"/>
                  </a:lnTo>
                  <a:lnTo>
                    <a:pt x="4099922" y="1063527"/>
                  </a:lnTo>
                  <a:lnTo>
                    <a:pt x="4099262" y="1063527"/>
                  </a:lnTo>
                  <a:lnTo>
                    <a:pt x="4098601" y="1063527"/>
                  </a:lnTo>
                  <a:lnTo>
                    <a:pt x="4097941" y="1063527"/>
                  </a:lnTo>
                  <a:lnTo>
                    <a:pt x="4097280" y="1063527"/>
                  </a:lnTo>
                  <a:lnTo>
                    <a:pt x="4096620" y="1063527"/>
                  </a:lnTo>
                  <a:lnTo>
                    <a:pt x="4095959" y="1063527"/>
                  </a:lnTo>
                  <a:lnTo>
                    <a:pt x="4095299" y="1063527"/>
                  </a:lnTo>
                  <a:lnTo>
                    <a:pt x="4094638" y="1063527"/>
                  </a:lnTo>
                  <a:lnTo>
                    <a:pt x="4093977" y="1063527"/>
                  </a:lnTo>
                  <a:lnTo>
                    <a:pt x="4093317" y="1063527"/>
                  </a:lnTo>
                  <a:lnTo>
                    <a:pt x="4092656" y="1063527"/>
                  </a:lnTo>
                  <a:lnTo>
                    <a:pt x="4091996" y="1063527"/>
                  </a:lnTo>
                  <a:lnTo>
                    <a:pt x="4091335" y="1063527"/>
                  </a:lnTo>
                  <a:lnTo>
                    <a:pt x="4090675" y="1063527"/>
                  </a:lnTo>
                  <a:lnTo>
                    <a:pt x="4090014" y="1063527"/>
                  </a:lnTo>
                  <a:lnTo>
                    <a:pt x="4089354" y="1063527"/>
                  </a:lnTo>
                  <a:lnTo>
                    <a:pt x="4088693" y="1063527"/>
                  </a:lnTo>
                  <a:lnTo>
                    <a:pt x="4088033" y="1063527"/>
                  </a:lnTo>
                  <a:lnTo>
                    <a:pt x="4087372" y="1063527"/>
                  </a:lnTo>
                  <a:lnTo>
                    <a:pt x="4086712" y="1063527"/>
                  </a:lnTo>
                  <a:lnTo>
                    <a:pt x="4086051" y="1063527"/>
                  </a:lnTo>
                  <a:lnTo>
                    <a:pt x="4085391" y="1063527"/>
                  </a:lnTo>
                  <a:lnTo>
                    <a:pt x="4084730" y="1063527"/>
                  </a:lnTo>
                  <a:lnTo>
                    <a:pt x="4084070" y="1063527"/>
                  </a:lnTo>
                  <a:lnTo>
                    <a:pt x="4083409" y="1063527"/>
                  </a:lnTo>
                  <a:lnTo>
                    <a:pt x="4082748" y="1063527"/>
                  </a:lnTo>
                  <a:lnTo>
                    <a:pt x="4082088" y="1063527"/>
                  </a:lnTo>
                  <a:lnTo>
                    <a:pt x="4081427" y="1063527"/>
                  </a:lnTo>
                  <a:lnTo>
                    <a:pt x="4080767" y="1063527"/>
                  </a:lnTo>
                  <a:lnTo>
                    <a:pt x="4080106" y="1063527"/>
                  </a:lnTo>
                  <a:lnTo>
                    <a:pt x="4079446" y="1063527"/>
                  </a:lnTo>
                  <a:lnTo>
                    <a:pt x="4078785" y="1063527"/>
                  </a:lnTo>
                  <a:lnTo>
                    <a:pt x="4078125" y="1063527"/>
                  </a:lnTo>
                  <a:lnTo>
                    <a:pt x="4077464" y="1063527"/>
                  </a:lnTo>
                  <a:lnTo>
                    <a:pt x="4076804" y="1063527"/>
                  </a:lnTo>
                  <a:lnTo>
                    <a:pt x="4076143" y="1063527"/>
                  </a:lnTo>
                  <a:lnTo>
                    <a:pt x="4075483" y="1063527"/>
                  </a:lnTo>
                  <a:lnTo>
                    <a:pt x="4074822" y="1063527"/>
                  </a:lnTo>
                  <a:lnTo>
                    <a:pt x="4074162" y="1063527"/>
                  </a:lnTo>
                  <a:lnTo>
                    <a:pt x="4073501" y="1063527"/>
                  </a:lnTo>
                  <a:lnTo>
                    <a:pt x="4072840" y="1063527"/>
                  </a:lnTo>
                  <a:lnTo>
                    <a:pt x="4072180" y="1063527"/>
                  </a:lnTo>
                  <a:lnTo>
                    <a:pt x="4071519" y="1063527"/>
                  </a:lnTo>
                  <a:lnTo>
                    <a:pt x="4070859" y="1063527"/>
                  </a:lnTo>
                  <a:lnTo>
                    <a:pt x="4070198" y="1063527"/>
                  </a:lnTo>
                  <a:lnTo>
                    <a:pt x="4069538" y="1063527"/>
                  </a:lnTo>
                  <a:lnTo>
                    <a:pt x="4068877" y="1063527"/>
                  </a:lnTo>
                  <a:lnTo>
                    <a:pt x="4068217" y="1063527"/>
                  </a:lnTo>
                  <a:lnTo>
                    <a:pt x="4067556" y="1063527"/>
                  </a:lnTo>
                  <a:lnTo>
                    <a:pt x="4066896" y="1063527"/>
                  </a:lnTo>
                  <a:lnTo>
                    <a:pt x="4066235" y="1063527"/>
                  </a:lnTo>
                  <a:lnTo>
                    <a:pt x="4065575" y="1063527"/>
                  </a:lnTo>
                  <a:lnTo>
                    <a:pt x="4064914" y="1063527"/>
                  </a:lnTo>
                  <a:lnTo>
                    <a:pt x="4064254" y="1063527"/>
                  </a:lnTo>
                  <a:lnTo>
                    <a:pt x="4063593" y="1063527"/>
                  </a:lnTo>
                  <a:lnTo>
                    <a:pt x="4062932" y="1063527"/>
                  </a:lnTo>
                  <a:lnTo>
                    <a:pt x="4062272" y="1063527"/>
                  </a:lnTo>
                  <a:lnTo>
                    <a:pt x="4061611" y="1063527"/>
                  </a:lnTo>
                  <a:lnTo>
                    <a:pt x="4060951" y="1063527"/>
                  </a:lnTo>
                  <a:lnTo>
                    <a:pt x="4060290" y="1063527"/>
                  </a:lnTo>
                  <a:lnTo>
                    <a:pt x="4059630" y="1063527"/>
                  </a:lnTo>
                  <a:lnTo>
                    <a:pt x="4058969" y="1063527"/>
                  </a:lnTo>
                  <a:lnTo>
                    <a:pt x="4058309" y="1063527"/>
                  </a:lnTo>
                  <a:lnTo>
                    <a:pt x="4057648" y="1063527"/>
                  </a:lnTo>
                  <a:lnTo>
                    <a:pt x="4056988" y="1063527"/>
                  </a:lnTo>
                  <a:lnTo>
                    <a:pt x="4056327" y="1063527"/>
                  </a:lnTo>
                  <a:lnTo>
                    <a:pt x="4055667" y="1063527"/>
                  </a:lnTo>
                  <a:lnTo>
                    <a:pt x="4055006" y="1063527"/>
                  </a:lnTo>
                  <a:lnTo>
                    <a:pt x="4054346" y="1063527"/>
                  </a:lnTo>
                  <a:lnTo>
                    <a:pt x="4053685" y="1063527"/>
                  </a:lnTo>
                  <a:lnTo>
                    <a:pt x="4053025" y="1063527"/>
                  </a:lnTo>
                  <a:lnTo>
                    <a:pt x="4052364" y="1063527"/>
                  </a:lnTo>
                  <a:lnTo>
                    <a:pt x="4051703" y="1063527"/>
                  </a:lnTo>
                  <a:lnTo>
                    <a:pt x="4051043" y="1063527"/>
                  </a:lnTo>
                  <a:lnTo>
                    <a:pt x="4050382" y="1063527"/>
                  </a:lnTo>
                  <a:lnTo>
                    <a:pt x="4049722" y="1063527"/>
                  </a:lnTo>
                  <a:lnTo>
                    <a:pt x="4049061" y="1063527"/>
                  </a:lnTo>
                  <a:lnTo>
                    <a:pt x="4048401" y="1063527"/>
                  </a:lnTo>
                  <a:lnTo>
                    <a:pt x="4047740" y="1063527"/>
                  </a:lnTo>
                  <a:lnTo>
                    <a:pt x="4047080" y="1063527"/>
                  </a:lnTo>
                  <a:lnTo>
                    <a:pt x="4046419" y="1063527"/>
                  </a:lnTo>
                  <a:lnTo>
                    <a:pt x="4045759" y="1063527"/>
                  </a:lnTo>
                  <a:lnTo>
                    <a:pt x="4045098" y="1063527"/>
                  </a:lnTo>
                  <a:lnTo>
                    <a:pt x="4044438" y="1063527"/>
                  </a:lnTo>
                  <a:lnTo>
                    <a:pt x="4043777" y="1063527"/>
                  </a:lnTo>
                  <a:lnTo>
                    <a:pt x="4043117" y="1063527"/>
                  </a:lnTo>
                  <a:lnTo>
                    <a:pt x="4042456" y="1063527"/>
                  </a:lnTo>
                  <a:lnTo>
                    <a:pt x="4041795" y="1063527"/>
                  </a:lnTo>
                  <a:lnTo>
                    <a:pt x="4041135" y="1063527"/>
                  </a:lnTo>
                  <a:lnTo>
                    <a:pt x="4040474" y="1063527"/>
                  </a:lnTo>
                  <a:lnTo>
                    <a:pt x="4039814" y="1063527"/>
                  </a:lnTo>
                  <a:lnTo>
                    <a:pt x="4039153" y="1063527"/>
                  </a:lnTo>
                  <a:lnTo>
                    <a:pt x="4038493" y="1063527"/>
                  </a:lnTo>
                  <a:lnTo>
                    <a:pt x="4037832" y="1063527"/>
                  </a:lnTo>
                  <a:lnTo>
                    <a:pt x="4037172" y="1063527"/>
                  </a:lnTo>
                  <a:lnTo>
                    <a:pt x="4036511" y="1063527"/>
                  </a:lnTo>
                  <a:lnTo>
                    <a:pt x="4035851" y="1063527"/>
                  </a:lnTo>
                  <a:lnTo>
                    <a:pt x="4035190" y="1063527"/>
                  </a:lnTo>
                  <a:lnTo>
                    <a:pt x="4034530" y="1063527"/>
                  </a:lnTo>
                  <a:lnTo>
                    <a:pt x="4033869" y="1063527"/>
                  </a:lnTo>
                  <a:lnTo>
                    <a:pt x="4033209" y="1063527"/>
                  </a:lnTo>
                  <a:lnTo>
                    <a:pt x="4032548" y="1063527"/>
                  </a:lnTo>
                  <a:lnTo>
                    <a:pt x="4031887" y="1063527"/>
                  </a:lnTo>
                  <a:lnTo>
                    <a:pt x="4031227" y="1063527"/>
                  </a:lnTo>
                  <a:lnTo>
                    <a:pt x="4030566" y="1063527"/>
                  </a:lnTo>
                  <a:lnTo>
                    <a:pt x="4029906" y="1063527"/>
                  </a:lnTo>
                  <a:lnTo>
                    <a:pt x="4029245" y="1063527"/>
                  </a:lnTo>
                  <a:lnTo>
                    <a:pt x="4028585" y="1063527"/>
                  </a:lnTo>
                  <a:lnTo>
                    <a:pt x="4027924" y="1063527"/>
                  </a:lnTo>
                  <a:lnTo>
                    <a:pt x="4027264" y="1063527"/>
                  </a:lnTo>
                  <a:lnTo>
                    <a:pt x="4026603" y="1063527"/>
                  </a:lnTo>
                  <a:lnTo>
                    <a:pt x="4025943" y="1063527"/>
                  </a:lnTo>
                  <a:lnTo>
                    <a:pt x="4025282" y="1063527"/>
                  </a:lnTo>
                  <a:lnTo>
                    <a:pt x="4024622" y="1063527"/>
                  </a:lnTo>
                  <a:lnTo>
                    <a:pt x="4023961" y="1063527"/>
                  </a:lnTo>
                  <a:lnTo>
                    <a:pt x="4023301" y="1063527"/>
                  </a:lnTo>
                  <a:lnTo>
                    <a:pt x="4022640" y="1063527"/>
                  </a:lnTo>
                  <a:lnTo>
                    <a:pt x="4021979" y="1063527"/>
                  </a:lnTo>
                  <a:lnTo>
                    <a:pt x="4021319" y="1063527"/>
                  </a:lnTo>
                  <a:lnTo>
                    <a:pt x="4020658" y="1063527"/>
                  </a:lnTo>
                  <a:lnTo>
                    <a:pt x="4019998" y="1063527"/>
                  </a:lnTo>
                  <a:lnTo>
                    <a:pt x="4019337" y="1063527"/>
                  </a:lnTo>
                  <a:lnTo>
                    <a:pt x="4018677" y="1063527"/>
                  </a:lnTo>
                  <a:lnTo>
                    <a:pt x="4018016" y="1063527"/>
                  </a:lnTo>
                  <a:lnTo>
                    <a:pt x="4017356" y="1063527"/>
                  </a:lnTo>
                  <a:lnTo>
                    <a:pt x="4016695" y="1063527"/>
                  </a:lnTo>
                  <a:lnTo>
                    <a:pt x="4016035" y="1063527"/>
                  </a:lnTo>
                  <a:lnTo>
                    <a:pt x="4015374" y="1063527"/>
                  </a:lnTo>
                  <a:lnTo>
                    <a:pt x="4014714" y="1063527"/>
                  </a:lnTo>
                  <a:lnTo>
                    <a:pt x="4014053" y="1063527"/>
                  </a:lnTo>
                  <a:lnTo>
                    <a:pt x="4013393" y="1063527"/>
                  </a:lnTo>
                  <a:lnTo>
                    <a:pt x="4012732" y="1063527"/>
                  </a:lnTo>
                  <a:lnTo>
                    <a:pt x="4012072" y="1063527"/>
                  </a:lnTo>
                  <a:lnTo>
                    <a:pt x="4011411" y="1063527"/>
                  </a:lnTo>
                  <a:lnTo>
                    <a:pt x="4010750" y="1063527"/>
                  </a:lnTo>
                  <a:lnTo>
                    <a:pt x="4010090" y="1063527"/>
                  </a:lnTo>
                  <a:lnTo>
                    <a:pt x="4009429" y="1063527"/>
                  </a:lnTo>
                  <a:lnTo>
                    <a:pt x="4008769" y="1063527"/>
                  </a:lnTo>
                  <a:lnTo>
                    <a:pt x="4008108" y="1063527"/>
                  </a:lnTo>
                  <a:lnTo>
                    <a:pt x="4007448" y="1063527"/>
                  </a:lnTo>
                  <a:lnTo>
                    <a:pt x="4006787" y="1063527"/>
                  </a:lnTo>
                  <a:lnTo>
                    <a:pt x="4006127" y="1063527"/>
                  </a:lnTo>
                  <a:lnTo>
                    <a:pt x="4005466" y="1063527"/>
                  </a:lnTo>
                  <a:lnTo>
                    <a:pt x="4004806" y="1063527"/>
                  </a:lnTo>
                  <a:lnTo>
                    <a:pt x="4004145" y="1063527"/>
                  </a:lnTo>
                  <a:lnTo>
                    <a:pt x="4003485" y="1063527"/>
                  </a:lnTo>
                  <a:lnTo>
                    <a:pt x="4002824" y="1063527"/>
                  </a:lnTo>
                  <a:lnTo>
                    <a:pt x="4002164" y="1063527"/>
                  </a:lnTo>
                  <a:lnTo>
                    <a:pt x="4001503" y="1063527"/>
                  </a:lnTo>
                  <a:lnTo>
                    <a:pt x="4000842" y="1063527"/>
                  </a:lnTo>
                  <a:lnTo>
                    <a:pt x="4000182" y="1063527"/>
                  </a:lnTo>
                  <a:lnTo>
                    <a:pt x="3999521" y="1063527"/>
                  </a:lnTo>
                  <a:lnTo>
                    <a:pt x="3998861" y="1063527"/>
                  </a:lnTo>
                  <a:lnTo>
                    <a:pt x="3998200" y="1063527"/>
                  </a:lnTo>
                  <a:lnTo>
                    <a:pt x="3997540" y="1063527"/>
                  </a:lnTo>
                  <a:lnTo>
                    <a:pt x="3996879" y="1063527"/>
                  </a:lnTo>
                  <a:lnTo>
                    <a:pt x="3996219" y="1063527"/>
                  </a:lnTo>
                  <a:lnTo>
                    <a:pt x="3995558" y="1063527"/>
                  </a:lnTo>
                  <a:lnTo>
                    <a:pt x="3994898" y="1063527"/>
                  </a:lnTo>
                  <a:lnTo>
                    <a:pt x="3994237" y="1063527"/>
                  </a:lnTo>
                  <a:lnTo>
                    <a:pt x="3993577" y="1063527"/>
                  </a:lnTo>
                  <a:lnTo>
                    <a:pt x="3992916" y="1063527"/>
                  </a:lnTo>
                  <a:lnTo>
                    <a:pt x="3992256" y="1063527"/>
                  </a:lnTo>
                  <a:lnTo>
                    <a:pt x="3991595" y="1063527"/>
                  </a:lnTo>
                  <a:lnTo>
                    <a:pt x="3990934" y="1063527"/>
                  </a:lnTo>
                  <a:lnTo>
                    <a:pt x="3990274" y="1063527"/>
                  </a:lnTo>
                  <a:lnTo>
                    <a:pt x="3989613" y="1063527"/>
                  </a:lnTo>
                  <a:lnTo>
                    <a:pt x="3988953" y="1063527"/>
                  </a:lnTo>
                  <a:lnTo>
                    <a:pt x="3988292" y="1063527"/>
                  </a:lnTo>
                  <a:lnTo>
                    <a:pt x="3987632" y="1063527"/>
                  </a:lnTo>
                  <a:lnTo>
                    <a:pt x="3986971" y="1063527"/>
                  </a:lnTo>
                  <a:lnTo>
                    <a:pt x="3986311" y="1063527"/>
                  </a:lnTo>
                  <a:lnTo>
                    <a:pt x="3985650" y="1063527"/>
                  </a:lnTo>
                  <a:lnTo>
                    <a:pt x="3984990" y="1063527"/>
                  </a:lnTo>
                  <a:lnTo>
                    <a:pt x="3984329" y="1063527"/>
                  </a:lnTo>
                  <a:lnTo>
                    <a:pt x="3983669" y="1063527"/>
                  </a:lnTo>
                  <a:lnTo>
                    <a:pt x="3983008" y="1063527"/>
                  </a:lnTo>
                  <a:lnTo>
                    <a:pt x="3982348" y="1063527"/>
                  </a:lnTo>
                  <a:lnTo>
                    <a:pt x="3981687" y="1063527"/>
                  </a:lnTo>
                  <a:lnTo>
                    <a:pt x="3981027" y="1063527"/>
                  </a:lnTo>
                  <a:lnTo>
                    <a:pt x="3980366" y="1063527"/>
                  </a:lnTo>
                  <a:lnTo>
                    <a:pt x="3979705" y="1063527"/>
                  </a:lnTo>
                  <a:lnTo>
                    <a:pt x="3979045" y="1063527"/>
                  </a:lnTo>
                  <a:lnTo>
                    <a:pt x="3978384" y="1063527"/>
                  </a:lnTo>
                  <a:lnTo>
                    <a:pt x="3977724" y="1063527"/>
                  </a:lnTo>
                  <a:lnTo>
                    <a:pt x="3977063" y="1063527"/>
                  </a:lnTo>
                  <a:lnTo>
                    <a:pt x="3976403" y="1063527"/>
                  </a:lnTo>
                  <a:lnTo>
                    <a:pt x="3975742" y="1063527"/>
                  </a:lnTo>
                  <a:lnTo>
                    <a:pt x="3975082" y="1063527"/>
                  </a:lnTo>
                  <a:lnTo>
                    <a:pt x="3974421" y="1063527"/>
                  </a:lnTo>
                  <a:lnTo>
                    <a:pt x="3973761" y="1063527"/>
                  </a:lnTo>
                  <a:lnTo>
                    <a:pt x="3973100" y="1063527"/>
                  </a:lnTo>
                  <a:lnTo>
                    <a:pt x="3972440" y="1063527"/>
                  </a:lnTo>
                  <a:lnTo>
                    <a:pt x="3971779" y="1063527"/>
                  </a:lnTo>
                  <a:lnTo>
                    <a:pt x="3971119" y="1063527"/>
                  </a:lnTo>
                  <a:lnTo>
                    <a:pt x="3970458" y="1063527"/>
                  </a:lnTo>
                  <a:lnTo>
                    <a:pt x="3969797" y="1063527"/>
                  </a:lnTo>
                  <a:lnTo>
                    <a:pt x="3969137" y="1063527"/>
                  </a:lnTo>
                  <a:lnTo>
                    <a:pt x="3968476" y="1063527"/>
                  </a:lnTo>
                  <a:lnTo>
                    <a:pt x="3967816" y="1063527"/>
                  </a:lnTo>
                  <a:lnTo>
                    <a:pt x="3967155" y="1063527"/>
                  </a:lnTo>
                  <a:lnTo>
                    <a:pt x="3966495" y="1063527"/>
                  </a:lnTo>
                  <a:lnTo>
                    <a:pt x="3965834" y="1063527"/>
                  </a:lnTo>
                  <a:lnTo>
                    <a:pt x="3965174" y="1063527"/>
                  </a:lnTo>
                  <a:lnTo>
                    <a:pt x="3964513" y="1063527"/>
                  </a:lnTo>
                  <a:lnTo>
                    <a:pt x="3963853" y="1063527"/>
                  </a:lnTo>
                  <a:lnTo>
                    <a:pt x="3963192" y="1063527"/>
                  </a:lnTo>
                  <a:lnTo>
                    <a:pt x="3962532" y="1063527"/>
                  </a:lnTo>
                  <a:lnTo>
                    <a:pt x="3961871" y="1063527"/>
                  </a:lnTo>
                  <a:lnTo>
                    <a:pt x="3961211" y="1063527"/>
                  </a:lnTo>
                  <a:lnTo>
                    <a:pt x="3960550" y="1063527"/>
                  </a:lnTo>
                  <a:lnTo>
                    <a:pt x="3959889" y="1063527"/>
                  </a:lnTo>
                  <a:lnTo>
                    <a:pt x="3959229" y="1063527"/>
                  </a:lnTo>
                  <a:lnTo>
                    <a:pt x="3958568" y="1063527"/>
                  </a:lnTo>
                  <a:lnTo>
                    <a:pt x="3957908" y="1063527"/>
                  </a:lnTo>
                  <a:lnTo>
                    <a:pt x="3957247" y="1063527"/>
                  </a:lnTo>
                  <a:lnTo>
                    <a:pt x="3956587" y="1063527"/>
                  </a:lnTo>
                  <a:lnTo>
                    <a:pt x="3955926" y="1063527"/>
                  </a:lnTo>
                  <a:lnTo>
                    <a:pt x="3955266" y="1063527"/>
                  </a:lnTo>
                  <a:lnTo>
                    <a:pt x="3954605" y="1063527"/>
                  </a:lnTo>
                  <a:lnTo>
                    <a:pt x="3953945" y="1063527"/>
                  </a:lnTo>
                  <a:lnTo>
                    <a:pt x="3953284" y="1063527"/>
                  </a:lnTo>
                  <a:lnTo>
                    <a:pt x="3952624" y="1063527"/>
                  </a:lnTo>
                  <a:lnTo>
                    <a:pt x="3951963" y="1063527"/>
                  </a:lnTo>
                  <a:lnTo>
                    <a:pt x="3951303" y="1063527"/>
                  </a:lnTo>
                  <a:lnTo>
                    <a:pt x="3950642" y="1063527"/>
                  </a:lnTo>
                  <a:lnTo>
                    <a:pt x="3949981" y="1063527"/>
                  </a:lnTo>
                  <a:lnTo>
                    <a:pt x="3949321" y="1063527"/>
                  </a:lnTo>
                  <a:lnTo>
                    <a:pt x="3948660" y="1063527"/>
                  </a:lnTo>
                  <a:lnTo>
                    <a:pt x="3948000" y="1063527"/>
                  </a:lnTo>
                  <a:lnTo>
                    <a:pt x="3947339" y="1063527"/>
                  </a:lnTo>
                  <a:lnTo>
                    <a:pt x="3946679" y="1063527"/>
                  </a:lnTo>
                  <a:lnTo>
                    <a:pt x="3946018" y="1063527"/>
                  </a:lnTo>
                  <a:lnTo>
                    <a:pt x="3945358" y="1063527"/>
                  </a:lnTo>
                  <a:lnTo>
                    <a:pt x="3944697" y="1063527"/>
                  </a:lnTo>
                  <a:lnTo>
                    <a:pt x="3944037" y="1063527"/>
                  </a:lnTo>
                  <a:lnTo>
                    <a:pt x="3943376" y="1063527"/>
                  </a:lnTo>
                  <a:lnTo>
                    <a:pt x="3942716" y="1063527"/>
                  </a:lnTo>
                  <a:lnTo>
                    <a:pt x="3942055" y="1063527"/>
                  </a:lnTo>
                  <a:lnTo>
                    <a:pt x="3941395" y="1063527"/>
                  </a:lnTo>
                  <a:lnTo>
                    <a:pt x="3940734" y="1063527"/>
                  </a:lnTo>
                  <a:lnTo>
                    <a:pt x="3940074" y="1063527"/>
                  </a:lnTo>
                  <a:lnTo>
                    <a:pt x="3939413" y="1063527"/>
                  </a:lnTo>
                  <a:lnTo>
                    <a:pt x="3938752" y="1063527"/>
                  </a:lnTo>
                  <a:lnTo>
                    <a:pt x="3938092" y="1063527"/>
                  </a:lnTo>
                  <a:lnTo>
                    <a:pt x="3937431" y="1063527"/>
                  </a:lnTo>
                  <a:lnTo>
                    <a:pt x="3936771" y="1063527"/>
                  </a:lnTo>
                  <a:lnTo>
                    <a:pt x="3936110" y="1063527"/>
                  </a:lnTo>
                  <a:lnTo>
                    <a:pt x="3935450" y="1063527"/>
                  </a:lnTo>
                  <a:lnTo>
                    <a:pt x="3934789" y="1063527"/>
                  </a:lnTo>
                  <a:lnTo>
                    <a:pt x="3934129" y="1063527"/>
                  </a:lnTo>
                  <a:lnTo>
                    <a:pt x="3933468" y="1063527"/>
                  </a:lnTo>
                  <a:lnTo>
                    <a:pt x="3932808" y="1063527"/>
                  </a:lnTo>
                  <a:lnTo>
                    <a:pt x="3932147" y="1063527"/>
                  </a:lnTo>
                  <a:lnTo>
                    <a:pt x="3931487" y="1063527"/>
                  </a:lnTo>
                  <a:lnTo>
                    <a:pt x="3930826" y="1063527"/>
                  </a:lnTo>
                  <a:lnTo>
                    <a:pt x="3930166" y="1063527"/>
                  </a:lnTo>
                  <a:lnTo>
                    <a:pt x="3929505" y="1063527"/>
                  </a:lnTo>
                  <a:lnTo>
                    <a:pt x="3928844" y="1063527"/>
                  </a:lnTo>
                  <a:lnTo>
                    <a:pt x="3928184" y="1063527"/>
                  </a:lnTo>
                  <a:lnTo>
                    <a:pt x="3927523" y="1063527"/>
                  </a:lnTo>
                  <a:lnTo>
                    <a:pt x="3926863" y="1063527"/>
                  </a:lnTo>
                  <a:lnTo>
                    <a:pt x="3926202" y="1063527"/>
                  </a:lnTo>
                  <a:lnTo>
                    <a:pt x="3925542" y="1063527"/>
                  </a:lnTo>
                  <a:lnTo>
                    <a:pt x="3924881" y="1063527"/>
                  </a:lnTo>
                  <a:lnTo>
                    <a:pt x="3924221" y="1063527"/>
                  </a:lnTo>
                  <a:lnTo>
                    <a:pt x="3923560" y="1063527"/>
                  </a:lnTo>
                  <a:lnTo>
                    <a:pt x="3922900" y="1063527"/>
                  </a:lnTo>
                  <a:lnTo>
                    <a:pt x="3922239" y="1063527"/>
                  </a:lnTo>
                  <a:lnTo>
                    <a:pt x="3921579" y="1063527"/>
                  </a:lnTo>
                  <a:lnTo>
                    <a:pt x="3920918" y="1063527"/>
                  </a:lnTo>
                  <a:lnTo>
                    <a:pt x="3920258" y="1063527"/>
                  </a:lnTo>
                  <a:lnTo>
                    <a:pt x="3919597" y="1063527"/>
                  </a:lnTo>
                  <a:lnTo>
                    <a:pt x="3918936" y="1063527"/>
                  </a:lnTo>
                  <a:lnTo>
                    <a:pt x="3918276" y="1063527"/>
                  </a:lnTo>
                  <a:lnTo>
                    <a:pt x="3917615" y="1063527"/>
                  </a:lnTo>
                  <a:lnTo>
                    <a:pt x="3916955" y="1063527"/>
                  </a:lnTo>
                  <a:lnTo>
                    <a:pt x="3916294" y="1063527"/>
                  </a:lnTo>
                  <a:lnTo>
                    <a:pt x="3915634" y="1063527"/>
                  </a:lnTo>
                  <a:lnTo>
                    <a:pt x="3914973" y="1063527"/>
                  </a:lnTo>
                  <a:lnTo>
                    <a:pt x="3914313" y="1063527"/>
                  </a:lnTo>
                  <a:lnTo>
                    <a:pt x="3913652" y="1063527"/>
                  </a:lnTo>
                  <a:lnTo>
                    <a:pt x="3912992" y="1063527"/>
                  </a:lnTo>
                  <a:lnTo>
                    <a:pt x="3912331" y="1063527"/>
                  </a:lnTo>
                  <a:lnTo>
                    <a:pt x="3911671" y="1063527"/>
                  </a:lnTo>
                  <a:lnTo>
                    <a:pt x="3911010" y="1063527"/>
                  </a:lnTo>
                  <a:lnTo>
                    <a:pt x="3910350" y="1063527"/>
                  </a:lnTo>
                  <a:lnTo>
                    <a:pt x="3909689" y="1063527"/>
                  </a:lnTo>
                  <a:lnTo>
                    <a:pt x="3909029" y="1063527"/>
                  </a:lnTo>
                  <a:lnTo>
                    <a:pt x="3908368" y="1063527"/>
                  </a:lnTo>
                  <a:lnTo>
                    <a:pt x="3907707" y="1063527"/>
                  </a:lnTo>
                  <a:lnTo>
                    <a:pt x="3907047" y="1063527"/>
                  </a:lnTo>
                  <a:lnTo>
                    <a:pt x="3906386" y="1063527"/>
                  </a:lnTo>
                  <a:lnTo>
                    <a:pt x="3905726" y="1063527"/>
                  </a:lnTo>
                  <a:lnTo>
                    <a:pt x="3905065" y="1063527"/>
                  </a:lnTo>
                  <a:lnTo>
                    <a:pt x="3904405" y="1063527"/>
                  </a:lnTo>
                  <a:lnTo>
                    <a:pt x="3903744" y="1063527"/>
                  </a:lnTo>
                  <a:lnTo>
                    <a:pt x="3903084" y="1063527"/>
                  </a:lnTo>
                  <a:lnTo>
                    <a:pt x="3902423" y="1063527"/>
                  </a:lnTo>
                  <a:lnTo>
                    <a:pt x="3901763" y="1063527"/>
                  </a:lnTo>
                  <a:lnTo>
                    <a:pt x="3901102" y="1063527"/>
                  </a:lnTo>
                  <a:lnTo>
                    <a:pt x="3900442" y="1063527"/>
                  </a:lnTo>
                  <a:lnTo>
                    <a:pt x="3899781" y="1063527"/>
                  </a:lnTo>
                  <a:lnTo>
                    <a:pt x="3899121" y="1063527"/>
                  </a:lnTo>
                  <a:lnTo>
                    <a:pt x="3898460" y="1063527"/>
                  </a:lnTo>
                  <a:lnTo>
                    <a:pt x="3897799" y="1063527"/>
                  </a:lnTo>
                  <a:lnTo>
                    <a:pt x="3897139" y="1063527"/>
                  </a:lnTo>
                  <a:lnTo>
                    <a:pt x="3896478" y="1063527"/>
                  </a:lnTo>
                  <a:lnTo>
                    <a:pt x="3895818" y="1063527"/>
                  </a:lnTo>
                  <a:lnTo>
                    <a:pt x="3895157" y="1063527"/>
                  </a:lnTo>
                  <a:lnTo>
                    <a:pt x="3894497" y="1063527"/>
                  </a:lnTo>
                  <a:lnTo>
                    <a:pt x="3893836" y="1063527"/>
                  </a:lnTo>
                  <a:lnTo>
                    <a:pt x="3893176" y="1063527"/>
                  </a:lnTo>
                  <a:lnTo>
                    <a:pt x="3892515" y="1063527"/>
                  </a:lnTo>
                  <a:lnTo>
                    <a:pt x="3891855" y="1063527"/>
                  </a:lnTo>
                  <a:lnTo>
                    <a:pt x="3891194" y="1063527"/>
                  </a:lnTo>
                  <a:lnTo>
                    <a:pt x="3890534" y="1063527"/>
                  </a:lnTo>
                  <a:lnTo>
                    <a:pt x="3889873" y="1063527"/>
                  </a:lnTo>
                  <a:lnTo>
                    <a:pt x="3889213" y="1063527"/>
                  </a:lnTo>
                  <a:lnTo>
                    <a:pt x="3888552" y="1063527"/>
                  </a:lnTo>
                  <a:lnTo>
                    <a:pt x="3887891" y="1063527"/>
                  </a:lnTo>
                  <a:lnTo>
                    <a:pt x="3887231" y="1063527"/>
                  </a:lnTo>
                  <a:lnTo>
                    <a:pt x="3886570" y="1063527"/>
                  </a:lnTo>
                  <a:lnTo>
                    <a:pt x="3885910" y="1063527"/>
                  </a:lnTo>
                  <a:lnTo>
                    <a:pt x="3885249" y="1063527"/>
                  </a:lnTo>
                  <a:lnTo>
                    <a:pt x="3884589" y="1063527"/>
                  </a:lnTo>
                  <a:lnTo>
                    <a:pt x="3883928" y="1063527"/>
                  </a:lnTo>
                  <a:lnTo>
                    <a:pt x="3883268" y="1063527"/>
                  </a:lnTo>
                  <a:lnTo>
                    <a:pt x="3882607" y="1063527"/>
                  </a:lnTo>
                  <a:lnTo>
                    <a:pt x="3881947" y="1063527"/>
                  </a:lnTo>
                  <a:lnTo>
                    <a:pt x="3881286" y="1063527"/>
                  </a:lnTo>
                  <a:lnTo>
                    <a:pt x="3880626" y="1063527"/>
                  </a:lnTo>
                  <a:lnTo>
                    <a:pt x="3879965" y="1063527"/>
                  </a:lnTo>
                  <a:lnTo>
                    <a:pt x="3879305" y="1063527"/>
                  </a:lnTo>
                  <a:lnTo>
                    <a:pt x="3878644" y="1063527"/>
                  </a:lnTo>
                  <a:lnTo>
                    <a:pt x="3877983" y="1063527"/>
                  </a:lnTo>
                  <a:lnTo>
                    <a:pt x="3877323" y="1063527"/>
                  </a:lnTo>
                  <a:lnTo>
                    <a:pt x="3876662" y="1063527"/>
                  </a:lnTo>
                  <a:lnTo>
                    <a:pt x="3876002" y="1063527"/>
                  </a:lnTo>
                  <a:lnTo>
                    <a:pt x="3875341" y="1063527"/>
                  </a:lnTo>
                  <a:lnTo>
                    <a:pt x="3874681" y="1063527"/>
                  </a:lnTo>
                  <a:lnTo>
                    <a:pt x="3874020" y="1063527"/>
                  </a:lnTo>
                  <a:lnTo>
                    <a:pt x="3873360" y="1063527"/>
                  </a:lnTo>
                  <a:lnTo>
                    <a:pt x="3872699" y="1063527"/>
                  </a:lnTo>
                  <a:lnTo>
                    <a:pt x="3872039" y="1063527"/>
                  </a:lnTo>
                  <a:lnTo>
                    <a:pt x="3871378" y="1063527"/>
                  </a:lnTo>
                  <a:lnTo>
                    <a:pt x="3870718" y="1063527"/>
                  </a:lnTo>
                  <a:lnTo>
                    <a:pt x="3870057" y="1063527"/>
                  </a:lnTo>
                  <a:lnTo>
                    <a:pt x="3869397" y="1063527"/>
                  </a:lnTo>
                  <a:lnTo>
                    <a:pt x="3868736" y="1063527"/>
                  </a:lnTo>
                  <a:lnTo>
                    <a:pt x="3868076" y="1063527"/>
                  </a:lnTo>
                  <a:lnTo>
                    <a:pt x="3867415" y="1063527"/>
                  </a:lnTo>
                  <a:lnTo>
                    <a:pt x="3866754" y="1063527"/>
                  </a:lnTo>
                  <a:lnTo>
                    <a:pt x="3866094" y="1063527"/>
                  </a:lnTo>
                  <a:lnTo>
                    <a:pt x="3865433" y="1063527"/>
                  </a:lnTo>
                  <a:lnTo>
                    <a:pt x="3864773" y="1063527"/>
                  </a:lnTo>
                  <a:lnTo>
                    <a:pt x="3864112" y="1063527"/>
                  </a:lnTo>
                  <a:lnTo>
                    <a:pt x="3863452" y="1063527"/>
                  </a:lnTo>
                  <a:lnTo>
                    <a:pt x="3862791" y="1063527"/>
                  </a:lnTo>
                  <a:lnTo>
                    <a:pt x="3862131" y="1063527"/>
                  </a:lnTo>
                  <a:lnTo>
                    <a:pt x="3861470" y="1063527"/>
                  </a:lnTo>
                  <a:lnTo>
                    <a:pt x="3860810" y="1063527"/>
                  </a:lnTo>
                  <a:lnTo>
                    <a:pt x="3860149" y="1063527"/>
                  </a:lnTo>
                  <a:lnTo>
                    <a:pt x="3859489" y="1063527"/>
                  </a:lnTo>
                  <a:lnTo>
                    <a:pt x="3858828" y="1063527"/>
                  </a:lnTo>
                  <a:lnTo>
                    <a:pt x="3858168" y="1063527"/>
                  </a:lnTo>
                  <a:lnTo>
                    <a:pt x="3857507" y="1063527"/>
                  </a:lnTo>
                  <a:lnTo>
                    <a:pt x="3856846" y="1063527"/>
                  </a:lnTo>
                  <a:lnTo>
                    <a:pt x="3856186" y="1063527"/>
                  </a:lnTo>
                  <a:lnTo>
                    <a:pt x="3855525" y="1063527"/>
                  </a:lnTo>
                  <a:lnTo>
                    <a:pt x="3854865" y="1063527"/>
                  </a:lnTo>
                  <a:lnTo>
                    <a:pt x="3854204" y="1063527"/>
                  </a:lnTo>
                  <a:lnTo>
                    <a:pt x="3853544" y="1063527"/>
                  </a:lnTo>
                  <a:lnTo>
                    <a:pt x="3852883" y="1063527"/>
                  </a:lnTo>
                  <a:lnTo>
                    <a:pt x="3852223" y="1063527"/>
                  </a:lnTo>
                  <a:lnTo>
                    <a:pt x="3851562" y="1063527"/>
                  </a:lnTo>
                  <a:lnTo>
                    <a:pt x="3850902" y="1063527"/>
                  </a:lnTo>
                  <a:lnTo>
                    <a:pt x="3850241" y="1063527"/>
                  </a:lnTo>
                  <a:lnTo>
                    <a:pt x="3849581" y="1063527"/>
                  </a:lnTo>
                  <a:lnTo>
                    <a:pt x="3848920" y="1063527"/>
                  </a:lnTo>
                  <a:lnTo>
                    <a:pt x="3848260" y="1063527"/>
                  </a:lnTo>
                  <a:lnTo>
                    <a:pt x="3847599" y="1063527"/>
                  </a:lnTo>
                  <a:lnTo>
                    <a:pt x="3846938" y="1063527"/>
                  </a:lnTo>
                  <a:lnTo>
                    <a:pt x="3846278" y="1063527"/>
                  </a:lnTo>
                  <a:lnTo>
                    <a:pt x="3845617" y="1063527"/>
                  </a:lnTo>
                  <a:lnTo>
                    <a:pt x="3844957" y="1063527"/>
                  </a:lnTo>
                  <a:lnTo>
                    <a:pt x="3844296" y="1063527"/>
                  </a:lnTo>
                  <a:lnTo>
                    <a:pt x="3843636" y="1063527"/>
                  </a:lnTo>
                  <a:lnTo>
                    <a:pt x="3842975" y="1063527"/>
                  </a:lnTo>
                  <a:lnTo>
                    <a:pt x="3842315" y="1063527"/>
                  </a:lnTo>
                  <a:lnTo>
                    <a:pt x="3841654" y="1063527"/>
                  </a:lnTo>
                  <a:lnTo>
                    <a:pt x="3840994" y="1063527"/>
                  </a:lnTo>
                  <a:lnTo>
                    <a:pt x="3840333" y="1063527"/>
                  </a:lnTo>
                  <a:lnTo>
                    <a:pt x="3839673" y="1063527"/>
                  </a:lnTo>
                  <a:lnTo>
                    <a:pt x="3839012" y="1063527"/>
                  </a:lnTo>
                  <a:lnTo>
                    <a:pt x="3838352" y="1063527"/>
                  </a:lnTo>
                  <a:lnTo>
                    <a:pt x="3837691" y="1063527"/>
                  </a:lnTo>
                  <a:lnTo>
                    <a:pt x="3837031" y="1063527"/>
                  </a:lnTo>
                  <a:lnTo>
                    <a:pt x="3836370" y="1063527"/>
                  </a:lnTo>
                  <a:lnTo>
                    <a:pt x="3835709" y="1063527"/>
                  </a:lnTo>
                  <a:lnTo>
                    <a:pt x="3835049" y="1063527"/>
                  </a:lnTo>
                  <a:lnTo>
                    <a:pt x="3834388" y="1063527"/>
                  </a:lnTo>
                  <a:lnTo>
                    <a:pt x="3833728" y="1063527"/>
                  </a:lnTo>
                  <a:lnTo>
                    <a:pt x="3833067" y="1063527"/>
                  </a:lnTo>
                  <a:lnTo>
                    <a:pt x="3832407" y="1063527"/>
                  </a:lnTo>
                  <a:lnTo>
                    <a:pt x="3831746" y="1063527"/>
                  </a:lnTo>
                  <a:lnTo>
                    <a:pt x="3831086" y="1063527"/>
                  </a:lnTo>
                  <a:lnTo>
                    <a:pt x="3830425" y="1063527"/>
                  </a:lnTo>
                  <a:lnTo>
                    <a:pt x="3829765" y="1063527"/>
                  </a:lnTo>
                  <a:lnTo>
                    <a:pt x="3829104" y="1063527"/>
                  </a:lnTo>
                  <a:lnTo>
                    <a:pt x="3828444" y="1063527"/>
                  </a:lnTo>
                  <a:lnTo>
                    <a:pt x="3827783" y="1063527"/>
                  </a:lnTo>
                  <a:lnTo>
                    <a:pt x="3827123" y="1063527"/>
                  </a:lnTo>
                  <a:lnTo>
                    <a:pt x="3826462" y="1063527"/>
                  </a:lnTo>
                  <a:lnTo>
                    <a:pt x="3825801" y="1063527"/>
                  </a:lnTo>
                  <a:lnTo>
                    <a:pt x="3825141" y="1063527"/>
                  </a:lnTo>
                  <a:lnTo>
                    <a:pt x="3824480" y="1063527"/>
                  </a:lnTo>
                  <a:lnTo>
                    <a:pt x="3823820" y="1063527"/>
                  </a:lnTo>
                  <a:lnTo>
                    <a:pt x="3823159" y="1063527"/>
                  </a:lnTo>
                  <a:lnTo>
                    <a:pt x="3822499" y="1063527"/>
                  </a:lnTo>
                  <a:lnTo>
                    <a:pt x="3821838" y="1063527"/>
                  </a:lnTo>
                  <a:lnTo>
                    <a:pt x="3821178" y="1063527"/>
                  </a:lnTo>
                  <a:lnTo>
                    <a:pt x="3820517" y="1063527"/>
                  </a:lnTo>
                  <a:lnTo>
                    <a:pt x="3819857" y="1063527"/>
                  </a:lnTo>
                  <a:lnTo>
                    <a:pt x="3819196" y="1063527"/>
                  </a:lnTo>
                  <a:lnTo>
                    <a:pt x="3818536" y="1063527"/>
                  </a:lnTo>
                  <a:lnTo>
                    <a:pt x="3817875" y="1063527"/>
                  </a:lnTo>
                  <a:lnTo>
                    <a:pt x="3817215" y="1063527"/>
                  </a:lnTo>
                  <a:lnTo>
                    <a:pt x="3816554" y="1063527"/>
                  </a:lnTo>
                  <a:lnTo>
                    <a:pt x="3815893" y="1063527"/>
                  </a:lnTo>
                  <a:lnTo>
                    <a:pt x="3815233" y="1063527"/>
                  </a:lnTo>
                  <a:lnTo>
                    <a:pt x="3814572" y="1063527"/>
                  </a:lnTo>
                  <a:lnTo>
                    <a:pt x="3813912" y="1063527"/>
                  </a:lnTo>
                  <a:lnTo>
                    <a:pt x="3813251" y="1063527"/>
                  </a:lnTo>
                  <a:lnTo>
                    <a:pt x="3812591" y="1063527"/>
                  </a:lnTo>
                  <a:lnTo>
                    <a:pt x="3811930" y="1063527"/>
                  </a:lnTo>
                  <a:lnTo>
                    <a:pt x="3811270" y="1063527"/>
                  </a:lnTo>
                  <a:lnTo>
                    <a:pt x="3810609" y="1063527"/>
                  </a:lnTo>
                  <a:lnTo>
                    <a:pt x="3809949" y="1063527"/>
                  </a:lnTo>
                  <a:lnTo>
                    <a:pt x="3809288" y="1063527"/>
                  </a:lnTo>
                  <a:lnTo>
                    <a:pt x="3808628" y="1063527"/>
                  </a:lnTo>
                  <a:lnTo>
                    <a:pt x="3807967" y="1063527"/>
                  </a:lnTo>
                  <a:lnTo>
                    <a:pt x="3807307" y="1063527"/>
                  </a:lnTo>
                  <a:lnTo>
                    <a:pt x="3806646" y="1063527"/>
                  </a:lnTo>
                  <a:lnTo>
                    <a:pt x="3805985" y="1063527"/>
                  </a:lnTo>
                  <a:lnTo>
                    <a:pt x="3805325" y="1063527"/>
                  </a:lnTo>
                  <a:lnTo>
                    <a:pt x="3804664" y="1063527"/>
                  </a:lnTo>
                  <a:lnTo>
                    <a:pt x="3804004" y="1063527"/>
                  </a:lnTo>
                  <a:lnTo>
                    <a:pt x="3803343" y="1063527"/>
                  </a:lnTo>
                  <a:lnTo>
                    <a:pt x="3802683" y="1063527"/>
                  </a:lnTo>
                  <a:lnTo>
                    <a:pt x="3802022" y="1063527"/>
                  </a:lnTo>
                  <a:lnTo>
                    <a:pt x="3801362" y="1063527"/>
                  </a:lnTo>
                  <a:lnTo>
                    <a:pt x="3800701" y="1063527"/>
                  </a:lnTo>
                  <a:lnTo>
                    <a:pt x="3800041" y="1063527"/>
                  </a:lnTo>
                  <a:lnTo>
                    <a:pt x="3799380" y="1063527"/>
                  </a:lnTo>
                  <a:lnTo>
                    <a:pt x="3798720" y="1063527"/>
                  </a:lnTo>
                  <a:lnTo>
                    <a:pt x="3798059" y="1063527"/>
                  </a:lnTo>
                  <a:lnTo>
                    <a:pt x="3797399" y="1063527"/>
                  </a:lnTo>
                  <a:lnTo>
                    <a:pt x="3796738" y="1063527"/>
                  </a:lnTo>
                  <a:lnTo>
                    <a:pt x="3796078" y="1063527"/>
                  </a:lnTo>
                  <a:lnTo>
                    <a:pt x="3795417" y="1063527"/>
                  </a:lnTo>
                  <a:lnTo>
                    <a:pt x="3794756" y="1063527"/>
                  </a:lnTo>
                  <a:lnTo>
                    <a:pt x="3794096" y="1063527"/>
                  </a:lnTo>
                  <a:lnTo>
                    <a:pt x="3793435" y="1063527"/>
                  </a:lnTo>
                  <a:lnTo>
                    <a:pt x="3792775" y="1063527"/>
                  </a:lnTo>
                  <a:lnTo>
                    <a:pt x="3792114" y="1063527"/>
                  </a:lnTo>
                  <a:lnTo>
                    <a:pt x="3791454" y="1063527"/>
                  </a:lnTo>
                  <a:lnTo>
                    <a:pt x="3790793" y="1063527"/>
                  </a:lnTo>
                  <a:lnTo>
                    <a:pt x="3790133" y="1063527"/>
                  </a:lnTo>
                  <a:lnTo>
                    <a:pt x="3789472" y="1063527"/>
                  </a:lnTo>
                  <a:lnTo>
                    <a:pt x="3788812" y="1063527"/>
                  </a:lnTo>
                  <a:lnTo>
                    <a:pt x="3788151" y="1063527"/>
                  </a:lnTo>
                  <a:lnTo>
                    <a:pt x="3787491" y="1063527"/>
                  </a:lnTo>
                  <a:lnTo>
                    <a:pt x="3786830" y="1063527"/>
                  </a:lnTo>
                  <a:lnTo>
                    <a:pt x="3786170" y="1063527"/>
                  </a:lnTo>
                  <a:lnTo>
                    <a:pt x="3785509" y="1063527"/>
                  </a:lnTo>
                  <a:lnTo>
                    <a:pt x="3784848" y="1063527"/>
                  </a:lnTo>
                  <a:lnTo>
                    <a:pt x="3784188" y="1063527"/>
                  </a:lnTo>
                  <a:lnTo>
                    <a:pt x="3783527" y="1063527"/>
                  </a:lnTo>
                  <a:lnTo>
                    <a:pt x="3782867" y="1063527"/>
                  </a:lnTo>
                  <a:lnTo>
                    <a:pt x="3782206" y="1063527"/>
                  </a:lnTo>
                  <a:lnTo>
                    <a:pt x="3781546" y="1063527"/>
                  </a:lnTo>
                  <a:lnTo>
                    <a:pt x="3780885" y="1063527"/>
                  </a:lnTo>
                  <a:lnTo>
                    <a:pt x="3780225" y="1063527"/>
                  </a:lnTo>
                  <a:lnTo>
                    <a:pt x="3779564" y="1063527"/>
                  </a:lnTo>
                  <a:lnTo>
                    <a:pt x="3778904" y="1063527"/>
                  </a:lnTo>
                  <a:lnTo>
                    <a:pt x="3778243" y="1063527"/>
                  </a:lnTo>
                  <a:lnTo>
                    <a:pt x="3777583" y="1063527"/>
                  </a:lnTo>
                  <a:lnTo>
                    <a:pt x="3776922" y="1063527"/>
                  </a:lnTo>
                  <a:lnTo>
                    <a:pt x="3776262" y="1063527"/>
                  </a:lnTo>
                  <a:lnTo>
                    <a:pt x="3775601" y="1063527"/>
                  </a:lnTo>
                  <a:lnTo>
                    <a:pt x="3774940" y="1063527"/>
                  </a:lnTo>
                  <a:lnTo>
                    <a:pt x="3774280" y="1063527"/>
                  </a:lnTo>
                  <a:lnTo>
                    <a:pt x="3773619" y="1063527"/>
                  </a:lnTo>
                  <a:lnTo>
                    <a:pt x="3772959" y="1063527"/>
                  </a:lnTo>
                  <a:lnTo>
                    <a:pt x="3772298" y="1063527"/>
                  </a:lnTo>
                  <a:lnTo>
                    <a:pt x="3771638" y="1063527"/>
                  </a:lnTo>
                  <a:lnTo>
                    <a:pt x="3770977" y="1063527"/>
                  </a:lnTo>
                  <a:lnTo>
                    <a:pt x="3770317" y="1063527"/>
                  </a:lnTo>
                  <a:lnTo>
                    <a:pt x="3769656" y="1063527"/>
                  </a:lnTo>
                  <a:lnTo>
                    <a:pt x="3768996" y="1063527"/>
                  </a:lnTo>
                  <a:lnTo>
                    <a:pt x="3768335" y="1063527"/>
                  </a:lnTo>
                  <a:lnTo>
                    <a:pt x="3767675" y="1063527"/>
                  </a:lnTo>
                  <a:lnTo>
                    <a:pt x="3767014" y="1063527"/>
                  </a:lnTo>
                  <a:lnTo>
                    <a:pt x="3766354" y="1063527"/>
                  </a:lnTo>
                  <a:lnTo>
                    <a:pt x="3765693" y="1063527"/>
                  </a:lnTo>
                  <a:lnTo>
                    <a:pt x="3765033" y="1063527"/>
                  </a:lnTo>
                  <a:lnTo>
                    <a:pt x="3764372" y="1063527"/>
                  </a:lnTo>
                  <a:lnTo>
                    <a:pt x="3763711" y="1063527"/>
                  </a:lnTo>
                  <a:lnTo>
                    <a:pt x="3763051" y="1063527"/>
                  </a:lnTo>
                  <a:lnTo>
                    <a:pt x="3762390" y="1063527"/>
                  </a:lnTo>
                  <a:lnTo>
                    <a:pt x="3761730" y="1063527"/>
                  </a:lnTo>
                  <a:lnTo>
                    <a:pt x="3761069" y="1063527"/>
                  </a:lnTo>
                  <a:lnTo>
                    <a:pt x="3760409" y="1063527"/>
                  </a:lnTo>
                  <a:lnTo>
                    <a:pt x="3759748" y="1063527"/>
                  </a:lnTo>
                  <a:lnTo>
                    <a:pt x="3759088" y="1063527"/>
                  </a:lnTo>
                  <a:lnTo>
                    <a:pt x="3758427" y="1063527"/>
                  </a:lnTo>
                  <a:lnTo>
                    <a:pt x="3757767" y="1063527"/>
                  </a:lnTo>
                  <a:lnTo>
                    <a:pt x="3757106" y="1063527"/>
                  </a:lnTo>
                  <a:lnTo>
                    <a:pt x="3756446" y="1063527"/>
                  </a:lnTo>
                  <a:lnTo>
                    <a:pt x="3755785" y="1063527"/>
                  </a:lnTo>
                  <a:lnTo>
                    <a:pt x="3755125" y="1063527"/>
                  </a:lnTo>
                  <a:lnTo>
                    <a:pt x="3754464" y="1063527"/>
                  </a:lnTo>
                  <a:lnTo>
                    <a:pt x="3753803" y="1063527"/>
                  </a:lnTo>
                  <a:lnTo>
                    <a:pt x="3753143" y="1063527"/>
                  </a:lnTo>
                  <a:lnTo>
                    <a:pt x="3752482" y="1063527"/>
                  </a:lnTo>
                  <a:lnTo>
                    <a:pt x="3751822" y="1063527"/>
                  </a:lnTo>
                  <a:lnTo>
                    <a:pt x="3751161" y="1063527"/>
                  </a:lnTo>
                  <a:lnTo>
                    <a:pt x="3750501" y="1063527"/>
                  </a:lnTo>
                  <a:lnTo>
                    <a:pt x="3749840" y="1063527"/>
                  </a:lnTo>
                  <a:lnTo>
                    <a:pt x="3749180" y="1063527"/>
                  </a:lnTo>
                  <a:lnTo>
                    <a:pt x="3748519" y="1063527"/>
                  </a:lnTo>
                  <a:lnTo>
                    <a:pt x="3747859" y="1063527"/>
                  </a:lnTo>
                  <a:lnTo>
                    <a:pt x="3747198" y="1063527"/>
                  </a:lnTo>
                  <a:lnTo>
                    <a:pt x="3746538" y="1063527"/>
                  </a:lnTo>
                  <a:lnTo>
                    <a:pt x="3745877" y="1063527"/>
                  </a:lnTo>
                  <a:lnTo>
                    <a:pt x="3745217" y="1063527"/>
                  </a:lnTo>
                  <a:lnTo>
                    <a:pt x="3744556" y="1063527"/>
                  </a:lnTo>
                  <a:lnTo>
                    <a:pt x="3743895" y="1063527"/>
                  </a:lnTo>
                  <a:lnTo>
                    <a:pt x="3743235" y="1063527"/>
                  </a:lnTo>
                  <a:lnTo>
                    <a:pt x="3742574" y="1063527"/>
                  </a:lnTo>
                  <a:lnTo>
                    <a:pt x="3741914" y="1063527"/>
                  </a:lnTo>
                  <a:lnTo>
                    <a:pt x="3741253" y="1063527"/>
                  </a:lnTo>
                  <a:lnTo>
                    <a:pt x="3740593" y="1063527"/>
                  </a:lnTo>
                  <a:lnTo>
                    <a:pt x="3739932" y="1063527"/>
                  </a:lnTo>
                  <a:lnTo>
                    <a:pt x="3739272" y="1063527"/>
                  </a:lnTo>
                  <a:lnTo>
                    <a:pt x="3738611" y="1063527"/>
                  </a:lnTo>
                  <a:lnTo>
                    <a:pt x="3737951" y="1063527"/>
                  </a:lnTo>
                  <a:lnTo>
                    <a:pt x="3737290" y="1063527"/>
                  </a:lnTo>
                  <a:lnTo>
                    <a:pt x="3736630" y="1063527"/>
                  </a:lnTo>
                  <a:lnTo>
                    <a:pt x="3735969" y="1063527"/>
                  </a:lnTo>
                  <a:lnTo>
                    <a:pt x="3735309" y="1063527"/>
                  </a:lnTo>
                  <a:lnTo>
                    <a:pt x="3734648" y="1063527"/>
                  </a:lnTo>
                  <a:lnTo>
                    <a:pt x="3733987" y="1063527"/>
                  </a:lnTo>
                  <a:lnTo>
                    <a:pt x="3733327" y="1063527"/>
                  </a:lnTo>
                  <a:lnTo>
                    <a:pt x="3732666" y="1063527"/>
                  </a:lnTo>
                  <a:lnTo>
                    <a:pt x="3732006" y="1063527"/>
                  </a:lnTo>
                  <a:lnTo>
                    <a:pt x="3731345" y="1063527"/>
                  </a:lnTo>
                  <a:lnTo>
                    <a:pt x="3730685" y="1063527"/>
                  </a:lnTo>
                  <a:lnTo>
                    <a:pt x="3730024" y="1063527"/>
                  </a:lnTo>
                  <a:lnTo>
                    <a:pt x="3729364" y="1063527"/>
                  </a:lnTo>
                  <a:lnTo>
                    <a:pt x="3728703" y="1063527"/>
                  </a:lnTo>
                  <a:lnTo>
                    <a:pt x="3728043" y="1063527"/>
                  </a:lnTo>
                  <a:lnTo>
                    <a:pt x="3727382" y="1063527"/>
                  </a:lnTo>
                  <a:lnTo>
                    <a:pt x="3726722" y="1063527"/>
                  </a:lnTo>
                  <a:lnTo>
                    <a:pt x="3726061" y="1063527"/>
                  </a:lnTo>
                  <a:lnTo>
                    <a:pt x="3725401" y="1063527"/>
                  </a:lnTo>
                  <a:lnTo>
                    <a:pt x="3724740" y="1063527"/>
                  </a:lnTo>
                  <a:lnTo>
                    <a:pt x="3724080" y="1063527"/>
                  </a:lnTo>
                  <a:lnTo>
                    <a:pt x="3723419" y="1063527"/>
                  </a:lnTo>
                  <a:lnTo>
                    <a:pt x="3722758" y="1063527"/>
                  </a:lnTo>
                  <a:lnTo>
                    <a:pt x="3722098" y="1063527"/>
                  </a:lnTo>
                  <a:lnTo>
                    <a:pt x="3721437" y="1063527"/>
                  </a:lnTo>
                  <a:lnTo>
                    <a:pt x="3720777" y="1063527"/>
                  </a:lnTo>
                  <a:lnTo>
                    <a:pt x="3720116" y="1063527"/>
                  </a:lnTo>
                  <a:lnTo>
                    <a:pt x="3719456" y="1063527"/>
                  </a:lnTo>
                  <a:lnTo>
                    <a:pt x="3718795" y="1063527"/>
                  </a:lnTo>
                  <a:lnTo>
                    <a:pt x="3718135" y="1063527"/>
                  </a:lnTo>
                  <a:lnTo>
                    <a:pt x="3717474" y="1063527"/>
                  </a:lnTo>
                  <a:lnTo>
                    <a:pt x="3716814" y="1063527"/>
                  </a:lnTo>
                  <a:lnTo>
                    <a:pt x="3716153" y="1063527"/>
                  </a:lnTo>
                  <a:lnTo>
                    <a:pt x="3715493" y="1063527"/>
                  </a:lnTo>
                  <a:lnTo>
                    <a:pt x="3714832" y="1063527"/>
                  </a:lnTo>
                  <a:lnTo>
                    <a:pt x="3714172" y="1063527"/>
                  </a:lnTo>
                  <a:lnTo>
                    <a:pt x="3713511" y="1063527"/>
                  </a:lnTo>
                  <a:lnTo>
                    <a:pt x="3712850" y="1063527"/>
                  </a:lnTo>
                  <a:lnTo>
                    <a:pt x="3712190" y="1063527"/>
                  </a:lnTo>
                  <a:lnTo>
                    <a:pt x="3711529" y="1063527"/>
                  </a:lnTo>
                  <a:lnTo>
                    <a:pt x="3710869" y="1063527"/>
                  </a:lnTo>
                  <a:lnTo>
                    <a:pt x="3710208" y="1063527"/>
                  </a:lnTo>
                  <a:lnTo>
                    <a:pt x="3709548" y="1063527"/>
                  </a:lnTo>
                  <a:lnTo>
                    <a:pt x="3708887" y="1063527"/>
                  </a:lnTo>
                  <a:lnTo>
                    <a:pt x="3708227" y="1063527"/>
                  </a:lnTo>
                  <a:lnTo>
                    <a:pt x="3707566" y="1063527"/>
                  </a:lnTo>
                  <a:lnTo>
                    <a:pt x="3706906" y="1063527"/>
                  </a:lnTo>
                  <a:lnTo>
                    <a:pt x="3706245" y="1063527"/>
                  </a:lnTo>
                  <a:lnTo>
                    <a:pt x="3705585" y="1063527"/>
                  </a:lnTo>
                  <a:lnTo>
                    <a:pt x="3704924" y="1063527"/>
                  </a:lnTo>
                  <a:lnTo>
                    <a:pt x="3704264" y="1063527"/>
                  </a:lnTo>
                  <a:lnTo>
                    <a:pt x="3703603" y="1063527"/>
                  </a:lnTo>
                  <a:lnTo>
                    <a:pt x="3702942" y="1063527"/>
                  </a:lnTo>
                  <a:lnTo>
                    <a:pt x="3702282" y="1063527"/>
                  </a:lnTo>
                  <a:lnTo>
                    <a:pt x="3701621" y="1063527"/>
                  </a:lnTo>
                  <a:lnTo>
                    <a:pt x="3700961" y="1063527"/>
                  </a:lnTo>
                  <a:lnTo>
                    <a:pt x="3700300" y="1063527"/>
                  </a:lnTo>
                  <a:lnTo>
                    <a:pt x="3699640" y="1063527"/>
                  </a:lnTo>
                  <a:lnTo>
                    <a:pt x="3698979" y="1063527"/>
                  </a:lnTo>
                  <a:lnTo>
                    <a:pt x="3698319" y="1063527"/>
                  </a:lnTo>
                  <a:lnTo>
                    <a:pt x="3697658" y="1063527"/>
                  </a:lnTo>
                  <a:lnTo>
                    <a:pt x="3696998" y="1063527"/>
                  </a:lnTo>
                  <a:lnTo>
                    <a:pt x="3696337" y="1063527"/>
                  </a:lnTo>
                  <a:lnTo>
                    <a:pt x="3695677" y="1063527"/>
                  </a:lnTo>
                  <a:lnTo>
                    <a:pt x="3695016" y="1063527"/>
                  </a:lnTo>
                  <a:lnTo>
                    <a:pt x="3694356" y="1063527"/>
                  </a:lnTo>
                  <a:lnTo>
                    <a:pt x="3693695" y="1063527"/>
                  </a:lnTo>
                  <a:lnTo>
                    <a:pt x="3693035" y="1063527"/>
                  </a:lnTo>
                  <a:lnTo>
                    <a:pt x="3692374" y="1063527"/>
                  </a:lnTo>
                  <a:lnTo>
                    <a:pt x="3691713" y="1063527"/>
                  </a:lnTo>
                  <a:lnTo>
                    <a:pt x="3691053" y="1063527"/>
                  </a:lnTo>
                  <a:lnTo>
                    <a:pt x="3690392" y="1063527"/>
                  </a:lnTo>
                  <a:lnTo>
                    <a:pt x="3689732" y="1063527"/>
                  </a:lnTo>
                  <a:lnTo>
                    <a:pt x="3689071" y="1063527"/>
                  </a:lnTo>
                  <a:lnTo>
                    <a:pt x="3688411" y="1063527"/>
                  </a:lnTo>
                  <a:lnTo>
                    <a:pt x="3687750" y="1063527"/>
                  </a:lnTo>
                  <a:lnTo>
                    <a:pt x="3687090" y="1063527"/>
                  </a:lnTo>
                  <a:lnTo>
                    <a:pt x="3686429" y="1063527"/>
                  </a:lnTo>
                  <a:lnTo>
                    <a:pt x="3685769" y="1063527"/>
                  </a:lnTo>
                  <a:lnTo>
                    <a:pt x="3685108" y="1063527"/>
                  </a:lnTo>
                  <a:lnTo>
                    <a:pt x="3684448" y="1063527"/>
                  </a:lnTo>
                  <a:lnTo>
                    <a:pt x="3683787" y="1063527"/>
                  </a:lnTo>
                  <a:lnTo>
                    <a:pt x="3683127" y="1063527"/>
                  </a:lnTo>
                  <a:lnTo>
                    <a:pt x="3682466" y="1063527"/>
                  </a:lnTo>
                  <a:lnTo>
                    <a:pt x="3681805" y="1063527"/>
                  </a:lnTo>
                  <a:lnTo>
                    <a:pt x="3681145" y="1063527"/>
                  </a:lnTo>
                  <a:lnTo>
                    <a:pt x="3680484" y="1063527"/>
                  </a:lnTo>
                  <a:lnTo>
                    <a:pt x="3679824" y="1063527"/>
                  </a:lnTo>
                  <a:lnTo>
                    <a:pt x="3679163" y="1063527"/>
                  </a:lnTo>
                  <a:lnTo>
                    <a:pt x="3678503" y="1063527"/>
                  </a:lnTo>
                  <a:lnTo>
                    <a:pt x="3677842" y="1063527"/>
                  </a:lnTo>
                  <a:lnTo>
                    <a:pt x="3677182" y="1063527"/>
                  </a:lnTo>
                  <a:lnTo>
                    <a:pt x="3676521" y="1063527"/>
                  </a:lnTo>
                  <a:lnTo>
                    <a:pt x="3675861" y="1063527"/>
                  </a:lnTo>
                  <a:lnTo>
                    <a:pt x="3675200" y="1063527"/>
                  </a:lnTo>
                  <a:lnTo>
                    <a:pt x="3674540" y="1063527"/>
                  </a:lnTo>
                  <a:lnTo>
                    <a:pt x="3673879" y="1063527"/>
                  </a:lnTo>
                  <a:lnTo>
                    <a:pt x="3673219" y="1063527"/>
                  </a:lnTo>
                  <a:lnTo>
                    <a:pt x="3672558" y="1063527"/>
                  </a:lnTo>
                  <a:lnTo>
                    <a:pt x="3671897" y="1063527"/>
                  </a:lnTo>
                  <a:lnTo>
                    <a:pt x="3671237" y="1063527"/>
                  </a:lnTo>
                  <a:lnTo>
                    <a:pt x="3670576" y="1063527"/>
                  </a:lnTo>
                  <a:lnTo>
                    <a:pt x="3669916" y="1063527"/>
                  </a:lnTo>
                  <a:lnTo>
                    <a:pt x="3669255" y="1063527"/>
                  </a:lnTo>
                  <a:lnTo>
                    <a:pt x="3668595" y="1063527"/>
                  </a:lnTo>
                  <a:lnTo>
                    <a:pt x="3667934" y="1063527"/>
                  </a:lnTo>
                  <a:lnTo>
                    <a:pt x="3667274" y="1063527"/>
                  </a:lnTo>
                  <a:lnTo>
                    <a:pt x="3666613" y="1063527"/>
                  </a:lnTo>
                  <a:lnTo>
                    <a:pt x="3665953" y="1063527"/>
                  </a:lnTo>
                  <a:lnTo>
                    <a:pt x="3665292" y="1063527"/>
                  </a:lnTo>
                  <a:lnTo>
                    <a:pt x="3664632" y="1063527"/>
                  </a:lnTo>
                  <a:lnTo>
                    <a:pt x="3663971" y="1063527"/>
                  </a:lnTo>
                  <a:lnTo>
                    <a:pt x="3663311" y="1063527"/>
                  </a:lnTo>
                  <a:lnTo>
                    <a:pt x="3662650" y="1063527"/>
                  </a:lnTo>
                  <a:lnTo>
                    <a:pt x="3661989" y="1063527"/>
                  </a:lnTo>
                  <a:lnTo>
                    <a:pt x="3661329" y="1063527"/>
                  </a:lnTo>
                  <a:lnTo>
                    <a:pt x="3660668" y="1063527"/>
                  </a:lnTo>
                  <a:lnTo>
                    <a:pt x="3660008" y="1063527"/>
                  </a:lnTo>
                  <a:lnTo>
                    <a:pt x="3659347" y="1063527"/>
                  </a:lnTo>
                  <a:lnTo>
                    <a:pt x="3658687" y="1063527"/>
                  </a:lnTo>
                  <a:lnTo>
                    <a:pt x="3658026" y="1063527"/>
                  </a:lnTo>
                  <a:lnTo>
                    <a:pt x="3657366" y="1063527"/>
                  </a:lnTo>
                  <a:lnTo>
                    <a:pt x="3656705" y="1063527"/>
                  </a:lnTo>
                  <a:lnTo>
                    <a:pt x="3656045" y="1063527"/>
                  </a:lnTo>
                  <a:lnTo>
                    <a:pt x="3655384" y="1063527"/>
                  </a:lnTo>
                  <a:lnTo>
                    <a:pt x="3654724" y="1063527"/>
                  </a:lnTo>
                  <a:lnTo>
                    <a:pt x="3654063" y="1063527"/>
                  </a:lnTo>
                  <a:lnTo>
                    <a:pt x="3653403" y="1063527"/>
                  </a:lnTo>
                  <a:lnTo>
                    <a:pt x="3652742" y="1063527"/>
                  </a:lnTo>
                  <a:lnTo>
                    <a:pt x="3652082" y="1063527"/>
                  </a:lnTo>
                  <a:lnTo>
                    <a:pt x="3651421" y="1063527"/>
                  </a:lnTo>
                  <a:lnTo>
                    <a:pt x="3650760" y="1063527"/>
                  </a:lnTo>
                  <a:lnTo>
                    <a:pt x="3650100" y="1063527"/>
                  </a:lnTo>
                  <a:lnTo>
                    <a:pt x="3649439" y="1063527"/>
                  </a:lnTo>
                  <a:lnTo>
                    <a:pt x="3648779" y="1063527"/>
                  </a:lnTo>
                  <a:lnTo>
                    <a:pt x="3648118" y="1063527"/>
                  </a:lnTo>
                  <a:lnTo>
                    <a:pt x="3647458" y="1063527"/>
                  </a:lnTo>
                  <a:lnTo>
                    <a:pt x="3646797" y="1063527"/>
                  </a:lnTo>
                  <a:lnTo>
                    <a:pt x="3646137" y="1063527"/>
                  </a:lnTo>
                  <a:lnTo>
                    <a:pt x="3645476" y="1063527"/>
                  </a:lnTo>
                  <a:lnTo>
                    <a:pt x="3644816" y="1063527"/>
                  </a:lnTo>
                  <a:lnTo>
                    <a:pt x="3644155" y="1063527"/>
                  </a:lnTo>
                  <a:lnTo>
                    <a:pt x="3643495" y="1063527"/>
                  </a:lnTo>
                  <a:lnTo>
                    <a:pt x="3642834" y="1063527"/>
                  </a:lnTo>
                  <a:lnTo>
                    <a:pt x="3642174" y="1063527"/>
                  </a:lnTo>
                  <a:lnTo>
                    <a:pt x="3641513" y="1063527"/>
                  </a:lnTo>
                  <a:lnTo>
                    <a:pt x="3640852" y="1063527"/>
                  </a:lnTo>
                  <a:lnTo>
                    <a:pt x="3640192" y="1063527"/>
                  </a:lnTo>
                  <a:lnTo>
                    <a:pt x="3639531" y="1063527"/>
                  </a:lnTo>
                  <a:lnTo>
                    <a:pt x="3638871" y="1063527"/>
                  </a:lnTo>
                  <a:lnTo>
                    <a:pt x="3638210" y="1063527"/>
                  </a:lnTo>
                  <a:lnTo>
                    <a:pt x="3637550" y="1063527"/>
                  </a:lnTo>
                  <a:lnTo>
                    <a:pt x="3636889" y="1063527"/>
                  </a:lnTo>
                  <a:lnTo>
                    <a:pt x="3636229" y="1063527"/>
                  </a:lnTo>
                  <a:lnTo>
                    <a:pt x="3635568" y="1063527"/>
                  </a:lnTo>
                  <a:lnTo>
                    <a:pt x="3634908" y="1063527"/>
                  </a:lnTo>
                  <a:lnTo>
                    <a:pt x="3634247" y="1063527"/>
                  </a:lnTo>
                  <a:lnTo>
                    <a:pt x="3633587" y="1063527"/>
                  </a:lnTo>
                  <a:lnTo>
                    <a:pt x="3632926" y="1063527"/>
                  </a:lnTo>
                  <a:lnTo>
                    <a:pt x="3632266" y="1063527"/>
                  </a:lnTo>
                  <a:lnTo>
                    <a:pt x="3631605" y="1063527"/>
                  </a:lnTo>
                  <a:lnTo>
                    <a:pt x="3630944" y="1063527"/>
                  </a:lnTo>
                  <a:lnTo>
                    <a:pt x="3630284" y="1063527"/>
                  </a:lnTo>
                  <a:lnTo>
                    <a:pt x="3629623" y="1063527"/>
                  </a:lnTo>
                  <a:lnTo>
                    <a:pt x="3628963" y="1063527"/>
                  </a:lnTo>
                  <a:lnTo>
                    <a:pt x="3628302" y="1063527"/>
                  </a:lnTo>
                  <a:lnTo>
                    <a:pt x="3627642" y="1063527"/>
                  </a:lnTo>
                  <a:lnTo>
                    <a:pt x="3626981" y="1063527"/>
                  </a:lnTo>
                  <a:lnTo>
                    <a:pt x="3626321" y="1063527"/>
                  </a:lnTo>
                  <a:lnTo>
                    <a:pt x="3625660" y="1063527"/>
                  </a:lnTo>
                  <a:lnTo>
                    <a:pt x="3625000" y="1063527"/>
                  </a:lnTo>
                  <a:lnTo>
                    <a:pt x="3624339" y="1063527"/>
                  </a:lnTo>
                  <a:lnTo>
                    <a:pt x="3623679" y="1063527"/>
                  </a:lnTo>
                  <a:lnTo>
                    <a:pt x="3623018" y="1063527"/>
                  </a:lnTo>
                  <a:lnTo>
                    <a:pt x="3622358" y="1063527"/>
                  </a:lnTo>
                  <a:lnTo>
                    <a:pt x="3621697" y="1063527"/>
                  </a:lnTo>
                  <a:lnTo>
                    <a:pt x="3621037" y="1063527"/>
                  </a:lnTo>
                  <a:lnTo>
                    <a:pt x="3620376" y="1063527"/>
                  </a:lnTo>
                  <a:lnTo>
                    <a:pt x="3619715" y="1063527"/>
                  </a:lnTo>
                  <a:lnTo>
                    <a:pt x="3619055" y="1063527"/>
                  </a:lnTo>
                  <a:lnTo>
                    <a:pt x="3618394" y="1063527"/>
                  </a:lnTo>
                  <a:lnTo>
                    <a:pt x="3617734" y="1063527"/>
                  </a:lnTo>
                  <a:lnTo>
                    <a:pt x="3617073" y="1063527"/>
                  </a:lnTo>
                  <a:lnTo>
                    <a:pt x="3616413" y="1063527"/>
                  </a:lnTo>
                  <a:lnTo>
                    <a:pt x="3615752" y="1063527"/>
                  </a:lnTo>
                  <a:lnTo>
                    <a:pt x="3615092" y="1063527"/>
                  </a:lnTo>
                  <a:lnTo>
                    <a:pt x="3614431" y="1063527"/>
                  </a:lnTo>
                  <a:lnTo>
                    <a:pt x="3613771" y="1063527"/>
                  </a:lnTo>
                  <a:lnTo>
                    <a:pt x="3613110" y="1063527"/>
                  </a:lnTo>
                  <a:lnTo>
                    <a:pt x="3612450" y="1063527"/>
                  </a:lnTo>
                  <a:lnTo>
                    <a:pt x="3611789" y="1063527"/>
                  </a:lnTo>
                  <a:lnTo>
                    <a:pt x="3611129" y="1063527"/>
                  </a:lnTo>
                  <a:lnTo>
                    <a:pt x="3610468" y="1063527"/>
                  </a:lnTo>
                  <a:lnTo>
                    <a:pt x="3609807" y="1063527"/>
                  </a:lnTo>
                  <a:lnTo>
                    <a:pt x="3609147" y="1063527"/>
                  </a:lnTo>
                  <a:lnTo>
                    <a:pt x="3608486" y="1063527"/>
                  </a:lnTo>
                  <a:lnTo>
                    <a:pt x="3607826" y="1063527"/>
                  </a:lnTo>
                  <a:lnTo>
                    <a:pt x="3607165" y="1063527"/>
                  </a:lnTo>
                  <a:lnTo>
                    <a:pt x="3606505" y="1063527"/>
                  </a:lnTo>
                  <a:lnTo>
                    <a:pt x="3605844" y="1063527"/>
                  </a:lnTo>
                  <a:lnTo>
                    <a:pt x="3605184" y="1063527"/>
                  </a:lnTo>
                  <a:lnTo>
                    <a:pt x="3604523" y="1063527"/>
                  </a:lnTo>
                  <a:lnTo>
                    <a:pt x="3603863" y="1063527"/>
                  </a:lnTo>
                  <a:lnTo>
                    <a:pt x="3603202" y="1063527"/>
                  </a:lnTo>
                  <a:lnTo>
                    <a:pt x="3602542" y="1063527"/>
                  </a:lnTo>
                  <a:lnTo>
                    <a:pt x="3601881" y="1063527"/>
                  </a:lnTo>
                  <a:lnTo>
                    <a:pt x="3601221" y="1063527"/>
                  </a:lnTo>
                  <a:lnTo>
                    <a:pt x="3600560" y="1063527"/>
                  </a:lnTo>
                  <a:lnTo>
                    <a:pt x="3599899" y="1063527"/>
                  </a:lnTo>
                  <a:lnTo>
                    <a:pt x="3599239" y="1063527"/>
                  </a:lnTo>
                  <a:lnTo>
                    <a:pt x="3598578" y="1063527"/>
                  </a:lnTo>
                  <a:lnTo>
                    <a:pt x="3597918" y="1063527"/>
                  </a:lnTo>
                  <a:lnTo>
                    <a:pt x="3597257" y="1063527"/>
                  </a:lnTo>
                  <a:lnTo>
                    <a:pt x="3596597" y="1063527"/>
                  </a:lnTo>
                  <a:lnTo>
                    <a:pt x="3595936" y="1063527"/>
                  </a:lnTo>
                  <a:lnTo>
                    <a:pt x="3595276" y="1063527"/>
                  </a:lnTo>
                  <a:lnTo>
                    <a:pt x="3594615" y="1063527"/>
                  </a:lnTo>
                  <a:lnTo>
                    <a:pt x="3593955" y="1063527"/>
                  </a:lnTo>
                  <a:lnTo>
                    <a:pt x="3593294" y="1063527"/>
                  </a:lnTo>
                  <a:lnTo>
                    <a:pt x="3592634" y="1063527"/>
                  </a:lnTo>
                  <a:lnTo>
                    <a:pt x="3591973" y="1063527"/>
                  </a:lnTo>
                  <a:lnTo>
                    <a:pt x="3591313" y="1063527"/>
                  </a:lnTo>
                  <a:lnTo>
                    <a:pt x="3590652" y="1063527"/>
                  </a:lnTo>
                  <a:lnTo>
                    <a:pt x="3589991" y="1063527"/>
                  </a:lnTo>
                  <a:lnTo>
                    <a:pt x="3589331" y="1063527"/>
                  </a:lnTo>
                  <a:lnTo>
                    <a:pt x="3588670" y="1063527"/>
                  </a:lnTo>
                  <a:lnTo>
                    <a:pt x="3588010" y="1063527"/>
                  </a:lnTo>
                  <a:lnTo>
                    <a:pt x="3587349" y="1063527"/>
                  </a:lnTo>
                  <a:lnTo>
                    <a:pt x="3586689" y="1063527"/>
                  </a:lnTo>
                  <a:lnTo>
                    <a:pt x="3586028" y="1063527"/>
                  </a:lnTo>
                  <a:lnTo>
                    <a:pt x="3585368" y="1063527"/>
                  </a:lnTo>
                  <a:lnTo>
                    <a:pt x="3584707" y="1063527"/>
                  </a:lnTo>
                  <a:lnTo>
                    <a:pt x="3584047" y="1063527"/>
                  </a:lnTo>
                  <a:lnTo>
                    <a:pt x="3583386" y="1063527"/>
                  </a:lnTo>
                  <a:lnTo>
                    <a:pt x="3582726" y="1063527"/>
                  </a:lnTo>
                  <a:lnTo>
                    <a:pt x="3582065" y="1063527"/>
                  </a:lnTo>
                  <a:lnTo>
                    <a:pt x="3581405" y="1063527"/>
                  </a:lnTo>
                  <a:lnTo>
                    <a:pt x="3580744" y="1063527"/>
                  </a:lnTo>
                  <a:lnTo>
                    <a:pt x="3580084" y="1063527"/>
                  </a:lnTo>
                  <a:lnTo>
                    <a:pt x="3579423" y="1063527"/>
                  </a:lnTo>
                  <a:lnTo>
                    <a:pt x="3578762" y="1063527"/>
                  </a:lnTo>
                  <a:lnTo>
                    <a:pt x="3578102" y="1063527"/>
                  </a:lnTo>
                  <a:lnTo>
                    <a:pt x="3577441" y="1063527"/>
                  </a:lnTo>
                  <a:lnTo>
                    <a:pt x="3576781" y="1063527"/>
                  </a:lnTo>
                  <a:lnTo>
                    <a:pt x="3576120" y="1063527"/>
                  </a:lnTo>
                  <a:lnTo>
                    <a:pt x="3575460" y="1063527"/>
                  </a:lnTo>
                  <a:lnTo>
                    <a:pt x="3574799" y="1063527"/>
                  </a:lnTo>
                  <a:lnTo>
                    <a:pt x="3574139" y="1063527"/>
                  </a:lnTo>
                  <a:lnTo>
                    <a:pt x="3573478" y="1063527"/>
                  </a:lnTo>
                  <a:lnTo>
                    <a:pt x="3572818" y="1063527"/>
                  </a:lnTo>
                  <a:lnTo>
                    <a:pt x="3572157" y="1063527"/>
                  </a:lnTo>
                  <a:lnTo>
                    <a:pt x="3571497" y="1063527"/>
                  </a:lnTo>
                  <a:lnTo>
                    <a:pt x="3570836" y="1063527"/>
                  </a:lnTo>
                  <a:lnTo>
                    <a:pt x="3570176" y="1063527"/>
                  </a:lnTo>
                  <a:lnTo>
                    <a:pt x="3569515" y="1063527"/>
                  </a:lnTo>
                  <a:lnTo>
                    <a:pt x="3568854" y="1063527"/>
                  </a:lnTo>
                  <a:lnTo>
                    <a:pt x="3568194" y="1063527"/>
                  </a:lnTo>
                  <a:lnTo>
                    <a:pt x="3567533" y="1063527"/>
                  </a:lnTo>
                  <a:lnTo>
                    <a:pt x="3566873" y="1063527"/>
                  </a:lnTo>
                  <a:lnTo>
                    <a:pt x="3566212" y="1063527"/>
                  </a:lnTo>
                  <a:lnTo>
                    <a:pt x="3565552" y="1063527"/>
                  </a:lnTo>
                  <a:lnTo>
                    <a:pt x="3564891" y="1063527"/>
                  </a:lnTo>
                  <a:lnTo>
                    <a:pt x="3564231" y="1063527"/>
                  </a:lnTo>
                  <a:lnTo>
                    <a:pt x="3563570" y="1063527"/>
                  </a:lnTo>
                  <a:lnTo>
                    <a:pt x="3562910" y="1063527"/>
                  </a:lnTo>
                  <a:lnTo>
                    <a:pt x="3562249" y="1063527"/>
                  </a:lnTo>
                  <a:lnTo>
                    <a:pt x="3561589" y="1063527"/>
                  </a:lnTo>
                  <a:lnTo>
                    <a:pt x="3560928" y="1063527"/>
                  </a:lnTo>
                  <a:lnTo>
                    <a:pt x="3560268" y="1063527"/>
                  </a:lnTo>
                  <a:lnTo>
                    <a:pt x="3559607" y="1063527"/>
                  </a:lnTo>
                  <a:lnTo>
                    <a:pt x="3558946" y="1063527"/>
                  </a:lnTo>
                  <a:lnTo>
                    <a:pt x="3558286" y="1063527"/>
                  </a:lnTo>
                  <a:lnTo>
                    <a:pt x="3557625" y="1063527"/>
                  </a:lnTo>
                  <a:lnTo>
                    <a:pt x="3556965" y="1063527"/>
                  </a:lnTo>
                  <a:lnTo>
                    <a:pt x="3556304" y="1063527"/>
                  </a:lnTo>
                  <a:lnTo>
                    <a:pt x="3555644" y="1063527"/>
                  </a:lnTo>
                  <a:lnTo>
                    <a:pt x="3554983" y="1063527"/>
                  </a:lnTo>
                  <a:lnTo>
                    <a:pt x="3554323" y="1063527"/>
                  </a:lnTo>
                  <a:lnTo>
                    <a:pt x="3553662" y="1063527"/>
                  </a:lnTo>
                  <a:lnTo>
                    <a:pt x="3553002" y="1063527"/>
                  </a:lnTo>
                  <a:lnTo>
                    <a:pt x="3552341" y="1063527"/>
                  </a:lnTo>
                  <a:lnTo>
                    <a:pt x="3551681" y="1063527"/>
                  </a:lnTo>
                  <a:lnTo>
                    <a:pt x="3551020" y="1063527"/>
                  </a:lnTo>
                  <a:lnTo>
                    <a:pt x="3550360" y="1063527"/>
                  </a:lnTo>
                  <a:lnTo>
                    <a:pt x="3549699" y="1063527"/>
                  </a:lnTo>
                  <a:lnTo>
                    <a:pt x="3549039" y="1063527"/>
                  </a:lnTo>
                  <a:lnTo>
                    <a:pt x="3548378" y="1063527"/>
                  </a:lnTo>
                  <a:lnTo>
                    <a:pt x="3547717" y="1063527"/>
                  </a:lnTo>
                  <a:lnTo>
                    <a:pt x="3547057" y="1063527"/>
                  </a:lnTo>
                  <a:lnTo>
                    <a:pt x="3546396" y="1063527"/>
                  </a:lnTo>
                  <a:lnTo>
                    <a:pt x="3545736" y="1063527"/>
                  </a:lnTo>
                  <a:lnTo>
                    <a:pt x="3545075" y="1063527"/>
                  </a:lnTo>
                  <a:lnTo>
                    <a:pt x="3544415" y="1063527"/>
                  </a:lnTo>
                  <a:lnTo>
                    <a:pt x="3543754" y="1063527"/>
                  </a:lnTo>
                  <a:lnTo>
                    <a:pt x="3543094" y="1063527"/>
                  </a:lnTo>
                  <a:lnTo>
                    <a:pt x="3542433" y="1063527"/>
                  </a:lnTo>
                  <a:lnTo>
                    <a:pt x="3541773" y="1063527"/>
                  </a:lnTo>
                  <a:lnTo>
                    <a:pt x="3541112" y="1063527"/>
                  </a:lnTo>
                  <a:lnTo>
                    <a:pt x="3540452" y="1063527"/>
                  </a:lnTo>
                  <a:lnTo>
                    <a:pt x="3539791" y="1063527"/>
                  </a:lnTo>
                  <a:lnTo>
                    <a:pt x="3539131" y="1063527"/>
                  </a:lnTo>
                  <a:lnTo>
                    <a:pt x="3538470" y="1063527"/>
                  </a:lnTo>
                  <a:lnTo>
                    <a:pt x="3537809" y="1063527"/>
                  </a:lnTo>
                  <a:lnTo>
                    <a:pt x="3537149" y="1063527"/>
                  </a:lnTo>
                  <a:lnTo>
                    <a:pt x="3536488" y="1063527"/>
                  </a:lnTo>
                  <a:lnTo>
                    <a:pt x="3535828" y="1063527"/>
                  </a:lnTo>
                  <a:lnTo>
                    <a:pt x="3535167" y="1063527"/>
                  </a:lnTo>
                  <a:lnTo>
                    <a:pt x="3534507" y="1063527"/>
                  </a:lnTo>
                  <a:lnTo>
                    <a:pt x="3533846" y="1063527"/>
                  </a:lnTo>
                  <a:lnTo>
                    <a:pt x="3533186" y="1063527"/>
                  </a:lnTo>
                  <a:lnTo>
                    <a:pt x="3532525" y="1063527"/>
                  </a:lnTo>
                  <a:lnTo>
                    <a:pt x="3531865" y="1063527"/>
                  </a:lnTo>
                  <a:lnTo>
                    <a:pt x="3531204" y="1063527"/>
                  </a:lnTo>
                  <a:lnTo>
                    <a:pt x="3530544" y="1063527"/>
                  </a:lnTo>
                  <a:lnTo>
                    <a:pt x="3529883" y="1063527"/>
                  </a:lnTo>
                  <a:lnTo>
                    <a:pt x="3529223" y="1063527"/>
                  </a:lnTo>
                  <a:lnTo>
                    <a:pt x="3528562" y="1063527"/>
                  </a:lnTo>
                  <a:lnTo>
                    <a:pt x="3527901" y="1063527"/>
                  </a:lnTo>
                  <a:lnTo>
                    <a:pt x="3527241" y="1063527"/>
                  </a:lnTo>
                  <a:lnTo>
                    <a:pt x="3526580" y="1063527"/>
                  </a:lnTo>
                  <a:lnTo>
                    <a:pt x="3525920" y="1063527"/>
                  </a:lnTo>
                  <a:lnTo>
                    <a:pt x="3525259" y="1063527"/>
                  </a:lnTo>
                  <a:lnTo>
                    <a:pt x="3524599" y="1063527"/>
                  </a:lnTo>
                  <a:lnTo>
                    <a:pt x="3523938" y="1063527"/>
                  </a:lnTo>
                  <a:lnTo>
                    <a:pt x="3523278" y="1063527"/>
                  </a:lnTo>
                  <a:lnTo>
                    <a:pt x="3522617" y="1063527"/>
                  </a:lnTo>
                  <a:lnTo>
                    <a:pt x="3521957" y="1063527"/>
                  </a:lnTo>
                  <a:lnTo>
                    <a:pt x="3521296" y="1063527"/>
                  </a:lnTo>
                  <a:lnTo>
                    <a:pt x="3520636" y="1063527"/>
                  </a:lnTo>
                  <a:lnTo>
                    <a:pt x="3519975" y="1063527"/>
                  </a:lnTo>
                  <a:lnTo>
                    <a:pt x="3519315" y="1063527"/>
                  </a:lnTo>
                  <a:lnTo>
                    <a:pt x="3518654" y="1063527"/>
                  </a:lnTo>
                  <a:lnTo>
                    <a:pt x="3517993" y="1063527"/>
                  </a:lnTo>
                  <a:lnTo>
                    <a:pt x="3517333" y="1063527"/>
                  </a:lnTo>
                  <a:lnTo>
                    <a:pt x="3516672" y="1063527"/>
                  </a:lnTo>
                  <a:lnTo>
                    <a:pt x="3516012" y="1063527"/>
                  </a:lnTo>
                  <a:lnTo>
                    <a:pt x="3515351" y="1063527"/>
                  </a:lnTo>
                  <a:lnTo>
                    <a:pt x="3514691" y="1063527"/>
                  </a:lnTo>
                  <a:lnTo>
                    <a:pt x="3514030" y="1063527"/>
                  </a:lnTo>
                  <a:lnTo>
                    <a:pt x="3513370" y="1063527"/>
                  </a:lnTo>
                  <a:lnTo>
                    <a:pt x="3512709" y="1063527"/>
                  </a:lnTo>
                  <a:lnTo>
                    <a:pt x="3512049" y="1063527"/>
                  </a:lnTo>
                  <a:lnTo>
                    <a:pt x="3511388" y="1063527"/>
                  </a:lnTo>
                  <a:lnTo>
                    <a:pt x="3510728" y="1063527"/>
                  </a:lnTo>
                  <a:lnTo>
                    <a:pt x="3510067" y="1063527"/>
                  </a:lnTo>
                  <a:lnTo>
                    <a:pt x="3509407" y="1063527"/>
                  </a:lnTo>
                  <a:lnTo>
                    <a:pt x="3508746" y="1063527"/>
                  </a:lnTo>
                  <a:lnTo>
                    <a:pt x="3508086" y="1063527"/>
                  </a:lnTo>
                  <a:lnTo>
                    <a:pt x="3507425" y="1063527"/>
                  </a:lnTo>
                  <a:lnTo>
                    <a:pt x="3506764" y="1063527"/>
                  </a:lnTo>
                  <a:lnTo>
                    <a:pt x="3506104" y="1063527"/>
                  </a:lnTo>
                  <a:lnTo>
                    <a:pt x="3505443" y="1063527"/>
                  </a:lnTo>
                  <a:lnTo>
                    <a:pt x="3504783" y="1063527"/>
                  </a:lnTo>
                  <a:lnTo>
                    <a:pt x="3504122" y="1063527"/>
                  </a:lnTo>
                  <a:lnTo>
                    <a:pt x="3503462" y="1063527"/>
                  </a:lnTo>
                  <a:lnTo>
                    <a:pt x="3502801" y="1063527"/>
                  </a:lnTo>
                  <a:lnTo>
                    <a:pt x="3502141" y="1063527"/>
                  </a:lnTo>
                  <a:lnTo>
                    <a:pt x="3501480" y="1063527"/>
                  </a:lnTo>
                  <a:lnTo>
                    <a:pt x="3500820" y="1063527"/>
                  </a:lnTo>
                  <a:lnTo>
                    <a:pt x="3500159" y="1063527"/>
                  </a:lnTo>
                  <a:lnTo>
                    <a:pt x="3499499" y="1063527"/>
                  </a:lnTo>
                  <a:lnTo>
                    <a:pt x="3498838" y="1063527"/>
                  </a:lnTo>
                  <a:lnTo>
                    <a:pt x="3498178" y="1063527"/>
                  </a:lnTo>
                  <a:lnTo>
                    <a:pt x="3497517" y="1063527"/>
                  </a:lnTo>
                  <a:lnTo>
                    <a:pt x="3496856" y="1063527"/>
                  </a:lnTo>
                  <a:lnTo>
                    <a:pt x="3496196" y="1063527"/>
                  </a:lnTo>
                  <a:lnTo>
                    <a:pt x="3495535" y="1063527"/>
                  </a:lnTo>
                  <a:lnTo>
                    <a:pt x="3494875" y="1063527"/>
                  </a:lnTo>
                  <a:lnTo>
                    <a:pt x="3494214" y="1063527"/>
                  </a:lnTo>
                  <a:lnTo>
                    <a:pt x="3493554" y="1063527"/>
                  </a:lnTo>
                  <a:lnTo>
                    <a:pt x="3492893" y="1063527"/>
                  </a:lnTo>
                  <a:lnTo>
                    <a:pt x="3492233" y="1063527"/>
                  </a:lnTo>
                  <a:lnTo>
                    <a:pt x="3491572" y="1063527"/>
                  </a:lnTo>
                  <a:lnTo>
                    <a:pt x="3490912" y="1063527"/>
                  </a:lnTo>
                  <a:lnTo>
                    <a:pt x="3490251" y="1063527"/>
                  </a:lnTo>
                  <a:lnTo>
                    <a:pt x="3489591" y="1063527"/>
                  </a:lnTo>
                  <a:lnTo>
                    <a:pt x="3488930" y="1063527"/>
                  </a:lnTo>
                  <a:lnTo>
                    <a:pt x="3488270" y="1063527"/>
                  </a:lnTo>
                  <a:lnTo>
                    <a:pt x="3487609" y="1063527"/>
                  </a:lnTo>
                  <a:lnTo>
                    <a:pt x="3486948" y="1063527"/>
                  </a:lnTo>
                  <a:lnTo>
                    <a:pt x="3486288" y="1063527"/>
                  </a:lnTo>
                  <a:lnTo>
                    <a:pt x="3485627" y="1063527"/>
                  </a:lnTo>
                  <a:lnTo>
                    <a:pt x="3484967" y="1063527"/>
                  </a:lnTo>
                  <a:lnTo>
                    <a:pt x="3484306" y="1063527"/>
                  </a:lnTo>
                  <a:lnTo>
                    <a:pt x="3483646" y="1063527"/>
                  </a:lnTo>
                  <a:lnTo>
                    <a:pt x="3482985" y="1063527"/>
                  </a:lnTo>
                  <a:lnTo>
                    <a:pt x="3482325" y="1063527"/>
                  </a:lnTo>
                  <a:lnTo>
                    <a:pt x="3481664" y="1063527"/>
                  </a:lnTo>
                  <a:lnTo>
                    <a:pt x="3481004" y="1063527"/>
                  </a:lnTo>
                  <a:lnTo>
                    <a:pt x="3480343" y="1063527"/>
                  </a:lnTo>
                  <a:lnTo>
                    <a:pt x="3479683" y="1063527"/>
                  </a:lnTo>
                  <a:lnTo>
                    <a:pt x="3479022" y="1063527"/>
                  </a:lnTo>
                  <a:lnTo>
                    <a:pt x="3478362" y="1063527"/>
                  </a:lnTo>
                  <a:lnTo>
                    <a:pt x="3477701" y="1063527"/>
                  </a:lnTo>
                  <a:lnTo>
                    <a:pt x="3477041" y="1063527"/>
                  </a:lnTo>
                  <a:lnTo>
                    <a:pt x="3476380" y="1063527"/>
                  </a:lnTo>
                  <a:lnTo>
                    <a:pt x="3475719" y="1063527"/>
                  </a:lnTo>
                  <a:lnTo>
                    <a:pt x="3475059" y="1063527"/>
                  </a:lnTo>
                  <a:lnTo>
                    <a:pt x="3474398" y="1063527"/>
                  </a:lnTo>
                  <a:lnTo>
                    <a:pt x="3473738" y="1063527"/>
                  </a:lnTo>
                  <a:lnTo>
                    <a:pt x="3473077" y="1063527"/>
                  </a:lnTo>
                  <a:lnTo>
                    <a:pt x="3472417" y="1063527"/>
                  </a:lnTo>
                  <a:lnTo>
                    <a:pt x="3471756" y="1063527"/>
                  </a:lnTo>
                  <a:lnTo>
                    <a:pt x="3471096" y="1063527"/>
                  </a:lnTo>
                  <a:lnTo>
                    <a:pt x="3470435" y="1063527"/>
                  </a:lnTo>
                  <a:lnTo>
                    <a:pt x="3469775" y="1063527"/>
                  </a:lnTo>
                  <a:lnTo>
                    <a:pt x="3469114" y="1063527"/>
                  </a:lnTo>
                  <a:lnTo>
                    <a:pt x="3468454" y="1063527"/>
                  </a:lnTo>
                  <a:lnTo>
                    <a:pt x="3467793" y="1063527"/>
                  </a:lnTo>
                  <a:lnTo>
                    <a:pt x="3467133" y="1063527"/>
                  </a:lnTo>
                  <a:lnTo>
                    <a:pt x="3466472" y="1063527"/>
                  </a:lnTo>
                  <a:lnTo>
                    <a:pt x="3465811" y="1063527"/>
                  </a:lnTo>
                  <a:lnTo>
                    <a:pt x="3465151" y="1063527"/>
                  </a:lnTo>
                  <a:lnTo>
                    <a:pt x="3464490" y="1063527"/>
                  </a:lnTo>
                  <a:lnTo>
                    <a:pt x="3463830" y="1063527"/>
                  </a:lnTo>
                  <a:lnTo>
                    <a:pt x="3463169" y="1063527"/>
                  </a:lnTo>
                  <a:lnTo>
                    <a:pt x="3462509" y="1063527"/>
                  </a:lnTo>
                  <a:lnTo>
                    <a:pt x="3461848" y="1063527"/>
                  </a:lnTo>
                  <a:lnTo>
                    <a:pt x="3461188" y="1063527"/>
                  </a:lnTo>
                  <a:lnTo>
                    <a:pt x="3460527" y="1063527"/>
                  </a:lnTo>
                  <a:lnTo>
                    <a:pt x="3459867" y="1063527"/>
                  </a:lnTo>
                  <a:lnTo>
                    <a:pt x="3459206" y="1063527"/>
                  </a:lnTo>
                  <a:lnTo>
                    <a:pt x="3458546" y="1063527"/>
                  </a:lnTo>
                  <a:lnTo>
                    <a:pt x="3457885" y="1063527"/>
                  </a:lnTo>
                  <a:lnTo>
                    <a:pt x="3457225" y="1063527"/>
                  </a:lnTo>
                  <a:lnTo>
                    <a:pt x="3456564" y="1063527"/>
                  </a:lnTo>
                  <a:lnTo>
                    <a:pt x="3455903" y="1063527"/>
                  </a:lnTo>
                  <a:lnTo>
                    <a:pt x="3455243" y="1063527"/>
                  </a:lnTo>
                  <a:lnTo>
                    <a:pt x="3454582" y="1063527"/>
                  </a:lnTo>
                  <a:lnTo>
                    <a:pt x="3453922" y="1063527"/>
                  </a:lnTo>
                  <a:lnTo>
                    <a:pt x="3453261" y="1063527"/>
                  </a:lnTo>
                  <a:lnTo>
                    <a:pt x="3452601" y="1063527"/>
                  </a:lnTo>
                  <a:lnTo>
                    <a:pt x="3451940" y="1063527"/>
                  </a:lnTo>
                  <a:lnTo>
                    <a:pt x="3451280" y="1063527"/>
                  </a:lnTo>
                  <a:lnTo>
                    <a:pt x="3450619" y="1063527"/>
                  </a:lnTo>
                  <a:lnTo>
                    <a:pt x="3449959" y="1063527"/>
                  </a:lnTo>
                  <a:lnTo>
                    <a:pt x="3449298" y="1063527"/>
                  </a:lnTo>
                  <a:lnTo>
                    <a:pt x="3448638" y="1063527"/>
                  </a:lnTo>
                  <a:lnTo>
                    <a:pt x="3447977" y="1063527"/>
                  </a:lnTo>
                  <a:lnTo>
                    <a:pt x="3447317" y="1063527"/>
                  </a:lnTo>
                  <a:lnTo>
                    <a:pt x="3446656" y="1063527"/>
                  </a:lnTo>
                  <a:lnTo>
                    <a:pt x="3445995" y="1063527"/>
                  </a:lnTo>
                  <a:lnTo>
                    <a:pt x="3445335" y="1063527"/>
                  </a:lnTo>
                  <a:lnTo>
                    <a:pt x="3444674" y="1063527"/>
                  </a:lnTo>
                  <a:lnTo>
                    <a:pt x="3444014" y="1063527"/>
                  </a:lnTo>
                  <a:lnTo>
                    <a:pt x="3443353" y="1063527"/>
                  </a:lnTo>
                  <a:lnTo>
                    <a:pt x="3442693" y="1063527"/>
                  </a:lnTo>
                  <a:lnTo>
                    <a:pt x="3442032" y="1063527"/>
                  </a:lnTo>
                  <a:lnTo>
                    <a:pt x="3441372" y="1063527"/>
                  </a:lnTo>
                  <a:lnTo>
                    <a:pt x="3440711" y="1063527"/>
                  </a:lnTo>
                  <a:lnTo>
                    <a:pt x="3440051" y="1063527"/>
                  </a:lnTo>
                  <a:lnTo>
                    <a:pt x="3439390" y="1063527"/>
                  </a:lnTo>
                  <a:lnTo>
                    <a:pt x="3438730" y="1063527"/>
                  </a:lnTo>
                  <a:lnTo>
                    <a:pt x="3438069" y="1063527"/>
                  </a:lnTo>
                  <a:lnTo>
                    <a:pt x="3437409" y="1063527"/>
                  </a:lnTo>
                  <a:lnTo>
                    <a:pt x="3436748" y="1063527"/>
                  </a:lnTo>
                  <a:lnTo>
                    <a:pt x="3436088" y="1063527"/>
                  </a:lnTo>
                  <a:lnTo>
                    <a:pt x="3435427" y="1063527"/>
                  </a:lnTo>
                  <a:lnTo>
                    <a:pt x="3434766" y="1063527"/>
                  </a:lnTo>
                  <a:lnTo>
                    <a:pt x="3434106" y="1063527"/>
                  </a:lnTo>
                  <a:lnTo>
                    <a:pt x="3433445" y="1063527"/>
                  </a:lnTo>
                  <a:lnTo>
                    <a:pt x="3432785" y="1063527"/>
                  </a:lnTo>
                  <a:lnTo>
                    <a:pt x="3432124" y="1063527"/>
                  </a:lnTo>
                  <a:lnTo>
                    <a:pt x="3431464" y="1063527"/>
                  </a:lnTo>
                  <a:lnTo>
                    <a:pt x="3430803" y="1063527"/>
                  </a:lnTo>
                  <a:lnTo>
                    <a:pt x="3430143" y="1063527"/>
                  </a:lnTo>
                  <a:lnTo>
                    <a:pt x="3429482" y="1063527"/>
                  </a:lnTo>
                  <a:lnTo>
                    <a:pt x="3428822" y="1063527"/>
                  </a:lnTo>
                  <a:lnTo>
                    <a:pt x="3428161" y="1063527"/>
                  </a:lnTo>
                  <a:lnTo>
                    <a:pt x="3427501" y="1063527"/>
                  </a:lnTo>
                  <a:lnTo>
                    <a:pt x="3426840" y="1063527"/>
                  </a:lnTo>
                  <a:lnTo>
                    <a:pt x="3426180" y="1063527"/>
                  </a:lnTo>
                  <a:lnTo>
                    <a:pt x="3425519" y="1063527"/>
                  </a:lnTo>
                  <a:lnTo>
                    <a:pt x="3424858" y="1063527"/>
                  </a:lnTo>
                  <a:lnTo>
                    <a:pt x="3424198" y="1063527"/>
                  </a:lnTo>
                  <a:lnTo>
                    <a:pt x="3423537" y="1063527"/>
                  </a:lnTo>
                  <a:lnTo>
                    <a:pt x="3422877" y="1063527"/>
                  </a:lnTo>
                  <a:lnTo>
                    <a:pt x="3422216" y="1063527"/>
                  </a:lnTo>
                  <a:lnTo>
                    <a:pt x="3421556" y="1063527"/>
                  </a:lnTo>
                  <a:lnTo>
                    <a:pt x="3420895" y="1063527"/>
                  </a:lnTo>
                  <a:lnTo>
                    <a:pt x="3420235" y="1063527"/>
                  </a:lnTo>
                  <a:lnTo>
                    <a:pt x="3419574" y="1063527"/>
                  </a:lnTo>
                  <a:lnTo>
                    <a:pt x="3418914" y="1063527"/>
                  </a:lnTo>
                  <a:lnTo>
                    <a:pt x="3418253" y="1063527"/>
                  </a:lnTo>
                  <a:lnTo>
                    <a:pt x="3417593" y="1063527"/>
                  </a:lnTo>
                  <a:lnTo>
                    <a:pt x="3416932" y="1063527"/>
                  </a:lnTo>
                  <a:lnTo>
                    <a:pt x="3416272" y="1063527"/>
                  </a:lnTo>
                  <a:lnTo>
                    <a:pt x="3415611" y="1063527"/>
                  </a:lnTo>
                  <a:lnTo>
                    <a:pt x="3414950" y="1063527"/>
                  </a:lnTo>
                  <a:lnTo>
                    <a:pt x="3414290" y="1063527"/>
                  </a:lnTo>
                  <a:lnTo>
                    <a:pt x="3413629" y="1063527"/>
                  </a:lnTo>
                  <a:lnTo>
                    <a:pt x="3412969" y="1063527"/>
                  </a:lnTo>
                  <a:lnTo>
                    <a:pt x="3412308" y="1063527"/>
                  </a:lnTo>
                  <a:lnTo>
                    <a:pt x="3411648" y="1063527"/>
                  </a:lnTo>
                  <a:lnTo>
                    <a:pt x="3410987" y="1063527"/>
                  </a:lnTo>
                  <a:lnTo>
                    <a:pt x="3410327" y="1063527"/>
                  </a:lnTo>
                  <a:lnTo>
                    <a:pt x="3409666" y="1063527"/>
                  </a:lnTo>
                  <a:lnTo>
                    <a:pt x="3409006" y="1063527"/>
                  </a:lnTo>
                  <a:lnTo>
                    <a:pt x="3408345" y="1063527"/>
                  </a:lnTo>
                  <a:lnTo>
                    <a:pt x="3407685" y="1063527"/>
                  </a:lnTo>
                  <a:lnTo>
                    <a:pt x="3407024" y="1063527"/>
                  </a:lnTo>
                  <a:lnTo>
                    <a:pt x="3406364" y="1063527"/>
                  </a:lnTo>
                  <a:lnTo>
                    <a:pt x="3405703" y="1063527"/>
                  </a:lnTo>
                  <a:lnTo>
                    <a:pt x="3405043" y="1063527"/>
                  </a:lnTo>
                  <a:lnTo>
                    <a:pt x="3404382" y="1063527"/>
                  </a:lnTo>
                  <a:lnTo>
                    <a:pt x="3403721" y="1063527"/>
                  </a:lnTo>
                  <a:lnTo>
                    <a:pt x="3403061" y="1063527"/>
                  </a:lnTo>
                  <a:lnTo>
                    <a:pt x="3402400" y="1063527"/>
                  </a:lnTo>
                  <a:lnTo>
                    <a:pt x="3401740" y="1063527"/>
                  </a:lnTo>
                  <a:lnTo>
                    <a:pt x="3401079" y="1063527"/>
                  </a:lnTo>
                  <a:lnTo>
                    <a:pt x="3400419" y="1063527"/>
                  </a:lnTo>
                  <a:lnTo>
                    <a:pt x="3399758" y="1063527"/>
                  </a:lnTo>
                  <a:lnTo>
                    <a:pt x="3399098" y="1063527"/>
                  </a:lnTo>
                  <a:lnTo>
                    <a:pt x="3398437" y="1063527"/>
                  </a:lnTo>
                  <a:lnTo>
                    <a:pt x="3397777" y="1063527"/>
                  </a:lnTo>
                  <a:lnTo>
                    <a:pt x="3397116" y="1063527"/>
                  </a:lnTo>
                  <a:lnTo>
                    <a:pt x="3396456" y="1063527"/>
                  </a:lnTo>
                  <a:lnTo>
                    <a:pt x="3395795" y="1063527"/>
                  </a:lnTo>
                  <a:lnTo>
                    <a:pt x="3395135" y="1063527"/>
                  </a:lnTo>
                  <a:lnTo>
                    <a:pt x="3394474" y="1063527"/>
                  </a:lnTo>
                  <a:lnTo>
                    <a:pt x="3393813" y="1063527"/>
                  </a:lnTo>
                  <a:lnTo>
                    <a:pt x="3393153" y="1063527"/>
                  </a:lnTo>
                  <a:lnTo>
                    <a:pt x="3392492" y="1063527"/>
                  </a:lnTo>
                  <a:lnTo>
                    <a:pt x="3391832" y="1063527"/>
                  </a:lnTo>
                  <a:lnTo>
                    <a:pt x="3391171" y="1063527"/>
                  </a:lnTo>
                  <a:lnTo>
                    <a:pt x="3390511" y="1063527"/>
                  </a:lnTo>
                  <a:lnTo>
                    <a:pt x="3389850" y="1063527"/>
                  </a:lnTo>
                  <a:lnTo>
                    <a:pt x="3389190" y="1063527"/>
                  </a:lnTo>
                  <a:lnTo>
                    <a:pt x="3388529" y="1063527"/>
                  </a:lnTo>
                  <a:lnTo>
                    <a:pt x="3387869" y="1063527"/>
                  </a:lnTo>
                  <a:lnTo>
                    <a:pt x="3387208" y="1063527"/>
                  </a:lnTo>
                  <a:lnTo>
                    <a:pt x="3386548" y="1063527"/>
                  </a:lnTo>
                  <a:lnTo>
                    <a:pt x="3385887" y="1063527"/>
                  </a:lnTo>
                  <a:lnTo>
                    <a:pt x="3385227" y="1063527"/>
                  </a:lnTo>
                  <a:lnTo>
                    <a:pt x="3384566" y="1063527"/>
                  </a:lnTo>
                  <a:lnTo>
                    <a:pt x="3383905" y="1063527"/>
                  </a:lnTo>
                  <a:lnTo>
                    <a:pt x="3383245" y="1063527"/>
                  </a:lnTo>
                  <a:lnTo>
                    <a:pt x="3382584" y="1063527"/>
                  </a:lnTo>
                  <a:lnTo>
                    <a:pt x="3381924" y="1063527"/>
                  </a:lnTo>
                  <a:lnTo>
                    <a:pt x="3381263" y="1063527"/>
                  </a:lnTo>
                  <a:lnTo>
                    <a:pt x="3380603" y="1063527"/>
                  </a:lnTo>
                  <a:lnTo>
                    <a:pt x="3379942" y="1063527"/>
                  </a:lnTo>
                  <a:lnTo>
                    <a:pt x="3379282" y="1063527"/>
                  </a:lnTo>
                  <a:lnTo>
                    <a:pt x="3378621" y="1063527"/>
                  </a:lnTo>
                  <a:lnTo>
                    <a:pt x="3377961" y="1063527"/>
                  </a:lnTo>
                  <a:lnTo>
                    <a:pt x="3377300" y="1063527"/>
                  </a:lnTo>
                  <a:lnTo>
                    <a:pt x="3376640" y="1063527"/>
                  </a:lnTo>
                  <a:lnTo>
                    <a:pt x="3375979" y="1063527"/>
                  </a:lnTo>
                  <a:lnTo>
                    <a:pt x="3375319" y="1063527"/>
                  </a:lnTo>
                  <a:lnTo>
                    <a:pt x="3374658" y="1063527"/>
                  </a:lnTo>
                  <a:lnTo>
                    <a:pt x="3373997" y="1063527"/>
                  </a:lnTo>
                  <a:lnTo>
                    <a:pt x="3373337" y="1063527"/>
                  </a:lnTo>
                  <a:lnTo>
                    <a:pt x="3372676" y="1063527"/>
                  </a:lnTo>
                  <a:lnTo>
                    <a:pt x="3372016" y="1063527"/>
                  </a:lnTo>
                  <a:lnTo>
                    <a:pt x="3371355" y="1063527"/>
                  </a:lnTo>
                  <a:lnTo>
                    <a:pt x="3370695" y="1063527"/>
                  </a:lnTo>
                  <a:lnTo>
                    <a:pt x="3370034" y="1063527"/>
                  </a:lnTo>
                  <a:lnTo>
                    <a:pt x="3369374" y="1063527"/>
                  </a:lnTo>
                  <a:lnTo>
                    <a:pt x="3368713" y="1063527"/>
                  </a:lnTo>
                  <a:lnTo>
                    <a:pt x="3368053" y="1063527"/>
                  </a:lnTo>
                  <a:lnTo>
                    <a:pt x="3367392" y="1063527"/>
                  </a:lnTo>
                  <a:lnTo>
                    <a:pt x="3366732" y="1063527"/>
                  </a:lnTo>
                  <a:lnTo>
                    <a:pt x="3366071" y="1063527"/>
                  </a:lnTo>
                  <a:lnTo>
                    <a:pt x="3365411" y="1063527"/>
                  </a:lnTo>
                  <a:lnTo>
                    <a:pt x="3364750" y="1063527"/>
                  </a:lnTo>
                  <a:lnTo>
                    <a:pt x="3364090" y="1063527"/>
                  </a:lnTo>
                  <a:lnTo>
                    <a:pt x="3363429" y="1063527"/>
                  </a:lnTo>
                  <a:lnTo>
                    <a:pt x="3362768" y="1063527"/>
                  </a:lnTo>
                  <a:lnTo>
                    <a:pt x="3362108" y="1063527"/>
                  </a:lnTo>
                  <a:lnTo>
                    <a:pt x="3361447" y="1063527"/>
                  </a:lnTo>
                  <a:lnTo>
                    <a:pt x="3360787" y="1063527"/>
                  </a:lnTo>
                  <a:lnTo>
                    <a:pt x="3360126" y="1063527"/>
                  </a:lnTo>
                  <a:lnTo>
                    <a:pt x="3359466" y="1063527"/>
                  </a:lnTo>
                  <a:lnTo>
                    <a:pt x="3358805" y="1063527"/>
                  </a:lnTo>
                  <a:lnTo>
                    <a:pt x="3358145" y="1063527"/>
                  </a:lnTo>
                  <a:lnTo>
                    <a:pt x="3357484" y="1063527"/>
                  </a:lnTo>
                  <a:lnTo>
                    <a:pt x="3356824" y="1063527"/>
                  </a:lnTo>
                  <a:lnTo>
                    <a:pt x="3356163" y="1063527"/>
                  </a:lnTo>
                  <a:lnTo>
                    <a:pt x="3355503" y="1063527"/>
                  </a:lnTo>
                  <a:lnTo>
                    <a:pt x="3354842" y="1063527"/>
                  </a:lnTo>
                  <a:lnTo>
                    <a:pt x="3354182" y="1063527"/>
                  </a:lnTo>
                  <a:lnTo>
                    <a:pt x="3353521" y="1063527"/>
                  </a:lnTo>
                  <a:lnTo>
                    <a:pt x="3352860" y="1063527"/>
                  </a:lnTo>
                  <a:lnTo>
                    <a:pt x="3352200" y="1063527"/>
                  </a:lnTo>
                  <a:lnTo>
                    <a:pt x="3351539" y="1063527"/>
                  </a:lnTo>
                  <a:lnTo>
                    <a:pt x="3350879" y="1063527"/>
                  </a:lnTo>
                  <a:lnTo>
                    <a:pt x="3350218" y="1063527"/>
                  </a:lnTo>
                  <a:lnTo>
                    <a:pt x="3349558" y="1063527"/>
                  </a:lnTo>
                  <a:lnTo>
                    <a:pt x="3348897" y="1063527"/>
                  </a:lnTo>
                  <a:lnTo>
                    <a:pt x="3348237" y="1063527"/>
                  </a:lnTo>
                  <a:lnTo>
                    <a:pt x="3347576" y="1063527"/>
                  </a:lnTo>
                  <a:lnTo>
                    <a:pt x="3346916" y="1063527"/>
                  </a:lnTo>
                  <a:lnTo>
                    <a:pt x="3346255" y="1063527"/>
                  </a:lnTo>
                  <a:lnTo>
                    <a:pt x="3345595" y="1063527"/>
                  </a:lnTo>
                  <a:lnTo>
                    <a:pt x="3344934" y="1063527"/>
                  </a:lnTo>
                  <a:lnTo>
                    <a:pt x="3344274" y="1063527"/>
                  </a:lnTo>
                  <a:lnTo>
                    <a:pt x="3343613" y="1063527"/>
                  </a:lnTo>
                  <a:lnTo>
                    <a:pt x="3342952" y="1063527"/>
                  </a:lnTo>
                  <a:lnTo>
                    <a:pt x="3342292" y="1063527"/>
                  </a:lnTo>
                  <a:lnTo>
                    <a:pt x="3341631" y="1063527"/>
                  </a:lnTo>
                  <a:lnTo>
                    <a:pt x="3340971" y="1063527"/>
                  </a:lnTo>
                  <a:lnTo>
                    <a:pt x="3340310" y="1063527"/>
                  </a:lnTo>
                  <a:lnTo>
                    <a:pt x="3339650" y="1063527"/>
                  </a:lnTo>
                  <a:lnTo>
                    <a:pt x="3338989" y="1063527"/>
                  </a:lnTo>
                  <a:lnTo>
                    <a:pt x="3338329" y="1063527"/>
                  </a:lnTo>
                  <a:lnTo>
                    <a:pt x="3337668" y="1063527"/>
                  </a:lnTo>
                  <a:lnTo>
                    <a:pt x="3337008" y="1063527"/>
                  </a:lnTo>
                  <a:lnTo>
                    <a:pt x="3336347" y="1063527"/>
                  </a:lnTo>
                  <a:lnTo>
                    <a:pt x="3335687" y="1063527"/>
                  </a:lnTo>
                  <a:lnTo>
                    <a:pt x="3335026" y="1063527"/>
                  </a:lnTo>
                  <a:lnTo>
                    <a:pt x="3334366" y="1063527"/>
                  </a:lnTo>
                  <a:lnTo>
                    <a:pt x="3333705" y="1063527"/>
                  </a:lnTo>
                  <a:lnTo>
                    <a:pt x="3333045" y="1063527"/>
                  </a:lnTo>
                  <a:lnTo>
                    <a:pt x="3332384" y="1063527"/>
                  </a:lnTo>
                  <a:lnTo>
                    <a:pt x="3331723" y="1063527"/>
                  </a:lnTo>
                  <a:lnTo>
                    <a:pt x="3331063" y="1063527"/>
                  </a:lnTo>
                  <a:lnTo>
                    <a:pt x="3330402" y="1063527"/>
                  </a:lnTo>
                  <a:lnTo>
                    <a:pt x="3329742" y="1063527"/>
                  </a:lnTo>
                  <a:lnTo>
                    <a:pt x="3329081" y="1063527"/>
                  </a:lnTo>
                  <a:lnTo>
                    <a:pt x="3328421" y="1063527"/>
                  </a:lnTo>
                  <a:lnTo>
                    <a:pt x="3327760" y="1063527"/>
                  </a:lnTo>
                  <a:lnTo>
                    <a:pt x="3327100" y="1063527"/>
                  </a:lnTo>
                  <a:lnTo>
                    <a:pt x="3326439" y="1063527"/>
                  </a:lnTo>
                  <a:lnTo>
                    <a:pt x="3325779" y="1063527"/>
                  </a:lnTo>
                  <a:lnTo>
                    <a:pt x="3325118" y="1063527"/>
                  </a:lnTo>
                  <a:lnTo>
                    <a:pt x="3324458" y="1063527"/>
                  </a:lnTo>
                  <a:lnTo>
                    <a:pt x="3323797" y="1063527"/>
                  </a:lnTo>
                  <a:lnTo>
                    <a:pt x="3323137" y="1063527"/>
                  </a:lnTo>
                  <a:lnTo>
                    <a:pt x="3322476" y="1063527"/>
                  </a:lnTo>
                  <a:lnTo>
                    <a:pt x="3321815" y="1063527"/>
                  </a:lnTo>
                  <a:lnTo>
                    <a:pt x="3321155" y="1063527"/>
                  </a:lnTo>
                  <a:lnTo>
                    <a:pt x="3320494" y="1063527"/>
                  </a:lnTo>
                  <a:lnTo>
                    <a:pt x="3319834" y="1063527"/>
                  </a:lnTo>
                  <a:lnTo>
                    <a:pt x="3319173" y="1063527"/>
                  </a:lnTo>
                  <a:lnTo>
                    <a:pt x="3318513" y="1063527"/>
                  </a:lnTo>
                  <a:lnTo>
                    <a:pt x="3317852" y="1063527"/>
                  </a:lnTo>
                  <a:lnTo>
                    <a:pt x="3317192" y="1063527"/>
                  </a:lnTo>
                  <a:lnTo>
                    <a:pt x="3316531" y="1063527"/>
                  </a:lnTo>
                  <a:lnTo>
                    <a:pt x="3315871" y="1063527"/>
                  </a:lnTo>
                  <a:lnTo>
                    <a:pt x="3315210" y="1063527"/>
                  </a:lnTo>
                  <a:lnTo>
                    <a:pt x="3314550" y="1063527"/>
                  </a:lnTo>
                  <a:lnTo>
                    <a:pt x="3313889" y="1063527"/>
                  </a:lnTo>
                  <a:lnTo>
                    <a:pt x="3313229" y="1063527"/>
                  </a:lnTo>
                  <a:lnTo>
                    <a:pt x="3312568" y="1063527"/>
                  </a:lnTo>
                  <a:lnTo>
                    <a:pt x="3311907" y="1063527"/>
                  </a:lnTo>
                  <a:lnTo>
                    <a:pt x="3311247" y="1063527"/>
                  </a:lnTo>
                  <a:lnTo>
                    <a:pt x="3310586" y="1063527"/>
                  </a:lnTo>
                  <a:lnTo>
                    <a:pt x="3309926" y="1063527"/>
                  </a:lnTo>
                  <a:lnTo>
                    <a:pt x="3309265" y="1063527"/>
                  </a:lnTo>
                  <a:lnTo>
                    <a:pt x="3308605" y="1063527"/>
                  </a:lnTo>
                  <a:lnTo>
                    <a:pt x="3307944" y="1063527"/>
                  </a:lnTo>
                  <a:lnTo>
                    <a:pt x="3307284" y="1063527"/>
                  </a:lnTo>
                  <a:lnTo>
                    <a:pt x="3306623" y="1063527"/>
                  </a:lnTo>
                  <a:lnTo>
                    <a:pt x="3305963" y="1063527"/>
                  </a:lnTo>
                  <a:lnTo>
                    <a:pt x="3305302" y="1063527"/>
                  </a:lnTo>
                  <a:lnTo>
                    <a:pt x="3304642" y="1063527"/>
                  </a:lnTo>
                  <a:lnTo>
                    <a:pt x="3303981" y="1063527"/>
                  </a:lnTo>
                  <a:lnTo>
                    <a:pt x="3303321" y="1063527"/>
                  </a:lnTo>
                  <a:lnTo>
                    <a:pt x="3302660" y="1063527"/>
                  </a:lnTo>
                  <a:lnTo>
                    <a:pt x="3302000" y="1063527"/>
                  </a:lnTo>
                  <a:lnTo>
                    <a:pt x="3301339" y="1063527"/>
                  </a:lnTo>
                  <a:lnTo>
                    <a:pt x="3300678" y="1063527"/>
                  </a:lnTo>
                  <a:lnTo>
                    <a:pt x="3300018" y="1063527"/>
                  </a:lnTo>
                  <a:lnTo>
                    <a:pt x="3299357" y="1063527"/>
                  </a:lnTo>
                  <a:lnTo>
                    <a:pt x="3298697" y="1063527"/>
                  </a:lnTo>
                  <a:lnTo>
                    <a:pt x="3298036" y="1063527"/>
                  </a:lnTo>
                  <a:lnTo>
                    <a:pt x="3297376" y="1063527"/>
                  </a:lnTo>
                  <a:lnTo>
                    <a:pt x="3296715" y="1063527"/>
                  </a:lnTo>
                  <a:lnTo>
                    <a:pt x="3296055" y="1063527"/>
                  </a:lnTo>
                  <a:lnTo>
                    <a:pt x="3295394" y="1063527"/>
                  </a:lnTo>
                  <a:lnTo>
                    <a:pt x="3294734" y="1063527"/>
                  </a:lnTo>
                  <a:lnTo>
                    <a:pt x="3294073" y="1063527"/>
                  </a:lnTo>
                  <a:lnTo>
                    <a:pt x="3293413" y="1063527"/>
                  </a:lnTo>
                  <a:lnTo>
                    <a:pt x="3292752" y="1063527"/>
                  </a:lnTo>
                  <a:lnTo>
                    <a:pt x="3292092" y="1063527"/>
                  </a:lnTo>
                  <a:lnTo>
                    <a:pt x="3291431" y="1063527"/>
                  </a:lnTo>
                  <a:lnTo>
                    <a:pt x="3290770" y="1063527"/>
                  </a:lnTo>
                  <a:lnTo>
                    <a:pt x="3290110" y="1063527"/>
                  </a:lnTo>
                  <a:lnTo>
                    <a:pt x="3289449" y="1063527"/>
                  </a:lnTo>
                  <a:lnTo>
                    <a:pt x="3288789" y="1063527"/>
                  </a:lnTo>
                  <a:lnTo>
                    <a:pt x="3288128" y="1063527"/>
                  </a:lnTo>
                  <a:lnTo>
                    <a:pt x="3287468" y="1063527"/>
                  </a:lnTo>
                  <a:lnTo>
                    <a:pt x="3286807" y="1063527"/>
                  </a:lnTo>
                  <a:lnTo>
                    <a:pt x="3286147" y="1063527"/>
                  </a:lnTo>
                  <a:lnTo>
                    <a:pt x="3285486" y="1063527"/>
                  </a:lnTo>
                  <a:lnTo>
                    <a:pt x="3284826" y="1063527"/>
                  </a:lnTo>
                  <a:lnTo>
                    <a:pt x="3284165" y="1063527"/>
                  </a:lnTo>
                  <a:lnTo>
                    <a:pt x="3283505" y="1063527"/>
                  </a:lnTo>
                  <a:lnTo>
                    <a:pt x="3282844" y="1063527"/>
                  </a:lnTo>
                  <a:lnTo>
                    <a:pt x="3282184" y="1063527"/>
                  </a:lnTo>
                  <a:lnTo>
                    <a:pt x="3281523" y="1063527"/>
                  </a:lnTo>
                  <a:lnTo>
                    <a:pt x="3280862" y="1063527"/>
                  </a:lnTo>
                  <a:lnTo>
                    <a:pt x="3280202" y="1063527"/>
                  </a:lnTo>
                  <a:lnTo>
                    <a:pt x="3279541" y="1063527"/>
                  </a:lnTo>
                  <a:lnTo>
                    <a:pt x="3278881" y="1063527"/>
                  </a:lnTo>
                  <a:lnTo>
                    <a:pt x="3278220" y="1063527"/>
                  </a:lnTo>
                  <a:lnTo>
                    <a:pt x="3277560" y="1063527"/>
                  </a:lnTo>
                  <a:lnTo>
                    <a:pt x="3276899" y="1063527"/>
                  </a:lnTo>
                  <a:lnTo>
                    <a:pt x="3276239" y="1063527"/>
                  </a:lnTo>
                  <a:lnTo>
                    <a:pt x="3275578" y="1063527"/>
                  </a:lnTo>
                  <a:lnTo>
                    <a:pt x="3274918" y="1063527"/>
                  </a:lnTo>
                  <a:lnTo>
                    <a:pt x="3274257" y="1063527"/>
                  </a:lnTo>
                  <a:lnTo>
                    <a:pt x="3273597" y="1063527"/>
                  </a:lnTo>
                  <a:lnTo>
                    <a:pt x="3272936" y="1063527"/>
                  </a:lnTo>
                  <a:lnTo>
                    <a:pt x="3272276" y="1063527"/>
                  </a:lnTo>
                  <a:lnTo>
                    <a:pt x="3271615" y="1063527"/>
                  </a:lnTo>
                  <a:lnTo>
                    <a:pt x="3270954" y="1063527"/>
                  </a:lnTo>
                  <a:lnTo>
                    <a:pt x="3270294" y="1063527"/>
                  </a:lnTo>
                  <a:lnTo>
                    <a:pt x="3269633" y="1063527"/>
                  </a:lnTo>
                  <a:lnTo>
                    <a:pt x="3268973" y="1063527"/>
                  </a:lnTo>
                  <a:lnTo>
                    <a:pt x="3268312" y="1063527"/>
                  </a:lnTo>
                  <a:lnTo>
                    <a:pt x="3267652" y="1063527"/>
                  </a:lnTo>
                  <a:lnTo>
                    <a:pt x="3266991" y="1063527"/>
                  </a:lnTo>
                  <a:lnTo>
                    <a:pt x="3266331" y="1063527"/>
                  </a:lnTo>
                  <a:lnTo>
                    <a:pt x="3265670" y="1063527"/>
                  </a:lnTo>
                  <a:lnTo>
                    <a:pt x="3265010" y="1063527"/>
                  </a:lnTo>
                  <a:lnTo>
                    <a:pt x="3264349" y="1063527"/>
                  </a:lnTo>
                  <a:lnTo>
                    <a:pt x="3263689" y="1063527"/>
                  </a:lnTo>
                  <a:lnTo>
                    <a:pt x="3263028" y="1063527"/>
                  </a:lnTo>
                  <a:lnTo>
                    <a:pt x="3262368" y="1063527"/>
                  </a:lnTo>
                  <a:lnTo>
                    <a:pt x="3261707" y="1063527"/>
                  </a:lnTo>
                  <a:lnTo>
                    <a:pt x="3261047" y="1063527"/>
                  </a:lnTo>
                  <a:lnTo>
                    <a:pt x="3260386" y="1063527"/>
                  </a:lnTo>
                  <a:lnTo>
                    <a:pt x="3259725" y="1063527"/>
                  </a:lnTo>
                  <a:lnTo>
                    <a:pt x="3259065" y="1063527"/>
                  </a:lnTo>
                  <a:lnTo>
                    <a:pt x="3258404" y="1063527"/>
                  </a:lnTo>
                  <a:lnTo>
                    <a:pt x="3257744" y="1063527"/>
                  </a:lnTo>
                  <a:lnTo>
                    <a:pt x="3257083" y="1063527"/>
                  </a:lnTo>
                  <a:lnTo>
                    <a:pt x="3256423" y="1063527"/>
                  </a:lnTo>
                  <a:lnTo>
                    <a:pt x="3255762" y="1063527"/>
                  </a:lnTo>
                  <a:lnTo>
                    <a:pt x="3255102" y="1063527"/>
                  </a:lnTo>
                  <a:lnTo>
                    <a:pt x="3254441" y="1063527"/>
                  </a:lnTo>
                  <a:lnTo>
                    <a:pt x="3253781" y="1063527"/>
                  </a:lnTo>
                  <a:lnTo>
                    <a:pt x="3253120" y="1063527"/>
                  </a:lnTo>
                  <a:lnTo>
                    <a:pt x="3252460" y="1063527"/>
                  </a:lnTo>
                  <a:lnTo>
                    <a:pt x="3251799" y="1063527"/>
                  </a:lnTo>
                  <a:lnTo>
                    <a:pt x="3251139" y="1063527"/>
                  </a:lnTo>
                  <a:lnTo>
                    <a:pt x="3250478" y="1063527"/>
                  </a:lnTo>
                  <a:lnTo>
                    <a:pt x="3249817" y="1063527"/>
                  </a:lnTo>
                  <a:lnTo>
                    <a:pt x="3249157" y="1063527"/>
                  </a:lnTo>
                  <a:lnTo>
                    <a:pt x="3248496" y="1063527"/>
                  </a:lnTo>
                  <a:lnTo>
                    <a:pt x="3247836" y="1063527"/>
                  </a:lnTo>
                  <a:lnTo>
                    <a:pt x="3247175" y="1063527"/>
                  </a:lnTo>
                  <a:lnTo>
                    <a:pt x="3246515" y="1063527"/>
                  </a:lnTo>
                  <a:lnTo>
                    <a:pt x="3245854" y="1063527"/>
                  </a:lnTo>
                  <a:lnTo>
                    <a:pt x="3245194" y="1063527"/>
                  </a:lnTo>
                  <a:lnTo>
                    <a:pt x="3244533" y="1063527"/>
                  </a:lnTo>
                  <a:lnTo>
                    <a:pt x="3243873" y="1063527"/>
                  </a:lnTo>
                  <a:lnTo>
                    <a:pt x="3243212" y="1063527"/>
                  </a:lnTo>
                  <a:lnTo>
                    <a:pt x="3242552" y="1063527"/>
                  </a:lnTo>
                  <a:lnTo>
                    <a:pt x="3241891" y="1063527"/>
                  </a:lnTo>
                  <a:lnTo>
                    <a:pt x="3241231" y="1063527"/>
                  </a:lnTo>
                  <a:lnTo>
                    <a:pt x="3240570" y="1063527"/>
                  </a:lnTo>
                  <a:lnTo>
                    <a:pt x="3239909" y="1063527"/>
                  </a:lnTo>
                  <a:lnTo>
                    <a:pt x="3239249" y="1063527"/>
                  </a:lnTo>
                  <a:lnTo>
                    <a:pt x="3238588" y="1063527"/>
                  </a:lnTo>
                  <a:lnTo>
                    <a:pt x="3237928" y="1063527"/>
                  </a:lnTo>
                  <a:lnTo>
                    <a:pt x="3237267" y="1063527"/>
                  </a:lnTo>
                  <a:lnTo>
                    <a:pt x="3236607" y="1063527"/>
                  </a:lnTo>
                  <a:lnTo>
                    <a:pt x="3235946" y="1063527"/>
                  </a:lnTo>
                  <a:lnTo>
                    <a:pt x="3235286" y="1063527"/>
                  </a:lnTo>
                  <a:lnTo>
                    <a:pt x="3234625" y="1063527"/>
                  </a:lnTo>
                  <a:lnTo>
                    <a:pt x="3233965" y="1063527"/>
                  </a:lnTo>
                  <a:lnTo>
                    <a:pt x="3233304" y="1063527"/>
                  </a:lnTo>
                  <a:lnTo>
                    <a:pt x="3232644" y="1063527"/>
                  </a:lnTo>
                  <a:lnTo>
                    <a:pt x="3231983" y="1063527"/>
                  </a:lnTo>
                  <a:lnTo>
                    <a:pt x="3231323" y="1063527"/>
                  </a:lnTo>
                  <a:lnTo>
                    <a:pt x="3230662" y="1063527"/>
                  </a:lnTo>
                  <a:lnTo>
                    <a:pt x="3230002" y="1063527"/>
                  </a:lnTo>
                  <a:lnTo>
                    <a:pt x="3229341" y="1063527"/>
                  </a:lnTo>
                  <a:lnTo>
                    <a:pt x="3228680" y="1063527"/>
                  </a:lnTo>
                  <a:lnTo>
                    <a:pt x="3228020" y="1063527"/>
                  </a:lnTo>
                  <a:lnTo>
                    <a:pt x="3227359" y="1063527"/>
                  </a:lnTo>
                  <a:lnTo>
                    <a:pt x="3226699" y="1063527"/>
                  </a:lnTo>
                  <a:lnTo>
                    <a:pt x="3226038" y="1063527"/>
                  </a:lnTo>
                  <a:lnTo>
                    <a:pt x="3225378" y="1063527"/>
                  </a:lnTo>
                  <a:lnTo>
                    <a:pt x="3224717" y="1063527"/>
                  </a:lnTo>
                  <a:lnTo>
                    <a:pt x="3224057" y="1063527"/>
                  </a:lnTo>
                  <a:lnTo>
                    <a:pt x="3223396" y="1063527"/>
                  </a:lnTo>
                  <a:lnTo>
                    <a:pt x="3222736" y="1063527"/>
                  </a:lnTo>
                  <a:lnTo>
                    <a:pt x="3222075" y="1063527"/>
                  </a:lnTo>
                  <a:lnTo>
                    <a:pt x="3221415" y="1063527"/>
                  </a:lnTo>
                  <a:lnTo>
                    <a:pt x="3220754" y="1063527"/>
                  </a:lnTo>
                  <a:lnTo>
                    <a:pt x="3220094" y="1063527"/>
                  </a:lnTo>
                  <a:lnTo>
                    <a:pt x="3219433" y="1063527"/>
                  </a:lnTo>
                  <a:lnTo>
                    <a:pt x="3218772" y="1063527"/>
                  </a:lnTo>
                  <a:lnTo>
                    <a:pt x="3218112" y="1063527"/>
                  </a:lnTo>
                  <a:lnTo>
                    <a:pt x="3217451" y="1063527"/>
                  </a:lnTo>
                  <a:lnTo>
                    <a:pt x="3216791" y="1063527"/>
                  </a:lnTo>
                  <a:lnTo>
                    <a:pt x="3216130" y="1063527"/>
                  </a:lnTo>
                  <a:lnTo>
                    <a:pt x="3215470" y="1063527"/>
                  </a:lnTo>
                  <a:lnTo>
                    <a:pt x="3214809" y="1063527"/>
                  </a:lnTo>
                  <a:lnTo>
                    <a:pt x="3214149" y="1063527"/>
                  </a:lnTo>
                  <a:lnTo>
                    <a:pt x="3213488" y="1063527"/>
                  </a:lnTo>
                  <a:lnTo>
                    <a:pt x="3212828" y="1063527"/>
                  </a:lnTo>
                  <a:lnTo>
                    <a:pt x="3212167" y="1063527"/>
                  </a:lnTo>
                  <a:lnTo>
                    <a:pt x="3211507" y="1063527"/>
                  </a:lnTo>
                  <a:lnTo>
                    <a:pt x="3210846" y="1063527"/>
                  </a:lnTo>
                  <a:lnTo>
                    <a:pt x="3210186" y="1063527"/>
                  </a:lnTo>
                  <a:lnTo>
                    <a:pt x="3209525" y="1063527"/>
                  </a:lnTo>
                  <a:lnTo>
                    <a:pt x="3208864" y="1063527"/>
                  </a:lnTo>
                  <a:lnTo>
                    <a:pt x="3208204" y="1063527"/>
                  </a:lnTo>
                  <a:lnTo>
                    <a:pt x="3207543" y="1063527"/>
                  </a:lnTo>
                  <a:lnTo>
                    <a:pt x="3206883" y="1063527"/>
                  </a:lnTo>
                  <a:lnTo>
                    <a:pt x="3206222" y="1063527"/>
                  </a:lnTo>
                  <a:lnTo>
                    <a:pt x="3205562" y="1063527"/>
                  </a:lnTo>
                  <a:lnTo>
                    <a:pt x="3204901" y="1063527"/>
                  </a:lnTo>
                  <a:lnTo>
                    <a:pt x="3204241" y="1063527"/>
                  </a:lnTo>
                  <a:lnTo>
                    <a:pt x="3203580" y="1063527"/>
                  </a:lnTo>
                  <a:lnTo>
                    <a:pt x="3202920" y="1063527"/>
                  </a:lnTo>
                  <a:lnTo>
                    <a:pt x="3202259" y="1063527"/>
                  </a:lnTo>
                  <a:lnTo>
                    <a:pt x="3201599" y="1063527"/>
                  </a:lnTo>
                  <a:lnTo>
                    <a:pt x="3200938" y="1063527"/>
                  </a:lnTo>
                  <a:lnTo>
                    <a:pt x="3200278" y="1063527"/>
                  </a:lnTo>
                  <a:lnTo>
                    <a:pt x="3199617" y="1063527"/>
                  </a:lnTo>
                  <a:lnTo>
                    <a:pt x="3198956" y="1063527"/>
                  </a:lnTo>
                  <a:lnTo>
                    <a:pt x="3198296" y="1063527"/>
                  </a:lnTo>
                  <a:lnTo>
                    <a:pt x="3197635" y="1063527"/>
                  </a:lnTo>
                  <a:lnTo>
                    <a:pt x="3196975" y="1063527"/>
                  </a:lnTo>
                  <a:lnTo>
                    <a:pt x="3196314" y="1063527"/>
                  </a:lnTo>
                  <a:lnTo>
                    <a:pt x="3195654" y="1063527"/>
                  </a:lnTo>
                  <a:lnTo>
                    <a:pt x="3194993" y="1063527"/>
                  </a:lnTo>
                  <a:lnTo>
                    <a:pt x="3194333" y="1063527"/>
                  </a:lnTo>
                  <a:lnTo>
                    <a:pt x="3193672" y="1063527"/>
                  </a:lnTo>
                  <a:lnTo>
                    <a:pt x="3193012" y="1063527"/>
                  </a:lnTo>
                  <a:lnTo>
                    <a:pt x="3192351" y="1063527"/>
                  </a:lnTo>
                  <a:lnTo>
                    <a:pt x="3191691" y="1063527"/>
                  </a:lnTo>
                  <a:lnTo>
                    <a:pt x="3191030" y="1063527"/>
                  </a:lnTo>
                  <a:lnTo>
                    <a:pt x="3190370" y="1063527"/>
                  </a:lnTo>
                  <a:lnTo>
                    <a:pt x="3189709" y="1063527"/>
                  </a:lnTo>
                  <a:lnTo>
                    <a:pt x="3189049" y="1063527"/>
                  </a:lnTo>
                  <a:lnTo>
                    <a:pt x="3188388" y="1063527"/>
                  </a:lnTo>
                  <a:lnTo>
                    <a:pt x="3187727" y="1063527"/>
                  </a:lnTo>
                  <a:lnTo>
                    <a:pt x="3187067" y="1063527"/>
                  </a:lnTo>
                  <a:lnTo>
                    <a:pt x="3186406" y="1063527"/>
                  </a:lnTo>
                  <a:lnTo>
                    <a:pt x="3185746" y="1063527"/>
                  </a:lnTo>
                  <a:lnTo>
                    <a:pt x="3185085" y="1063527"/>
                  </a:lnTo>
                  <a:lnTo>
                    <a:pt x="3184425" y="1063527"/>
                  </a:lnTo>
                  <a:lnTo>
                    <a:pt x="3183764" y="1063527"/>
                  </a:lnTo>
                  <a:lnTo>
                    <a:pt x="3183104" y="1063527"/>
                  </a:lnTo>
                  <a:lnTo>
                    <a:pt x="3182443" y="1063527"/>
                  </a:lnTo>
                  <a:lnTo>
                    <a:pt x="3181783" y="1063527"/>
                  </a:lnTo>
                  <a:lnTo>
                    <a:pt x="3181122" y="1063527"/>
                  </a:lnTo>
                  <a:lnTo>
                    <a:pt x="3180462" y="1063527"/>
                  </a:lnTo>
                  <a:lnTo>
                    <a:pt x="3179801" y="1063527"/>
                  </a:lnTo>
                  <a:lnTo>
                    <a:pt x="3179141" y="1063527"/>
                  </a:lnTo>
                  <a:lnTo>
                    <a:pt x="3178480" y="1063527"/>
                  </a:lnTo>
                  <a:lnTo>
                    <a:pt x="3177819" y="1063527"/>
                  </a:lnTo>
                  <a:lnTo>
                    <a:pt x="3177159" y="1063527"/>
                  </a:lnTo>
                  <a:lnTo>
                    <a:pt x="3176498" y="1063527"/>
                  </a:lnTo>
                  <a:lnTo>
                    <a:pt x="3175838" y="1063527"/>
                  </a:lnTo>
                  <a:lnTo>
                    <a:pt x="3175177" y="1063527"/>
                  </a:lnTo>
                  <a:lnTo>
                    <a:pt x="3174517" y="1063527"/>
                  </a:lnTo>
                  <a:lnTo>
                    <a:pt x="3173856" y="1063527"/>
                  </a:lnTo>
                  <a:lnTo>
                    <a:pt x="3173196" y="1063527"/>
                  </a:lnTo>
                  <a:lnTo>
                    <a:pt x="3172535" y="1063527"/>
                  </a:lnTo>
                  <a:lnTo>
                    <a:pt x="3171875" y="1063527"/>
                  </a:lnTo>
                  <a:lnTo>
                    <a:pt x="3171214" y="1063527"/>
                  </a:lnTo>
                  <a:lnTo>
                    <a:pt x="3170554" y="1063527"/>
                  </a:lnTo>
                  <a:lnTo>
                    <a:pt x="3169893" y="1063527"/>
                  </a:lnTo>
                  <a:lnTo>
                    <a:pt x="3169233" y="1063527"/>
                  </a:lnTo>
                  <a:lnTo>
                    <a:pt x="3168572" y="1063527"/>
                  </a:lnTo>
                  <a:lnTo>
                    <a:pt x="3167911" y="1063527"/>
                  </a:lnTo>
                  <a:lnTo>
                    <a:pt x="3167251" y="1063527"/>
                  </a:lnTo>
                  <a:lnTo>
                    <a:pt x="3166590" y="1063527"/>
                  </a:lnTo>
                  <a:lnTo>
                    <a:pt x="3165930" y="1063527"/>
                  </a:lnTo>
                  <a:lnTo>
                    <a:pt x="3165269" y="1063527"/>
                  </a:lnTo>
                  <a:lnTo>
                    <a:pt x="3164609" y="1063527"/>
                  </a:lnTo>
                  <a:lnTo>
                    <a:pt x="3163948" y="1063527"/>
                  </a:lnTo>
                  <a:lnTo>
                    <a:pt x="3163288" y="1063527"/>
                  </a:lnTo>
                  <a:lnTo>
                    <a:pt x="3162627" y="1063527"/>
                  </a:lnTo>
                  <a:lnTo>
                    <a:pt x="3161967" y="1063527"/>
                  </a:lnTo>
                  <a:lnTo>
                    <a:pt x="3161306" y="1063527"/>
                  </a:lnTo>
                  <a:lnTo>
                    <a:pt x="3160646" y="1063527"/>
                  </a:lnTo>
                  <a:lnTo>
                    <a:pt x="3159985" y="1063527"/>
                  </a:lnTo>
                  <a:lnTo>
                    <a:pt x="3159325" y="1063527"/>
                  </a:lnTo>
                  <a:lnTo>
                    <a:pt x="3158664" y="1063527"/>
                  </a:lnTo>
                  <a:lnTo>
                    <a:pt x="3158004" y="1063527"/>
                  </a:lnTo>
                  <a:lnTo>
                    <a:pt x="3157343" y="1063527"/>
                  </a:lnTo>
                  <a:lnTo>
                    <a:pt x="3156682" y="1063527"/>
                  </a:lnTo>
                  <a:lnTo>
                    <a:pt x="3156022" y="1063527"/>
                  </a:lnTo>
                  <a:lnTo>
                    <a:pt x="3155361" y="1063527"/>
                  </a:lnTo>
                  <a:lnTo>
                    <a:pt x="3154701" y="1063527"/>
                  </a:lnTo>
                  <a:lnTo>
                    <a:pt x="3154040" y="1063527"/>
                  </a:lnTo>
                  <a:lnTo>
                    <a:pt x="3153380" y="1063527"/>
                  </a:lnTo>
                  <a:lnTo>
                    <a:pt x="3152719" y="1063527"/>
                  </a:lnTo>
                  <a:lnTo>
                    <a:pt x="3152059" y="1063527"/>
                  </a:lnTo>
                  <a:lnTo>
                    <a:pt x="3151398" y="1063527"/>
                  </a:lnTo>
                  <a:lnTo>
                    <a:pt x="3150738" y="1063527"/>
                  </a:lnTo>
                  <a:lnTo>
                    <a:pt x="3150077" y="1063527"/>
                  </a:lnTo>
                  <a:lnTo>
                    <a:pt x="3149417" y="1063527"/>
                  </a:lnTo>
                  <a:lnTo>
                    <a:pt x="3148756" y="1063527"/>
                  </a:lnTo>
                  <a:lnTo>
                    <a:pt x="3148096" y="1063527"/>
                  </a:lnTo>
                  <a:lnTo>
                    <a:pt x="3147435" y="1063527"/>
                  </a:lnTo>
                  <a:lnTo>
                    <a:pt x="3146774" y="1063527"/>
                  </a:lnTo>
                  <a:lnTo>
                    <a:pt x="3146114" y="1063527"/>
                  </a:lnTo>
                  <a:lnTo>
                    <a:pt x="3145453" y="1063527"/>
                  </a:lnTo>
                  <a:lnTo>
                    <a:pt x="3144793" y="1063527"/>
                  </a:lnTo>
                  <a:lnTo>
                    <a:pt x="3144132" y="1063527"/>
                  </a:lnTo>
                  <a:lnTo>
                    <a:pt x="3143472" y="1063527"/>
                  </a:lnTo>
                  <a:lnTo>
                    <a:pt x="3142811" y="1063527"/>
                  </a:lnTo>
                  <a:lnTo>
                    <a:pt x="3142151" y="1063527"/>
                  </a:lnTo>
                  <a:lnTo>
                    <a:pt x="3141490" y="1063527"/>
                  </a:lnTo>
                  <a:lnTo>
                    <a:pt x="3140830" y="1063527"/>
                  </a:lnTo>
                  <a:lnTo>
                    <a:pt x="3140169" y="1063527"/>
                  </a:lnTo>
                  <a:lnTo>
                    <a:pt x="3139509" y="1063527"/>
                  </a:lnTo>
                  <a:lnTo>
                    <a:pt x="3138848" y="1063527"/>
                  </a:lnTo>
                  <a:lnTo>
                    <a:pt x="3138188" y="1063527"/>
                  </a:lnTo>
                  <a:lnTo>
                    <a:pt x="3137527" y="1063527"/>
                  </a:lnTo>
                  <a:lnTo>
                    <a:pt x="3136866" y="1063527"/>
                  </a:lnTo>
                  <a:lnTo>
                    <a:pt x="3136206" y="1063527"/>
                  </a:lnTo>
                  <a:lnTo>
                    <a:pt x="3135545" y="1063527"/>
                  </a:lnTo>
                  <a:lnTo>
                    <a:pt x="3134885" y="1063527"/>
                  </a:lnTo>
                  <a:lnTo>
                    <a:pt x="3134224" y="1063527"/>
                  </a:lnTo>
                  <a:lnTo>
                    <a:pt x="3133564" y="1063527"/>
                  </a:lnTo>
                  <a:lnTo>
                    <a:pt x="3132903" y="1063527"/>
                  </a:lnTo>
                  <a:lnTo>
                    <a:pt x="3132243" y="1063527"/>
                  </a:lnTo>
                  <a:lnTo>
                    <a:pt x="3131582" y="1063527"/>
                  </a:lnTo>
                  <a:lnTo>
                    <a:pt x="3130922" y="1063527"/>
                  </a:lnTo>
                  <a:lnTo>
                    <a:pt x="3130261" y="1063527"/>
                  </a:lnTo>
                  <a:lnTo>
                    <a:pt x="3129601" y="1063527"/>
                  </a:lnTo>
                  <a:lnTo>
                    <a:pt x="3128940" y="1063527"/>
                  </a:lnTo>
                  <a:lnTo>
                    <a:pt x="3128280" y="1063527"/>
                  </a:lnTo>
                  <a:lnTo>
                    <a:pt x="3127619" y="1063527"/>
                  </a:lnTo>
                  <a:lnTo>
                    <a:pt x="3126958" y="1063527"/>
                  </a:lnTo>
                  <a:lnTo>
                    <a:pt x="3126298" y="1063527"/>
                  </a:lnTo>
                  <a:lnTo>
                    <a:pt x="3125637" y="1063527"/>
                  </a:lnTo>
                  <a:lnTo>
                    <a:pt x="3124977" y="1063527"/>
                  </a:lnTo>
                  <a:lnTo>
                    <a:pt x="3124316" y="1063527"/>
                  </a:lnTo>
                  <a:lnTo>
                    <a:pt x="3123656" y="1063527"/>
                  </a:lnTo>
                  <a:lnTo>
                    <a:pt x="3122995" y="1063527"/>
                  </a:lnTo>
                  <a:lnTo>
                    <a:pt x="3122335" y="1063527"/>
                  </a:lnTo>
                  <a:lnTo>
                    <a:pt x="3121674" y="1063527"/>
                  </a:lnTo>
                  <a:lnTo>
                    <a:pt x="3121014" y="1063527"/>
                  </a:lnTo>
                  <a:lnTo>
                    <a:pt x="3120353" y="1063527"/>
                  </a:lnTo>
                  <a:lnTo>
                    <a:pt x="3119693" y="1063527"/>
                  </a:lnTo>
                  <a:lnTo>
                    <a:pt x="3119032" y="1063527"/>
                  </a:lnTo>
                  <a:lnTo>
                    <a:pt x="3118372" y="1063527"/>
                  </a:lnTo>
                  <a:lnTo>
                    <a:pt x="3117711" y="1063527"/>
                  </a:lnTo>
                  <a:lnTo>
                    <a:pt x="3117051" y="1063527"/>
                  </a:lnTo>
                  <a:lnTo>
                    <a:pt x="3116390" y="1063527"/>
                  </a:lnTo>
                  <a:lnTo>
                    <a:pt x="3115729" y="1063527"/>
                  </a:lnTo>
                  <a:lnTo>
                    <a:pt x="3115069" y="1063527"/>
                  </a:lnTo>
                  <a:lnTo>
                    <a:pt x="3114408" y="1063527"/>
                  </a:lnTo>
                  <a:lnTo>
                    <a:pt x="3113748" y="1063527"/>
                  </a:lnTo>
                  <a:lnTo>
                    <a:pt x="3113087" y="1063527"/>
                  </a:lnTo>
                  <a:lnTo>
                    <a:pt x="3112427" y="1063527"/>
                  </a:lnTo>
                  <a:lnTo>
                    <a:pt x="3111766" y="1063527"/>
                  </a:lnTo>
                  <a:lnTo>
                    <a:pt x="3111106" y="1063527"/>
                  </a:lnTo>
                  <a:lnTo>
                    <a:pt x="3110445" y="1063527"/>
                  </a:lnTo>
                  <a:lnTo>
                    <a:pt x="3109785" y="1063527"/>
                  </a:lnTo>
                  <a:lnTo>
                    <a:pt x="3109124" y="1063527"/>
                  </a:lnTo>
                  <a:lnTo>
                    <a:pt x="3108464" y="1063527"/>
                  </a:lnTo>
                  <a:lnTo>
                    <a:pt x="3107803" y="1063527"/>
                  </a:lnTo>
                  <a:lnTo>
                    <a:pt x="3107143" y="1063527"/>
                  </a:lnTo>
                  <a:lnTo>
                    <a:pt x="3106482" y="1063527"/>
                  </a:lnTo>
                  <a:lnTo>
                    <a:pt x="3105821" y="1063527"/>
                  </a:lnTo>
                  <a:lnTo>
                    <a:pt x="3105161" y="1063527"/>
                  </a:lnTo>
                  <a:lnTo>
                    <a:pt x="3104500" y="1063527"/>
                  </a:lnTo>
                  <a:lnTo>
                    <a:pt x="3103840" y="1063527"/>
                  </a:lnTo>
                  <a:lnTo>
                    <a:pt x="3103179" y="1063527"/>
                  </a:lnTo>
                  <a:lnTo>
                    <a:pt x="3102519" y="1063527"/>
                  </a:lnTo>
                  <a:lnTo>
                    <a:pt x="3101858" y="1063527"/>
                  </a:lnTo>
                  <a:lnTo>
                    <a:pt x="3101198" y="1063527"/>
                  </a:lnTo>
                  <a:lnTo>
                    <a:pt x="3100537" y="1063527"/>
                  </a:lnTo>
                  <a:lnTo>
                    <a:pt x="3099877" y="1063527"/>
                  </a:lnTo>
                  <a:lnTo>
                    <a:pt x="3099216" y="1063527"/>
                  </a:lnTo>
                  <a:lnTo>
                    <a:pt x="3098556" y="1063527"/>
                  </a:lnTo>
                  <a:lnTo>
                    <a:pt x="3097895" y="1063527"/>
                  </a:lnTo>
                  <a:lnTo>
                    <a:pt x="3097235" y="1063527"/>
                  </a:lnTo>
                  <a:lnTo>
                    <a:pt x="3096574" y="1063527"/>
                  </a:lnTo>
                  <a:lnTo>
                    <a:pt x="3095913" y="1063527"/>
                  </a:lnTo>
                  <a:lnTo>
                    <a:pt x="3095253" y="1063527"/>
                  </a:lnTo>
                  <a:lnTo>
                    <a:pt x="3094592" y="1063527"/>
                  </a:lnTo>
                  <a:lnTo>
                    <a:pt x="3093932" y="1063527"/>
                  </a:lnTo>
                  <a:lnTo>
                    <a:pt x="3093271" y="1063527"/>
                  </a:lnTo>
                  <a:lnTo>
                    <a:pt x="3092611" y="1063527"/>
                  </a:lnTo>
                  <a:lnTo>
                    <a:pt x="3091950" y="1063527"/>
                  </a:lnTo>
                  <a:lnTo>
                    <a:pt x="3091290" y="1063527"/>
                  </a:lnTo>
                  <a:lnTo>
                    <a:pt x="3090629" y="1063527"/>
                  </a:lnTo>
                  <a:lnTo>
                    <a:pt x="3089969" y="1063527"/>
                  </a:lnTo>
                  <a:lnTo>
                    <a:pt x="3089308" y="1063527"/>
                  </a:lnTo>
                  <a:lnTo>
                    <a:pt x="3088648" y="1063527"/>
                  </a:lnTo>
                  <a:lnTo>
                    <a:pt x="3087987" y="1063527"/>
                  </a:lnTo>
                  <a:lnTo>
                    <a:pt x="3087327" y="1063527"/>
                  </a:lnTo>
                  <a:lnTo>
                    <a:pt x="3086666" y="1063527"/>
                  </a:lnTo>
                  <a:lnTo>
                    <a:pt x="3086006" y="1063527"/>
                  </a:lnTo>
                  <a:lnTo>
                    <a:pt x="3085345" y="1063527"/>
                  </a:lnTo>
                  <a:lnTo>
                    <a:pt x="3084684" y="1063527"/>
                  </a:lnTo>
                  <a:lnTo>
                    <a:pt x="3084024" y="1063527"/>
                  </a:lnTo>
                  <a:lnTo>
                    <a:pt x="3083363" y="1063527"/>
                  </a:lnTo>
                  <a:lnTo>
                    <a:pt x="3082703" y="1063527"/>
                  </a:lnTo>
                  <a:lnTo>
                    <a:pt x="3082042" y="1063527"/>
                  </a:lnTo>
                  <a:lnTo>
                    <a:pt x="3081382" y="1063527"/>
                  </a:lnTo>
                  <a:lnTo>
                    <a:pt x="3080721" y="1063527"/>
                  </a:lnTo>
                  <a:lnTo>
                    <a:pt x="3080061" y="1063527"/>
                  </a:lnTo>
                  <a:lnTo>
                    <a:pt x="3079400" y="1063527"/>
                  </a:lnTo>
                  <a:lnTo>
                    <a:pt x="3078740" y="1063527"/>
                  </a:lnTo>
                  <a:lnTo>
                    <a:pt x="3078079" y="1063527"/>
                  </a:lnTo>
                  <a:lnTo>
                    <a:pt x="3077419" y="1063527"/>
                  </a:lnTo>
                  <a:lnTo>
                    <a:pt x="3076758" y="1063527"/>
                  </a:lnTo>
                  <a:lnTo>
                    <a:pt x="3076098" y="1063527"/>
                  </a:lnTo>
                  <a:lnTo>
                    <a:pt x="3075437" y="1063527"/>
                  </a:lnTo>
                  <a:lnTo>
                    <a:pt x="3074776" y="1063527"/>
                  </a:lnTo>
                  <a:lnTo>
                    <a:pt x="3074116" y="1063527"/>
                  </a:lnTo>
                  <a:lnTo>
                    <a:pt x="3073455" y="1063527"/>
                  </a:lnTo>
                  <a:lnTo>
                    <a:pt x="3072795" y="1063527"/>
                  </a:lnTo>
                  <a:lnTo>
                    <a:pt x="3072134" y="1063527"/>
                  </a:lnTo>
                  <a:lnTo>
                    <a:pt x="3071474" y="1063527"/>
                  </a:lnTo>
                  <a:lnTo>
                    <a:pt x="3070813" y="1063527"/>
                  </a:lnTo>
                  <a:lnTo>
                    <a:pt x="3070153" y="1063527"/>
                  </a:lnTo>
                  <a:lnTo>
                    <a:pt x="3069492" y="1063527"/>
                  </a:lnTo>
                  <a:lnTo>
                    <a:pt x="3068832" y="1063527"/>
                  </a:lnTo>
                  <a:lnTo>
                    <a:pt x="3068171" y="1063527"/>
                  </a:lnTo>
                  <a:lnTo>
                    <a:pt x="3067511" y="1063527"/>
                  </a:lnTo>
                  <a:lnTo>
                    <a:pt x="3066850" y="1063527"/>
                  </a:lnTo>
                  <a:lnTo>
                    <a:pt x="3066190" y="1063527"/>
                  </a:lnTo>
                  <a:lnTo>
                    <a:pt x="3065529" y="1063527"/>
                  </a:lnTo>
                  <a:lnTo>
                    <a:pt x="3064868" y="1063527"/>
                  </a:lnTo>
                  <a:lnTo>
                    <a:pt x="3064208" y="1063527"/>
                  </a:lnTo>
                  <a:lnTo>
                    <a:pt x="3063547" y="1063527"/>
                  </a:lnTo>
                  <a:lnTo>
                    <a:pt x="3062887" y="1063527"/>
                  </a:lnTo>
                  <a:lnTo>
                    <a:pt x="3062226" y="1063527"/>
                  </a:lnTo>
                  <a:lnTo>
                    <a:pt x="3061566" y="1063527"/>
                  </a:lnTo>
                  <a:lnTo>
                    <a:pt x="3060905" y="1063527"/>
                  </a:lnTo>
                  <a:lnTo>
                    <a:pt x="3060245" y="1063527"/>
                  </a:lnTo>
                  <a:lnTo>
                    <a:pt x="3059584" y="1063527"/>
                  </a:lnTo>
                  <a:lnTo>
                    <a:pt x="3058924" y="1063527"/>
                  </a:lnTo>
                  <a:lnTo>
                    <a:pt x="3058263" y="1063527"/>
                  </a:lnTo>
                  <a:lnTo>
                    <a:pt x="3057603" y="1063527"/>
                  </a:lnTo>
                  <a:lnTo>
                    <a:pt x="3056942" y="1063527"/>
                  </a:lnTo>
                  <a:lnTo>
                    <a:pt x="3056282" y="1063527"/>
                  </a:lnTo>
                  <a:lnTo>
                    <a:pt x="3055621" y="1063527"/>
                  </a:lnTo>
                  <a:lnTo>
                    <a:pt x="3054960" y="1063527"/>
                  </a:lnTo>
                  <a:lnTo>
                    <a:pt x="3054300" y="1063527"/>
                  </a:lnTo>
                  <a:lnTo>
                    <a:pt x="3053639" y="1063527"/>
                  </a:lnTo>
                  <a:lnTo>
                    <a:pt x="3052979" y="1063527"/>
                  </a:lnTo>
                  <a:lnTo>
                    <a:pt x="3052318" y="1063527"/>
                  </a:lnTo>
                  <a:lnTo>
                    <a:pt x="3051658" y="1063527"/>
                  </a:lnTo>
                  <a:lnTo>
                    <a:pt x="3050997" y="1063527"/>
                  </a:lnTo>
                  <a:lnTo>
                    <a:pt x="3050337" y="1063527"/>
                  </a:lnTo>
                  <a:lnTo>
                    <a:pt x="3049676" y="1063527"/>
                  </a:lnTo>
                  <a:lnTo>
                    <a:pt x="3049016" y="1063527"/>
                  </a:lnTo>
                  <a:lnTo>
                    <a:pt x="3048355" y="1063527"/>
                  </a:lnTo>
                  <a:lnTo>
                    <a:pt x="3047695" y="1063527"/>
                  </a:lnTo>
                  <a:lnTo>
                    <a:pt x="3047034" y="1063527"/>
                  </a:lnTo>
                  <a:lnTo>
                    <a:pt x="3046374" y="1063527"/>
                  </a:lnTo>
                  <a:lnTo>
                    <a:pt x="3045713" y="1063527"/>
                  </a:lnTo>
                  <a:lnTo>
                    <a:pt x="3045053" y="1063527"/>
                  </a:lnTo>
                  <a:lnTo>
                    <a:pt x="3044392" y="1063527"/>
                  </a:lnTo>
                  <a:lnTo>
                    <a:pt x="3043731" y="1063527"/>
                  </a:lnTo>
                  <a:lnTo>
                    <a:pt x="3043071" y="1063527"/>
                  </a:lnTo>
                  <a:lnTo>
                    <a:pt x="3042410" y="1063527"/>
                  </a:lnTo>
                  <a:lnTo>
                    <a:pt x="3041750" y="1063527"/>
                  </a:lnTo>
                  <a:lnTo>
                    <a:pt x="3041089" y="1063527"/>
                  </a:lnTo>
                  <a:lnTo>
                    <a:pt x="3040429" y="1063527"/>
                  </a:lnTo>
                  <a:lnTo>
                    <a:pt x="3039768" y="1063527"/>
                  </a:lnTo>
                  <a:lnTo>
                    <a:pt x="3039108" y="1063527"/>
                  </a:lnTo>
                  <a:lnTo>
                    <a:pt x="3038447" y="1063527"/>
                  </a:lnTo>
                  <a:lnTo>
                    <a:pt x="3037787" y="1063527"/>
                  </a:lnTo>
                  <a:lnTo>
                    <a:pt x="3037126" y="1063527"/>
                  </a:lnTo>
                  <a:lnTo>
                    <a:pt x="3036466" y="1063527"/>
                  </a:lnTo>
                  <a:lnTo>
                    <a:pt x="3035805" y="1063527"/>
                  </a:lnTo>
                  <a:lnTo>
                    <a:pt x="3035145" y="1063527"/>
                  </a:lnTo>
                  <a:lnTo>
                    <a:pt x="3034484" y="1063527"/>
                  </a:lnTo>
                  <a:lnTo>
                    <a:pt x="3033823" y="1063527"/>
                  </a:lnTo>
                  <a:lnTo>
                    <a:pt x="3033163" y="1063527"/>
                  </a:lnTo>
                  <a:lnTo>
                    <a:pt x="3032502" y="1063527"/>
                  </a:lnTo>
                  <a:lnTo>
                    <a:pt x="3031842" y="1063527"/>
                  </a:lnTo>
                  <a:lnTo>
                    <a:pt x="3031181" y="1063527"/>
                  </a:lnTo>
                  <a:lnTo>
                    <a:pt x="3030521" y="1063527"/>
                  </a:lnTo>
                  <a:lnTo>
                    <a:pt x="3029860" y="1063527"/>
                  </a:lnTo>
                  <a:lnTo>
                    <a:pt x="3029200" y="1063527"/>
                  </a:lnTo>
                  <a:lnTo>
                    <a:pt x="3028539" y="1063527"/>
                  </a:lnTo>
                  <a:lnTo>
                    <a:pt x="3027879" y="1063527"/>
                  </a:lnTo>
                  <a:lnTo>
                    <a:pt x="3027218" y="1063527"/>
                  </a:lnTo>
                  <a:lnTo>
                    <a:pt x="3026558" y="1063527"/>
                  </a:lnTo>
                  <a:lnTo>
                    <a:pt x="3025897" y="1063527"/>
                  </a:lnTo>
                  <a:lnTo>
                    <a:pt x="3025237" y="1063527"/>
                  </a:lnTo>
                  <a:lnTo>
                    <a:pt x="3024576" y="1063527"/>
                  </a:lnTo>
                  <a:lnTo>
                    <a:pt x="3023915" y="1063527"/>
                  </a:lnTo>
                  <a:lnTo>
                    <a:pt x="3023255" y="1063527"/>
                  </a:lnTo>
                  <a:lnTo>
                    <a:pt x="3022594" y="1063527"/>
                  </a:lnTo>
                  <a:lnTo>
                    <a:pt x="3021934" y="1063527"/>
                  </a:lnTo>
                  <a:lnTo>
                    <a:pt x="3021273" y="1063527"/>
                  </a:lnTo>
                  <a:lnTo>
                    <a:pt x="3020613" y="1063527"/>
                  </a:lnTo>
                  <a:lnTo>
                    <a:pt x="3019952" y="1063527"/>
                  </a:lnTo>
                  <a:lnTo>
                    <a:pt x="3019292" y="1063527"/>
                  </a:lnTo>
                  <a:lnTo>
                    <a:pt x="3018631" y="1063527"/>
                  </a:lnTo>
                  <a:lnTo>
                    <a:pt x="3017971" y="1063527"/>
                  </a:lnTo>
                  <a:lnTo>
                    <a:pt x="3017310" y="1063527"/>
                  </a:lnTo>
                  <a:lnTo>
                    <a:pt x="3016650" y="1063527"/>
                  </a:lnTo>
                  <a:lnTo>
                    <a:pt x="3015989" y="1063527"/>
                  </a:lnTo>
                  <a:lnTo>
                    <a:pt x="3015329" y="1063527"/>
                  </a:lnTo>
                  <a:lnTo>
                    <a:pt x="3014668" y="1063527"/>
                  </a:lnTo>
                  <a:lnTo>
                    <a:pt x="3014008" y="1063527"/>
                  </a:lnTo>
                  <a:lnTo>
                    <a:pt x="3013347" y="1063527"/>
                  </a:lnTo>
                  <a:lnTo>
                    <a:pt x="3012686" y="1063527"/>
                  </a:lnTo>
                  <a:lnTo>
                    <a:pt x="3012026" y="1063527"/>
                  </a:lnTo>
                  <a:lnTo>
                    <a:pt x="3011365" y="1063527"/>
                  </a:lnTo>
                  <a:lnTo>
                    <a:pt x="3010705" y="1063527"/>
                  </a:lnTo>
                  <a:lnTo>
                    <a:pt x="3010044" y="1063527"/>
                  </a:lnTo>
                  <a:lnTo>
                    <a:pt x="3009384" y="1063527"/>
                  </a:lnTo>
                  <a:lnTo>
                    <a:pt x="3008723" y="1063527"/>
                  </a:lnTo>
                  <a:lnTo>
                    <a:pt x="3008063" y="1063527"/>
                  </a:lnTo>
                  <a:lnTo>
                    <a:pt x="3007402" y="1063527"/>
                  </a:lnTo>
                  <a:lnTo>
                    <a:pt x="3006742" y="1063527"/>
                  </a:lnTo>
                  <a:lnTo>
                    <a:pt x="3006081" y="1063527"/>
                  </a:lnTo>
                  <a:lnTo>
                    <a:pt x="3005421" y="1063527"/>
                  </a:lnTo>
                  <a:lnTo>
                    <a:pt x="3004760" y="1063527"/>
                  </a:lnTo>
                  <a:lnTo>
                    <a:pt x="3004100" y="1063527"/>
                  </a:lnTo>
                  <a:lnTo>
                    <a:pt x="3003439" y="1063527"/>
                  </a:lnTo>
                  <a:lnTo>
                    <a:pt x="3002778" y="1063527"/>
                  </a:lnTo>
                  <a:lnTo>
                    <a:pt x="3002118" y="1063527"/>
                  </a:lnTo>
                  <a:lnTo>
                    <a:pt x="3001457" y="1063527"/>
                  </a:lnTo>
                  <a:lnTo>
                    <a:pt x="3000797" y="1063527"/>
                  </a:lnTo>
                  <a:lnTo>
                    <a:pt x="3000136" y="1063527"/>
                  </a:lnTo>
                  <a:lnTo>
                    <a:pt x="2999476" y="1063527"/>
                  </a:lnTo>
                  <a:lnTo>
                    <a:pt x="2998815" y="1063527"/>
                  </a:lnTo>
                  <a:lnTo>
                    <a:pt x="2998155" y="1063527"/>
                  </a:lnTo>
                  <a:lnTo>
                    <a:pt x="2997494" y="1063527"/>
                  </a:lnTo>
                  <a:lnTo>
                    <a:pt x="2996834" y="1063527"/>
                  </a:lnTo>
                  <a:lnTo>
                    <a:pt x="2996173" y="1063527"/>
                  </a:lnTo>
                  <a:lnTo>
                    <a:pt x="2995513" y="1063527"/>
                  </a:lnTo>
                  <a:lnTo>
                    <a:pt x="2994852" y="1063527"/>
                  </a:lnTo>
                  <a:lnTo>
                    <a:pt x="2994192" y="1063527"/>
                  </a:lnTo>
                  <a:lnTo>
                    <a:pt x="2993531" y="1063527"/>
                  </a:lnTo>
                  <a:lnTo>
                    <a:pt x="2992870" y="1063527"/>
                  </a:lnTo>
                  <a:lnTo>
                    <a:pt x="2992210" y="1063527"/>
                  </a:lnTo>
                  <a:lnTo>
                    <a:pt x="2991549" y="1063527"/>
                  </a:lnTo>
                  <a:lnTo>
                    <a:pt x="2990889" y="1063527"/>
                  </a:lnTo>
                  <a:lnTo>
                    <a:pt x="2990228" y="1063527"/>
                  </a:lnTo>
                  <a:lnTo>
                    <a:pt x="2989568" y="1063527"/>
                  </a:lnTo>
                  <a:lnTo>
                    <a:pt x="2988907" y="1063527"/>
                  </a:lnTo>
                  <a:lnTo>
                    <a:pt x="2988247" y="1063527"/>
                  </a:lnTo>
                  <a:lnTo>
                    <a:pt x="2987586" y="1063527"/>
                  </a:lnTo>
                  <a:lnTo>
                    <a:pt x="2986926" y="1063527"/>
                  </a:lnTo>
                  <a:lnTo>
                    <a:pt x="2986265" y="1063527"/>
                  </a:lnTo>
                  <a:lnTo>
                    <a:pt x="2985605" y="1063527"/>
                  </a:lnTo>
                  <a:lnTo>
                    <a:pt x="2984944" y="1063527"/>
                  </a:lnTo>
                  <a:lnTo>
                    <a:pt x="2984284" y="1063527"/>
                  </a:lnTo>
                  <a:lnTo>
                    <a:pt x="2983623" y="1063527"/>
                  </a:lnTo>
                  <a:lnTo>
                    <a:pt x="2982962" y="1063527"/>
                  </a:lnTo>
                  <a:lnTo>
                    <a:pt x="2982302" y="1063527"/>
                  </a:lnTo>
                  <a:lnTo>
                    <a:pt x="2981641" y="1063527"/>
                  </a:lnTo>
                  <a:lnTo>
                    <a:pt x="2980981" y="1063527"/>
                  </a:lnTo>
                  <a:lnTo>
                    <a:pt x="2980320" y="1063527"/>
                  </a:lnTo>
                  <a:lnTo>
                    <a:pt x="2979660" y="1063527"/>
                  </a:lnTo>
                  <a:lnTo>
                    <a:pt x="2978999" y="1063527"/>
                  </a:lnTo>
                  <a:lnTo>
                    <a:pt x="2978339" y="1063527"/>
                  </a:lnTo>
                  <a:lnTo>
                    <a:pt x="2977678" y="1063527"/>
                  </a:lnTo>
                  <a:lnTo>
                    <a:pt x="2977018" y="1063527"/>
                  </a:lnTo>
                  <a:lnTo>
                    <a:pt x="2976357" y="1063527"/>
                  </a:lnTo>
                  <a:lnTo>
                    <a:pt x="2975697" y="1063527"/>
                  </a:lnTo>
                  <a:lnTo>
                    <a:pt x="2975036" y="1063527"/>
                  </a:lnTo>
                  <a:lnTo>
                    <a:pt x="2974376" y="1063527"/>
                  </a:lnTo>
                  <a:lnTo>
                    <a:pt x="2973715" y="1063527"/>
                  </a:lnTo>
                  <a:lnTo>
                    <a:pt x="2973055" y="1063527"/>
                  </a:lnTo>
                  <a:lnTo>
                    <a:pt x="2972394" y="1063527"/>
                  </a:lnTo>
                  <a:lnTo>
                    <a:pt x="2971733" y="1063527"/>
                  </a:lnTo>
                  <a:lnTo>
                    <a:pt x="2971073" y="1063527"/>
                  </a:lnTo>
                  <a:lnTo>
                    <a:pt x="2970412" y="1063527"/>
                  </a:lnTo>
                  <a:lnTo>
                    <a:pt x="2969752" y="1063527"/>
                  </a:lnTo>
                  <a:lnTo>
                    <a:pt x="2969091" y="1063527"/>
                  </a:lnTo>
                  <a:lnTo>
                    <a:pt x="2968431" y="1063527"/>
                  </a:lnTo>
                  <a:lnTo>
                    <a:pt x="2967770" y="1063527"/>
                  </a:lnTo>
                  <a:lnTo>
                    <a:pt x="2967110" y="1063527"/>
                  </a:lnTo>
                  <a:lnTo>
                    <a:pt x="2966449" y="1063527"/>
                  </a:lnTo>
                  <a:lnTo>
                    <a:pt x="2965789" y="1063527"/>
                  </a:lnTo>
                  <a:lnTo>
                    <a:pt x="2965128" y="1063527"/>
                  </a:lnTo>
                  <a:lnTo>
                    <a:pt x="2964468" y="1063527"/>
                  </a:lnTo>
                  <a:lnTo>
                    <a:pt x="2963807" y="1063527"/>
                  </a:lnTo>
                  <a:lnTo>
                    <a:pt x="2963147" y="1063527"/>
                  </a:lnTo>
                  <a:lnTo>
                    <a:pt x="2962486" y="1063527"/>
                  </a:lnTo>
                  <a:lnTo>
                    <a:pt x="2961825" y="1063527"/>
                  </a:lnTo>
                  <a:lnTo>
                    <a:pt x="2961165" y="1063527"/>
                  </a:lnTo>
                  <a:lnTo>
                    <a:pt x="2960504" y="1063527"/>
                  </a:lnTo>
                  <a:lnTo>
                    <a:pt x="2959844" y="1063527"/>
                  </a:lnTo>
                  <a:lnTo>
                    <a:pt x="2959183" y="1063527"/>
                  </a:lnTo>
                  <a:lnTo>
                    <a:pt x="2958523" y="1063527"/>
                  </a:lnTo>
                  <a:lnTo>
                    <a:pt x="2957862" y="1063527"/>
                  </a:lnTo>
                  <a:lnTo>
                    <a:pt x="2957202" y="1063527"/>
                  </a:lnTo>
                  <a:lnTo>
                    <a:pt x="2956541" y="1063527"/>
                  </a:lnTo>
                  <a:lnTo>
                    <a:pt x="2955881" y="1063527"/>
                  </a:lnTo>
                  <a:lnTo>
                    <a:pt x="2955220" y="1063527"/>
                  </a:lnTo>
                  <a:lnTo>
                    <a:pt x="2954560" y="1063527"/>
                  </a:lnTo>
                  <a:lnTo>
                    <a:pt x="2953899" y="1063527"/>
                  </a:lnTo>
                  <a:lnTo>
                    <a:pt x="2953239" y="1063527"/>
                  </a:lnTo>
                  <a:lnTo>
                    <a:pt x="2952578" y="1063527"/>
                  </a:lnTo>
                  <a:lnTo>
                    <a:pt x="2951917" y="1063527"/>
                  </a:lnTo>
                  <a:lnTo>
                    <a:pt x="2951257" y="1063527"/>
                  </a:lnTo>
                  <a:lnTo>
                    <a:pt x="2950596" y="1063527"/>
                  </a:lnTo>
                  <a:lnTo>
                    <a:pt x="2949936" y="1063527"/>
                  </a:lnTo>
                  <a:lnTo>
                    <a:pt x="2949275" y="1063527"/>
                  </a:lnTo>
                  <a:lnTo>
                    <a:pt x="2948615" y="1063527"/>
                  </a:lnTo>
                  <a:lnTo>
                    <a:pt x="2947954" y="1063527"/>
                  </a:lnTo>
                  <a:lnTo>
                    <a:pt x="2947294" y="1063527"/>
                  </a:lnTo>
                  <a:lnTo>
                    <a:pt x="2946633" y="1063527"/>
                  </a:lnTo>
                  <a:lnTo>
                    <a:pt x="2945973" y="1063527"/>
                  </a:lnTo>
                  <a:lnTo>
                    <a:pt x="2945312" y="1063527"/>
                  </a:lnTo>
                  <a:lnTo>
                    <a:pt x="2944652" y="1063527"/>
                  </a:lnTo>
                  <a:lnTo>
                    <a:pt x="2943991" y="1063527"/>
                  </a:lnTo>
                  <a:lnTo>
                    <a:pt x="2943331" y="1063527"/>
                  </a:lnTo>
                  <a:lnTo>
                    <a:pt x="2942670" y="1063527"/>
                  </a:lnTo>
                  <a:lnTo>
                    <a:pt x="2942010" y="1063527"/>
                  </a:lnTo>
                  <a:lnTo>
                    <a:pt x="2941349" y="1063527"/>
                  </a:lnTo>
                  <a:lnTo>
                    <a:pt x="2940688" y="1063527"/>
                  </a:lnTo>
                  <a:lnTo>
                    <a:pt x="2940028" y="1063527"/>
                  </a:lnTo>
                  <a:lnTo>
                    <a:pt x="2939367" y="1063527"/>
                  </a:lnTo>
                  <a:lnTo>
                    <a:pt x="2938707" y="1063527"/>
                  </a:lnTo>
                  <a:lnTo>
                    <a:pt x="2938046" y="1063527"/>
                  </a:lnTo>
                  <a:lnTo>
                    <a:pt x="2937386" y="1063527"/>
                  </a:lnTo>
                  <a:lnTo>
                    <a:pt x="2936725" y="1063527"/>
                  </a:lnTo>
                  <a:lnTo>
                    <a:pt x="2936065" y="1063527"/>
                  </a:lnTo>
                  <a:lnTo>
                    <a:pt x="2935404" y="1063527"/>
                  </a:lnTo>
                  <a:lnTo>
                    <a:pt x="2934744" y="1063527"/>
                  </a:lnTo>
                  <a:lnTo>
                    <a:pt x="2934083" y="1063527"/>
                  </a:lnTo>
                  <a:lnTo>
                    <a:pt x="2933423" y="1063527"/>
                  </a:lnTo>
                  <a:lnTo>
                    <a:pt x="2932762" y="1063527"/>
                  </a:lnTo>
                  <a:lnTo>
                    <a:pt x="2932102" y="1063527"/>
                  </a:lnTo>
                  <a:lnTo>
                    <a:pt x="2931441" y="1063527"/>
                  </a:lnTo>
                  <a:lnTo>
                    <a:pt x="2930780" y="1063527"/>
                  </a:lnTo>
                  <a:lnTo>
                    <a:pt x="2930120" y="1063527"/>
                  </a:lnTo>
                  <a:lnTo>
                    <a:pt x="2929459" y="1063527"/>
                  </a:lnTo>
                  <a:lnTo>
                    <a:pt x="2928799" y="1063527"/>
                  </a:lnTo>
                  <a:lnTo>
                    <a:pt x="2928138" y="1063527"/>
                  </a:lnTo>
                  <a:lnTo>
                    <a:pt x="2927478" y="1063527"/>
                  </a:lnTo>
                  <a:lnTo>
                    <a:pt x="2926817" y="1063527"/>
                  </a:lnTo>
                  <a:lnTo>
                    <a:pt x="2926157" y="1063527"/>
                  </a:lnTo>
                  <a:lnTo>
                    <a:pt x="2925496" y="1063527"/>
                  </a:lnTo>
                  <a:lnTo>
                    <a:pt x="2924836" y="1063527"/>
                  </a:lnTo>
                  <a:lnTo>
                    <a:pt x="2924175" y="1063527"/>
                  </a:lnTo>
                  <a:lnTo>
                    <a:pt x="2923515" y="1063527"/>
                  </a:lnTo>
                  <a:lnTo>
                    <a:pt x="2922854" y="1063527"/>
                  </a:lnTo>
                  <a:lnTo>
                    <a:pt x="2922194" y="1063527"/>
                  </a:lnTo>
                  <a:lnTo>
                    <a:pt x="2921533" y="1063527"/>
                  </a:lnTo>
                  <a:lnTo>
                    <a:pt x="2920872" y="1063527"/>
                  </a:lnTo>
                  <a:lnTo>
                    <a:pt x="2920212" y="1063527"/>
                  </a:lnTo>
                  <a:lnTo>
                    <a:pt x="2919551" y="1063527"/>
                  </a:lnTo>
                  <a:lnTo>
                    <a:pt x="2918891" y="1063527"/>
                  </a:lnTo>
                  <a:lnTo>
                    <a:pt x="2918230" y="1063527"/>
                  </a:lnTo>
                  <a:lnTo>
                    <a:pt x="2917570" y="1063527"/>
                  </a:lnTo>
                  <a:lnTo>
                    <a:pt x="2916909" y="1063527"/>
                  </a:lnTo>
                  <a:lnTo>
                    <a:pt x="2916249" y="1063527"/>
                  </a:lnTo>
                  <a:lnTo>
                    <a:pt x="2915588" y="1063527"/>
                  </a:lnTo>
                  <a:lnTo>
                    <a:pt x="2914928" y="1063527"/>
                  </a:lnTo>
                  <a:lnTo>
                    <a:pt x="2914267" y="1063527"/>
                  </a:lnTo>
                  <a:lnTo>
                    <a:pt x="2913607" y="1063527"/>
                  </a:lnTo>
                  <a:lnTo>
                    <a:pt x="2912946" y="1063527"/>
                  </a:lnTo>
                  <a:lnTo>
                    <a:pt x="2912286" y="1063527"/>
                  </a:lnTo>
                  <a:lnTo>
                    <a:pt x="2911625" y="1063527"/>
                  </a:lnTo>
                  <a:lnTo>
                    <a:pt x="2910964" y="1063527"/>
                  </a:lnTo>
                  <a:lnTo>
                    <a:pt x="2910304" y="1063527"/>
                  </a:lnTo>
                  <a:lnTo>
                    <a:pt x="2909643" y="1063527"/>
                  </a:lnTo>
                  <a:lnTo>
                    <a:pt x="2908983" y="1063527"/>
                  </a:lnTo>
                  <a:lnTo>
                    <a:pt x="2908322" y="1063527"/>
                  </a:lnTo>
                  <a:lnTo>
                    <a:pt x="2907662" y="1063527"/>
                  </a:lnTo>
                  <a:lnTo>
                    <a:pt x="2907001" y="1063527"/>
                  </a:lnTo>
                  <a:lnTo>
                    <a:pt x="2906341" y="1063527"/>
                  </a:lnTo>
                  <a:lnTo>
                    <a:pt x="2905680" y="1063527"/>
                  </a:lnTo>
                  <a:lnTo>
                    <a:pt x="2905020" y="1063527"/>
                  </a:lnTo>
                  <a:lnTo>
                    <a:pt x="2904359" y="1063527"/>
                  </a:lnTo>
                  <a:lnTo>
                    <a:pt x="2903699" y="1063527"/>
                  </a:lnTo>
                  <a:lnTo>
                    <a:pt x="2903038" y="1063527"/>
                  </a:lnTo>
                  <a:lnTo>
                    <a:pt x="2902378" y="1063527"/>
                  </a:lnTo>
                  <a:lnTo>
                    <a:pt x="2901717" y="1063527"/>
                  </a:lnTo>
                  <a:lnTo>
                    <a:pt x="2901057" y="1063527"/>
                  </a:lnTo>
                  <a:lnTo>
                    <a:pt x="2900396" y="1063527"/>
                  </a:lnTo>
                  <a:lnTo>
                    <a:pt x="2899735" y="1063527"/>
                  </a:lnTo>
                  <a:lnTo>
                    <a:pt x="2899075" y="1063527"/>
                  </a:lnTo>
                  <a:lnTo>
                    <a:pt x="2898414" y="1063527"/>
                  </a:lnTo>
                  <a:lnTo>
                    <a:pt x="2897754" y="1063527"/>
                  </a:lnTo>
                  <a:lnTo>
                    <a:pt x="2897093" y="1063527"/>
                  </a:lnTo>
                  <a:lnTo>
                    <a:pt x="2896433" y="1063527"/>
                  </a:lnTo>
                  <a:lnTo>
                    <a:pt x="2895772" y="1063527"/>
                  </a:lnTo>
                  <a:lnTo>
                    <a:pt x="2895112" y="1063527"/>
                  </a:lnTo>
                  <a:lnTo>
                    <a:pt x="2894451" y="1063527"/>
                  </a:lnTo>
                  <a:lnTo>
                    <a:pt x="2893791" y="1063527"/>
                  </a:lnTo>
                  <a:lnTo>
                    <a:pt x="2893130" y="1063527"/>
                  </a:lnTo>
                  <a:lnTo>
                    <a:pt x="2892470" y="1063527"/>
                  </a:lnTo>
                  <a:lnTo>
                    <a:pt x="2891809" y="1063527"/>
                  </a:lnTo>
                  <a:lnTo>
                    <a:pt x="2891149" y="1063527"/>
                  </a:lnTo>
                  <a:lnTo>
                    <a:pt x="2890488" y="1063527"/>
                  </a:lnTo>
                  <a:lnTo>
                    <a:pt x="2889827" y="1063527"/>
                  </a:lnTo>
                  <a:lnTo>
                    <a:pt x="2889167" y="1063527"/>
                  </a:lnTo>
                  <a:lnTo>
                    <a:pt x="2888506" y="1063527"/>
                  </a:lnTo>
                  <a:lnTo>
                    <a:pt x="2887846" y="1063527"/>
                  </a:lnTo>
                  <a:lnTo>
                    <a:pt x="2887185" y="1063527"/>
                  </a:lnTo>
                  <a:lnTo>
                    <a:pt x="2886525" y="1063527"/>
                  </a:lnTo>
                  <a:lnTo>
                    <a:pt x="2885864" y="1063527"/>
                  </a:lnTo>
                  <a:lnTo>
                    <a:pt x="2885204" y="1063527"/>
                  </a:lnTo>
                  <a:lnTo>
                    <a:pt x="2884543" y="1063527"/>
                  </a:lnTo>
                  <a:lnTo>
                    <a:pt x="2883883" y="1063527"/>
                  </a:lnTo>
                  <a:lnTo>
                    <a:pt x="2883222" y="1063527"/>
                  </a:lnTo>
                  <a:lnTo>
                    <a:pt x="2882562" y="1063527"/>
                  </a:lnTo>
                  <a:lnTo>
                    <a:pt x="2881901" y="1063527"/>
                  </a:lnTo>
                  <a:lnTo>
                    <a:pt x="2881241" y="1063527"/>
                  </a:lnTo>
                  <a:lnTo>
                    <a:pt x="2880580" y="1063527"/>
                  </a:lnTo>
                  <a:lnTo>
                    <a:pt x="2879919" y="1063527"/>
                  </a:lnTo>
                  <a:lnTo>
                    <a:pt x="2879259" y="1063527"/>
                  </a:lnTo>
                  <a:lnTo>
                    <a:pt x="2878598" y="1063527"/>
                  </a:lnTo>
                  <a:lnTo>
                    <a:pt x="2877938" y="1063527"/>
                  </a:lnTo>
                  <a:lnTo>
                    <a:pt x="2877277" y="1063527"/>
                  </a:lnTo>
                  <a:lnTo>
                    <a:pt x="2876617" y="1063527"/>
                  </a:lnTo>
                  <a:lnTo>
                    <a:pt x="2875956" y="1063527"/>
                  </a:lnTo>
                  <a:lnTo>
                    <a:pt x="2875296" y="1063527"/>
                  </a:lnTo>
                  <a:lnTo>
                    <a:pt x="2874635" y="1063527"/>
                  </a:lnTo>
                  <a:lnTo>
                    <a:pt x="2873975" y="1063527"/>
                  </a:lnTo>
                  <a:lnTo>
                    <a:pt x="2873314" y="1063527"/>
                  </a:lnTo>
                  <a:lnTo>
                    <a:pt x="2872654" y="1063527"/>
                  </a:lnTo>
                  <a:lnTo>
                    <a:pt x="2871993" y="1063527"/>
                  </a:lnTo>
                  <a:lnTo>
                    <a:pt x="2871333" y="1063527"/>
                  </a:lnTo>
                  <a:lnTo>
                    <a:pt x="2870672" y="1063527"/>
                  </a:lnTo>
                  <a:lnTo>
                    <a:pt x="2870012" y="1063527"/>
                  </a:lnTo>
                  <a:lnTo>
                    <a:pt x="2869351" y="1063527"/>
                  </a:lnTo>
                  <a:lnTo>
                    <a:pt x="2868690" y="1063527"/>
                  </a:lnTo>
                  <a:lnTo>
                    <a:pt x="2868030" y="1063527"/>
                  </a:lnTo>
                  <a:lnTo>
                    <a:pt x="2867369" y="1063527"/>
                  </a:lnTo>
                  <a:lnTo>
                    <a:pt x="2866709" y="1063527"/>
                  </a:lnTo>
                  <a:lnTo>
                    <a:pt x="2866048" y="1063527"/>
                  </a:lnTo>
                  <a:lnTo>
                    <a:pt x="2865388" y="1063527"/>
                  </a:lnTo>
                  <a:lnTo>
                    <a:pt x="2864727" y="1063527"/>
                  </a:lnTo>
                  <a:lnTo>
                    <a:pt x="2864067" y="1063527"/>
                  </a:lnTo>
                  <a:lnTo>
                    <a:pt x="2863406" y="1063527"/>
                  </a:lnTo>
                  <a:lnTo>
                    <a:pt x="2862746" y="1063527"/>
                  </a:lnTo>
                  <a:lnTo>
                    <a:pt x="2862085" y="1063527"/>
                  </a:lnTo>
                  <a:lnTo>
                    <a:pt x="2861425" y="1063527"/>
                  </a:lnTo>
                  <a:lnTo>
                    <a:pt x="2860764" y="1063527"/>
                  </a:lnTo>
                  <a:lnTo>
                    <a:pt x="2860104" y="1063527"/>
                  </a:lnTo>
                  <a:lnTo>
                    <a:pt x="2859443" y="1063527"/>
                  </a:lnTo>
                  <a:lnTo>
                    <a:pt x="2858782" y="1063527"/>
                  </a:lnTo>
                  <a:lnTo>
                    <a:pt x="2858122" y="1063527"/>
                  </a:lnTo>
                  <a:lnTo>
                    <a:pt x="2857461" y="1063527"/>
                  </a:lnTo>
                  <a:lnTo>
                    <a:pt x="2856801" y="1063527"/>
                  </a:lnTo>
                  <a:lnTo>
                    <a:pt x="2856140" y="1063527"/>
                  </a:lnTo>
                  <a:lnTo>
                    <a:pt x="2855480" y="1063527"/>
                  </a:lnTo>
                  <a:lnTo>
                    <a:pt x="2854819" y="1063527"/>
                  </a:lnTo>
                  <a:lnTo>
                    <a:pt x="2854159" y="1063527"/>
                  </a:lnTo>
                  <a:lnTo>
                    <a:pt x="2853498" y="1063527"/>
                  </a:lnTo>
                  <a:lnTo>
                    <a:pt x="2852838" y="1063527"/>
                  </a:lnTo>
                  <a:lnTo>
                    <a:pt x="2852177" y="1063527"/>
                  </a:lnTo>
                  <a:lnTo>
                    <a:pt x="2851517" y="1063527"/>
                  </a:lnTo>
                  <a:lnTo>
                    <a:pt x="2850856" y="1063527"/>
                  </a:lnTo>
                  <a:lnTo>
                    <a:pt x="2850196" y="1063527"/>
                  </a:lnTo>
                  <a:lnTo>
                    <a:pt x="2849535" y="1063527"/>
                  </a:lnTo>
                  <a:lnTo>
                    <a:pt x="2848874" y="1063527"/>
                  </a:lnTo>
                  <a:lnTo>
                    <a:pt x="2848214" y="1063527"/>
                  </a:lnTo>
                  <a:lnTo>
                    <a:pt x="2847553" y="1063527"/>
                  </a:lnTo>
                  <a:lnTo>
                    <a:pt x="2846893" y="1063527"/>
                  </a:lnTo>
                  <a:lnTo>
                    <a:pt x="2846232" y="1063527"/>
                  </a:lnTo>
                  <a:lnTo>
                    <a:pt x="2845572" y="1063527"/>
                  </a:lnTo>
                  <a:lnTo>
                    <a:pt x="2844911" y="1063527"/>
                  </a:lnTo>
                  <a:lnTo>
                    <a:pt x="2844251" y="1063527"/>
                  </a:lnTo>
                  <a:lnTo>
                    <a:pt x="2843590" y="1063527"/>
                  </a:lnTo>
                  <a:lnTo>
                    <a:pt x="2842930" y="1063527"/>
                  </a:lnTo>
                  <a:lnTo>
                    <a:pt x="2842269" y="1063527"/>
                  </a:lnTo>
                  <a:lnTo>
                    <a:pt x="2841609" y="1063527"/>
                  </a:lnTo>
                  <a:lnTo>
                    <a:pt x="2840948" y="1063527"/>
                  </a:lnTo>
                  <a:lnTo>
                    <a:pt x="2840288" y="1063527"/>
                  </a:lnTo>
                  <a:lnTo>
                    <a:pt x="2839627" y="1063527"/>
                  </a:lnTo>
                  <a:lnTo>
                    <a:pt x="2838966" y="1063527"/>
                  </a:lnTo>
                  <a:lnTo>
                    <a:pt x="2838306" y="1063527"/>
                  </a:lnTo>
                  <a:lnTo>
                    <a:pt x="2837645" y="1063527"/>
                  </a:lnTo>
                  <a:lnTo>
                    <a:pt x="2836985" y="1063527"/>
                  </a:lnTo>
                  <a:lnTo>
                    <a:pt x="2836324" y="1063527"/>
                  </a:lnTo>
                  <a:lnTo>
                    <a:pt x="2835664" y="1063527"/>
                  </a:lnTo>
                  <a:lnTo>
                    <a:pt x="2835003" y="1063527"/>
                  </a:lnTo>
                  <a:lnTo>
                    <a:pt x="2834343" y="1063527"/>
                  </a:lnTo>
                  <a:lnTo>
                    <a:pt x="2833682" y="1063527"/>
                  </a:lnTo>
                  <a:lnTo>
                    <a:pt x="2833022" y="1063527"/>
                  </a:lnTo>
                  <a:lnTo>
                    <a:pt x="2832361" y="1063527"/>
                  </a:lnTo>
                  <a:lnTo>
                    <a:pt x="2831701" y="1063527"/>
                  </a:lnTo>
                  <a:lnTo>
                    <a:pt x="2831040" y="1063527"/>
                  </a:lnTo>
                  <a:lnTo>
                    <a:pt x="2830380" y="1063527"/>
                  </a:lnTo>
                  <a:lnTo>
                    <a:pt x="2829719" y="1063527"/>
                  </a:lnTo>
                  <a:lnTo>
                    <a:pt x="2829059" y="1063527"/>
                  </a:lnTo>
                  <a:lnTo>
                    <a:pt x="2828398" y="1063527"/>
                  </a:lnTo>
                  <a:lnTo>
                    <a:pt x="2827737" y="1063527"/>
                  </a:lnTo>
                  <a:lnTo>
                    <a:pt x="2827077" y="1063527"/>
                  </a:lnTo>
                  <a:lnTo>
                    <a:pt x="2826416" y="1063527"/>
                  </a:lnTo>
                  <a:lnTo>
                    <a:pt x="2825756" y="1063527"/>
                  </a:lnTo>
                  <a:lnTo>
                    <a:pt x="2825095" y="1063527"/>
                  </a:lnTo>
                  <a:lnTo>
                    <a:pt x="2824435" y="1063527"/>
                  </a:lnTo>
                  <a:lnTo>
                    <a:pt x="2823774" y="1063527"/>
                  </a:lnTo>
                  <a:lnTo>
                    <a:pt x="2823114" y="1063527"/>
                  </a:lnTo>
                  <a:lnTo>
                    <a:pt x="2822453" y="1063527"/>
                  </a:lnTo>
                  <a:lnTo>
                    <a:pt x="2821793" y="1063527"/>
                  </a:lnTo>
                  <a:lnTo>
                    <a:pt x="2821132" y="1063527"/>
                  </a:lnTo>
                  <a:lnTo>
                    <a:pt x="2820472" y="1063527"/>
                  </a:lnTo>
                  <a:lnTo>
                    <a:pt x="2819811" y="1063527"/>
                  </a:lnTo>
                  <a:lnTo>
                    <a:pt x="2819151" y="1063527"/>
                  </a:lnTo>
                  <a:lnTo>
                    <a:pt x="2818490" y="1063527"/>
                  </a:lnTo>
                  <a:lnTo>
                    <a:pt x="2817829" y="1063527"/>
                  </a:lnTo>
                  <a:lnTo>
                    <a:pt x="2817169" y="1063527"/>
                  </a:lnTo>
                  <a:lnTo>
                    <a:pt x="2816508" y="1063527"/>
                  </a:lnTo>
                  <a:lnTo>
                    <a:pt x="2815848" y="1063527"/>
                  </a:lnTo>
                  <a:lnTo>
                    <a:pt x="2815187" y="1063527"/>
                  </a:lnTo>
                  <a:lnTo>
                    <a:pt x="2814527" y="1063527"/>
                  </a:lnTo>
                  <a:lnTo>
                    <a:pt x="2813866" y="1063527"/>
                  </a:lnTo>
                  <a:lnTo>
                    <a:pt x="2813206" y="1063527"/>
                  </a:lnTo>
                  <a:lnTo>
                    <a:pt x="2812545" y="1063527"/>
                  </a:lnTo>
                  <a:lnTo>
                    <a:pt x="2811885" y="1063527"/>
                  </a:lnTo>
                  <a:lnTo>
                    <a:pt x="2811224" y="1063527"/>
                  </a:lnTo>
                  <a:lnTo>
                    <a:pt x="2810564" y="1063527"/>
                  </a:lnTo>
                  <a:lnTo>
                    <a:pt x="2809903" y="1063527"/>
                  </a:lnTo>
                  <a:lnTo>
                    <a:pt x="2809243" y="1063527"/>
                  </a:lnTo>
                  <a:lnTo>
                    <a:pt x="2808582" y="1063527"/>
                  </a:lnTo>
                  <a:lnTo>
                    <a:pt x="2807921" y="1063527"/>
                  </a:lnTo>
                  <a:lnTo>
                    <a:pt x="2807261" y="1063527"/>
                  </a:lnTo>
                  <a:lnTo>
                    <a:pt x="2806600" y="1063527"/>
                  </a:lnTo>
                  <a:lnTo>
                    <a:pt x="2805940" y="1063527"/>
                  </a:lnTo>
                  <a:lnTo>
                    <a:pt x="2805279" y="1063527"/>
                  </a:lnTo>
                  <a:lnTo>
                    <a:pt x="2804619" y="1063527"/>
                  </a:lnTo>
                  <a:lnTo>
                    <a:pt x="2803958" y="1063527"/>
                  </a:lnTo>
                  <a:lnTo>
                    <a:pt x="2803298" y="1063527"/>
                  </a:lnTo>
                  <a:lnTo>
                    <a:pt x="2802637" y="1063527"/>
                  </a:lnTo>
                  <a:lnTo>
                    <a:pt x="2801977" y="1063527"/>
                  </a:lnTo>
                  <a:lnTo>
                    <a:pt x="2801316" y="1063527"/>
                  </a:lnTo>
                  <a:lnTo>
                    <a:pt x="2800656" y="1063527"/>
                  </a:lnTo>
                  <a:lnTo>
                    <a:pt x="2799995" y="1063527"/>
                  </a:lnTo>
                  <a:lnTo>
                    <a:pt x="2799335" y="1063527"/>
                  </a:lnTo>
                  <a:lnTo>
                    <a:pt x="2798674" y="1063527"/>
                  </a:lnTo>
                  <a:lnTo>
                    <a:pt x="2798014" y="1063527"/>
                  </a:lnTo>
                  <a:lnTo>
                    <a:pt x="2797353" y="1063527"/>
                  </a:lnTo>
                  <a:lnTo>
                    <a:pt x="2796692" y="1063527"/>
                  </a:lnTo>
                  <a:lnTo>
                    <a:pt x="2796032" y="1063527"/>
                  </a:lnTo>
                  <a:lnTo>
                    <a:pt x="2795371" y="1063527"/>
                  </a:lnTo>
                  <a:lnTo>
                    <a:pt x="2794711" y="1063527"/>
                  </a:lnTo>
                  <a:lnTo>
                    <a:pt x="2794050" y="1063527"/>
                  </a:lnTo>
                  <a:lnTo>
                    <a:pt x="2793390" y="1063527"/>
                  </a:lnTo>
                  <a:lnTo>
                    <a:pt x="2792729" y="1063527"/>
                  </a:lnTo>
                  <a:lnTo>
                    <a:pt x="2792069" y="1063527"/>
                  </a:lnTo>
                  <a:lnTo>
                    <a:pt x="2791408" y="1063527"/>
                  </a:lnTo>
                  <a:lnTo>
                    <a:pt x="2790748" y="1063527"/>
                  </a:lnTo>
                  <a:lnTo>
                    <a:pt x="2790087" y="1063527"/>
                  </a:lnTo>
                  <a:lnTo>
                    <a:pt x="2789427" y="1063527"/>
                  </a:lnTo>
                  <a:lnTo>
                    <a:pt x="2788766" y="1063527"/>
                  </a:lnTo>
                  <a:lnTo>
                    <a:pt x="2788106" y="1063527"/>
                  </a:lnTo>
                  <a:lnTo>
                    <a:pt x="2787445" y="1063527"/>
                  </a:lnTo>
                  <a:lnTo>
                    <a:pt x="2786784" y="1063527"/>
                  </a:lnTo>
                  <a:lnTo>
                    <a:pt x="2786124" y="1063527"/>
                  </a:lnTo>
                  <a:lnTo>
                    <a:pt x="2785463" y="1063527"/>
                  </a:lnTo>
                  <a:lnTo>
                    <a:pt x="2784803" y="1063527"/>
                  </a:lnTo>
                  <a:lnTo>
                    <a:pt x="2784142" y="1063527"/>
                  </a:lnTo>
                  <a:lnTo>
                    <a:pt x="2783482" y="1063527"/>
                  </a:lnTo>
                  <a:lnTo>
                    <a:pt x="2782821" y="1063527"/>
                  </a:lnTo>
                  <a:lnTo>
                    <a:pt x="2782161" y="1063527"/>
                  </a:lnTo>
                  <a:lnTo>
                    <a:pt x="2781500" y="1063527"/>
                  </a:lnTo>
                  <a:lnTo>
                    <a:pt x="2780840" y="1063527"/>
                  </a:lnTo>
                  <a:lnTo>
                    <a:pt x="2780179" y="1063527"/>
                  </a:lnTo>
                  <a:lnTo>
                    <a:pt x="2779519" y="1063527"/>
                  </a:lnTo>
                  <a:lnTo>
                    <a:pt x="2778858" y="1063527"/>
                  </a:lnTo>
                  <a:lnTo>
                    <a:pt x="2778198" y="1063527"/>
                  </a:lnTo>
                  <a:lnTo>
                    <a:pt x="2777537" y="1063527"/>
                  </a:lnTo>
                  <a:lnTo>
                    <a:pt x="2776876" y="1063527"/>
                  </a:lnTo>
                  <a:lnTo>
                    <a:pt x="2776216" y="1063527"/>
                  </a:lnTo>
                  <a:lnTo>
                    <a:pt x="2775555" y="1063527"/>
                  </a:lnTo>
                  <a:lnTo>
                    <a:pt x="2774895" y="1063527"/>
                  </a:lnTo>
                  <a:lnTo>
                    <a:pt x="2774234" y="1063527"/>
                  </a:lnTo>
                  <a:lnTo>
                    <a:pt x="2773574" y="1063527"/>
                  </a:lnTo>
                  <a:lnTo>
                    <a:pt x="2772913" y="1063527"/>
                  </a:lnTo>
                  <a:lnTo>
                    <a:pt x="2772253" y="1063527"/>
                  </a:lnTo>
                  <a:lnTo>
                    <a:pt x="2771592" y="1063527"/>
                  </a:lnTo>
                  <a:lnTo>
                    <a:pt x="2770932" y="1063527"/>
                  </a:lnTo>
                  <a:lnTo>
                    <a:pt x="2770271" y="1063527"/>
                  </a:lnTo>
                  <a:lnTo>
                    <a:pt x="2769611" y="1063527"/>
                  </a:lnTo>
                  <a:lnTo>
                    <a:pt x="2768950" y="1063527"/>
                  </a:lnTo>
                  <a:lnTo>
                    <a:pt x="2768290" y="1063527"/>
                  </a:lnTo>
                  <a:lnTo>
                    <a:pt x="2767629" y="1063527"/>
                  </a:lnTo>
                  <a:lnTo>
                    <a:pt x="2766968" y="1063527"/>
                  </a:lnTo>
                  <a:lnTo>
                    <a:pt x="2766308" y="1063527"/>
                  </a:lnTo>
                  <a:lnTo>
                    <a:pt x="2765647" y="1063527"/>
                  </a:lnTo>
                  <a:lnTo>
                    <a:pt x="2764987" y="1063527"/>
                  </a:lnTo>
                  <a:lnTo>
                    <a:pt x="2764326" y="1063527"/>
                  </a:lnTo>
                  <a:lnTo>
                    <a:pt x="2763666" y="1063527"/>
                  </a:lnTo>
                  <a:lnTo>
                    <a:pt x="2763005" y="1063527"/>
                  </a:lnTo>
                  <a:lnTo>
                    <a:pt x="2762345" y="1063527"/>
                  </a:lnTo>
                  <a:lnTo>
                    <a:pt x="2761684" y="1063527"/>
                  </a:lnTo>
                  <a:lnTo>
                    <a:pt x="2761024" y="1063527"/>
                  </a:lnTo>
                  <a:lnTo>
                    <a:pt x="2760363" y="1063527"/>
                  </a:lnTo>
                  <a:lnTo>
                    <a:pt x="2759703" y="1063527"/>
                  </a:lnTo>
                  <a:lnTo>
                    <a:pt x="2759042" y="1063527"/>
                  </a:lnTo>
                  <a:lnTo>
                    <a:pt x="2758382" y="1063527"/>
                  </a:lnTo>
                  <a:lnTo>
                    <a:pt x="2757721" y="1063527"/>
                  </a:lnTo>
                  <a:lnTo>
                    <a:pt x="2757061" y="1063527"/>
                  </a:lnTo>
                  <a:lnTo>
                    <a:pt x="2756400" y="1063527"/>
                  </a:lnTo>
                  <a:lnTo>
                    <a:pt x="2755739" y="1063527"/>
                  </a:lnTo>
                  <a:lnTo>
                    <a:pt x="2755079" y="1063527"/>
                  </a:lnTo>
                  <a:lnTo>
                    <a:pt x="2754418" y="1063527"/>
                  </a:lnTo>
                  <a:lnTo>
                    <a:pt x="2753758" y="1063527"/>
                  </a:lnTo>
                  <a:lnTo>
                    <a:pt x="2753097" y="1063527"/>
                  </a:lnTo>
                  <a:lnTo>
                    <a:pt x="2752437" y="1063527"/>
                  </a:lnTo>
                  <a:lnTo>
                    <a:pt x="2751776" y="1063527"/>
                  </a:lnTo>
                  <a:lnTo>
                    <a:pt x="2751116" y="1063527"/>
                  </a:lnTo>
                  <a:lnTo>
                    <a:pt x="2750455" y="1063527"/>
                  </a:lnTo>
                  <a:lnTo>
                    <a:pt x="2749795" y="1063527"/>
                  </a:lnTo>
                  <a:lnTo>
                    <a:pt x="2749134" y="1063527"/>
                  </a:lnTo>
                  <a:lnTo>
                    <a:pt x="2748474" y="1063527"/>
                  </a:lnTo>
                  <a:lnTo>
                    <a:pt x="2747813" y="1063527"/>
                  </a:lnTo>
                  <a:lnTo>
                    <a:pt x="2747153" y="1063527"/>
                  </a:lnTo>
                  <a:lnTo>
                    <a:pt x="2746492" y="1063527"/>
                  </a:lnTo>
                  <a:lnTo>
                    <a:pt x="2745831" y="1063527"/>
                  </a:lnTo>
                  <a:lnTo>
                    <a:pt x="2745171" y="1063527"/>
                  </a:lnTo>
                  <a:lnTo>
                    <a:pt x="2744510" y="1063527"/>
                  </a:lnTo>
                  <a:lnTo>
                    <a:pt x="2743850" y="1063527"/>
                  </a:lnTo>
                  <a:lnTo>
                    <a:pt x="2743189" y="1063527"/>
                  </a:lnTo>
                  <a:lnTo>
                    <a:pt x="2742529" y="1063527"/>
                  </a:lnTo>
                  <a:lnTo>
                    <a:pt x="2741868" y="1063527"/>
                  </a:lnTo>
                  <a:lnTo>
                    <a:pt x="2741208" y="1063527"/>
                  </a:lnTo>
                  <a:lnTo>
                    <a:pt x="2740547" y="1063527"/>
                  </a:lnTo>
                  <a:lnTo>
                    <a:pt x="2739887" y="1063527"/>
                  </a:lnTo>
                  <a:lnTo>
                    <a:pt x="2739226" y="1063527"/>
                  </a:lnTo>
                  <a:lnTo>
                    <a:pt x="2738566" y="1063527"/>
                  </a:lnTo>
                  <a:lnTo>
                    <a:pt x="2737905" y="1063527"/>
                  </a:lnTo>
                  <a:lnTo>
                    <a:pt x="2737245" y="1063527"/>
                  </a:lnTo>
                  <a:lnTo>
                    <a:pt x="2736584" y="1063527"/>
                  </a:lnTo>
                  <a:lnTo>
                    <a:pt x="2735923" y="1063527"/>
                  </a:lnTo>
                  <a:lnTo>
                    <a:pt x="2735263" y="1063527"/>
                  </a:lnTo>
                  <a:lnTo>
                    <a:pt x="2734602" y="1063527"/>
                  </a:lnTo>
                  <a:lnTo>
                    <a:pt x="2733942" y="1063527"/>
                  </a:lnTo>
                  <a:lnTo>
                    <a:pt x="2733281" y="1063527"/>
                  </a:lnTo>
                  <a:lnTo>
                    <a:pt x="2732621" y="1063527"/>
                  </a:lnTo>
                  <a:lnTo>
                    <a:pt x="2731960" y="1063527"/>
                  </a:lnTo>
                  <a:lnTo>
                    <a:pt x="2731300" y="1063527"/>
                  </a:lnTo>
                  <a:lnTo>
                    <a:pt x="2730639" y="1063527"/>
                  </a:lnTo>
                  <a:lnTo>
                    <a:pt x="2729979" y="1063527"/>
                  </a:lnTo>
                  <a:lnTo>
                    <a:pt x="2729318" y="1063527"/>
                  </a:lnTo>
                  <a:lnTo>
                    <a:pt x="2728658" y="1063527"/>
                  </a:lnTo>
                  <a:lnTo>
                    <a:pt x="2727997" y="1063527"/>
                  </a:lnTo>
                  <a:lnTo>
                    <a:pt x="2727337" y="1063527"/>
                  </a:lnTo>
                  <a:lnTo>
                    <a:pt x="2726676" y="1063527"/>
                  </a:lnTo>
                  <a:lnTo>
                    <a:pt x="2726016" y="1063527"/>
                  </a:lnTo>
                  <a:lnTo>
                    <a:pt x="2725355" y="1063527"/>
                  </a:lnTo>
                  <a:lnTo>
                    <a:pt x="2724694" y="1063527"/>
                  </a:lnTo>
                  <a:lnTo>
                    <a:pt x="2724034" y="1063527"/>
                  </a:lnTo>
                  <a:lnTo>
                    <a:pt x="2723373" y="1063527"/>
                  </a:lnTo>
                  <a:lnTo>
                    <a:pt x="2722713" y="1063527"/>
                  </a:lnTo>
                  <a:lnTo>
                    <a:pt x="2722052" y="1063527"/>
                  </a:lnTo>
                  <a:lnTo>
                    <a:pt x="2721392" y="1063527"/>
                  </a:lnTo>
                  <a:lnTo>
                    <a:pt x="2720731" y="1063527"/>
                  </a:lnTo>
                  <a:lnTo>
                    <a:pt x="2720071" y="1063527"/>
                  </a:lnTo>
                  <a:lnTo>
                    <a:pt x="2719410" y="1063527"/>
                  </a:lnTo>
                  <a:lnTo>
                    <a:pt x="2718750" y="1063527"/>
                  </a:lnTo>
                  <a:lnTo>
                    <a:pt x="2718089" y="1063527"/>
                  </a:lnTo>
                  <a:lnTo>
                    <a:pt x="2717429" y="1063527"/>
                  </a:lnTo>
                  <a:lnTo>
                    <a:pt x="2716768" y="1063527"/>
                  </a:lnTo>
                  <a:lnTo>
                    <a:pt x="2716108" y="1063527"/>
                  </a:lnTo>
                  <a:lnTo>
                    <a:pt x="2715447" y="1063527"/>
                  </a:lnTo>
                  <a:lnTo>
                    <a:pt x="2714786" y="1063527"/>
                  </a:lnTo>
                  <a:lnTo>
                    <a:pt x="2714126" y="1063527"/>
                  </a:lnTo>
                  <a:lnTo>
                    <a:pt x="2713465" y="1063527"/>
                  </a:lnTo>
                  <a:lnTo>
                    <a:pt x="2712805" y="1063527"/>
                  </a:lnTo>
                  <a:lnTo>
                    <a:pt x="2712144" y="1063527"/>
                  </a:lnTo>
                  <a:lnTo>
                    <a:pt x="2711484" y="1063527"/>
                  </a:lnTo>
                  <a:lnTo>
                    <a:pt x="2710823" y="1063527"/>
                  </a:lnTo>
                  <a:lnTo>
                    <a:pt x="2710163" y="1063527"/>
                  </a:lnTo>
                  <a:lnTo>
                    <a:pt x="2709502" y="1063527"/>
                  </a:lnTo>
                  <a:lnTo>
                    <a:pt x="2708842" y="1063527"/>
                  </a:lnTo>
                  <a:lnTo>
                    <a:pt x="2708181" y="1063527"/>
                  </a:lnTo>
                  <a:lnTo>
                    <a:pt x="2707521" y="1063527"/>
                  </a:lnTo>
                  <a:lnTo>
                    <a:pt x="2706860" y="1063527"/>
                  </a:lnTo>
                  <a:lnTo>
                    <a:pt x="2706200" y="1063527"/>
                  </a:lnTo>
                  <a:lnTo>
                    <a:pt x="2705539" y="1063527"/>
                  </a:lnTo>
                  <a:lnTo>
                    <a:pt x="2704878" y="1063527"/>
                  </a:lnTo>
                  <a:lnTo>
                    <a:pt x="2704218" y="1063527"/>
                  </a:lnTo>
                  <a:lnTo>
                    <a:pt x="2703557" y="1063527"/>
                  </a:lnTo>
                  <a:lnTo>
                    <a:pt x="2702897" y="1063527"/>
                  </a:lnTo>
                  <a:lnTo>
                    <a:pt x="2702236" y="1063527"/>
                  </a:lnTo>
                  <a:lnTo>
                    <a:pt x="2701576" y="1063527"/>
                  </a:lnTo>
                  <a:lnTo>
                    <a:pt x="2700915" y="1063527"/>
                  </a:lnTo>
                  <a:lnTo>
                    <a:pt x="2700255" y="1063527"/>
                  </a:lnTo>
                  <a:lnTo>
                    <a:pt x="2699594" y="1063527"/>
                  </a:lnTo>
                  <a:lnTo>
                    <a:pt x="2698934" y="1063527"/>
                  </a:lnTo>
                  <a:lnTo>
                    <a:pt x="2698273" y="1063527"/>
                  </a:lnTo>
                  <a:lnTo>
                    <a:pt x="2697613" y="1063527"/>
                  </a:lnTo>
                  <a:lnTo>
                    <a:pt x="2696952" y="1063527"/>
                  </a:lnTo>
                  <a:lnTo>
                    <a:pt x="2696292" y="1063527"/>
                  </a:lnTo>
                  <a:lnTo>
                    <a:pt x="2695631" y="1063527"/>
                  </a:lnTo>
                  <a:lnTo>
                    <a:pt x="2694970" y="1063527"/>
                  </a:lnTo>
                  <a:lnTo>
                    <a:pt x="2694310" y="1063527"/>
                  </a:lnTo>
                  <a:lnTo>
                    <a:pt x="2693649" y="1063527"/>
                  </a:lnTo>
                  <a:lnTo>
                    <a:pt x="2692989" y="1063527"/>
                  </a:lnTo>
                  <a:lnTo>
                    <a:pt x="2692328" y="1063527"/>
                  </a:lnTo>
                  <a:lnTo>
                    <a:pt x="2691668" y="1063527"/>
                  </a:lnTo>
                  <a:lnTo>
                    <a:pt x="2691007" y="1063527"/>
                  </a:lnTo>
                  <a:lnTo>
                    <a:pt x="2690347" y="1063527"/>
                  </a:lnTo>
                  <a:lnTo>
                    <a:pt x="2689686" y="1063527"/>
                  </a:lnTo>
                  <a:lnTo>
                    <a:pt x="2689026" y="1063527"/>
                  </a:lnTo>
                  <a:lnTo>
                    <a:pt x="2688365" y="1063527"/>
                  </a:lnTo>
                  <a:lnTo>
                    <a:pt x="2687705" y="1063527"/>
                  </a:lnTo>
                  <a:lnTo>
                    <a:pt x="2687044" y="1063527"/>
                  </a:lnTo>
                  <a:lnTo>
                    <a:pt x="2686384" y="1063527"/>
                  </a:lnTo>
                  <a:lnTo>
                    <a:pt x="2685723" y="1063527"/>
                  </a:lnTo>
                  <a:lnTo>
                    <a:pt x="2685063" y="1063527"/>
                  </a:lnTo>
                  <a:lnTo>
                    <a:pt x="2684402" y="1063527"/>
                  </a:lnTo>
                  <a:lnTo>
                    <a:pt x="2683741" y="1063527"/>
                  </a:lnTo>
                  <a:lnTo>
                    <a:pt x="2683081" y="1063527"/>
                  </a:lnTo>
                  <a:lnTo>
                    <a:pt x="2682420" y="1063527"/>
                  </a:lnTo>
                  <a:lnTo>
                    <a:pt x="2681760" y="1063527"/>
                  </a:lnTo>
                  <a:lnTo>
                    <a:pt x="2681099" y="1063527"/>
                  </a:lnTo>
                  <a:lnTo>
                    <a:pt x="2680439" y="1063527"/>
                  </a:lnTo>
                  <a:lnTo>
                    <a:pt x="2679778" y="1063527"/>
                  </a:lnTo>
                  <a:lnTo>
                    <a:pt x="2679118" y="1063527"/>
                  </a:lnTo>
                  <a:lnTo>
                    <a:pt x="2678457" y="1063527"/>
                  </a:lnTo>
                  <a:lnTo>
                    <a:pt x="2677797" y="1063527"/>
                  </a:lnTo>
                  <a:lnTo>
                    <a:pt x="2677136" y="1063527"/>
                  </a:lnTo>
                  <a:lnTo>
                    <a:pt x="2676476" y="1063527"/>
                  </a:lnTo>
                  <a:lnTo>
                    <a:pt x="2675815" y="1063527"/>
                  </a:lnTo>
                  <a:lnTo>
                    <a:pt x="2675155" y="1063527"/>
                  </a:lnTo>
                  <a:lnTo>
                    <a:pt x="2674494" y="1063527"/>
                  </a:lnTo>
                  <a:lnTo>
                    <a:pt x="2673833" y="1063527"/>
                  </a:lnTo>
                  <a:lnTo>
                    <a:pt x="2673173" y="1063527"/>
                  </a:lnTo>
                  <a:lnTo>
                    <a:pt x="2672512" y="1063527"/>
                  </a:lnTo>
                  <a:lnTo>
                    <a:pt x="2671852" y="1063527"/>
                  </a:lnTo>
                  <a:lnTo>
                    <a:pt x="2671191" y="1063527"/>
                  </a:lnTo>
                  <a:lnTo>
                    <a:pt x="2670531" y="1063527"/>
                  </a:lnTo>
                  <a:lnTo>
                    <a:pt x="2669870" y="1063527"/>
                  </a:lnTo>
                  <a:lnTo>
                    <a:pt x="2669210" y="1063527"/>
                  </a:lnTo>
                  <a:lnTo>
                    <a:pt x="2668549" y="1063527"/>
                  </a:lnTo>
                  <a:lnTo>
                    <a:pt x="2667889" y="1063527"/>
                  </a:lnTo>
                  <a:lnTo>
                    <a:pt x="2667228" y="1063527"/>
                  </a:lnTo>
                  <a:lnTo>
                    <a:pt x="2666568" y="1063527"/>
                  </a:lnTo>
                  <a:lnTo>
                    <a:pt x="2665907" y="1063527"/>
                  </a:lnTo>
                  <a:lnTo>
                    <a:pt x="2665247" y="1063527"/>
                  </a:lnTo>
                  <a:lnTo>
                    <a:pt x="2664586" y="1063527"/>
                  </a:lnTo>
                  <a:lnTo>
                    <a:pt x="2663925" y="1063527"/>
                  </a:lnTo>
                  <a:lnTo>
                    <a:pt x="2663265" y="1063527"/>
                  </a:lnTo>
                  <a:lnTo>
                    <a:pt x="2662604" y="1063527"/>
                  </a:lnTo>
                  <a:lnTo>
                    <a:pt x="2661944" y="1063527"/>
                  </a:lnTo>
                  <a:lnTo>
                    <a:pt x="2661283" y="1063527"/>
                  </a:lnTo>
                  <a:lnTo>
                    <a:pt x="2660623" y="1063527"/>
                  </a:lnTo>
                  <a:lnTo>
                    <a:pt x="2659962" y="1063527"/>
                  </a:lnTo>
                  <a:lnTo>
                    <a:pt x="2659302" y="1063527"/>
                  </a:lnTo>
                  <a:lnTo>
                    <a:pt x="2658641" y="1063527"/>
                  </a:lnTo>
                  <a:lnTo>
                    <a:pt x="2657981" y="1063527"/>
                  </a:lnTo>
                  <a:lnTo>
                    <a:pt x="2657320" y="1063527"/>
                  </a:lnTo>
                  <a:lnTo>
                    <a:pt x="2656660" y="1063527"/>
                  </a:lnTo>
                  <a:lnTo>
                    <a:pt x="2655999" y="1063527"/>
                  </a:lnTo>
                  <a:lnTo>
                    <a:pt x="2655339" y="1063527"/>
                  </a:lnTo>
                  <a:lnTo>
                    <a:pt x="2654678" y="1063527"/>
                  </a:lnTo>
                  <a:lnTo>
                    <a:pt x="2654018" y="1063527"/>
                  </a:lnTo>
                  <a:lnTo>
                    <a:pt x="2653357" y="1063527"/>
                  </a:lnTo>
                  <a:lnTo>
                    <a:pt x="2652696" y="1063527"/>
                  </a:lnTo>
                  <a:lnTo>
                    <a:pt x="2652036" y="1063527"/>
                  </a:lnTo>
                  <a:lnTo>
                    <a:pt x="2651375" y="1063527"/>
                  </a:lnTo>
                  <a:lnTo>
                    <a:pt x="2650715" y="1063527"/>
                  </a:lnTo>
                  <a:lnTo>
                    <a:pt x="2650054" y="1063527"/>
                  </a:lnTo>
                  <a:lnTo>
                    <a:pt x="2649394" y="1063527"/>
                  </a:lnTo>
                  <a:lnTo>
                    <a:pt x="2648733" y="1063527"/>
                  </a:lnTo>
                  <a:lnTo>
                    <a:pt x="2648073" y="1063527"/>
                  </a:lnTo>
                  <a:lnTo>
                    <a:pt x="2647412" y="1063527"/>
                  </a:lnTo>
                  <a:lnTo>
                    <a:pt x="2646752" y="1063527"/>
                  </a:lnTo>
                  <a:lnTo>
                    <a:pt x="2646091" y="1063527"/>
                  </a:lnTo>
                  <a:lnTo>
                    <a:pt x="2645431" y="1063527"/>
                  </a:lnTo>
                  <a:lnTo>
                    <a:pt x="2644770" y="1063527"/>
                  </a:lnTo>
                  <a:lnTo>
                    <a:pt x="2644110" y="1063527"/>
                  </a:lnTo>
                  <a:lnTo>
                    <a:pt x="2643449" y="1063527"/>
                  </a:lnTo>
                  <a:lnTo>
                    <a:pt x="2642788" y="1063527"/>
                  </a:lnTo>
                  <a:lnTo>
                    <a:pt x="2642128" y="1063527"/>
                  </a:lnTo>
                  <a:lnTo>
                    <a:pt x="2641467" y="1063527"/>
                  </a:lnTo>
                  <a:lnTo>
                    <a:pt x="2640807" y="1063527"/>
                  </a:lnTo>
                  <a:lnTo>
                    <a:pt x="2640146" y="1063527"/>
                  </a:lnTo>
                  <a:lnTo>
                    <a:pt x="2639486" y="1063527"/>
                  </a:lnTo>
                  <a:lnTo>
                    <a:pt x="2638825" y="1063527"/>
                  </a:lnTo>
                  <a:lnTo>
                    <a:pt x="2638165" y="1063527"/>
                  </a:lnTo>
                  <a:lnTo>
                    <a:pt x="2637504" y="1063527"/>
                  </a:lnTo>
                  <a:lnTo>
                    <a:pt x="2636844" y="1063527"/>
                  </a:lnTo>
                  <a:lnTo>
                    <a:pt x="2636183" y="1063527"/>
                  </a:lnTo>
                  <a:lnTo>
                    <a:pt x="2635523" y="1063527"/>
                  </a:lnTo>
                  <a:lnTo>
                    <a:pt x="2634862" y="1063527"/>
                  </a:lnTo>
                  <a:lnTo>
                    <a:pt x="2634202" y="1063527"/>
                  </a:lnTo>
                  <a:lnTo>
                    <a:pt x="2633541" y="1063527"/>
                  </a:lnTo>
                  <a:lnTo>
                    <a:pt x="2632880" y="1063527"/>
                  </a:lnTo>
                  <a:lnTo>
                    <a:pt x="2632220" y="1063527"/>
                  </a:lnTo>
                  <a:lnTo>
                    <a:pt x="2631559" y="1063527"/>
                  </a:lnTo>
                  <a:lnTo>
                    <a:pt x="2630899" y="1063527"/>
                  </a:lnTo>
                  <a:lnTo>
                    <a:pt x="2630238" y="1063527"/>
                  </a:lnTo>
                  <a:lnTo>
                    <a:pt x="2629578" y="1063527"/>
                  </a:lnTo>
                  <a:lnTo>
                    <a:pt x="2628917" y="1063527"/>
                  </a:lnTo>
                  <a:lnTo>
                    <a:pt x="2628257" y="1063527"/>
                  </a:lnTo>
                  <a:lnTo>
                    <a:pt x="2627596" y="1063527"/>
                  </a:lnTo>
                  <a:lnTo>
                    <a:pt x="2626936" y="1063527"/>
                  </a:lnTo>
                  <a:lnTo>
                    <a:pt x="2626275" y="1063527"/>
                  </a:lnTo>
                  <a:lnTo>
                    <a:pt x="2625615" y="1063527"/>
                  </a:lnTo>
                  <a:lnTo>
                    <a:pt x="2624954" y="1063527"/>
                  </a:lnTo>
                  <a:lnTo>
                    <a:pt x="2624294" y="1063527"/>
                  </a:lnTo>
                  <a:lnTo>
                    <a:pt x="2623633" y="1063527"/>
                  </a:lnTo>
                  <a:lnTo>
                    <a:pt x="2622972" y="1063527"/>
                  </a:lnTo>
                  <a:lnTo>
                    <a:pt x="2622312" y="1063527"/>
                  </a:lnTo>
                  <a:lnTo>
                    <a:pt x="2621651" y="1063527"/>
                  </a:lnTo>
                  <a:lnTo>
                    <a:pt x="2620991" y="1063527"/>
                  </a:lnTo>
                  <a:lnTo>
                    <a:pt x="2620330" y="1063527"/>
                  </a:lnTo>
                  <a:lnTo>
                    <a:pt x="2619670" y="1063527"/>
                  </a:lnTo>
                  <a:lnTo>
                    <a:pt x="2619009" y="1063527"/>
                  </a:lnTo>
                  <a:lnTo>
                    <a:pt x="2618349" y="1063527"/>
                  </a:lnTo>
                  <a:lnTo>
                    <a:pt x="2617688" y="1063527"/>
                  </a:lnTo>
                  <a:lnTo>
                    <a:pt x="2617028" y="1063527"/>
                  </a:lnTo>
                  <a:lnTo>
                    <a:pt x="2616367" y="1063527"/>
                  </a:lnTo>
                  <a:lnTo>
                    <a:pt x="2615707" y="1063527"/>
                  </a:lnTo>
                  <a:lnTo>
                    <a:pt x="2615046" y="1063527"/>
                  </a:lnTo>
                  <a:lnTo>
                    <a:pt x="2614386" y="1063527"/>
                  </a:lnTo>
                  <a:lnTo>
                    <a:pt x="2613725" y="1063527"/>
                  </a:lnTo>
                  <a:lnTo>
                    <a:pt x="2613065" y="1063527"/>
                  </a:lnTo>
                  <a:lnTo>
                    <a:pt x="2612404" y="1063527"/>
                  </a:lnTo>
                  <a:lnTo>
                    <a:pt x="2611743" y="1063527"/>
                  </a:lnTo>
                  <a:lnTo>
                    <a:pt x="2611083" y="1063527"/>
                  </a:lnTo>
                  <a:lnTo>
                    <a:pt x="2610422" y="1063527"/>
                  </a:lnTo>
                  <a:lnTo>
                    <a:pt x="2609762" y="1063527"/>
                  </a:lnTo>
                  <a:lnTo>
                    <a:pt x="2609101" y="1063527"/>
                  </a:lnTo>
                  <a:lnTo>
                    <a:pt x="2608441" y="1063527"/>
                  </a:lnTo>
                  <a:lnTo>
                    <a:pt x="2607780" y="1063527"/>
                  </a:lnTo>
                  <a:lnTo>
                    <a:pt x="2607120" y="1063527"/>
                  </a:lnTo>
                  <a:lnTo>
                    <a:pt x="2606459" y="1063527"/>
                  </a:lnTo>
                  <a:lnTo>
                    <a:pt x="2605799" y="1063527"/>
                  </a:lnTo>
                  <a:lnTo>
                    <a:pt x="2605138" y="1063527"/>
                  </a:lnTo>
                  <a:lnTo>
                    <a:pt x="2604478" y="1063527"/>
                  </a:lnTo>
                  <a:lnTo>
                    <a:pt x="2603817" y="1063527"/>
                  </a:lnTo>
                  <a:lnTo>
                    <a:pt x="2603157" y="1063527"/>
                  </a:lnTo>
                  <a:lnTo>
                    <a:pt x="2602496" y="1063527"/>
                  </a:lnTo>
                  <a:lnTo>
                    <a:pt x="2601835" y="1063527"/>
                  </a:lnTo>
                  <a:lnTo>
                    <a:pt x="2601175" y="1063527"/>
                  </a:lnTo>
                  <a:lnTo>
                    <a:pt x="2600514" y="1063527"/>
                  </a:lnTo>
                  <a:lnTo>
                    <a:pt x="2599854" y="1063527"/>
                  </a:lnTo>
                  <a:lnTo>
                    <a:pt x="2599193" y="1063527"/>
                  </a:lnTo>
                  <a:lnTo>
                    <a:pt x="2598533" y="1063527"/>
                  </a:lnTo>
                  <a:lnTo>
                    <a:pt x="2597872" y="1063527"/>
                  </a:lnTo>
                  <a:lnTo>
                    <a:pt x="2597212" y="1063527"/>
                  </a:lnTo>
                  <a:lnTo>
                    <a:pt x="2596551" y="1063527"/>
                  </a:lnTo>
                  <a:lnTo>
                    <a:pt x="2595891" y="1063527"/>
                  </a:lnTo>
                  <a:lnTo>
                    <a:pt x="2595230" y="1063527"/>
                  </a:lnTo>
                  <a:lnTo>
                    <a:pt x="2594570" y="1063527"/>
                  </a:lnTo>
                  <a:lnTo>
                    <a:pt x="2593909" y="1063527"/>
                  </a:lnTo>
                  <a:lnTo>
                    <a:pt x="2593249" y="1063527"/>
                  </a:lnTo>
                  <a:lnTo>
                    <a:pt x="2592588" y="1063527"/>
                  </a:lnTo>
                  <a:lnTo>
                    <a:pt x="2591927" y="1063527"/>
                  </a:lnTo>
                  <a:lnTo>
                    <a:pt x="2591267" y="1063527"/>
                  </a:lnTo>
                  <a:lnTo>
                    <a:pt x="2590606" y="1063527"/>
                  </a:lnTo>
                  <a:lnTo>
                    <a:pt x="2589946" y="1063527"/>
                  </a:lnTo>
                  <a:lnTo>
                    <a:pt x="2589285" y="1063527"/>
                  </a:lnTo>
                  <a:lnTo>
                    <a:pt x="2588625" y="1063527"/>
                  </a:lnTo>
                  <a:lnTo>
                    <a:pt x="2587964" y="1063527"/>
                  </a:lnTo>
                  <a:lnTo>
                    <a:pt x="2587304" y="1063527"/>
                  </a:lnTo>
                  <a:lnTo>
                    <a:pt x="2586643" y="1063527"/>
                  </a:lnTo>
                  <a:lnTo>
                    <a:pt x="2585983" y="1063527"/>
                  </a:lnTo>
                  <a:lnTo>
                    <a:pt x="2585322" y="1063527"/>
                  </a:lnTo>
                  <a:lnTo>
                    <a:pt x="2584662" y="1063527"/>
                  </a:lnTo>
                  <a:lnTo>
                    <a:pt x="2584001" y="1063527"/>
                  </a:lnTo>
                  <a:lnTo>
                    <a:pt x="2583341" y="1063527"/>
                  </a:lnTo>
                  <a:lnTo>
                    <a:pt x="2582680" y="1063527"/>
                  </a:lnTo>
                  <a:lnTo>
                    <a:pt x="2582020" y="1063527"/>
                  </a:lnTo>
                  <a:lnTo>
                    <a:pt x="2581359" y="1063527"/>
                  </a:lnTo>
                  <a:lnTo>
                    <a:pt x="2580698" y="1063527"/>
                  </a:lnTo>
                  <a:lnTo>
                    <a:pt x="2580038" y="1063527"/>
                  </a:lnTo>
                  <a:lnTo>
                    <a:pt x="2579377" y="1063527"/>
                  </a:lnTo>
                  <a:lnTo>
                    <a:pt x="2578717" y="1063527"/>
                  </a:lnTo>
                  <a:lnTo>
                    <a:pt x="2578056" y="1063527"/>
                  </a:lnTo>
                  <a:lnTo>
                    <a:pt x="2577396" y="1063527"/>
                  </a:lnTo>
                  <a:lnTo>
                    <a:pt x="2576735" y="1063527"/>
                  </a:lnTo>
                  <a:lnTo>
                    <a:pt x="2576075" y="1063527"/>
                  </a:lnTo>
                  <a:lnTo>
                    <a:pt x="2575414" y="1063527"/>
                  </a:lnTo>
                  <a:lnTo>
                    <a:pt x="2574754" y="1063527"/>
                  </a:lnTo>
                  <a:lnTo>
                    <a:pt x="2574093" y="1063527"/>
                  </a:lnTo>
                  <a:lnTo>
                    <a:pt x="2573433" y="1063527"/>
                  </a:lnTo>
                  <a:lnTo>
                    <a:pt x="2572772" y="1063527"/>
                  </a:lnTo>
                  <a:lnTo>
                    <a:pt x="2572112" y="1063527"/>
                  </a:lnTo>
                  <a:lnTo>
                    <a:pt x="2571451" y="1063527"/>
                  </a:lnTo>
                  <a:lnTo>
                    <a:pt x="2570790" y="1063527"/>
                  </a:lnTo>
                  <a:lnTo>
                    <a:pt x="2570130" y="1063527"/>
                  </a:lnTo>
                  <a:lnTo>
                    <a:pt x="2569469" y="1063527"/>
                  </a:lnTo>
                  <a:lnTo>
                    <a:pt x="2568809" y="1063527"/>
                  </a:lnTo>
                  <a:lnTo>
                    <a:pt x="2568148" y="1063527"/>
                  </a:lnTo>
                  <a:lnTo>
                    <a:pt x="2567488" y="1063527"/>
                  </a:lnTo>
                  <a:lnTo>
                    <a:pt x="2566827" y="1063527"/>
                  </a:lnTo>
                  <a:lnTo>
                    <a:pt x="2566167" y="1063527"/>
                  </a:lnTo>
                  <a:lnTo>
                    <a:pt x="2565506" y="1063527"/>
                  </a:lnTo>
                  <a:lnTo>
                    <a:pt x="2564846" y="1063527"/>
                  </a:lnTo>
                  <a:lnTo>
                    <a:pt x="2564185" y="1063527"/>
                  </a:lnTo>
                  <a:lnTo>
                    <a:pt x="2563525" y="1063527"/>
                  </a:lnTo>
                  <a:lnTo>
                    <a:pt x="2562864" y="1063527"/>
                  </a:lnTo>
                  <a:lnTo>
                    <a:pt x="2562204" y="1063527"/>
                  </a:lnTo>
                  <a:lnTo>
                    <a:pt x="2561543" y="1063527"/>
                  </a:lnTo>
                  <a:lnTo>
                    <a:pt x="2560882" y="1063527"/>
                  </a:lnTo>
                  <a:lnTo>
                    <a:pt x="2560222" y="1063527"/>
                  </a:lnTo>
                  <a:lnTo>
                    <a:pt x="2559561" y="1063527"/>
                  </a:lnTo>
                  <a:lnTo>
                    <a:pt x="2558901" y="1063527"/>
                  </a:lnTo>
                  <a:lnTo>
                    <a:pt x="2558240" y="1063527"/>
                  </a:lnTo>
                  <a:lnTo>
                    <a:pt x="2557580" y="1063527"/>
                  </a:lnTo>
                  <a:lnTo>
                    <a:pt x="2556919" y="1063527"/>
                  </a:lnTo>
                  <a:lnTo>
                    <a:pt x="2556259" y="1063527"/>
                  </a:lnTo>
                  <a:lnTo>
                    <a:pt x="2555598" y="1063527"/>
                  </a:lnTo>
                  <a:lnTo>
                    <a:pt x="2554938" y="1063527"/>
                  </a:lnTo>
                  <a:lnTo>
                    <a:pt x="2554277" y="1063527"/>
                  </a:lnTo>
                  <a:lnTo>
                    <a:pt x="2553617" y="1063527"/>
                  </a:lnTo>
                  <a:lnTo>
                    <a:pt x="2552956" y="1063527"/>
                  </a:lnTo>
                  <a:lnTo>
                    <a:pt x="2552296" y="1063527"/>
                  </a:lnTo>
                  <a:lnTo>
                    <a:pt x="2551635" y="1063527"/>
                  </a:lnTo>
                  <a:lnTo>
                    <a:pt x="2550974" y="1063527"/>
                  </a:lnTo>
                  <a:lnTo>
                    <a:pt x="2550314" y="1063527"/>
                  </a:lnTo>
                  <a:lnTo>
                    <a:pt x="2549653" y="1063527"/>
                  </a:lnTo>
                  <a:lnTo>
                    <a:pt x="2548993" y="1063527"/>
                  </a:lnTo>
                  <a:lnTo>
                    <a:pt x="2548332" y="1063527"/>
                  </a:lnTo>
                  <a:lnTo>
                    <a:pt x="2547672" y="1063527"/>
                  </a:lnTo>
                  <a:lnTo>
                    <a:pt x="2547011" y="1063527"/>
                  </a:lnTo>
                  <a:lnTo>
                    <a:pt x="2546351" y="1063527"/>
                  </a:lnTo>
                  <a:lnTo>
                    <a:pt x="2545690" y="1063527"/>
                  </a:lnTo>
                  <a:lnTo>
                    <a:pt x="2545030" y="1063527"/>
                  </a:lnTo>
                  <a:lnTo>
                    <a:pt x="2544369" y="1063527"/>
                  </a:lnTo>
                  <a:lnTo>
                    <a:pt x="2543709" y="1063527"/>
                  </a:lnTo>
                  <a:lnTo>
                    <a:pt x="2543048" y="1063527"/>
                  </a:lnTo>
                  <a:lnTo>
                    <a:pt x="2542388" y="1063527"/>
                  </a:lnTo>
                  <a:lnTo>
                    <a:pt x="2541727" y="1063527"/>
                  </a:lnTo>
                  <a:lnTo>
                    <a:pt x="2541067" y="1063527"/>
                  </a:lnTo>
                  <a:lnTo>
                    <a:pt x="2540406" y="1063527"/>
                  </a:lnTo>
                  <a:lnTo>
                    <a:pt x="2539745" y="1063527"/>
                  </a:lnTo>
                  <a:lnTo>
                    <a:pt x="2539085" y="1063527"/>
                  </a:lnTo>
                  <a:lnTo>
                    <a:pt x="2538424" y="1063527"/>
                  </a:lnTo>
                  <a:lnTo>
                    <a:pt x="2537764" y="1063527"/>
                  </a:lnTo>
                  <a:lnTo>
                    <a:pt x="2537103" y="1063527"/>
                  </a:lnTo>
                  <a:lnTo>
                    <a:pt x="2536443" y="1063527"/>
                  </a:lnTo>
                  <a:lnTo>
                    <a:pt x="2535782" y="1063527"/>
                  </a:lnTo>
                  <a:lnTo>
                    <a:pt x="2535122" y="1063527"/>
                  </a:lnTo>
                  <a:lnTo>
                    <a:pt x="2534461" y="1063527"/>
                  </a:lnTo>
                  <a:lnTo>
                    <a:pt x="2533801" y="1063527"/>
                  </a:lnTo>
                  <a:lnTo>
                    <a:pt x="2533140" y="1063527"/>
                  </a:lnTo>
                  <a:lnTo>
                    <a:pt x="2532480" y="1063527"/>
                  </a:lnTo>
                  <a:lnTo>
                    <a:pt x="2531819" y="1063527"/>
                  </a:lnTo>
                  <a:lnTo>
                    <a:pt x="2531159" y="1063527"/>
                  </a:lnTo>
                  <a:lnTo>
                    <a:pt x="2530498" y="1063527"/>
                  </a:lnTo>
                  <a:lnTo>
                    <a:pt x="2529837" y="1063527"/>
                  </a:lnTo>
                  <a:lnTo>
                    <a:pt x="2529177" y="1063527"/>
                  </a:lnTo>
                  <a:lnTo>
                    <a:pt x="2528516" y="1063527"/>
                  </a:lnTo>
                  <a:lnTo>
                    <a:pt x="2527856" y="1063527"/>
                  </a:lnTo>
                  <a:lnTo>
                    <a:pt x="2527195" y="1063527"/>
                  </a:lnTo>
                  <a:lnTo>
                    <a:pt x="2526535" y="1063527"/>
                  </a:lnTo>
                  <a:lnTo>
                    <a:pt x="2525874" y="1063527"/>
                  </a:lnTo>
                  <a:lnTo>
                    <a:pt x="2525214" y="1063527"/>
                  </a:lnTo>
                  <a:lnTo>
                    <a:pt x="2524553" y="1063527"/>
                  </a:lnTo>
                  <a:lnTo>
                    <a:pt x="2523893" y="1063527"/>
                  </a:lnTo>
                  <a:lnTo>
                    <a:pt x="2523232" y="1063527"/>
                  </a:lnTo>
                  <a:lnTo>
                    <a:pt x="2522572" y="1063527"/>
                  </a:lnTo>
                  <a:lnTo>
                    <a:pt x="2521911" y="1063527"/>
                  </a:lnTo>
                  <a:lnTo>
                    <a:pt x="2521251" y="1063527"/>
                  </a:lnTo>
                  <a:lnTo>
                    <a:pt x="2520590" y="1063527"/>
                  </a:lnTo>
                  <a:lnTo>
                    <a:pt x="2519929" y="1063527"/>
                  </a:lnTo>
                  <a:lnTo>
                    <a:pt x="2519269" y="1063527"/>
                  </a:lnTo>
                  <a:lnTo>
                    <a:pt x="2518608" y="1063527"/>
                  </a:lnTo>
                  <a:lnTo>
                    <a:pt x="2517948" y="1063527"/>
                  </a:lnTo>
                  <a:lnTo>
                    <a:pt x="2517287" y="1063527"/>
                  </a:lnTo>
                  <a:lnTo>
                    <a:pt x="2516627" y="1063527"/>
                  </a:lnTo>
                  <a:lnTo>
                    <a:pt x="2515966" y="1063527"/>
                  </a:lnTo>
                  <a:lnTo>
                    <a:pt x="2515306" y="1063527"/>
                  </a:lnTo>
                  <a:lnTo>
                    <a:pt x="2514645" y="1063527"/>
                  </a:lnTo>
                  <a:lnTo>
                    <a:pt x="2513985" y="1063527"/>
                  </a:lnTo>
                  <a:lnTo>
                    <a:pt x="2513324" y="1063527"/>
                  </a:lnTo>
                  <a:lnTo>
                    <a:pt x="2512664" y="1063527"/>
                  </a:lnTo>
                  <a:lnTo>
                    <a:pt x="2512003" y="1063527"/>
                  </a:lnTo>
                  <a:lnTo>
                    <a:pt x="2511343" y="1063527"/>
                  </a:lnTo>
                  <a:lnTo>
                    <a:pt x="2510682" y="1063527"/>
                  </a:lnTo>
                  <a:lnTo>
                    <a:pt x="2510022" y="1063527"/>
                  </a:lnTo>
                  <a:lnTo>
                    <a:pt x="2509361" y="1063527"/>
                  </a:lnTo>
                  <a:lnTo>
                    <a:pt x="2508700" y="1063527"/>
                  </a:lnTo>
                  <a:lnTo>
                    <a:pt x="2508040" y="1063527"/>
                  </a:lnTo>
                  <a:lnTo>
                    <a:pt x="2507379" y="1063527"/>
                  </a:lnTo>
                  <a:lnTo>
                    <a:pt x="2506719" y="1063527"/>
                  </a:lnTo>
                  <a:lnTo>
                    <a:pt x="2506058" y="1063527"/>
                  </a:lnTo>
                  <a:lnTo>
                    <a:pt x="2505398" y="1063527"/>
                  </a:lnTo>
                  <a:lnTo>
                    <a:pt x="2504737" y="1063527"/>
                  </a:lnTo>
                  <a:lnTo>
                    <a:pt x="2504077" y="1063527"/>
                  </a:lnTo>
                  <a:lnTo>
                    <a:pt x="2503416" y="1063527"/>
                  </a:lnTo>
                  <a:lnTo>
                    <a:pt x="2502756" y="1063527"/>
                  </a:lnTo>
                  <a:lnTo>
                    <a:pt x="2502095" y="1063527"/>
                  </a:lnTo>
                  <a:lnTo>
                    <a:pt x="2501435" y="1063527"/>
                  </a:lnTo>
                  <a:lnTo>
                    <a:pt x="2500774" y="1063527"/>
                  </a:lnTo>
                  <a:lnTo>
                    <a:pt x="2500114" y="1063527"/>
                  </a:lnTo>
                  <a:lnTo>
                    <a:pt x="2499453" y="1063527"/>
                  </a:lnTo>
                  <a:lnTo>
                    <a:pt x="2498792" y="1063527"/>
                  </a:lnTo>
                  <a:lnTo>
                    <a:pt x="2498132" y="1063527"/>
                  </a:lnTo>
                  <a:lnTo>
                    <a:pt x="2497471" y="1063527"/>
                  </a:lnTo>
                  <a:lnTo>
                    <a:pt x="2496811" y="1063527"/>
                  </a:lnTo>
                  <a:lnTo>
                    <a:pt x="2496150" y="1063527"/>
                  </a:lnTo>
                  <a:lnTo>
                    <a:pt x="2495490" y="1063527"/>
                  </a:lnTo>
                  <a:lnTo>
                    <a:pt x="2494829" y="1063527"/>
                  </a:lnTo>
                  <a:lnTo>
                    <a:pt x="2494169" y="1063527"/>
                  </a:lnTo>
                  <a:lnTo>
                    <a:pt x="2493508" y="1063527"/>
                  </a:lnTo>
                  <a:lnTo>
                    <a:pt x="2492848" y="1063527"/>
                  </a:lnTo>
                  <a:lnTo>
                    <a:pt x="2492187" y="1063527"/>
                  </a:lnTo>
                  <a:lnTo>
                    <a:pt x="2491527" y="1063527"/>
                  </a:lnTo>
                  <a:lnTo>
                    <a:pt x="2490866" y="1063527"/>
                  </a:lnTo>
                  <a:lnTo>
                    <a:pt x="2490206" y="1063527"/>
                  </a:lnTo>
                  <a:lnTo>
                    <a:pt x="2489545" y="1063527"/>
                  </a:lnTo>
                  <a:lnTo>
                    <a:pt x="2488884" y="1063527"/>
                  </a:lnTo>
                  <a:lnTo>
                    <a:pt x="2488224" y="1063527"/>
                  </a:lnTo>
                  <a:lnTo>
                    <a:pt x="2487563" y="1063527"/>
                  </a:lnTo>
                  <a:lnTo>
                    <a:pt x="2486903" y="1063527"/>
                  </a:lnTo>
                  <a:lnTo>
                    <a:pt x="2486242" y="1063527"/>
                  </a:lnTo>
                  <a:lnTo>
                    <a:pt x="2485582" y="1063527"/>
                  </a:lnTo>
                  <a:lnTo>
                    <a:pt x="2484921" y="1063527"/>
                  </a:lnTo>
                  <a:lnTo>
                    <a:pt x="2484261" y="1063527"/>
                  </a:lnTo>
                  <a:lnTo>
                    <a:pt x="2483600" y="1063527"/>
                  </a:lnTo>
                  <a:lnTo>
                    <a:pt x="2482940" y="1063527"/>
                  </a:lnTo>
                  <a:lnTo>
                    <a:pt x="2482279" y="1063527"/>
                  </a:lnTo>
                  <a:lnTo>
                    <a:pt x="2481619" y="1063527"/>
                  </a:lnTo>
                  <a:lnTo>
                    <a:pt x="2480958" y="1063527"/>
                  </a:lnTo>
                  <a:lnTo>
                    <a:pt x="2480298" y="1063527"/>
                  </a:lnTo>
                  <a:lnTo>
                    <a:pt x="2479637" y="1063527"/>
                  </a:lnTo>
                  <a:lnTo>
                    <a:pt x="2478976" y="1063527"/>
                  </a:lnTo>
                  <a:lnTo>
                    <a:pt x="2478316" y="1063527"/>
                  </a:lnTo>
                  <a:lnTo>
                    <a:pt x="2477655" y="1063527"/>
                  </a:lnTo>
                  <a:lnTo>
                    <a:pt x="2476995" y="1063527"/>
                  </a:lnTo>
                  <a:lnTo>
                    <a:pt x="2476334" y="1063527"/>
                  </a:lnTo>
                  <a:lnTo>
                    <a:pt x="2475674" y="1063527"/>
                  </a:lnTo>
                  <a:lnTo>
                    <a:pt x="2475013" y="1063527"/>
                  </a:lnTo>
                  <a:lnTo>
                    <a:pt x="2474353" y="1063527"/>
                  </a:lnTo>
                  <a:lnTo>
                    <a:pt x="2473692" y="1063527"/>
                  </a:lnTo>
                  <a:lnTo>
                    <a:pt x="2473032" y="1063527"/>
                  </a:lnTo>
                  <a:lnTo>
                    <a:pt x="2472371" y="1063527"/>
                  </a:lnTo>
                  <a:lnTo>
                    <a:pt x="2471711" y="1063527"/>
                  </a:lnTo>
                  <a:lnTo>
                    <a:pt x="2471050" y="1063527"/>
                  </a:lnTo>
                  <a:lnTo>
                    <a:pt x="2470390" y="1063527"/>
                  </a:lnTo>
                  <a:lnTo>
                    <a:pt x="2469729" y="1063527"/>
                  </a:lnTo>
                  <a:lnTo>
                    <a:pt x="2469069" y="1063527"/>
                  </a:lnTo>
                  <a:lnTo>
                    <a:pt x="2468408" y="1063527"/>
                  </a:lnTo>
                  <a:lnTo>
                    <a:pt x="2467747" y="1063527"/>
                  </a:lnTo>
                  <a:lnTo>
                    <a:pt x="2467087" y="1063527"/>
                  </a:lnTo>
                  <a:lnTo>
                    <a:pt x="2466426" y="1063527"/>
                  </a:lnTo>
                  <a:lnTo>
                    <a:pt x="2465766" y="1063527"/>
                  </a:lnTo>
                  <a:lnTo>
                    <a:pt x="2465105" y="1063527"/>
                  </a:lnTo>
                  <a:lnTo>
                    <a:pt x="2464445" y="1063527"/>
                  </a:lnTo>
                  <a:lnTo>
                    <a:pt x="2463784" y="1063527"/>
                  </a:lnTo>
                  <a:lnTo>
                    <a:pt x="2463124" y="1063527"/>
                  </a:lnTo>
                  <a:lnTo>
                    <a:pt x="2462463" y="1063527"/>
                  </a:lnTo>
                  <a:lnTo>
                    <a:pt x="2461803" y="1063527"/>
                  </a:lnTo>
                  <a:lnTo>
                    <a:pt x="2461142" y="1063527"/>
                  </a:lnTo>
                  <a:lnTo>
                    <a:pt x="2460482" y="1063527"/>
                  </a:lnTo>
                  <a:lnTo>
                    <a:pt x="2459821" y="1063527"/>
                  </a:lnTo>
                  <a:lnTo>
                    <a:pt x="2459161" y="1063527"/>
                  </a:lnTo>
                  <a:lnTo>
                    <a:pt x="2458500" y="1063527"/>
                  </a:lnTo>
                  <a:lnTo>
                    <a:pt x="2457839" y="1063527"/>
                  </a:lnTo>
                  <a:lnTo>
                    <a:pt x="2457179" y="1063527"/>
                  </a:lnTo>
                  <a:lnTo>
                    <a:pt x="2456518" y="1063527"/>
                  </a:lnTo>
                  <a:lnTo>
                    <a:pt x="2455858" y="1063527"/>
                  </a:lnTo>
                  <a:lnTo>
                    <a:pt x="2455197" y="1063527"/>
                  </a:lnTo>
                  <a:lnTo>
                    <a:pt x="2454537" y="1063527"/>
                  </a:lnTo>
                  <a:lnTo>
                    <a:pt x="2453876" y="1063527"/>
                  </a:lnTo>
                  <a:lnTo>
                    <a:pt x="2453216" y="1063527"/>
                  </a:lnTo>
                  <a:lnTo>
                    <a:pt x="2452555" y="1063527"/>
                  </a:lnTo>
                  <a:lnTo>
                    <a:pt x="2451895" y="1063527"/>
                  </a:lnTo>
                  <a:lnTo>
                    <a:pt x="2451234" y="1063527"/>
                  </a:lnTo>
                  <a:lnTo>
                    <a:pt x="2450574" y="1063527"/>
                  </a:lnTo>
                  <a:lnTo>
                    <a:pt x="2449913" y="1063527"/>
                  </a:lnTo>
                  <a:lnTo>
                    <a:pt x="2449253" y="1063527"/>
                  </a:lnTo>
                  <a:lnTo>
                    <a:pt x="2448592" y="1063527"/>
                  </a:lnTo>
                  <a:lnTo>
                    <a:pt x="2447931" y="1063527"/>
                  </a:lnTo>
                  <a:lnTo>
                    <a:pt x="2447271" y="1063527"/>
                  </a:lnTo>
                  <a:lnTo>
                    <a:pt x="2446610" y="1063527"/>
                  </a:lnTo>
                  <a:lnTo>
                    <a:pt x="2445950" y="1063527"/>
                  </a:lnTo>
                  <a:lnTo>
                    <a:pt x="2445289" y="1063527"/>
                  </a:lnTo>
                  <a:lnTo>
                    <a:pt x="2444629" y="1063527"/>
                  </a:lnTo>
                  <a:lnTo>
                    <a:pt x="2443968" y="1063527"/>
                  </a:lnTo>
                  <a:lnTo>
                    <a:pt x="2443308" y="1063527"/>
                  </a:lnTo>
                  <a:lnTo>
                    <a:pt x="2442647" y="1063527"/>
                  </a:lnTo>
                  <a:lnTo>
                    <a:pt x="2441987" y="1063527"/>
                  </a:lnTo>
                  <a:lnTo>
                    <a:pt x="2441326" y="1063527"/>
                  </a:lnTo>
                  <a:lnTo>
                    <a:pt x="2440666" y="1063527"/>
                  </a:lnTo>
                  <a:lnTo>
                    <a:pt x="2440005" y="1063527"/>
                  </a:lnTo>
                  <a:lnTo>
                    <a:pt x="2439345" y="1063527"/>
                  </a:lnTo>
                  <a:lnTo>
                    <a:pt x="2438684" y="1063527"/>
                  </a:lnTo>
                  <a:lnTo>
                    <a:pt x="2438024" y="1063527"/>
                  </a:lnTo>
                  <a:lnTo>
                    <a:pt x="2437363" y="1063527"/>
                  </a:lnTo>
                  <a:lnTo>
                    <a:pt x="2436702" y="1063527"/>
                  </a:lnTo>
                  <a:lnTo>
                    <a:pt x="2436042" y="1063527"/>
                  </a:lnTo>
                  <a:lnTo>
                    <a:pt x="2435381" y="1063527"/>
                  </a:lnTo>
                  <a:lnTo>
                    <a:pt x="2434721" y="1063527"/>
                  </a:lnTo>
                  <a:lnTo>
                    <a:pt x="2434060" y="1063527"/>
                  </a:lnTo>
                  <a:lnTo>
                    <a:pt x="2433400" y="1063527"/>
                  </a:lnTo>
                  <a:lnTo>
                    <a:pt x="2432739" y="1063527"/>
                  </a:lnTo>
                  <a:lnTo>
                    <a:pt x="2432079" y="1063527"/>
                  </a:lnTo>
                  <a:lnTo>
                    <a:pt x="2431418" y="1063527"/>
                  </a:lnTo>
                  <a:lnTo>
                    <a:pt x="2430758" y="1063527"/>
                  </a:lnTo>
                  <a:lnTo>
                    <a:pt x="2430097" y="1063527"/>
                  </a:lnTo>
                  <a:lnTo>
                    <a:pt x="2429437" y="1063527"/>
                  </a:lnTo>
                  <a:lnTo>
                    <a:pt x="2428776" y="1063527"/>
                  </a:lnTo>
                  <a:lnTo>
                    <a:pt x="2428116" y="1063527"/>
                  </a:lnTo>
                  <a:lnTo>
                    <a:pt x="2427455" y="1063527"/>
                  </a:lnTo>
                  <a:lnTo>
                    <a:pt x="2426794" y="1063527"/>
                  </a:lnTo>
                  <a:lnTo>
                    <a:pt x="2426134" y="1063527"/>
                  </a:lnTo>
                  <a:lnTo>
                    <a:pt x="2425473" y="1063527"/>
                  </a:lnTo>
                  <a:lnTo>
                    <a:pt x="2424813" y="1063527"/>
                  </a:lnTo>
                  <a:lnTo>
                    <a:pt x="2424152" y="1063527"/>
                  </a:lnTo>
                  <a:lnTo>
                    <a:pt x="2423492" y="1063527"/>
                  </a:lnTo>
                  <a:lnTo>
                    <a:pt x="2422831" y="1063527"/>
                  </a:lnTo>
                  <a:lnTo>
                    <a:pt x="2422171" y="1063527"/>
                  </a:lnTo>
                  <a:lnTo>
                    <a:pt x="2421510" y="1063527"/>
                  </a:lnTo>
                  <a:lnTo>
                    <a:pt x="2420850" y="1063527"/>
                  </a:lnTo>
                  <a:lnTo>
                    <a:pt x="2420189" y="1063527"/>
                  </a:lnTo>
                  <a:lnTo>
                    <a:pt x="2419529" y="1063527"/>
                  </a:lnTo>
                  <a:lnTo>
                    <a:pt x="2418868" y="1063527"/>
                  </a:lnTo>
                  <a:lnTo>
                    <a:pt x="2418208" y="1063527"/>
                  </a:lnTo>
                  <a:lnTo>
                    <a:pt x="2417547" y="1063527"/>
                  </a:lnTo>
                  <a:lnTo>
                    <a:pt x="2416886" y="1063527"/>
                  </a:lnTo>
                  <a:lnTo>
                    <a:pt x="2416226" y="1063527"/>
                  </a:lnTo>
                  <a:lnTo>
                    <a:pt x="2415565" y="1063527"/>
                  </a:lnTo>
                  <a:lnTo>
                    <a:pt x="2414905" y="1063527"/>
                  </a:lnTo>
                  <a:lnTo>
                    <a:pt x="2414244" y="1063527"/>
                  </a:lnTo>
                  <a:lnTo>
                    <a:pt x="2413584" y="1063527"/>
                  </a:lnTo>
                  <a:lnTo>
                    <a:pt x="2412923" y="1063527"/>
                  </a:lnTo>
                  <a:lnTo>
                    <a:pt x="2412263" y="1063527"/>
                  </a:lnTo>
                  <a:lnTo>
                    <a:pt x="2411602" y="1063527"/>
                  </a:lnTo>
                  <a:lnTo>
                    <a:pt x="2410942" y="1063527"/>
                  </a:lnTo>
                  <a:lnTo>
                    <a:pt x="2410281" y="1063527"/>
                  </a:lnTo>
                  <a:lnTo>
                    <a:pt x="2409621" y="1063527"/>
                  </a:lnTo>
                  <a:lnTo>
                    <a:pt x="2408960" y="1063527"/>
                  </a:lnTo>
                  <a:lnTo>
                    <a:pt x="2408300" y="1063527"/>
                  </a:lnTo>
                  <a:lnTo>
                    <a:pt x="2407639" y="1063527"/>
                  </a:lnTo>
                  <a:lnTo>
                    <a:pt x="2406978" y="1063527"/>
                  </a:lnTo>
                  <a:lnTo>
                    <a:pt x="2406318" y="1063527"/>
                  </a:lnTo>
                  <a:lnTo>
                    <a:pt x="2405657" y="1063527"/>
                  </a:lnTo>
                  <a:lnTo>
                    <a:pt x="2404997" y="1063527"/>
                  </a:lnTo>
                  <a:lnTo>
                    <a:pt x="2404336" y="1063527"/>
                  </a:lnTo>
                  <a:lnTo>
                    <a:pt x="2403676" y="1063527"/>
                  </a:lnTo>
                  <a:lnTo>
                    <a:pt x="2403015" y="1063527"/>
                  </a:lnTo>
                  <a:lnTo>
                    <a:pt x="2402355" y="1063527"/>
                  </a:lnTo>
                  <a:lnTo>
                    <a:pt x="2401694" y="1063527"/>
                  </a:lnTo>
                  <a:lnTo>
                    <a:pt x="2401034" y="1063527"/>
                  </a:lnTo>
                  <a:lnTo>
                    <a:pt x="2400373" y="1063527"/>
                  </a:lnTo>
                  <a:lnTo>
                    <a:pt x="2399713" y="1063527"/>
                  </a:lnTo>
                  <a:lnTo>
                    <a:pt x="2399052" y="1063527"/>
                  </a:lnTo>
                  <a:lnTo>
                    <a:pt x="2398392" y="1063527"/>
                  </a:lnTo>
                  <a:lnTo>
                    <a:pt x="2397731" y="1063527"/>
                  </a:lnTo>
                  <a:lnTo>
                    <a:pt x="2397071" y="1063527"/>
                  </a:lnTo>
                  <a:lnTo>
                    <a:pt x="2396410" y="1063527"/>
                  </a:lnTo>
                  <a:lnTo>
                    <a:pt x="2395749" y="1063527"/>
                  </a:lnTo>
                  <a:lnTo>
                    <a:pt x="2395089" y="1063527"/>
                  </a:lnTo>
                  <a:lnTo>
                    <a:pt x="2394428" y="1063527"/>
                  </a:lnTo>
                  <a:lnTo>
                    <a:pt x="2393768" y="1063527"/>
                  </a:lnTo>
                  <a:lnTo>
                    <a:pt x="2393107" y="1063527"/>
                  </a:lnTo>
                  <a:lnTo>
                    <a:pt x="2392447" y="1063527"/>
                  </a:lnTo>
                  <a:lnTo>
                    <a:pt x="2391786" y="1063527"/>
                  </a:lnTo>
                  <a:lnTo>
                    <a:pt x="2391126" y="1063527"/>
                  </a:lnTo>
                  <a:lnTo>
                    <a:pt x="2390465" y="1063527"/>
                  </a:lnTo>
                  <a:lnTo>
                    <a:pt x="2389805" y="1063527"/>
                  </a:lnTo>
                  <a:lnTo>
                    <a:pt x="2389144" y="1063527"/>
                  </a:lnTo>
                  <a:lnTo>
                    <a:pt x="2388484" y="1063527"/>
                  </a:lnTo>
                  <a:lnTo>
                    <a:pt x="2387823" y="1063527"/>
                  </a:lnTo>
                  <a:lnTo>
                    <a:pt x="2387163" y="1063527"/>
                  </a:lnTo>
                  <a:lnTo>
                    <a:pt x="2386502" y="1063527"/>
                  </a:lnTo>
                  <a:lnTo>
                    <a:pt x="2385841" y="1063527"/>
                  </a:lnTo>
                  <a:lnTo>
                    <a:pt x="2385181" y="1063527"/>
                  </a:lnTo>
                  <a:lnTo>
                    <a:pt x="2384520" y="1063527"/>
                  </a:lnTo>
                  <a:lnTo>
                    <a:pt x="2383860" y="1063527"/>
                  </a:lnTo>
                  <a:lnTo>
                    <a:pt x="2383199" y="1063527"/>
                  </a:lnTo>
                  <a:lnTo>
                    <a:pt x="2382539" y="1063527"/>
                  </a:lnTo>
                  <a:lnTo>
                    <a:pt x="2381878" y="1063527"/>
                  </a:lnTo>
                  <a:lnTo>
                    <a:pt x="2381218" y="1063527"/>
                  </a:lnTo>
                  <a:lnTo>
                    <a:pt x="2380557" y="1063527"/>
                  </a:lnTo>
                  <a:lnTo>
                    <a:pt x="2379897" y="1063527"/>
                  </a:lnTo>
                  <a:lnTo>
                    <a:pt x="2379236" y="1063527"/>
                  </a:lnTo>
                  <a:lnTo>
                    <a:pt x="2378576" y="1063527"/>
                  </a:lnTo>
                  <a:lnTo>
                    <a:pt x="2377915" y="1063527"/>
                  </a:lnTo>
                  <a:lnTo>
                    <a:pt x="2377255" y="1063527"/>
                  </a:lnTo>
                  <a:lnTo>
                    <a:pt x="2376594" y="1063527"/>
                  </a:lnTo>
                  <a:lnTo>
                    <a:pt x="2375933" y="1063527"/>
                  </a:lnTo>
                  <a:lnTo>
                    <a:pt x="2375273" y="1063527"/>
                  </a:lnTo>
                  <a:lnTo>
                    <a:pt x="2374612" y="1063527"/>
                  </a:lnTo>
                  <a:lnTo>
                    <a:pt x="2373952" y="1063527"/>
                  </a:lnTo>
                  <a:lnTo>
                    <a:pt x="2373291" y="1063527"/>
                  </a:lnTo>
                  <a:lnTo>
                    <a:pt x="2372631" y="1063527"/>
                  </a:lnTo>
                  <a:lnTo>
                    <a:pt x="2371970" y="1063527"/>
                  </a:lnTo>
                  <a:lnTo>
                    <a:pt x="2371310" y="1063527"/>
                  </a:lnTo>
                  <a:lnTo>
                    <a:pt x="2370649" y="1063527"/>
                  </a:lnTo>
                  <a:lnTo>
                    <a:pt x="2369989" y="1063527"/>
                  </a:lnTo>
                  <a:lnTo>
                    <a:pt x="2369328" y="1063527"/>
                  </a:lnTo>
                  <a:lnTo>
                    <a:pt x="2368668" y="1063527"/>
                  </a:lnTo>
                  <a:lnTo>
                    <a:pt x="2368007" y="1063527"/>
                  </a:lnTo>
                  <a:lnTo>
                    <a:pt x="2367347" y="1063527"/>
                  </a:lnTo>
                  <a:lnTo>
                    <a:pt x="2366686" y="1063527"/>
                  </a:lnTo>
                  <a:lnTo>
                    <a:pt x="2366026" y="1063527"/>
                  </a:lnTo>
                  <a:lnTo>
                    <a:pt x="2365365" y="1063527"/>
                  </a:lnTo>
                  <a:lnTo>
                    <a:pt x="2364704" y="1063527"/>
                  </a:lnTo>
                  <a:lnTo>
                    <a:pt x="2364044" y="1063527"/>
                  </a:lnTo>
                  <a:lnTo>
                    <a:pt x="2363383" y="1063527"/>
                  </a:lnTo>
                  <a:lnTo>
                    <a:pt x="2362723" y="1063527"/>
                  </a:lnTo>
                  <a:lnTo>
                    <a:pt x="2362062" y="1063527"/>
                  </a:lnTo>
                  <a:lnTo>
                    <a:pt x="2361402" y="1063527"/>
                  </a:lnTo>
                  <a:lnTo>
                    <a:pt x="2360741" y="1063527"/>
                  </a:lnTo>
                  <a:lnTo>
                    <a:pt x="2360081" y="1063527"/>
                  </a:lnTo>
                  <a:lnTo>
                    <a:pt x="2359420" y="1063527"/>
                  </a:lnTo>
                  <a:lnTo>
                    <a:pt x="2358760" y="1063527"/>
                  </a:lnTo>
                  <a:lnTo>
                    <a:pt x="2358099" y="1063527"/>
                  </a:lnTo>
                  <a:lnTo>
                    <a:pt x="2357439" y="1063527"/>
                  </a:lnTo>
                  <a:lnTo>
                    <a:pt x="2356778" y="1063527"/>
                  </a:lnTo>
                  <a:lnTo>
                    <a:pt x="2356118" y="1063527"/>
                  </a:lnTo>
                  <a:lnTo>
                    <a:pt x="2355457" y="1063527"/>
                  </a:lnTo>
                  <a:lnTo>
                    <a:pt x="2354796" y="1063527"/>
                  </a:lnTo>
                  <a:lnTo>
                    <a:pt x="2354136" y="1063527"/>
                  </a:lnTo>
                  <a:lnTo>
                    <a:pt x="2353475" y="1063527"/>
                  </a:lnTo>
                  <a:lnTo>
                    <a:pt x="2352815" y="1063527"/>
                  </a:lnTo>
                  <a:lnTo>
                    <a:pt x="2352154" y="1063527"/>
                  </a:lnTo>
                  <a:lnTo>
                    <a:pt x="2351494" y="1063527"/>
                  </a:lnTo>
                  <a:lnTo>
                    <a:pt x="2350833" y="1063527"/>
                  </a:lnTo>
                  <a:lnTo>
                    <a:pt x="2350173" y="1063527"/>
                  </a:lnTo>
                  <a:lnTo>
                    <a:pt x="2349512" y="1063527"/>
                  </a:lnTo>
                  <a:lnTo>
                    <a:pt x="2348852" y="1063527"/>
                  </a:lnTo>
                  <a:lnTo>
                    <a:pt x="2348191" y="1063527"/>
                  </a:lnTo>
                  <a:lnTo>
                    <a:pt x="2347531" y="1063527"/>
                  </a:lnTo>
                  <a:lnTo>
                    <a:pt x="2346870" y="1063527"/>
                  </a:lnTo>
                  <a:lnTo>
                    <a:pt x="2346210" y="1063527"/>
                  </a:lnTo>
                  <a:lnTo>
                    <a:pt x="2345549" y="1063527"/>
                  </a:lnTo>
                  <a:lnTo>
                    <a:pt x="2344888" y="1063527"/>
                  </a:lnTo>
                  <a:lnTo>
                    <a:pt x="2344228" y="1063527"/>
                  </a:lnTo>
                  <a:lnTo>
                    <a:pt x="2343567" y="1063527"/>
                  </a:lnTo>
                  <a:lnTo>
                    <a:pt x="2342907" y="1063527"/>
                  </a:lnTo>
                  <a:lnTo>
                    <a:pt x="2342246" y="1063527"/>
                  </a:lnTo>
                  <a:lnTo>
                    <a:pt x="2341586" y="1063527"/>
                  </a:lnTo>
                  <a:lnTo>
                    <a:pt x="2340925" y="1063527"/>
                  </a:lnTo>
                  <a:lnTo>
                    <a:pt x="2340265" y="1063527"/>
                  </a:lnTo>
                  <a:lnTo>
                    <a:pt x="2339604" y="1063527"/>
                  </a:lnTo>
                  <a:lnTo>
                    <a:pt x="2338944" y="1063527"/>
                  </a:lnTo>
                  <a:lnTo>
                    <a:pt x="2338283" y="1063527"/>
                  </a:lnTo>
                  <a:lnTo>
                    <a:pt x="2337623" y="1063527"/>
                  </a:lnTo>
                  <a:lnTo>
                    <a:pt x="2336962" y="1063527"/>
                  </a:lnTo>
                  <a:lnTo>
                    <a:pt x="2336302" y="1063527"/>
                  </a:lnTo>
                  <a:lnTo>
                    <a:pt x="2335641" y="1063527"/>
                  </a:lnTo>
                  <a:lnTo>
                    <a:pt x="2334980" y="1063527"/>
                  </a:lnTo>
                  <a:lnTo>
                    <a:pt x="2334320" y="1063527"/>
                  </a:lnTo>
                  <a:lnTo>
                    <a:pt x="2333659" y="1063527"/>
                  </a:lnTo>
                  <a:lnTo>
                    <a:pt x="2332999" y="1063527"/>
                  </a:lnTo>
                  <a:lnTo>
                    <a:pt x="2332338" y="1063527"/>
                  </a:lnTo>
                  <a:lnTo>
                    <a:pt x="2331678" y="1063527"/>
                  </a:lnTo>
                  <a:lnTo>
                    <a:pt x="2331017" y="1063527"/>
                  </a:lnTo>
                  <a:lnTo>
                    <a:pt x="2330357" y="1063527"/>
                  </a:lnTo>
                  <a:lnTo>
                    <a:pt x="2329696" y="1063527"/>
                  </a:lnTo>
                  <a:lnTo>
                    <a:pt x="2329036" y="1063527"/>
                  </a:lnTo>
                  <a:lnTo>
                    <a:pt x="2328375" y="1063527"/>
                  </a:lnTo>
                  <a:lnTo>
                    <a:pt x="2327715" y="1063527"/>
                  </a:lnTo>
                  <a:lnTo>
                    <a:pt x="2327054" y="1063527"/>
                  </a:lnTo>
                  <a:lnTo>
                    <a:pt x="2326394" y="1063527"/>
                  </a:lnTo>
                  <a:lnTo>
                    <a:pt x="2325733" y="1063527"/>
                  </a:lnTo>
                  <a:lnTo>
                    <a:pt x="2325073" y="1063527"/>
                  </a:lnTo>
                  <a:lnTo>
                    <a:pt x="2324412" y="1063527"/>
                  </a:lnTo>
                  <a:lnTo>
                    <a:pt x="2323751" y="1063527"/>
                  </a:lnTo>
                  <a:lnTo>
                    <a:pt x="2323091" y="1063527"/>
                  </a:lnTo>
                  <a:lnTo>
                    <a:pt x="2322430" y="1063527"/>
                  </a:lnTo>
                  <a:lnTo>
                    <a:pt x="2321770" y="1063527"/>
                  </a:lnTo>
                  <a:lnTo>
                    <a:pt x="2321109" y="1063527"/>
                  </a:lnTo>
                  <a:lnTo>
                    <a:pt x="2320449" y="1063527"/>
                  </a:lnTo>
                  <a:lnTo>
                    <a:pt x="2319788" y="1063527"/>
                  </a:lnTo>
                  <a:lnTo>
                    <a:pt x="2319128" y="1063527"/>
                  </a:lnTo>
                  <a:lnTo>
                    <a:pt x="2318467" y="1063527"/>
                  </a:lnTo>
                  <a:lnTo>
                    <a:pt x="2317807" y="1063527"/>
                  </a:lnTo>
                  <a:lnTo>
                    <a:pt x="2317146" y="1063527"/>
                  </a:lnTo>
                  <a:lnTo>
                    <a:pt x="2316486" y="1063527"/>
                  </a:lnTo>
                  <a:lnTo>
                    <a:pt x="2315825" y="1063527"/>
                  </a:lnTo>
                  <a:lnTo>
                    <a:pt x="2315165" y="1063527"/>
                  </a:lnTo>
                  <a:lnTo>
                    <a:pt x="2314504" y="1063527"/>
                  </a:lnTo>
                  <a:lnTo>
                    <a:pt x="2313843" y="1063527"/>
                  </a:lnTo>
                  <a:lnTo>
                    <a:pt x="2313183" y="1063527"/>
                  </a:lnTo>
                  <a:lnTo>
                    <a:pt x="2312522" y="1063527"/>
                  </a:lnTo>
                  <a:lnTo>
                    <a:pt x="2311862" y="1063527"/>
                  </a:lnTo>
                  <a:lnTo>
                    <a:pt x="2311201" y="1063527"/>
                  </a:lnTo>
                  <a:lnTo>
                    <a:pt x="2310541" y="1063527"/>
                  </a:lnTo>
                  <a:lnTo>
                    <a:pt x="2309880" y="1063527"/>
                  </a:lnTo>
                  <a:lnTo>
                    <a:pt x="2309220" y="1063527"/>
                  </a:lnTo>
                  <a:lnTo>
                    <a:pt x="2308559" y="1063527"/>
                  </a:lnTo>
                  <a:lnTo>
                    <a:pt x="2307899" y="1063527"/>
                  </a:lnTo>
                  <a:lnTo>
                    <a:pt x="2307238" y="1063527"/>
                  </a:lnTo>
                  <a:lnTo>
                    <a:pt x="2306578" y="1063527"/>
                  </a:lnTo>
                  <a:lnTo>
                    <a:pt x="2305917" y="1063527"/>
                  </a:lnTo>
                  <a:lnTo>
                    <a:pt x="2305257" y="1063527"/>
                  </a:lnTo>
                  <a:lnTo>
                    <a:pt x="2304596" y="1063527"/>
                  </a:lnTo>
                  <a:lnTo>
                    <a:pt x="2303935" y="1063527"/>
                  </a:lnTo>
                  <a:lnTo>
                    <a:pt x="2303275" y="1063527"/>
                  </a:lnTo>
                  <a:lnTo>
                    <a:pt x="2302614" y="1063527"/>
                  </a:lnTo>
                  <a:lnTo>
                    <a:pt x="2301954" y="1063527"/>
                  </a:lnTo>
                  <a:lnTo>
                    <a:pt x="2301293" y="1063527"/>
                  </a:lnTo>
                  <a:lnTo>
                    <a:pt x="2300633" y="1063527"/>
                  </a:lnTo>
                  <a:lnTo>
                    <a:pt x="2299972" y="1063527"/>
                  </a:lnTo>
                  <a:lnTo>
                    <a:pt x="2299312" y="1063527"/>
                  </a:lnTo>
                  <a:lnTo>
                    <a:pt x="2298651" y="1063527"/>
                  </a:lnTo>
                  <a:lnTo>
                    <a:pt x="2297991" y="1063527"/>
                  </a:lnTo>
                  <a:lnTo>
                    <a:pt x="2297330" y="1063527"/>
                  </a:lnTo>
                  <a:lnTo>
                    <a:pt x="2296670" y="1063527"/>
                  </a:lnTo>
                  <a:lnTo>
                    <a:pt x="2296009" y="1063527"/>
                  </a:lnTo>
                  <a:lnTo>
                    <a:pt x="2295349" y="1063527"/>
                  </a:lnTo>
                  <a:lnTo>
                    <a:pt x="2294688" y="1063527"/>
                  </a:lnTo>
                  <a:lnTo>
                    <a:pt x="2294028" y="1063527"/>
                  </a:lnTo>
                  <a:lnTo>
                    <a:pt x="2293367" y="1063527"/>
                  </a:lnTo>
                  <a:lnTo>
                    <a:pt x="2292706" y="1063527"/>
                  </a:lnTo>
                  <a:lnTo>
                    <a:pt x="2292046" y="1063527"/>
                  </a:lnTo>
                  <a:lnTo>
                    <a:pt x="2291385" y="1063527"/>
                  </a:lnTo>
                  <a:lnTo>
                    <a:pt x="2290725" y="1063527"/>
                  </a:lnTo>
                  <a:lnTo>
                    <a:pt x="2290064" y="1063527"/>
                  </a:lnTo>
                  <a:lnTo>
                    <a:pt x="2289404" y="1063527"/>
                  </a:lnTo>
                  <a:lnTo>
                    <a:pt x="2288743" y="1063527"/>
                  </a:lnTo>
                  <a:lnTo>
                    <a:pt x="2288083" y="1063527"/>
                  </a:lnTo>
                  <a:lnTo>
                    <a:pt x="2287422" y="1063527"/>
                  </a:lnTo>
                  <a:lnTo>
                    <a:pt x="2286762" y="1063527"/>
                  </a:lnTo>
                  <a:lnTo>
                    <a:pt x="2286101" y="1063527"/>
                  </a:lnTo>
                  <a:lnTo>
                    <a:pt x="2285441" y="1063527"/>
                  </a:lnTo>
                  <a:lnTo>
                    <a:pt x="2284780" y="1063527"/>
                  </a:lnTo>
                  <a:lnTo>
                    <a:pt x="2284120" y="1063527"/>
                  </a:lnTo>
                  <a:lnTo>
                    <a:pt x="2283459" y="1063527"/>
                  </a:lnTo>
                  <a:lnTo>
                    <a:pt x="2282798" y="1063527"/>
                  </a:lnTo>
                  <a:lnTo>
                    <a:pt x="2282138" y="1063527"/>
                  </a:lnTo>
                  <a:lnTo>
                    <a:pt x="2281477" y="1063527"/>
                  </a:lnTo>
                  <a:lnTo>
                    <a:pt x="2280817" y="1063527"/>
                  </a:lnTo>
                  <a:lnTo>
                    <a:pt x="2280156" y="1063527"/>
                  </a:lnTo>
                  <a:lnTo>
                    <a:pt x="2279496" y="1063527"/>
                  </a:lnTo>
                  <a:lnTo>
                    <a:pt x="2278835" y="1063527"/>
                  </a:lnTo>
                  <a:lnTo>
                    <a:pt x="2278175" y="1063527"/>
                  </a:lnTo>
                  <a:lnTo>
                    <a:pt x="2277514" y="1063527"/>
                  </a:lnTo>
                  <a:lnTo>
                    <a:pt x="2276854" y="1063527"/>
                  </a:lnTo>
                  <a:lnTo>
                    <a:pt x="2276193" y="1063527"/>
                  </a:lnTo>
                  <a:lnTo>
                    <a:pt x="2275533" y="1063527"/>
                  </a:lnTo>
                  <a:lnTo>
                    <a:pt x="2274872" y="1063527"/>
                  </a:lnTo>
                  <a:lnTo>
                    <a:pt x="2274212" y="1063527"/>
                  </a:lnTo>
                  <a:lnTo>
                    <a:pt x="2273551" y="1063527"/>
                  </a:lnTo>
                  <a:lnTo>
                    <a:pt x="2272890" y="1063527"/>
                  </a:lnTo>
                  <a:lnTo>
                    <a:pt x="2272230" y="1063527"/>
                  </a:lnTo>
                  <a:lnTo>
                    <a:pt x="2271569" y="1063527"/>
                  </a:lnTo>
                  <a:lnTo>
                    <a:pt x="2270909" y="1063527"/>
                  </a:lnTo>
                  <a:lnTo>
                    <a:pt x="2270248" y="1063527"/>
                  </a:lnTo>
                  <a:lnTo>
                    <a:pt x="2269588" y="1063527"/>
                  </a:lnTo>
                  <a:lnTo>
                    <a:pt x="2268927" y="1063527"/>
                  </a:lnTo>
                  <a:lnTo>
                    <a:pt x="2268267" y="1063527"/>
                  </a:lnTo>
                  <a:lnTo>
                    <a:pt x="2267606" y="1063527"/>
                  </a:lnTo>
                  <a:lnTo>
                    <a:pt x="2266946" y="1063527"/>
                  </a:lnTo>
                  <a:lnTo>
                    <a:pt x="2266285" y="1063527"/>
                  </a:lnTo>
                  <a:lnTo>
                    <a:pt x="2265625" y="1063527"/>
                  </a:lnTo>
                  <a:lnTo>
                    <a:pt x="2264964" y="1063527"/>
                  </a:lnTo>
                  <a:lnTo>
                    <a:pt x="2264304" y="1063527"/>
                  </a:lnTo>
                  <a:lnTo>
                    <a:pt x="2263643" y="1063527"/>
                  </a:lnTo>
                  <a:lnTo>
                    <a:pt x="2262982" y="1063527"/>
                  </a:lnTo>
                  <a:lnTo>
                    <a:pt x="2262322" y="1063527"/>
                  </a:lnTo>
                  <a:lnTo>
                    <a:pt x="2261661" y="1063527"/>
                  </a:lnTo>
                  <a:lnTo>
                    <a:pt x="2261001" y="1063527"/>
                  </a:lnTo>
                  <a:lnTo>
                    <a:pt x="2260340" y="1063527"/>
                  </a:lnTo>
                  <a:lnTo>
                    <a:pt x="2259680" y="1063527"/>
                  </a:lnTo>
                  <a:lnTo>
                    <a:pt x="2259019" y="1063527"/>
                  </a:lnTo>
                  <a:lnTo>
                    <a:pt x="2258359" y="1063527"/>
                  </a:lnTo>
                  <a:lnTo>
                    <a:pt x="2257698" y="1063527"/>
                  </a:lnTo>
                  <a:lnTo>
                    <a:pt x="2257038" y="1063527"/>
                  </a:lnTo>
                  <a:lnTo>
                    <a:pt x="2256377" y="1063527"/>
                  </a:lnTo>
                  <a:lnTo>
                    <a:pt x="2255717" y="1063527"/>
                  </a:lnTo>
                  <a:lnTo>
                    <a:pt x="2255056" y="1063527"/>
                  </a:lnTo>
                  <a:lnTo>
                    <a:pt x="2254396" y="1063527"/>
                  </a:lnTo>
                  <a:lnTo>
                    <a:pt x="2253735" y="1063527"/>
                  </a:lnTo>
                  <a:lnTo>
                    <a:pt x="2253075" y="1063527"/>
                  </a:lnTo>
                  <a:lnTo>
                    <a:pt x="2252414" y="1063527"/>
                  </a:lnTo>
                  <a:lnTo>
                    <a:pt x="2251753" y="1063527"/>
                  </a:lnTo>
                  <a:lnTo>
                    <a:pt x="2251093" y="1063527"/>
                  </a:lnTo>
                  <a:lnTo>
                    <a:pt x="2250432" y="1063527"/>
                  </a:lnTo>
                  <a:lnTo>
                    <a:pt x="2249772" y="1063527"/>
                  </a:lnTo>
                  <a:lnTo>
                    <a:pt x="2249111" y="1063527"/>
                  </a:lnTo>
                  <a:lnTo>
                    <a:pt x="2248451" y="1063527"/>
                  </a:lnTo>
                  <a:lnTo>
                    <a:pt x="2247790" y="1063527"/>
                  </a:lnTo>
                  <a:lnTo>
                    <a:pt x="2247130" y="1063527"/>
                  </a:lnTo>
                  <a:lnTo>
                    <a:pt x="2246469" y="1063527"/>
                  </a:lnTo>
                  <a:lnTo>
                    <a:pt x="2245809" y="1063527"/>
                  </a:lnTo>
                  <a:lnTo>
                    <a:pt x="2245148" y="1063527"/>
                  </a:lnTo>
                  <a:lnTo>
                    <a:pt x="2244488" y="1063527"/>
                  </a:lnTo>
                  <a:lnTo>
                    <a:pt x="2243827" y="1063527"/>
                  </a:lnTo>
                  <a:lnTo>
                    <a:pt x="2243167" y="1063527"/>
                  </a:lnTo>
                  <a:lnTo>
                    <a:pt x="2242506" y="1063527"/>
                  </a:lnTo>
                  <a:lnTo>
                    <a:pt x="2241845" y="1063527"/>
                  </a:lnTo>
                  <a:lnTo>
                    <a:pt x="2241185" y="1063527"/>
                  </a:lnTo>
                  <a:lnTo>
                    <a:pt x="2240524" y="1063527"/>
                  </a:lnTo>
                  <a:lnTo>
                    <a:pt x="2239864" y="1063527"/>
                  </a:lnTo>
                  <a:lnTo>
                    <a:pt x="2239203" y="1063527"/>
                  </a:lnTo>
                  <a:lnTo>
                    <a:pt x="2238543" y="1063527"/>
                  </a:lnTo>
                  <a:lnTo>
                    <a:pt x="2237882" y="1063527"/>
                  </a:lnTo>
                  <a:lnTo>
                    <a:pt x="2237222" y="1063527"/>
                  </a:lnTo>
                  <a:lnTo>
                    <a:pt x="2236561" y="1063527"/>
                  </a:lnTo>
                  <a:lnTo>
                    <a:pt x="2235901" y="1063527"/>
                  </a:lnTo>
                  <a:lnTo>
                    <a:pt x="2235240" y="1063527"/>
                  </a:lnTo>
                  <a:lnTo>
                    <a:pt x="2234580" y="1063527"/>
                  </a:lnTo>
                  <a:lnTo>
                    <a:pt x="2233919" y="1063527"/>
                  </a:lnTo>
                  <a:lnTo>
                    <a:pt x="2233259" y="1063527"/>
                  </a:lnTo>
                  <a:lnTo>
                    <a:pt x="2232598" y="1063527"/>
                  </a:lnTo>
                  <a:lnTo>
                    <a:pt x="2231937" y="1063527"/>
                  </a:lnTo>
                  <a:lnTo>
                    <a:pt x="2231277" y="1063527"/>
                  </a:lnTo>
                  <a:lnTo>
                    <a:pt x="2230616" y="1063527"/>
                  </a:lnTo>
                  <a:lnTo>
                    <a:pt x="2229956" y="1063527"/>
                  </a:lnTo>
                  <a:lnTo>
                    <a:pt x="2229295" y="1063527"/>
                  </a:lnTo>
                  <a:lnTo>
                    <a:pt x="2228635" y="1063527"/>
                  </a:lnTo>
                  <a:lnTo>
                    <a:pt x="2227974" y="1063527"/>
                  </a:lnTo>
                  <a:lnTo>
                    <a:pt x="2227314" y="1063527"/>
                  </a:lnTo>
                  <a:lnTo>
                    <a:pt x="2226653" y="1063527"/>
                  </a:lnTo>
                  <a:lnTo>
                    <a:pt x="2225993" y="1063527"/>
                  </a:lnTo>
                  <a:lnTo>
                    <a:pt x="2225332" y="1063527"/>
                  </a:lnTo>
                  <a:lnTo>
                    <a:pt x="2224672" y="1063527"/>
                  </a:lnTo>
                  <a:lnTo>
                    <a:pt x="2224011" y="1063527"/>
                  </a:lnTo>
                  <a:lnTo>
                    <a:pt x="2223351" y="1063527"/>
                  </a:lnTo>
                  <a:lnTo>
                    <a:pt x="2222690" y="1063527"/>
                  </a:lnTo>
                  <a:lnTo>
                    <a:pt x="2222030" y="1063527"/>
                  </a:lnTo>
                  <a:lnTo>
                    <a:pt x="2221369" y="1063527"/>
                  </a:lnTo>
                  <a:lnTo>
                    <a:pt x="2220708" y="1063527"/>
                  </a:lnTo>
                  <a:lnTo>
                    <a:pt x="2220048" y="1063527"/>
                  </a:lnTo>
                  <a:lnTo>
                    <a:pt x="2219387" y="1063527"/>
                  </a:lnTo>
                  <a:lnTo>
                    <a:pt x="2218727" y="1063527"/>
                  </a:lnTo>
                  <a:lnTo>
                    <a:pt x="2218066" y="1063527"/>
                  </a:lnTo>
                  <a:lnTo>
                    <a:pt x="2217406" y="1063527"/>
                  </a:lnTo>
                  <a:lnTo>
                    <a:pt x="2216745" y="1063527"/>
                  </a:lnTo>
                  <a:lnTo>
                    <a:pt x="2216085" y="1063527"/>
                  </a:lnTo>
                  <a:lnTo>
                    <a:pt x="2215424" y="1063527"/>
                  </a:lnTo>
                  <a:lnTo>
                    <a:pt x="2214764" y="1063527"/>
                  </a:lnTo>
                  <a:lnTo>
                    <a:pt x="2214103" y="1063527"/>
                  </a:lnTo>
                  <a:lnTo>
                    <a:pt x="2213443" y="1063527"/>
                  </a:lnTo>
                  <a:lnTo>
                    <a:pt x="2212782" y="1063527"/>
                  </a:lnTo>
                  <a:lnTo>
                    <a:pt x="2212122" y="1063527"/>
                  </a:lnTo>
                  <a:lnTo>
                    <a:pt x="2211461" y="1063527"/>
                  </a:lnTo>
                  <a:lnTo>
                    <a:pt x="2210800" y="1063527"/>
                  </a:lnTo>
                  <a:lnTo>
                    <a:pt x="2210140" y="1063527"/>
                  </a:lnTo>
                  <a:lnTo>
                    <a:pt x="2209479" y="1063527"/>
                  </a:lnTo>
                  <a:lnTo>
                    <a:pt x="2208819" y="1063527"/>
                  </a:lnTo>
                  <a:lnTo>
                    <a:pt x="2208158" y="1063527"/>
                  </a:lnTo>
                  <a:lnTo>
                    <a:pt x="2207498" y="1063527"/>
                  </a:lnTo>
                  <a:lnTo>
                    <a:pt x="2206837" y="1063527"/>
                  </a:lnTo>
                  <a:lnTo>
                    <a:pt x="2206177" y="1063527"/>
                  </a:lnTo>
                  <a:lnTo>
                    <a:pt x="2205516" y="1063527"/>
                  </a:lnTo>
                  <a:lnTo>
                    <a:pt x="2204856" y="1063527"/>
                  </a:lnTo>
                  <a:lnTo>
                    <a:pt x="2204195" y="1063527"/>
                  </a:lnTo>
                  <a:lnTo>
                    <a:pt x="2203535" y="1063527"/>
                  </a:lnTo>
                  <a:lnTo>
                    <a:pt x="2202874" y="1063527"/>
                  </a:lnTo>
                  <a:lnTo>
                    <a:pt x="2202214" y="1063527"/>
                  </a:lnTo>
                  <a:lnTo>
                    <a:pt x="2201553" y="1063527"/>
                  </a:lnTo>
                  <a:lnTo>
                    <a:pt x="2200892" y="1063527"/>
                  </a:lnTo>
                  <a:lnTo>
                    <a:pt x="2200232" y="1063527"/>
                  </a:lnTo>
                  <a:lnTo>
                    <a:pt x="2199571" y="1063527"/>
                  </a:lnTo>
                  <a:lnTo>
                    <a:pt x="2198911" y="1063527"/>
                  </a:lnTo>
                  <a:lnTo>
                    <a:pt x="2198250" y="1063527"/>
                  </a:lnTo>
                  <a:lnTo>
                    <a:pt x="2197590" y="1063527"/>
                  </a:lnTo>
                  <a:lnTo>
                    <a:pt x="2196929" y="1063527"/>
                  </a:lnTo>
                  <a:lnTo>
                    <a:pt x="2196269" y="1063527"/>
                  </a:lnTo>
                  <a:lnTo>
                    <a:pt x="2195608" y="1063527"/>
                  </a:lnTo>
                  <a:lnTo>
                    <a:pt x="2194948" y="1063527"/>
                  </a:lnTo>
                  <a:lnTo>
                    <a:pt x="2194287" y="1063527"/>
                  </a:lnTo>
                  <a:lnTo>
                    <a:pt x="2193627" y="1063527"/>
                  </a:lnTo>
                  <a:lnTo>
                    <a:pt x="2192966" y="1063527"/>
                  </a:lnTo>
                  <a:lnTo>
                    <a:pt x="2192306" y="1063527"/>
                  </a:lnTo>
                  <a:lnTo>
                    <a:pt x="2191645" y="1063527"/>
                  </a:lnTo>
                  <a:lnTo>
                    <a:pt x="2190984" y="1063527"/>
                  </a:lnTo>
                  <a:lnTo>
                    <a:pt x="2190324" y="1063527"/>
                  </a:lnTo>
                  <a:lnTo>
                    <a:pt x="2189663" y="1063527"/>
                  </a:lnTo>
                  <a:lnTo>
                    <a:pt x="2189003" y="1063527"/>
                  </a:lnTo>
                  <a:lnTo>
                    <a:pt x="2188342" y="1063527"/>
                  </a:lnTo>
                  <a:lnTo>
                    <a:pt x="2187682" y="1063527"/>
                  </a:lnTo>
                  <a:lnTo>
                    <a:pt x="2187021" y="1063527"/>
                  </a:lnTo>
                  <a:lnTo>
                    <a:pt x="2186361" y="1063527"/>
                  </a:lnTo>
                  <a:lnTo>
                    <a:pt x="2185700" y="1063527"/>
                  </a:lnTo>
                  <a:lnTo>
                    <a:pt x="2185040" y="1063527"/>
                  </a:lnTo>
                  <a:lnTo>
                    <a:pt x="2184379" y="1063527"/>
                  </a:lnTo>
                  <a:lnTo>
                    <a:pt x="2183719" y="1063527"/>
                  </a:lnTo>
                  <a:lnTo>
                    <a:pt x="2183058" y="1063527"/>
                  </a:lnTo>
                  <a:lnTo>
                    <a:pt x="2182398" y="1063527"/>
                  </a:lnTo>
                  <a:lnTo>
                    <a:pt x="2181737" y="1063527"/>
                  </a:lnTo>
                  <a:lnTo>
                    <a:pt x="2181077" y="1063527"/>
                  </a:lnTo>
                  <a:lnTo>
                    <a:pt x="2180416" y="1063527"/>
                  </a:lnTo>
                  <a:lnTo>
                    <a:pt x="2179755" y="1063527"/>
                  </a:lnTo>
                  <a:lnTo>
                    <a:pt x="2179095" y="1063527"/>
                  </a:lnTo>
                  <a:lnTo>
                    <a:pt x="2178434" y="1063527"/>
                  </a:lnTo>
                  <a:lnTo>
                    <a:pt x="2177774" y="1063527"/>
                  </a:lnTo>
                  <a:lnTo>
                    <a:pt x="2177113" y="1063527"/>
                  </a:lnTo>
                  <a:lnTo>
                    <a:pt x="2176453" y="1063527"/>
                  </a:lnTo>
                  <a:lnTo>
                    <a:pt x="2175792" y="1063527"/>
                  </a:lnTo>
                  <a:lnTo>
                    <a:pt x="2175132" y="1063527"/>
                  </a:lnTo>
                  <a:lnTo>
                    <a:pt x="2174471" y="1063527"/>
                  </a:lnTo>
                  <a:lnTo>
                    <a:pt x="2173811" y="1063527"/>
                  </a:lnTo>
                  <a:lnTo>
                    <a:pt x="2173150" y="1063527"/>
                  </a:lnTo>
                  <a:lnTo>
                    <a:pt x="2172490" y="1063527"/>
                  </a:lnTo>
                  <a:lnTo>
                    <a:pt x="2171829" y="1063527"/>
                  </a:lnTo>
                  <a:lnTo>
                    <a:pt x="2171169" y="1063527"/>
                  </a:lnTo>
                  <a:lnTo>
                    <a:pt x="2170508" y="1063527"/>
                  </a:lnTo>
                  <a:lnTo>
                    <a:pt x="2169847" y="1063527"/>
                  </a:lnTo>
                  <a:lnTo>
                    <a:pt x="2169187" y="1063527"/>
                  </a:lnTo>
                  <a:lnTo>
                    <a:pt x="2168526" y="1063527"/>
                  </a:lnTo>
                  <a:lnTo>
                    <a:pt x="2167866" y="1063527"/>
                  </a:lnTo>
                  <a:lnTo>
                    <a:pt x="2167205" y="1063527"/>
                  </a:lnTo>
                  <a:lnTo>
                    <a:pt x="2166545" y="1063527"/>
                  </a:lnTo>
                  <a:lnTo>
                    <a:pt x="2165884" y="1063527"/>
                  </a:lnTo>
                  <a:lnTo>
                    <a:pt x="2165224" y="1063527"/>
                  </a:lnTo>
                  <a:lnTo>
                    <a:pt x="2164563" y="1063527"/>
                  </a:lnTo>
                  <a:lnTo>
                    <a:pt x="2163903" y="1063527"/>
                  </a:lnTo>
                  <a:lnTo>
                    <a:pt x="2163242" y="1063527"/>
                  </a:lnTo>
                  <a:lnTo>
                    <a:pt x="2162582" y="1063527"/>
                  </a:lnTo>
                  <a:lnTo>
                    <a:pt x="2161921" y="1063527"/>
                  </a:lnTo>
                  <a:lnTo>
                    <a:pt x="2161261" y="1063527"/>
                  </a:lnTo>
                  <a:lnTo>
                    <a:pt x="2160600" y="1063527"/>
                  </a:lnTo>
                  <a:lnTo>
                    <a:pt x="2159939" y="1063527"/>
                  </a:lnTo>
                  <a:lnTo>
                    <a:pt x="2159279" y="1063527"/>
                  </a:lnTo>
                  <a:lnTo>
                    <a:pt x="2158618" y="1063527"/>
                  </a:lnTo>
                  <a:lnTo>
                    <a:pt x="2157958" y="1063527"/>
                  </a:lnTo>
                  <a:lnTo>
                    <a:pt x="2157297" y="1063527"/>
                  </a:lnTo>
                  <a:lnTo>
                    <a:pt x="2156637" y="1063527"/>
                  </a:lnTo>
                  <a:lnTo>
                    <a:pt x="2155976" y="1063527"/>
                  </a:lnTo>
                  <a:lnTo>
                    <a:pt x="2155316" y="1063527"/>
                  </a:lnTo>
                  <a:lnTo>
                    <a:pt x="2154655" y="1063527"/>
                  </a:lnTo>
                  <a:lnTo>
                    <a:pt x="2153995" y="1063527"/>
                  </a:lnTo>
                  <a:lnTo>
                    <a:pt x="2153334" y="1063527"/>
                  </a:lnTo>
                  <a:lnTo>
                    <a:pt x="2152674" y="1063527"/>
                  </a:lnTo>
                  <a:lnTo>
                    <a:pt x="2152013" y="1063527"/>
                  </a:lnTo>
                  <a:lnTo>
                    <a:pt x="2151353" y="1063527"/>
                  </a:lnTo>
                  <a:lnTo>
                    <a:pt x="2150692" y="1063527"/>
                  </a:lnTo>
                  <a:lnTo>
                    <a:pt x="2150032" y="1063527"/>
                  </a:lnTo>
                  <a:lnTo>
                    <a:pt x="2149371" y="1063527"/>
                  </a:lnTo>
                  <a:lnTo>
                    <a:pt x="2148710" y="1063527"/>
                  </a:lnTo>
                  <a:lnTo>
                    <a:pt x="2148050" y="1063527"/>
                  </a:lnTo>
                  <a:lnTo>
                    <a:pt x="2147389" y="1063527"/>
                  </a:lnTo>
                  <a:lnTo>
                    <a:pt x="2146729" y="1063527"/>
                  </a:lnTo>
                  <a:lnTo>
                    <a:pt x="2146068" y="1063527"/>
                  </a:lnTo>
                  <a:lnTo>
                    <a:pt x="2145408" y="1063527"/>
                  </a:lnTo>
                  <a:lnTo>
                    <a:pt x="2144747" y="1063527"/>
                  </a:lnTo>
                  <a:lnTo>
                    <a:pt x="2144087" y="1063527"/>
                  </a:lnTo>
                  <a:lnTo>
                    <a:pt x="2143426" y="1063527"/>
                  </a:lnTo>
                  <a:lnTo>
                    <a:pt x="2142766" y="1063527"/>
                  </a:lnTo>
                  <a:lnTo>
                    <a:pt x="2142105" y="1063527"/>
                  </a:lnTo>
                  <a:lnTo>
                    <a:pt x="2141445" y="1063527"/>
                  </a:lnTo>
                  <a:lnTo>
                    <a:pt x="2140784" y="1063527"/>
                  </a:lnTo>
                  <a:lnTo>
                    <a:pt x="2140124" y="1063527"/>
                  </a:lnTo>
                  <a:lnTo>
                    <a:pt x="2139463" y="1063527"/>
                  </a:lnTo>
                  <a:lnTo>
                    <a:pt x="2138802" y="1063527"/>
                  </a:lnTo>
                  <a:lnTo>
                    <a:pt x="2138142" y="1063527"/>
                  </a:lnTo>
                  <a:lnTo>
                    <a:pt x="2137481" y="1063527"/>
                  </a:lnTo>
                  <a:lnTo>
                    <a:pt x="2136821" y="1063527"/>
                  </a:lnTo>
                  <a:lnTo>
                    <a:pt x="2136160" y="1063527"/>
                  </a:lnTo>
                  <a:lnTo>
                    <a:pt x="2135500" y="1063527"/>
                  </a:lnTo>
                  <a:lnTo>
                    <a:pt x="2134839" y="1063527"/>
                  </a:lnTo>
                  <a:lnTo>
                    <a:pt x="2134179" y="1063527"/>
                  </a:lnTo>
                  <a:lnTo>
                    <a:pt x="2133518" y="1063527"/>
                  </a:lnTo>
                  <a:lnTo>
                    <a:pt x="2132858" y="1063527"/>
                  </a:lnTo>
                  <a:lnTo>
                    <a:pt x="2132197" y="1063527"/>
                  </a:lnTo>
                  <a:lnTo>
                    <a:pt x="2131537" y="1063527"/>
                  </a:lnTo>
                  <a:lnTo>
                    <a:pt x="2130876" y="1063527"/>
                  </a:lnTo>
                  <a:lnTo>
                    <a:pt x="2130216" y="1063527"/>
                  </a:lnTo>
                  <a:lnTo>
                    <a:pt x="2129555" y="1063527"/>
                  </a:lnTo>
                  <a:lnTo>
                    <a:pt x="2128894" y="1063527"/>
                  </a:lnTo>
                  <a:lnTo>
                    <a:pt x="2128234" y="1063527"/>
                  </a:lnTo>
                  <a:lnTo>
                    <a:pt x="2127573" y="1063527"/>
                  </a:lnTo>
                  <a:lnTo>
                    <a:pt x="2126913" y="1063527"/>
                  </a:lnTo>
                  <a:lnTo>
                    <a:pt x="2126252" y="1063527"/>
                  </a:lnTo>
                  <a:lnTo>
                    <a:pt x="2125592" y="1063527"/>
                  </a:lnTo>
                  <a:lnTo>
                    <a:pt x="2124931" y="1063527"/>
                  </a:lnTo>
                  <a:lnTo>
                    <a:pt x="2124271" y="1063527"/>
                  </a:lnTo>
                  <a:lnTo>
                    <a:pt x="2123610" y="1063527"/>
                  </a:lnTo>
                  <a:lnTo>
                    <a:pt x="2122950" y="1063527"/>
                  </a:lnTo>
                  <a:lnTo>
                    <a:pt x="2122289" y="1063527"/>
                  </a:lnTo>
                  <a:lnTo>
                    <a:pt x="2121629" y="1063527"/>
                  </a:lnTo>
                  <a:lnTo>
                    <a:pt x="2120968" y="1063527"/>
                  </a:lnTo>
                  <a:lnTo>
                    <a:pt x="2120308" y="1063527"/>
                  </a:lnTo>
                  <a:lnTo>
                    <a:pt x="2119647" y="1063527"/>
                  </a:lnTo>
                  <a:lnTo>
                    <a:pt x="2118986" y="1063527"/>
                  </a:lnTo>
                  <a:lnTo>
                    <a:pt x="2118326" y="1063527"/>
                  </a:lnTo>
                  <a:lnTo>
                    <a:pt x="2117665" y="1063527"/>
                  </a:lnTo>
                  <a:lnTo>
                    <a:pt x="2117005" y="1063527"/>
                  </a:lnTo>
                  <a:lnTo>
                    <a:pt x="2116344" y="1063527"/>
                  </a:lnTo>
                  <a:lnTo>
                    <a:pt x="2115684" y="1063527"/>
                  </a:lnTo>
                  <a:lnTo>
                    <a:pt x="2115023" y="1063527"/>
                  </a:lnTo>
                  <a:lnTo>
                    <a:pt x="2114363" y="1063527"/>
                  </a:lnTo>
                  <a:lnTo>
                    <a:pt x="2113702" y="1063527"/>
                  </a:lnTo>
                  <a:lnTo>
                    <a:pt x="2113042" y="1063527"/>
                  </a:lnTo>
                  <a:lnTo>
                    <a:pt x="2112381" y="1063527"/>
                  </a:lnTo>
                  <a:lnTo>
                    <a:pt x="2111721" y="1063527"/>
                  </a:lnTo>
                  <a:lnTo>
                    <a:pt x="2111060" y="1063527"/>
                  </a:lnTo>
                  <a:lnTo>
                    <a:pt x="2110400" y="1063527"/>
                  </a:lnTo>
                  <a:lnTo>
                    <a:pt x="2109739" y="1063527"/>
                  </a:lnTo>
                  <a:lnTo>
                    <a:pt x="2109079" y="1063527"/>
                  </a:lnTo>
                  <a:lnTo>
                    <a:pt x="2108418" y="1063527"/>
                  </a:lnTo>
                  <a:lnTo>
                    <a:pt x="2107757" y="1063527"/>
                  </a:lnTo>
                  <a:lnTo>
                    <a:pt x="2107097" y="1063527"/>
                  </a:lnTo>
                  <a:lnTo>
                    <a:pt x="2106436" y="1063527"/>
                  </a:lnTo>
                  <a:lnTo>
                    <a:pt x="2105776" y="1063527"/>
                  </a:lnTo>
                  <a:lnTo>
                    <a:pt x="2105115" y="1063527"/>
                  </a:lnTo>
                  <a:lnTo>
                    <a:pt x="2104455" y="1063527"/>
                  </a:lnTo>
                  <a:lnTo>
                    <a:pt x="2103794" y="1063527"/>
                  </a:lnTo>
                  <a:lnTo>
                    <a:pt x="2103134" y="1063527"/>
                  </a:lnTo>
                  <a:lnTo>
                    <a:pt x="2102473" y="1063527"/>
                  </a:lnTo>
                  <a:lnTo>
                    <a:pt x="2101813" y="1063527"/>
                  </a:lnTo>
                  <a:lnTo>
                    <a:pt x="2101152" y="1063527"/>
                  </a:lnTo>
                  <a:lnTo>
                    <a:pt x="2100492" y="1063527"/>
                  </a:lnTo>
                  <a:lnTo>
                    <a:pt x="2099831" y="1063527"/>
                  </a:lnTo>
                  <a:lnTo>
                    <a:pt x="2099171" y="1063527"/>
                  </a:lnTo>
                  <a:lnTo>
                    <a:pt x="2098510" y="1063527"/>
                  </a:lnTo>
                  <a:lnTo>
                    <a:pt x="2097849" y="1063527"/>
                  </a:lnTo>
                  <a:lnTo>
                    <a:pt x="2097189" y="1063527"/>
                  </a:lnTo>
                  <a:lnTo>
                    <a:pt x="2096528" y="1063527"/>
                  </a:lnTo>
                  <a:lnTo>
                    <a:pt x="2095868" y="1063527"/>
                  </a:lnTo>
                  <a:lnTo>
                    <a:pt x="2095207" y="1063527"/>
                  </a:lnTo>
                  <a:lnTo>
                    <a:pt x="2094547" y="1063527"/>
                  </a:lnTo>
                  <a:lnTo>
                    <a:pt x="2093886" y="1063527"/>
                  </a:lnTo>
                  <a:lnTo>
                    <a:pt x="2093226" y="1063527"/>
                  </a:lnTo>
                  <a:lnTo>
                    <a:pt x="2092565" y="1063527"/>
                  </a:lnTo>
                  <a:lnTo>
                    <a:pt x="2091905" y="1063527"/>
                  </a:lnTo>
                  <a:lnTo>
                    <a:pt x="2091244" y="1063527"/>
                  </a:lnTo>
                  <a:lnTo>
                    <a:pt x="2090584" y="1063527"/>
                  </a:lnTo>
                  <a:lnTo>
                    <a:pt x="2089923" y="1063527"/>
                  </a:lnTo>
                  <a:lnTo>
                    <a:pt x="2089263" y="1063527"/>
                  </a:lnTo>
                  <a:lnTo>
                    <a:pt x="2088602" y="1063527"/>
                  </a:lnTo>
                  <a:lnTo>
                    <a:pt x="2087941" y="1063527"/>
                  </a:lnTo>
                  <a:lnTo>
                    <a:pt x="2087281" y="1063527"/>
                  </a:lnTo>
                  <a:lnTo>
                    <a:pt x="2086620" y="1063527"/>
                  </a:lnTo>
                  <a:lnTo>
                    <a:pt x="2085960" y="1063527"/>
                  </a:lnTo>
                  <a:lnTo>
                    <a:pt x="2085299" y="1063527"/>
                  </a:lnTo>
                  <a:lnTo>
                    <a:pt x="2084639" y="1063527"/>
                  </a:lnTo>
                  <a:lnTo>
                    <a:pt x="2083978" y="1063527"/>
                  </a:lnTo>
                  <a:lnTo>
                    <a:pt x="2083318" y="1063527"/>
                  </a:lnTo>
                  <a:lnTo>
                    <a:pt x="2082657" y="1063527"/>
                  </a:lnTo>
                  <a:lnTo>
                    <a:pt x="2081997" y="1063527"/>
                  </a:lnTo>
                  <a:lnTo>
                    <a:pt x="2081336" y="1063527"/>
                  </a:lnTo>
                  <a:lnTo>
                    <a:pt x="2080676" y="1063527"/>
                  </a:lnTo>
                  <a:lnTo>
                    <a:pt x="2080015" y="1063527"/>
                  </a:lnTo>
                  <a:lnTo>
                    <a:pt x="2079355" y="1063527"/>
                  </a:lnTo>
                  <a:lnTo>
                    <a:pt x="2078694" y="1063527"/>
                  </a:lnTo>
                  <a:lnTo>
                    <a:pt x="2078034" y="1063527"/>
                  </a:lnTo>
                  <a:lnTo>
                    <a:pt x="2077373" y="1063527"/>
                  </a:lnTo>
                  <a:lnTo>
                    <a:pt x="2076712" y="1063527"/>
                  </a:lnTo>
                  <a:lnTo>
                    <a:pt x="2076052" y="1063527"/>
                  </a:lnTo>
                  <a:lnTo>
                    <a:pt x="2075391" y="1063527"/>
                  </a:lnTo>
                  <a:lnTo>
                    <a:pt x="2074731" y="1063527"/>
                  </a:lnTo>
                  <a:lnTo>
                    <a:pt x="2074070" y="1063527"/>
                  </a:lnTo>
                  <a:lnTo>
                    <a:pt x="2073410" y="1063527"/>
                  </a:lnTo>
                  <a:lnTo>
                    <a:pt x="2072749" y="1063527"/>
                  </a:lnTo>
                  <a:lnTo>
                    <a:pt x="2072089" y="1063527"/>
                  </a:lnTo>
                  <a:lnTo>
                    <a:pt x="2071428" y="1063527"/>
                  </a:lnTo>
                  <a:lnTo>
                    <a:pt x="2070768" y="1063527"/>
                  </a:lnTo>
                  <a:lnTo>
                    <a:pt x="2070107" y="1063527"/>
                  </a:lnTo>
                  <a:lnTo>
                    <a:pt x="2069447" y="1063527"/>
                  </a:lnTo>
                  <a:lnTo>
                    <a:pt x="2068786" y="1063527"/>
                  </a:lnTo>
                  <a:lnTo>
                    <a:pt x="2068126" y="1063527"/>
                  </a:lnTo>
                  <a:lnTo>
                    <a:pt x="2067465" y="1063527"/>
                  </a:lnTo>
                  <a:lnTo>
                    <a:pt x="2066804" y="1063527"/>
                  </a:lnTo>
                  <a:lnTo>
                    <a:pt x="2066144" y="1063527"/>
                  </a:lnTo>
                  <a:lnTo>
                    <a:pt x="2065483" y="1063527"/>
                  </a:lnTo>
                  <a:lnTo>
                    <a:pt x="2064823" y="1063527"/>
                  </a:lnTo>
                  <a:lnTo>
                    <a:pt x="2064162" y="1063527"/>
                  </a:lnTo>
                  <a:lnTo>
                    <a:pt x="2063502" y="1063527"/>
                  </a:lnTo>
                  <a:lnTo>
                    <a:pt x="2062841" y="1063527"/>
                  </a:lnTo>
                  <a:lnTo>
                    <a:pt x="2062181" y="1063527"/>
                  </a:lnTo>
                  <a:lnTo>
                    <a:pt x="2061520" y="1063527"/>
                  </a:lnTo>
                  <a:lnTo>
                    <a:pt x="2060860" y="1063527"/>
                  </a:lnTo>
                  <a:lnTo>
                    <a:pt x="2060199" y="1063527"/>
                  </a:lnTo>
                  <a:lnTo>
                    <a:pt x="2059539" y="1063527"/>
                  </a:lnTo>
                  <a:lnTo>
                    <a:pt x="2058878" y="1063527"/>
                  </a:lnTo>
                  <a:lnTo>
                    <a:pt x="2058218" y="1063527"/>
                  </a:lnTo>
                  <a:lnTo>
                    <a:pt x="2057557" y="1063527"/>
                  </a:lnTo>
                  <a:lnTo>
                    <a:pt x="2056896" y="1063527"/>
                  </a:lnTo>
                  <a:lnTo>
                    <a:pt x="2056236" y="1063527"/>
                  </a:lnTo>
                  <a:lnTo>
                    <a:pt x="2055575" y="1063527"/>
                  </a:lnTo>
                  <a:lnTo>
                    <a:pt x="2054915" y="1063527"/>
                  </a:lnTo>
                  <a:lnTo>
                    <a:pt x="2054254" y="1063527"/>
                  </a:lnTo>
                  <a:lnTo>
                    <a:pt x="2053594" y="1063527"/>
                  </a:lnTo>
                  <a:lnTo>
                    <a:pt x="2052933" y="1063527"/>
                  </a:lnTo>
                  <a:lnTo>
                    <a:pt x="2052273" y="1063527"/>
                  </a:lnTo>
                  <a:lnTo>
                    <a:pt x="2051612" y="1063527"/>
                  </a:lnTo>
                  <a:lnTo>
                    <a:pt x="2050952" y="1063527"/>
                  </a:lnTo>
                  <a:lnTo>
                    <a:pt x="2050291" y="1063527"/>
                  </a:lnTo>
                  <a:lnTo>
                    <a:pt x="2049631" y="1063527"/>
                  </a:lnTo>
                  <a:lnTo>
                    <a:pt x="2048970" y="1063527"/>
                  </a:lnTo>
                  <a:lnTo>
                    <a:pt x="2048310" y="1063527"/>
                  </a:lnTo>
                  <a:lnTo>
                    <a:pt x="2047649" y="1063527"/>
                  </a:lnTo>
                  <a:lnTo>
                    <a:pt x="2046988" y="1063527"/>
                  </a:lnTo>
                  <a:lnTo>
                    <a:pt x="2046328" y="1063527"/>
                  </a:lnTo>
                  <a:lnTo>
                    <a:pt x="2045667" y="1063527"/>
                  </a:lnTo>
                  <a:lnTo>
                    <a:pt x="2045007" y="1063527"/>
                  </a:lnTo>
                  <a:lnTo>
                    <a:pt x="2044346" y="1063527"/>
                  </a:lnTo>
                  <a:lnTo>
                    <a:pt x="2043686" y="1063527"/>
                  </a:lnTo>
                  <a:lnTo>
                    <a:pt x="2043025" y="1063527"/>
                  </a:lnTo>
                  <a:lnTo>
                    <a:pt x="2042365" y="1063527"/>
                  </a:lnTo>
                  <a:lnTo>
                    <a:pt x="2041704" y="1063527"/>
                  </a:lnTo>
                  <a:lnTo>
                    <a:pt x="2041044" y="1063527"/>
                  </a:lnTo>
                  <a:lnTo>
                    <a:pt x="2040383" y="1063527"/>
                  </a:lnTo>
                  <a:lnTo>
                    <a:pt x="2039723" y="1063527"/>
                  </a:lnTo>
                  <a:lnTo>
                    <a:pt x="2039062" y="1063527"/>
                  </a:lnTo>
                  <a:lnTo>
                    <a:pt x="2038402" y="1063527"/>
                  </a:lnTo>
                  <a:lnTo>
                    <a:pt x="2037741" y="1063527"/>
                  </a:lnTo>
                  <a:lnTo>
                    <a:pt x="2037081" y="1063527"/>
                  </a:lnTo>
                  <a:lnTo>
                    <a:pt x="2036420" y="1063527"/>
                  </a:lnTo>
                  <a:lnTo>
                    <a:pt x="2035759" y="1063527"/>
                  </a:lnTo>
                  <a:lnTo>
                    <a:pt x="2035099" y="1063527"/>
                  </a:lnTo>
                  <a:lnTo>
                    <a:pt x="2034438" y="1063527"/>
                  </a:lnTo>
                  <a:lnTo>
                    <a:pt x="2033778" y="1063527"/>
                  </a:lnTo>
                  <a:lnTo>
                    <a:pt x="2033117" y="1063527"/>
                  </a:lnTo>
                  <a:lnTo>
                    <a:pt x="2032457" y="1063527"/>
                  </a:lnTo>
                  <a:lnTo>
                    <a:pt x="2031796" y="1063527"/>
                  </a:lnTo>
                  <a:lnTo>
                    <a:pt x="2031136" y="1063527"/>
                  </a:lnTo>
                  <a:lnTo>
                    <a:pt x="2030475" y="1063527"/>
                  </a:lnTo>
                  <a:lnTo>
                    <a:pt x="2029815" y="1063527"/>
                  </a:lnTo>
                  <a:lnTo>
                    <a:pt x="2029154" y="1063527"/>
                  </a:lnTo>
                  <a:lnTo>
                    <a:pt x="2028494" y="1063527"/>
                  </a:lnTo>
                  <a:lnTo>
                    <a:pt x="2027833" y="1063527"/>
                  </a:lnTo>
                  <a:lnTo>
                    <a:pt x="2027173" y="1063527"/>
                  </a:lnTo>
                  <a:lnTo>
                    <a:pt x="2026512" y="1063527"/>
                  </a:lnTo>
                  <a:lnTo>
                    <a:pt x="2025851" y="1063527"/>
                  </a:lnTo>
                  <a:lnTo>
                    <a:pt x="2025191" y="1063527"/>
                  </a:lnTo>
                  <a:lnTo>
                    <a:pt x="2024530" y="1063527"/>
                  </a:lnTo>
                  <a:lnTo>
                    <a:pt x="2023870" y="1063527"/>
                  </a:lnTo>
                  <a:lnTo>
                    <a:pt x="2023209" y="1063527"/>
                  </a:lnTo>
                  <a:lnTo>
                    <a:pt x="2022549" y="1063527"/>
                  </a:lnTo>
                  <a:lnTo>
                    <a:pt x="2021888" y="1063527"/>
                  </a:lnTo>
                  <a:lnTo>
                    <a:pt x="2021228" y="1063527"/>
                  </a:lnTo>
                  <a:lnTo>
                    <a:pt x="2020567" y="1063527"/>
                  </a:lnTo>
                  <a:lnTo>
                    <a:pt x="2019907" y="1063527"/>
                  </a:lnTo>
                  <a:lnTo>
                    <a:pt x="2019246" y="1063527"/>
                  </a:lnTo>
                  <a:lnTo>
                    <a:pt x="2018586" y="1063527"/>
                  </a:lnTo>
                  <a:lnTo>
                    <a:pt x="2017925" y="1063527"/>
                  </a:lnTo>
                  <a:lnTo>
                    <a:pt x="2017265" y="1063527"/>
                  </a:lnTo>
                  <a:lnTo>
                    <a:pt x="2016604" y="1063527"/>
                  </a:lnTo>
                  <a:lnTo>
                    <a:pt x="2015943" y="1063527"/>
                  </a:lnTo>
                  <a:lnTo>
                    <a:pt x="2015283" y="1063527"/>
                  </a:lnTo>
                  <a:lnTo>
                    <a:pt x="2014622" y="1063527"/>
                  </a:lnTo>
                  <a:lnTo>
                    <a:pt x="2013962" y="1063527"/>
                  </a:lnTo>
                  <a:lnTo>
                    <a:pt x="2013301" y="1063527"/>
                  </a:lnTo>
                  <a:lnTo>
                    <a:pt x="2012641" y="1063527"/>
                  </a:lnTo>
                  <a:lnTo>
                    <a:pt x="2011980" y="1063527"/>
                  </a:lnTo>
                  <a:lnTo>
                    <a:pt x="2011320" y="1063527"/>
                  </a:lnTo>
                  <a:lnTo>
                    <a:pt x="2010659" y="1063527"/>
                  </a:lnTo>
                  <a:lnTo>
                    <a:pt x="2009999" y="1063527"/>
                  </a:lnTo>
                  <a:lnTo>
                    <a:pt x="2009338" y="1063527"/>
                  </a:lnTo>
                  <a:lnTo>
                    <a:pt x="2008678" y="1063527"/>
                  </a:lnTo>
                  <a:lnTo>
                    <a:pt x="2008017" y="1063527"/>
                  </a:lnTo>
                  <a:lnTo>
                    <a:pt x="2007357" y="1063527"/>
                  </a:lnTo>
                  <a:lnTo>
                    <a:pt x="2006696" y="1063527"/>
                  </a:lnTo>
                  <a:lnTo>
                    <a:pt x="2006036" y="1063527"/>
                  </a:lnTo>
                  <a:lnTo>
                    <a:pt x="2005375" y="1063527"/>
                  </a:lnTo>
                  <a:lnTo>
                    <a:pt x="2004714" y="1063527"/>
                  </a:lnTo>
                  <a:lnTo>
                    <a:pt x="2004054" y="1063527"/>
                  </a:lnTo>
                  <a:lnTo>
                    <a:pt x="2003393" y="1063527"/>
                  </a:lnTo>
                  <a:lnTo>
                    <a:pt x="2002733" y="1063527"/>
                  </a:lnTo>
                  <a:lnTo>
                    <a:pt x="2002072" y="1063527"/>
                  </a:lnTo>
                  <a:lnTo>
                    <a:pt x="2001412" y="1063527"/>
                  </a:lnTo>
                  <a:lnTo>
                    <a:pt x="2000751" y="1063527"/>
                  </a:lnTo>
                  <a:lnTo>
                    <a:pt x="2000091" y="1063527"/>
                  </a:lnTo>
                  <a:lnTo>
                    <a:pt x="1999430" y="1063527"/>
                  </a:lnTo>
                  <a:lnTo>
                    <a:pt x="1998770" y="1063527"/>
                  </a:lnTo>
                  <a:lnTo>
                    <a:pt x="1998109" y="1063527"/>
                  </a:lnTo>
                  <a:lnTo>
                    <a:pt x="1997449" y="1063527"/>
                  </a:lnTo>
                  <a:lnTo>
                    <a:pt x="1996788" y="1063527"/>
                  </a:lnTo>
                  <a:lnTo>
                    <a:pt x="1996128" y="1063527"/>
                  </a:lnTo>
                  <a:lnTo>
                    <a:pt x="1995467" y="1063527"/>
                  </a:lnTo>
                  <a:lnTo>
                    <a:pt x="1994806" y="1063527"/>
                  </a:lnTo>
                  <a:lnTo>
                    <a:pt x="1994146" y="1063527"/>
                  </a:lnTo>
                  <a:lnTo>
                    <a:pt x="1993485" y="1063527"/>
                  </a:lnTo>
                  <a:lnTo>
                    <a:pt x="1992825" y="1063527"/>
                  </a:lnTo>
                  <a:lnTo>
                    <a:pt x="1992164" y="1063527"/>
                  </a:lnTo>
                  <a:lnTo>
                    <a:pt x="1991504" y="1063527"/>
                  </a:lnTo>
                  <a:lnTo>
                    <a:pt x="1990843" y="1063527"/>
                  </a:lnTo>
                  <a:lnTo>
                    <a:pt x="1990183" y="1063527"/>
                  </a:lnTo>
                  <a:lnTo>
                    <a:pt x="1989522" y="1063527"/>
                  </a:lnTo>
                  <a:lnTo>
                    <a:pt x="1988862" y="1063527"/>
                  </a:lnTo>
                  <a:lnTo>
                    <a:pt x="1988201" y="1063527"/>
                  </a:lnTo>
                  <a:lnTo>
                    <a:pt x="1987541" y="1063527"/>
                  </a:lnTo>
                  <a:lnTo>
                    <a:pt x="1986880" y="1063527"/>
                  </a:lnTo>
                  <a:lnTo>
                    <a:pt x="1986220" y="1063527"/>
                  </a:lnTo>
                  <a:lnTo>
                    <a:pt x="1985559" y="1063527"/>
                  </a:lnTo>
                  <a:lnTo>
                    <a:pt x="1984898" y="1063527"/>
                  </a:lnTo>
                  <a:lnTo>
                    <a:pt x="1984238" y="1063527"/>
                  </a:lnTo>
                  <a:lnTo>
                    <a:pt x="1983577" y="1063527"/>
                  </a:lnTo>
                  <a:lnTo>
                    <a:pt x="1982917" y="1063527"/>
                  </a:lnTo>
                  <a:lnTo>
                    <a:pt x="1982256" y="1063527"/>
                  </a:lnTo>
                  <a:lnTo>
                    <a:pt x="1981596" y="1063527"/>
                  </a:lnTo>
                  <a:lnTo>
                    <a:pt x="1980935" y="1063527"/>
                  </a:lnTo>
                  <a:lnTo>
                    <a:pt x="1980275" y="1063527"/>
                  </a:lnTo>
                  <a:lnTo>
                    <a:pt x="1979614" y="1063527"/>
                  </a:lnTo>
                  <a:lnTo>
                    <a:pt x="1978954" y="1063527"/>
                  </a:lnTo>
                  <a:lnTo>
                    <a:pt x="1978293" y="1063527"/>
                  </a:lnTo>
                  <a:lnTo>
                    <a:pt x="1977633" y="1063527"/>
                  </a:lnTo>
                  <a:lnTo>
                    <a:pt x="1976972" y="1063527"/>
                  </a:lnTo>
                  <a:lnTo>
                    <a:pt x="1976312" y="1063527"/>
                  </a:lnTo>
                  <a:lnTo>
                    <a:pt x="1975651" y="1063527"/>
                  </a:lnTo>
                  <a:lnTo>
                    <a:pt x="1974990" y="1063527"/>
                  </a:lnTo>
                  <a:lnTo>
                    <a:pt x="1974330" y="1063527"/>
                  </a:lnTo>
                  <a:lnTo>
                    <a:pt x="1973669" y="1063527"/>
                  </a:lnTo>
                  <a:lnTo>
                    <a:pt x="1973009" y="1063527"/>
                  </a:lnTo>
                  <a:lnTo>
                    <a:pt x="1972348" y="1063527"/>
                  </a:lnTo>
                  <a:lnTo>
                    <a:pt x="1971688" y="1063527"/>
                  </a:lnTo>
                  <a:lnTo>
                    <a:pt x="1971027" y="1063527"/>
                  </a:lnTo>
                  <a:lnTo>
                    <a:pt x="1970367" y="1063527"/>
                  </a:lnTo>
                  <a:lnTo>
                    <a:pt x="1969706" y="1063527"/>
                  </a:lnTo>
                  <a:lnTo>
                    <a:pt x="1969046" y="1063527"/>
                  </a:lnTo>
                  <a:lnTo>
                    <a:pt x="1968385" y="1063527"/>
                  </a:lnTo>
                  <a:lnTo>
                    <a:pt x="1967725" y="1063527"/>
                  </a:lnTo>
                  <a:lnTo>
                    <a:pt x="1967064" y="1063527"/>
                  </a:lnTo>
                  <a:lnTo>
                    <a:pt x="1966404" y="1063527"/>
                  </a:lnTo>
                  <a:lnTo>
                    <a:pt x="1965743" y="1063527"/>
                  </a:lnTo>
                  <a:lnTo>
                    <a:pt x="1965083" y="1063527"/>
                  </a:lnTo>
                  <a:lnTo>
                    <a:pt x="1964422" y="1063527"/>
                  </a:lnTo>
                  <a:lnTo>
                    <a:pt x="1963761" y="1063527"/>
                  </a:lnTo>
                  <a:lnTo>
                    <a:pt x="1963101" y="1063527"/>
                  </a:lnTo>
                  <a:lnTo>
                    <a:pt x="1962440" y="1063527"/>
                  </a:lnTo>
                  <a:lnTo>
                    <a:pt x="1961780" y="1063527"/>
                  </a:lnTo>
                  <a:lnTo>
                    <a:pt x="1961119" y="1063527"/>
                  </a:lnTo>
                  <a:lnTo>
                    <a:pt x="1960459" y="1063527"/>
                  </a:lnTo>
                  <a:lnTo>
                    <a:pt x="1959798" y="1063527"/>
                  </a:lnTo>
                  <a:lnTo>
                    <a:pt x="1959138" y="1063527"/>
                  </a:lnTo>
                  <a:lnTo>
                    <a:pt x="1958477" y="1063527"/>
                  </a:lnTo>
                  <a:lnTo>
                    <a:pt x="1957817" y="1063527"/>
                  </a:lnTo>
                  <a:lnTo>
                    <a:pt x="1957156" y="1063527"/>
                  </a:lnTo>
                  <a:lnTo>
                    <a:pt x="1956496" y="1063527"/>
                  </a:lnTo>
                  <a:lnTo>
                    <a:pt x="1955835" y="1063527"/>
                  </a:lnTo>
                  <a:lnTo>
                    <a:pt x="1955175" y="1063527"/>
                  </a:lnTo>
                  <a:lnTo>
                    <a:pt x="1954514" y="1063527"/>
                  </a:lnTo>
                  <a:lnTo>
                    <a:pt x="1953853" y="1063527"/>
                  </a:lnTo>
                  <a:lnTo>
                    <a:pt x="1953193" y="1063527"/>
                  </a:lnTo>
                  <a:lnTo>
                    <a:pt x="1952532" y="1063527"/>
                  </a:lnTo>
                  <a:lnTo>
                    <a:pt x="1951872" y="1063527"/>
                  </a:lnTo>
                  <a:lnTo>
                    <a:pt x="1951211" y="1063527"/>
                  </a:lnTo>
                  <a:lnTo>
                    <a:pt x="1950551" y="1063527"/>
                  </a:lnTo>
                  <a:lnTo>
                    <a:pt x="1949890" y="1063527"/>
                  </a:lnTo>
                  <a:lnTo>
                    <a:pt x="1949230" y="1063527"/>
                  </a:lnTo>
                  <a:lnTo>
                    <a:pt x="1948569" y="1063527"/>
                  </a:lnTo>
                  <a:lnTo>
                    <a:pt x="1947909" y="1063527"/>
                  </a:lnTo>
                  <a:lnTo>
                    <a:pt x="1947248" y="1063527"/>
                  </a:lnTo>
                  <a:lnTo>
                    <a:pt x="1946588" y="1063527"/>
                  </a:lnTo>
                  <a:lnTo>
                    <a:pt x="1945927" y="1063527"/>
                  </a:lnTo>
                  <a:lnTo>
                    <a:pt x="1945267" y="1063527"/>
                  </a:lnTo>
                  <a:lnTo>
                    <a:pt x="1944606" y="1063527"/>
                  </a:lnTo>
                  <a:lnTo>
                    <a:pt x="1943945" y="1063527"/>
                  </a:lnTo>
                  <a:lnTo>
                    <a:pt x="1943285" y="1063527"/>
                  </a:lnTo>
                  <a:lnTo>
                    <a:pt x="1942624" y="1063527"/>
                  </a:lnTo>
                  <a:lnTo>
                    <a:pt x="1941964" y="1063527"/>
                  </a:lnTo>
                  <a:lnTo>
                    <a:pt x="1941303" y="1063527"/>
                  </a:lnTo>
                  <a:lnTo>
                    <a:pt x="1940643" y="1063527"/>
                  </a:lnTo>
                  <a:lnTo>
                    <a:pt x="1939982" y="1063527"/>
                  </a:lnTo>
                  <a:lnTo>
                    <a:pt x="1939322" y="1063527"/>
                  </a:lnTo>
                  <a:lnTo>
                    <a:pt x="1938661" y="1063527"/>
                  </a:lnTo>
                  <a:lnTo>
                    <a:pt x="1938001" y="1063527"/>
                  </a:lnTo>
                  <a:lnTo>
                    <a:pt x="1937340" y="1063527"/>
                  </a:lnTo>
                  <a:lnTo>
                    <a:pt x="1936680" y="1063527"/>
                  </a:lnTo>
                  <a:lnTo>
                    <a:pt x="1936019" y="1063527"/>
                  </a:lnTo>
                  <a:lnTo>
                    <a:pt x="1935359" y="1063527"/>
                  </a:lnTo>
                  <a:lnTo>
                    <a:pt x="1934698" y="1063527"/>
                  </a:lnTo>
                  <a:lnTo>
                    <a:pt x="1934038" y="1063527"/>
                  </a:lnTo>
                  <a:lnTo>
                    <a:pt x="1933377" y="1063527"/>
                  </a:lnTo>
                  <a:lnTo>
                    <a:pt x="1932716" y="1063527"/>
                  </a:lnTo>
                  <a:lnTo>
                    <a:pt x="1932056" y="1063527"/>
                  </a:lnTo>
                  <a:lnTo>
                    <a:pt x="1931395" y="1063527"/>
                  </a:lnTo>
                  <a:lnTo>
                    <a:pt x="1930735" y="1063527"/>
                  </a:lnTo>
                  <a:lnTo>
                    <a:pt x="1930074" y="1063527"/>
                  </a:lnTo>
                  <a:lnTo>
                    <a:pt x="1929414" y="1063527"/>
                  </a:lnTo>
                  <a:lnTo>
                    <a:pt x="1928753" y="1063527"/>
                  </a:lnTo>
                  <a:lnTo>
                    <a:pt x="1928093" y="1063527"/>
                  </a:lnTo>
                  <a:lnTo>
                    <a:pt x="1927432" y="1063527"/>
                  </a:lnTo>
                  <a:lnTo>
                    <a:pt x="1926772" y="1063527"/>
                  </a:lnTo>
                  <a:lnTo>
                    <a:pt x="1926111" y="1063527"/>
                  </a:lnTo>
                  <a:lnTo>
                    <a:pt x="1925451" y="1063527"/>
                  </a:lnTo>
                  <a:lnTo>
                    <a:pt x="1924790" y="1063527"/>
                  </a:lnTo>
                  <a:lnTo>
                    <a:pt x="1924130" y="1063527"/>
                  </a:lnTo>
                  <a:lnTo>
                    <a:pt x="1923469" y="1063527"/>
                  </a:lnTo>
                  <a:lnTo>
                    <a:pt x="1922808" y="1063527"/>
                  </a:lnTo>
                  <a:lnTo>
                    <a:pt x="1922148" y="1063527"/>
                  </a:lnTo>
                  <a:lnTo>
                    <a:pt x="1921487" y="1063527"/>
                  </a:lnTo>
                  <a:lnTo>
                    <a:pt x="1920827" y="1063527"/>
                  </a:lnTo>
                  <a:lnTo>
                    <a:pt x="1920166" y="1063527"/>
                  </a:lnTo>
                  <a:lnTo>
                    <a:pt x="1919506" y="1063527"/>
                  </a:lnTo>
                  <a:lnTo>
                    <a:pt x="1918845" y="1063527"/>
                  </a:lnTo>
                  <a:lnTo>
                    <a:pt x="1918185" y="1063527"/>
                  </a:lnTo>
                  <a:lnTo>
                    <a:pt x="1917524" y="1063527"/>
                  </a:lnTo>
                  <a:lnTo>
                    <a:pt x="1916864" y="1063527"/>
                  </a:lnTo>
                  <a:lnTo>
                    <a:pt x="1916203" y="1063527"/>
                  </a:lnTo>
                  <a:lnTo>
                    <a:pt x="1915543" y="1063527"/>
                  </a:lnTo>
                  <a:lnTo>
                    <a:pt x="1914882" y="1063527"/>
                  </a:lnTo>
                  <a:lnTo>
                    <a:pt x="1914222" y="1063527"/>
                  </a:lnTo>
                  <a:lnTo>
                    <a:pt x="1913561" y="1063527"/>
                  </a:lnTo>
                  <a:lnTo>
                    <a:pt x="1912900" y="1063527"/>
                  </a:lnTo>
                  <a:lnTo>
                    <a:pt x="1912240" y="1063527"/>
                  </a:lnTo>
                  <a:lnTo>
                    <a:pt x="1911579" y="1063527"/>
                  </a:lnTo>
                  <a:lnTo>
                    <a:pt x="1910919" y="1063527"/>
                  </a:lnTo>
                  <a:lnTo>
                    <a:pt x="1910258" y="1063527"/>
                  </a:lnTo>
                  <a:lnTo>
                    <a:pt x="1909598" y="1063527"/>
                  </a:lnTo>
                  <a:lnTo>
                    <a:pt x="1908937" y="1063527"/>
                  </a:lnTo>
                  <a:lnTo>
                    <a:pt x="1908277" y="1063527"/>
                  </a:lnTo>
                  <a:lnTo>
                    <a:pt x="1907616" y="1063527"/>
                  </a:lnTo>
                  <a:lnTo>
                    <a:pt x="1906956" y="1063527"/>
                  </a:lnTo>
                  <a:lnTo>
                    <a:pt x="1906295" y="1063527"/>
                  </a:lnTo>
                  <a:lnTo>
                    <a:pt x="1905635" y="1063527"/>
                  </a:lnTo>
                  <a:lnTo>
                    <a:pt x="1904974" y="1063527"/>
                  </a:lnTo>
                  <a:lnTo>
                    <a:pt x="1904314" y="1063527"/>
                  </a:lnTo>
                  <a:lnTo>
                    <a:pt x="1903653" y="1063527"/>
                  </a:lnTo>
                  <a:lnTo>
                    <a:pt x="1902992" y="1063527"/>
                  </a:lnTo>
                  <a:lnTo>
                    <a:pt x="1902332" y="1063527"/>
                  </a:lnTo>
                  <a:lnTo>
                    <a:pt x="1901671" y="1063527"/>
                  </a:lnTo>
                  <a:lnTo>
                    <a:pt x="1901011" y="1063527"/>
                  </a:lnTo>
                  <a:lnTo>
                    <a:pt x="1900350" y="1063527"/>
                  </a:lnTo>
                  <a:lnTo>
                    <a:pt x="1899690" y="1063527"/>
                  </a:lnTo>
                  <a:lnTo>
                    <a:pt x="1899029" y="1063527"/>
                  </a:lnTo>
                  <a:lnTo>
                    <a:pt x="1898369" y="1063527"/>
                  </a:lnTo>
                  <a:lnTo>
                    <a:pt x="1897708" y="1063527"/>
                  </a:lnTo>
                  <a:lnTo>
                    <a:pt x="1897048" y="1063527"/>
                  </a:lnTo>
                  <a:lnTo>
                    <a:pt x="1896387" y="1063527"/>
                  </a:lnTo>
                  <a:lnTo>
                    <a:pt x="1895727" y="1063527"/>
                  </a:lnTo>
                  <a:lnTo>
                    <a:pt x="1895066" y="1063527"/>
                  </a:lnTo>
                  <a:lnTo>
                    <a:pt x="1894406" y="1063527"/>
                  </a:lnTo>
                  <a:lnTo>
                    <a:pt x="1893745" y="1063527"/>
                  </a:lnTo>
                  <a:lnTo>
                    <a:pt x="1893085" y="1063527"/>
                  </a:lnTo>
                  <a:lnTo>
                    <a:pt x="1892424" y="1063527"/>
                  </a:lnTo>
                  <a:lnTo>
                    <a:pt x="1891763" y="1063527"/>
                  </a:lnTo>
                  <a:lnTo>
                    <a:pt x="1891103" y="1063527"/>
                  </a:lnTo>
                  <a:lnTo>
                    <a:pt x="1890442" y="1063527"/>
                  </a:lnTo>
                  <a:lnTo>
                    <a:pt x="1889782" y="1063527"/>
                  </a:lnTo>
                  <a:lnTo>
                    <a:pt x="1889121" y="1063527"/>
                  </a:lnTo>
                  <a:lnTo>
                    <a:pt x="1888461" y="1063527"/>
                  </a:lnTo>
                  <a:lnTo>
                    <a:pt x="1887800" y="1063527"/>
                  </a:lnTo>
                  <a:lnTo>
                    <a:pt x="1887140" y="1063527"/>
                  </a:lnTo>
                  <a:lnTo>
                    <a:pt x="1886479" y="1063527"/>
                  </a:lnTo>
                  <a:lnTo>
                    <a:pt x="1885819" y="1063527"/>
                  </a:lnTo>
                  <a:lnTo>
                    <a:pt x="1885158" y="1063527"/>
                  </a:lnTo>
                  <a:lnTo>
                    <a:pt x="1884498" y="1063527"/>
                  </a:lnTo>
                  <a:lnTo>
                    <a:pt x="1883837" y="1063527"/>
                  </a:lnTo>
                  <a:lnTo>
                    <a:pt x="1883177" y="1063527"/>
                  </a:lnTo>
                  <a:lnTo>
                    <a:pt x="1882516" y="1063527"/>
                  </a:lnTo>
                  <a:lnTo>
                    <a:pt x="1881855" y="1063527"/>
                  </a:lnTo>
                  <a:lnTo>
                    <a:pt x="1881195" y="1063527"/>
                  </a:lnTo>
                  <a:lnTo>
                    <a:pt x="1880534" y="1063527"/>
                  </a:lnTo>
                  <a:lnTo>
                    <a:pt x="1879874" y="1063527"/>
                  </a:lnTo>
                  <a:lnTo>
                    <a:pt x="1879213" y="1063527"/>
                  </a:lnTo>
                  <a:lnTo>
                    <a:pt x="1878553" y="1063527"/>
                  </a:lnTo>
                  <a:lnTo>
                    <a:pt x="1877892" y="1063527"/>
                  </a:lnTo>
                  <a:lnTo>
                    <a:pt x="1877232" y="1063527"/>
                  </a:lnTo>
                  <a:lnTo>
                    <a:pt x="1876571" y="1063527"/>
                  </a:lnTo>
                  <a:lnTo>
                    <a:pt x="1875911" y="1063527"/>
                  </a:lnTo>
                  <a:lnTo>
                    <a:pt x="1875250" y="1063527"/>
                  </a:lnTo>
                  <a:lnTo>
                    <a:pt x="1874590" y="1063527"/>
                  </a:lnTo>
                  <a:lnTo>
                    <a:pt x="1873929" y="1063527"/>
                  </a:lnTo>
                  <a:lnTo>
                    <a:pt x="1873269" y="1063527"/>
                  </a:lnTo>
                  <a:lnTo>
                    <a:pt x="1872608" y="1063527"/>
                  </a:lnTo>
                  <a:lnTo>
                    <a:pt x="1871947" y="1063527"/>
                  </a:lnTo>
                  <a:lnTo>
                    <a:pt x="1871287" y="1063527"/>
                  </a:lnTo>
                  <a:lnTo>
                    <a:pt x="1870626" y="1063527"/>
                  </a:lnTo>
                  <a:lnTo>
                    <a:pt x="1869966" y="1063527"/>
                  </a:lnTo>
                  <a:lnTo>
                    <a:pt x="1869305" y="1063527"/>
                  </a:lnTo>
                  <a:lnTo>
                    <a:pt x="1868645" y="1063527"/>
                  </a:lnTo>
                  <a:lnTo>
                    <a:pt x="1867984" y="1063527"/>
                  </a:lnTo>
                  <a:lnTo>
                    <a:pt x="1867324" y="1063527"/>
                  </a:lnTo>
                  <a:lnTo>
                    <a:pt x="1866663" y="1063527"/>
                  </a:lnTo>
                  <a:lnTo>
                    <a:pt x="1866003" y="1063527"/>
                  </a:lnTo>
                  <a:lnTo>
                    <a:pt x="1865342" y="1063527"/>
                  </a:lnTo>
                  <a:lnTo>
                    <a:pt x="1864682" y="1063527"/>
                  </a:lnTo>
                  <a:lnTo>
                    <a:pt x="1864021" y="1063527"/>
                  </a:lnTo>
                  <a:lnTo>
                    <a:pt x="1863361" y="1063527"/>
                  </a:lnTo>
                  <a:lnTo>
                    <a:pt x="1862700" y="1063527"/>
                  </a:lnTo>
                  <a:lnTo>
                    <a:pt x="1862040" y="1063527"/>
                  </a:lnTo>
                  <a:lnTo>
                    <a:pt x="1861379" y="1063527"/>
                  </a:lnTo>
                  <a:lnTo>
                    <a:pt x="1860718" y="1063527"/>
                  </a:lnTo>
                  <a:lnTo>
                    <a:pt x="1860058" y="1063527"/>
                  </a:lnTo>
                  <a:lnTo>
                    <a:pt x="1859397" y="1063527"/>
                  </a:lnTo>
                  <a:lnTo>
                    <a:pt x="1858737" y="1063527"/>
                  </a:lnTo>
                  <a:lnTo>
                    <a:pt x="1858076" y="1063527"/>
                  </a:lnTo>
                  <a:lnTo>
                    <a:pt x="1857416" y="1063527"/>
                  </a:lnTo>
                  <a:lnTo>
                    <a:pt x="1856755" y="1063527"/>
                  </a:lnTo>
                  <a:lnTo>
                    <a:pt x="1856095" y="1063527"/>
                  </a:lnTo>
                  <a:lnTo>
                    <a:pt x="1855434" y="1063527"/>
                  </a:lnTo>
                  <a:lnTo>
                    <a:pt x="1854774" y="1063527"/>
                  </a:lnTo>
                  <a:lnTo>
                    <a:pt x="1854113" y="1063527"/>
                  </a:lnTo>
                  <a:lnTo>
                    <a:pt x="1853453" y="1063527"/>
                  </a:lnTo>
                  <a:lnTo>
                    <a:pt x="1852792" y="1063527"/>
                  </a:lnTo>
                  <a:lnTo>
                    <a:pt x="1852132" y="1063527"/>
                  </a:lnTo>
                  <a:lnTo>
                    <a:pt x="1851471" y="1063527"/>
                  </a:lnTo>
                  <a:lnTo>
                    <a:pt x="1850810" y="1063527"/>
                  </a:lnTo>
                  <a:lnTo>
                    <a:pt x="1850150" y="1063527"/>
                  </a:lnTo>
                  <a:lnTo>
                    <a:pt x="1849489" y="1063527"/>
                  </a:lnTo>
                  <a:lnTo>
                    <a:pt x="1848829" y="1063527"/>
                  </a:lnTo>
                  <a:lnTo>
                    <a:pt x="1848168" y="1063527"/>
                  </a:lnTo>
                  <a:lnTo>
                    <a:pt x="1847508" y="1063527"/>
                  </a:lnTo>
                  <a:lnTo>
                    <a:pt x="1846847" y="1063527"/>
                  </a:lnTo>
                  <a:lnTo>
                    <a:pt x="1846187" y="1063527"/>
                  </a:lnTo>
                  <a:lnTo>
                    <a:pt x="1845526" y="1063527"/>
                  </a:lnTo>
                  <a:lnTo>
                    <a:pt x="1844866" y="1063527"/>
                  </a:lnTo>
                  <a:lnTo>
                    <a:pt x="1844205" y="1063527"/>
                  </a:lnTo>
                  <a:lnTo>
                    <a:pt x="1843545" y="1063527"/>
                  </a:lnTo>
                  <a:lnTo>
                    <a:pt x="1842884" y="1063527"/>
                  </a:lnTo>
                  <a:lnTo>
                    <a:pt x="1842224" y="1063527"/>
                  </a:lnTo>
                  <a:lnTo>
                    <a:pt x="1841563" y="1063527"/>
                  </a:lnTo>
                  <a:lnTo>
                    <a:pt x="1840902" y="1063527"/>
                  </a:lnTo>
                  <a:lnTo>
                    <a:pt x="1840242" y="1063527"/>
                  </a:lnTo>
                  <a:lnTo>
                    <a:pt x="1839581" y="1063527"/>
                  </a:lnTo>
                  <a:lnTo>
                    <a:pt x="1838921" y="1063527"/>
                  </a:lnTo>
                  <a:lnTo>
                    <a:pt x="1838260" y="1063527"/>
                  </a:lnTo>
                  <a:lnTo>
                    <a:pt x="1837600" y="1063527"/>
                  </a:lnTo>
                  <a:lnTo>
                    <a:pt x="1836939" y="1063527"/>
                  </a:lnTo>
                  <a:lnTo>
                    <a:pt x="1836279" y="1063527"/>
                  </a:lnTo>
                  <a:lnTo>
                    <a:pt x="1835618" y="1063527"/>
                  </a:lnTo>
                  <a:lnTo>
                    <a:pt x="1834958" y="1063527"/>
                  </a:lnTo>
                  <a:lnTo>
                    <a:pt x="1834297" y="1063527"/>
                  </a:lnTo>
                  <a:lnTo>
                    <a:pt x="1833637" y="1063527"/>
                  </a:lnTo>
                  <a:lnTo>
                    <a:pt x="1832976" y="1063527"/>
                  </a:lnTo>
                  <a:lnTo>
                    <a:pt x="1832316" y="1063527"/>
                  </a:lnTo>
                  <a:lnTo>
                    <a:pt x="1831655" y="1063527"/>
                  </a:lnTo>
                  <a:lnTo>
                    <a:pt x="1830994" y="1063527"/>
                  </a:lnTo>
                  <a:lnTo>
                    <a:pt x="1830334" y="1063527"/>
                  </a:lnTo>
                  <a:lnTo>
                    <a:pt x="1829673" y="1063527"/>
                  </a:lnTo>
                  <a:lnTo>
                    <a:pt x="1829013" y="1063527"/>
                  </a:lnTo>
                  <a:lnTo>
                    <a:pt x="1828352" y="1063527"/>
                  </a:lnTo>
                  <a:lnTo>
                    <a:pt x="1827692" y="1063527"/>
                  </a:lnTo>
                  <a:lnTo>
                    <a:pt x="1827031" y="1063527"/>
                  </a:lnTo>
                  <a:lnTo>
                    <a:pt x="1826371" y="1063527"/>
                  </a:lnTo>
                  <a:lnTo>
                    <a:pt x="1825710" y="1063527"/>
                  </a:lnTo>
                  <a:lnTo>
                    <a:pt x="1825050" y="1063527"/>
                  </a:lnTo>
                  <a:lnTo>
                    <a:pt x="1824389" y="1063527"/>
                  </a:lnTo>
                  <a:lnTo>
                    <a:pt x="1823729" y="1063527"/>
                  </a:lnTo>
                  <a:lnTo>
                    <a:pt x="1823068" y="1063527"/>
                  </a:lnTo>
                  <a:lnTo>
                    <a:pt x="1822408" y="1063527"/>
                  </a:lnTo>
                  <a:lnTo>
                    <a:pt x="1821747" y="1063527"/>
                  </a:lnTo>
                  <a:lnTo>
                    <a:pt x="1821087" y="1063527"/>
                  </a:lnTo>
                  <a:lnTo>
                    <a:pt x="1820426" y="1063527"/>
                  </a:lnTo>
                  <a:lnTo>
                    <a:pt x="1819765" y="1063527"/>
                  </a:lnTo>
                  <a:lnTo>
                    <a:pt x="1819105" y="1063527"/>
                  </a:lnTo>
                  <a:lnTo>
                    <a:pt x="1818444" y="1063527"/>
                  </a:lnTo>
                  <a:lnTo>
                    <a:pt x="1817784" y="1063527"/>
                  </a:lnTo>
                  <a:lnTo>
                    <a:pt x="1817123" y="1063527"/>
                  </a:lnTo>
                  <a:lnTo>
                    <a:pt x="1816463" y="1063527"/>
                  </a:lnTo>
                  <a:lnTo>
                    <a:pt x="1815802" y="1063527"/>
                  </a:lnTo>
                  <a:lnTo>
                    <a:pt x="1815142" y="1063527"/>
                  </a:lnTo>
                  <a:lnTo>
                    <a:pt x="1814481" y="1063527"/>
                  </a:lnTo>
                  <a:lnTo>
                    <a:pt x="1813821" y="1063527"/>
                  </a:lnTo>
                  <a:lnTo>
                    <a:pt x="1813160" y="1063527"/>
                  </a:lnTo>
                  <a:lnTo>
                    <a:pt x="1812500" y="1063527"/>
                  </a:lnTo>
                  <a:lnTo>
                    <a:pt x="1811839" y="1063527"/>
                  </a:lnTo>
                  <a:lnTo>
                    <a:pt x="1811179" y="1063527"/>
                  </a:lnTo>
                  <a:lnTo>
                    <a:pt x="1810518" y="1063527"/>
                  </a:lnTo>
                  <a:lnTo>
                    <a:pt x="1809857" y="1063527"/>
                  </a:lnTo>
                  <a:lnTo>
                    <a:pt x="1809197" y="1063527"/>
                  </a:lnTo>
                  <a:lnTo>
                    <a:pt x="1808536" y="1063527"/>
                  </a:lnTo>
                  <a:lnTo>
                    <a:pt x="1807876" y="1063527"/>
                  </a:lnTo>
                  <a:lnTo>
                    <a:pt x="1807215" y="1063527"/>
                  </a:lnTo>
                  <a:lnTo>
                    <a:pt x="1806555" y="1063527"/>
                  </a:lnTo>
                  <a:lnTo>
                    <a:pt x="1805894" y="1063527"/>
                  </a:lnTo>
                  <a:lnTo>
                    <a:pt x="1805234" y="1063527"/>
                  </a:lnTo>
                  <a:lnTo>
                    <a:pt x="1804573" y="1063527"/>
                  </a:lnTo>
                  <a:lnTo>
                    <a:pt x="1803913" y="1063527"/>
                  </a:lnTo>
                  <a:lnTo>
                    <a:pt x="1803252" y="1063527"/>
                  </a:lnTo>
                  <a:lnTo>
                    <a:pt x="1802592" y="1063527"/>
                  </a:lnTo>
                  <a:lnTo>
                    <a:pt x="1801931" y="1063527"/>
                  </a:lnTo>
                  <a:lnTo>
                    <a:pt x="1801271" y="1063527"/>
                  </a:lnTo>
                  <a:lnTo>
                    <a:pt x="1800610" y="1063527"/>
                  </a:lnTo>
                  <a:lnTo>
                    <a:pt x="1799949" y="1063527"/>
                  </a:lnTo>
                  <a:lnTo>
                    <a:pt x="1799289" y="1063527"/>
                  </a:lnTo>
                  <a:lnTo>
                    <a:pt x="1798628" y="1063527"/>
                  </a:lnTo>
                  <a:lnTo>
                    <a:pt x="1797968" y="1063527"/>
                  </a:lnTo>
                  <a:lnTo>
                    <a:pt x="1797307" y="1063527"/>
                  </a:lnTo>
                  <a:lnTo>
                    <a:pt x="1796647" y="1063527"/>
                  </a:lnTo>
                  <a:lnTo>
                    <a:pt x="1795986" y="1063527"/>
                  </a:lnTo>
                  <a:lnTo>
                    <a:pt x="1795326" y="1063527"/>
                  </a:lnTo>
                  <a:lnTo>
                    <a:pt x="1794665" y="1063527"/>
                  </a:lnTo>
                  <a:lnTo>
                    <a:pt x="1794005" y="1063527"/>
                  </a:lnTo>
                  <a:lnTo>
                    <a:pt x="1793344" y="1063527"/>
                  </a:lnTo>
                  <a:lnTo>
                    <a:pt x="1792684" y="1063527"/>
                  </a:lnTo>
                  <a:lnTo>
                    <a:pt x="1792023" y="1063527"/>
                  </a:lnTo>
                  <a:lnTo>
                    <a:pt x="1791363" y="1063527"/>
                  </a:lnTo>
                  <a:lnTo>
                    <a:pt x="1790702" y="1063527"/>
                  </a:lnTo>
                  <a:lnTo>
                    <a:pt x="1790042" y="1063527"/>
                  </a:lnTo>
                  <a:lnTo>
                    <a:pt x="1789381" y="1063527"/>
                  </a:lnTo>
                  <a:lnTo>
                    <a:pt x="1788720" y="1063527"/>
                  </a:lnTo>
                  <a:lnTo>
                    <a:pt x="1788060" y="1063527"/>
                  </a:lnTo>
                  <a:lnTo>
                    <a:pt x="1787399" y="1063527"/>
                  </a:lnTo>
                  <a:lnTo>
                    <a:pt x="1786739" y="1063527"/>
                  </a:lnTo>
                  <a:lnTo>
                    <a:pt x="1786078" y="1063527"/>
                  </a:lnTo>
                  <a:lnTo>
                    <a:pt x="1785418" y="1063527"/>
                  </a:lnTo>
                  <a:lnTo>
                    <a:pt x="1784757" y="1063527"/>
                  </a:lnTo>
                  <a:lnTo>
                    <a:pt x="1784097" y="1063527"/>
                  </a:lnTo>
                  <a:lnTo>
                    <a:pt x="1783436" y="1063527"/>
                  </a:lnTo>
                  <a:lnTo>
                    <a:pt x="1782776" y="1063527"/>
                  </a:lnTo>
                  <a:lnTo>
                    <a:pt x="1782115" y="1063527"/>
                  </a:lnTo>
                  <a:lnTo>
                    <a:pt x="1781455" y="1063527"/>
                  </a:lnTo>
                  <a:lnTo>
                    <a:pt x="1780794" y="1063527"/>
                  </a:lnTo>
                  <a:lnTo>
                    <a:pt x="1780134" y="1063527"/>
                  </a:lnTo>
                  <a:lnTo>
                    <a:pt x="1779473" y="1063527"/>
                  </a:lnTo>
                  <a:lnTo>
                    <a:pt x="1778812" y="1063527"/>
                  </a:lnTo>
                  <a:lnTo>
                    <a:pt x="1778152" y="1063527"/>
                  </a:lnTo>
                  <a:lnTo>
                    <a:pt x="1777491" y="1063527"/>
                  </a:lnTo>
                  <a:lnTo>
                    <a:pt x="1776831" y="1063527"/>
                  </a:lnTo>
                  <a:lnTo>
                    <a:pt x="1776170" y="1063527"/>
                  </a:lnTo>
                  <a:lnTo>
                    <a:pt x="1775510" y="1063527"/>
                  </a:lnTo>
                  <a:lnTo>
                    <a:pt x="1774849" y="1063527"/>
                  </a:lnTo>
                  <a:lnTo>
                    <a:pt x="1774189" y="1063527"/>
                  </a:lnTo>
                  <a:lnTo>
                    <a:pt x="1773528" y="1063527"/>
                  </a:lnTo>
                  <a:lnTo>
                    <a:pt x="1772868" y="1063527"/>
                  </a:lnTo>
                  <a:lnTo>
                    <a:pt x="1772207" y="1063527"/>
                  </a:lnTo>
                  <a:lnTo>
                    <a:pt x="1771547" y="1063527"/>
                  </a:lnTo>
                  <a:lnTo>
                    <a:pt x="1770886" y="1063527"/>
                  </a:lnTo>
                  <a:lnTo>
                    <a:pt x="1770226" y="1063527"/>
                  </a:lnTo>
                  <a:lnTo>
                    <a:pt x="1769565" y="1063527"/>
                  </a:lnTo>
                  <a:lnTo>
                    <a:pt x="1768904" y="1063527"/>
                  </a:lnTo>
                  <a:lnTo>
                    <a:pt x="1768244" y="1063527"/>
                  </a:lnTo>
                  <a:lnTo>
                    <a:pt x="1767583" y="1063527"/>
                  </a:lnTo>
                  <a:lnTo>
                    <a:pt x="1766923" y="1063527"/>
                  </a:lnTo>
                  <a:lnTo>
                    <a:pt x="1766262" y="1063527"/>
                  </a:lnTo>
                  <a:lnTo>
                    <a:pt x="1765602" y="1063527"/>
                  </a:lnTo>
                  <a:lnTo>
                    <a:pt x="1764941" y="1063527"/>
                  </a:lnTo>
                  <a:lnTo>
                    <a:pt x="1764281" y="1063527"/>
                  </a:lnTo>
                  <a:lnTo>
                    <a:pt x="1763620" y="1063527"/>
                  </a:lnTo>
                  <a:lnTo>
                    <a:pt x="1762960" y="1063527"/>
                  </a:lnTo>
                  <a:lnTo>
                    <a:pt x="1762299" y="1063527"/>
                  </a:lnTo>
                  <a:lnTo>
                    <a:pt x="1761639" y="1063527"/>
                  </a:lnTo>
                  <a:lnTo>
                    <a:pt x="1760978" y="1063527"/>
                  </a:lnTo>
                  <a:lnTo>
                    <a:pt x="1760318" y="1063527"/>
                  </a:lnTo>
                  <a:lnTo>
                    <a:pt x="1759657" y="1063527"/>
                  </a:lnTo>
                  <a:lnTo>
                    <a:pt x="1758996" y="1063527"/>
                  </a:lnTo>
                  <a:lnTo>
                    <a:pt x="1758336" y="1063527"/>
                  </a:lnTo>
                  <a:lnTo>
                    <a:pt x="1757675" y="1063527"/>
                  </a:lnTo>
                  <a:lnTo>
                    <a:pt x="1757015" y="1063527"/>
                  </a:lnTo>
                  <a:lnTo>
                    <a:pt x="1756354" y="1063527"/>
                  </a:lnTo>
                  <a:lnTo>
                    <a:pt x="1755694" y="1063527"/>
                  </a:lnTo>
                  <a:lnTo>
                    <a:pt x="1755033" y="1063527"/>
                  </a:lnTo>
                  <a:lnTo>
                    <a:pt x="1754373" y="1063527"/>
                  </a:lnTo>
                  <a:lnTo>
                    <a:pt x="1753712" y="1063527"/>
                  </a:lnTo>
                  <a:lnTo>
                    <a:pt x="1753052" y="1063527"/>
                  </a:lnTo>
                  <a:lnTo>
                    <a:pt x="1752391" y="1063527"/>
                  </a:lnTo>
                  <a:lnTo>
                    <a:pt x="1751731" y="1063527"/>
                  </a:lnTo>
                  <a:lnTo>
                    <a:pt x="1751070" y="1063527"/>
                  </a:lnTo>
                  <a:lnTo>
                    <a:pt x="1750410" y="1063527"/>
                  </a:lnTo>
                  <a:lnTo>
                    <a:pt x="1749749" y="1063527"/>
                  </a:lnTo>
                  <a:lnTo>
                    <a:pt x="1749089" y="1063527"/>
                  </a:lnTo>
                  <a:lnTo>
                    <a:pt x="1748428" y="1063527"/>
                  </a:lnTo>
                  <a:lnTo>
                    <a:pt x="1747767" y="1063527"/>
                  </a:lnTo>
                  <a:lnTo>
                    <a:pt x="1747107" y="1063527"/>
                  </a:lnTo>
                  <a:lnTo>
                    <a:pt x="1746446" y="1063527"/>
                  </a:lnTo>
                  <a:lnTo>
                    <a:pt x="1745786" y="1063527"/>
                  </a:lnTo>
                  <a:lnTo>
                    <a:pt x="1745125" y="1063527"/>
                  </a:lnTo>
                  <a:lnTo>
                    <a:pt x="1744465" y="1063527"/>
                  </a:lnTo>
                  <a:lnTo>
                    <a:pt x="1743804" y="1063527"/>
                  </a:lnTo>
                  <a:lnTo>
                    <a:pt x="1743144" y="1063527"/>
                  </a:lnTo>
                  <a:lnTo>
                    <a:pt x="1742483" y="1063527"/>
                  </a:lnTo>
                  <a:lnTo>
                    <a:pt x="1741823" y="1063527"/>
                  </a:lnTo>
                  <a:lnTo>
                    <a:pt x="1741162" y="1063527"/>
                  </a:lnTo>
                  <a:lnTo>
                    <a:pt x="1740502" y="1063527"/>
                  </a:lnTo>
                  <a:lnTo>
                    <a:pt x="1739841" y="1063527"/>
                  </a:lnTo>
                  <a:lnTo>
                    <a:pt x="1739181" y="1063527"/>
                  </a:lnTo>
                  <a:lnTo>
                    <a:pt x="1738520" y="1063527"/>
                  </a:lnTo>
                  <a:lnTo>
                    <a:pt x="1737859" y="1063527"/>
                  </a:lnTo>
                  <a:lnTo>
                    <a:pt x="1737199" y="1063527"/>
                  </a:lnTo>
                  <a:lnTo>
                    <a:pt x="1736538" y="1063527"/>
                  </a:lnTo>
                  <a:lnTo>
                    <a:pt x="1735878" y="1063527"/>
                  </a:lnTo>
                  <a:lnTo>
                    <a:pt x="1735217" y="1063527"/>
                  </a:lnTo>
                  <a:lnTo>
                    <a:pt x="1734557" y="1063527"/>
                  </a:lnTo>
                  <a:lnTo>
                    <a:pt x="1733896" y="1063527"/>
                  </a:lnTo>
                  <a:lnTo>
                    <a:pt x="1733236" y="1063527"/>
                  </a:lnTo>
                  <a:lnTo>
                    <a:pt x="1732575" y="1063527"/>
                  </a:lnTo>
                  <a:lnTo>
                    <a:pt x="1731915" y="1063527"/>
                  </a:lnTo>
                  <a:lnTo>
                    <a:pt x="1731254" y="1063527"/>
                  </a:lnTo>
                  <a:lnTo>
                    <a:pt x="1730594" y="1063527"/>
                  </a:lnTo>
                  <a:lnTo>
                    <a:pt x="1729933" y="1063527"/>
                  </a:lnTo>
                  <a:lnTo>
                    <a:pt x="1729273" y="1063527"/>
                  </a:lnTo>
                  <a:lnTo>
                    <a:pt x="1728612" y="1063527"/>
                  </a:lnTo>
                  <a:lnTo>
                    <a:pt x="1727951" y="1063527"/>
                  </a:lnTo>
                  <a:lnTo>
                    <a:pt x="1727291" y="1063527"/>
                  </a:lnTo>
                  <a:lnTo>
                    <a:pt x="1726630" y="1063527"/>
                  </a:lnTo>
                  <a:lnTo>
                    <a:pt x="1725970" y="1063527"/>
                  </a:lnTo>
                  <a:lnTo>
                    <a:pt x="1725309" y="1063527"/>
                  </a:lnTo>
                  <a:lnTo>
                    <a:pt x="1724649" y="1063527"/>
                  </a:lnTo>
                  <a:lnTo>
                    <a:pt x="1723988" y="1063527"/>
                  </a:lnTo>
                  <a:lnTo>
                    <a:pt x="1723328" y="1063527"/>
                  </a:lnTo>
                  <a:lnTo>
                    <a:pt x="1722667" y="1063527"/>
                  </a:lnTo>
                  <a:lnTo>
                    <a:pt x="1722007" y="1063527"/>
                  </a:lnTo>
                  <a:lnTo>
                    <a:pt x="1721346" y="1063527"/>
                  </a:lnTo>
                  <a:lnTo>
                    <a:pt x="1720686" y="1063527"/>
                  </a:lnTo>
                  <a:lnTo>
                    <a:pt x="1720025" y="1063527"/>
                  </a:lnTo>
                  <a:lnTo>
                    <a:pt x="1719365" y="1063527"/>
                  </a:lnTo>
                  <a:lnTo>
                    <a:pt x="1718704" y="1063527"/>
                  </a:lnTo>
                  <a:lnTo>
                    <a:pt x="1718044" y="1063527"/>
                  </a:lnTo>
                  <a:lnTo>
                    <a:pt x="1717383" y="1063527"/>
                  </a:lnTo>
                  <a:lnTo>
                    <a:pt x="1716722" y="1063527"/>
                  </a:lnTo>
                  <a:lnTo>
                    <a:pt x="1716062" y="1063527"/>
                  </a:lnTo>
                  <a:lnTo>
                    <a:pt x="1715401" y="1063527"/>
                  </a:lnTo>
                  <a:lnTo>
                    <a:pt x="1714741" y="1063527"/>
                  </a:lnTo>
                  <a:lnTo>
                    <a:pt x="1714080" y="1063527"/>
                  </a:lnTo>
                  <a:lnTo>
                    <a:pt x="1713420" y="1063527"/>
                  </a:lnTo>
                  <a:lnTo>
                    <a:pt x="1712759" y="1063527"/>
                  </a:lnTo>
                  <a:lnTo>
                    <a:pt x="1712099" y="1063527"/>
                  </a:lnTo>
                  <a:lnTo>
                    <a:pt x="1711438" y="1063527"/>
                  </a:lnTo>
                  <a:lnTo>
                    <a:pt x="1710778" y="1063527"/>
                  </a:lnTo>
                  <a:lnTo>
                    <a:pt x="1710117" y="1063527"/>
                  </a:lnTo>
                  <a:lnTo>
                    <a:pt x="1709457" y="1063527"/>
                  </a:lnTo>
                  <a:lnTo>
                    <a:pt x="1708796" y="1063527"/>
                  </a:lnTo>
                  <a:lnTo>
                    <a:pt x="1708136" y="1063527"/>
                  </a:lnTo>
                  <a:lnTo>
                    <a:pt x="1707475" y="1063527"/>
                  </a:lnTo>
                  <a:lnTo>
                    <a:pt x="1706814" y="1063527"/>
                  </a:lnTo>
                  <a:lnTo>
                    <a:pt x="1706154" y="1063527"/>
                  </a:lnTo>
                  <a:lnTo>
                    <a:pt x="1705493" y="1063527"/>
                  </a:lnTo>
                  <a:lnTo>
                    <a:pt x="1704833" y="1063527"/>
                  </a:lnTo>
                  <a:lnTo>
                    <a:pt x="1704172" y="1063527"/>
                  </a:lnTo>
                  <a:lnTo>
                    <a:pt x="1703512" y="1063527"/>
                  </a:lnTo>
                  <a:lnTo>
                    <a:pt x="1702851" y="1063527"/>
                  </a:lnTo>
                  <a:lnTo>
                    <a:pt x="1702191" y="1063527"/>
                  </a:lnTo>
                  <a:lnTo>
                    <a:pt x="1701530" y="1063527"/>
                  </a:lnTo>
                  <a:lnTo>
                    <a:pt x="1700870" y="1063527"/>
                  </a:lnTo>
                  <a:lnTo>
                    <a:pt x="1700209" y="1063527"/>
                  </a:lnTo>
                  <a:lnTo>
                    <a:pt x="1699549" y="1063527"/>
                  </a:lnTo>
                  <a:lnTo>
                    <a:pt x="1698888" y="1063527"/>
                  </a:lnTo>
                  <a:lnTo>
                    <a:pt x="1698228" y="1063527"/>
                  </a:lnTo>
                  <a:lnTo>
                    <a:pt x="1697567" y="1063527"/>
                  </a:lnTo>
                  <a:lnTo>
                    <a:pt x="1696906" y="1063527"/>
                  </a:lnTo>
                  <a:lnTo>
                    <a:pt x="1696246" y="1063527"/>
                  </a:lnTo>
                  <a:lnTo>
                    <a:pt x="1695585" y="1063527"/>
                  </a:lnTo>
                  <a:lnTo>
                    <a:pt x="1694925" y="1063527"/>
                  </a:lnTo>
                  <a:lnTo>
                    <a:pt x="1694264" y="1063527"/>
                  </a:lnTo>
                  <a:lnTo>
                    <a:pt x="1693604" y="1063527"/>
                  </a:lnTo>
                  <a:lnTo>
                    <a:pt x="1692943" y="1063527"/>
                  </a:lnTo>
                  <a:lnTo>
                    <a:pt x="1692283" y="1063527"/>
                  </a:lnTo>
                  <a:lnTo>
                    <a:pt x="1691622" y="1063527"/>
                  </a:lnTo>
                  <a:lnTo>
                    <a:pt x="1690962" y="1063527"/>
                  </a:lnTo>
                  <a:lnTo>
                    <a:pt x="1690301" y="1063527"/>
                  </a:lnTo>
                  <a:lnTo>
                    <a:pt x="1689641" y="1063527"/>
                  </a:lnTo>
                  <a:lnTo>
                    <a:pt x="1688980" y="1063527"/>
                  </a:lnTo>
                  <a:lnTo>
                    <a:pt x="1688320" y="1063527"/>
                  </a:lnTo>
                  <a:lnTo>
                    <a:pt x="1687659" y="1063527"/>
                  </a:lnTo>
                  <a:lnTo>
                    <a:pt x="1686998" y="1063527"/>
                  </a:lnTo>
                  <a:lnTo>
                    <a:pt x="1686338" y="1063527"/>
                  </a:lnTo>
                  <a:lnTo>
                    <a:pt x="1685677" y="1063527"/>
                  </a:lnTo>
                  <a:lnTo>
                    <a:pt x="1685017" y="1063527"/>
                  </a:lnTo>
                  <a:lnTo>
                    <a:pt x="1684356" y="1063527"/>
                  </a:lnTo>
                  <a:lnTo>
                    <a:pt x="1683696" y="1063527"/>
                  </a:lnTo>
                  <a:lnTo>
                    <a:pt x="1683035" y="1063527"/>
                  </a:lnTo>
                  <a:lnTo>
                    <a:pt x="1682375" y="1063527"/>
                  </a:lnTo>
                  <a:lnTo>
                    <a:pt x="1681714" y="1063527"/>
                  </a:lnTo>
                  <a:lnTo>
                    <a:pt x="1681054" y="1063527"/>
                  </a:lnTo>
                  <a:lnTo>
                    <a:pt x="1680393" y="1063527"/>
                  </a:lnTo>
                  <a:lnTo>
                    <a:pt x="1679733" y="1063527"/>
                  </a:lnTo>
                  <a:lnTo>
                    <a:pt x="1679072" y="1063527"/>
                  </a:lnTo>
                  <a:lnTo>
                    <a:pt x="1678412" y="1063527"/>
                  </a:lnTo>
                  <a:lnTo>
                    <a:pt x="1677751" y="1063527"/>
                  </a:lnTo>
                  <a:lnTo>
                    <a:pt x="1677091" y="1063527"/>
                  </a:lnTo>
                  <a:lnTo>
                    <a:pt x="1676430" y="1063527"/>
                  </a:lnTo>
                  <a:lnTo>
                    <a:pt x="1675769" y="1063527"/>
                  </a:lnTo>
                  <a:lnTo>
                    <a:pt x="1675109" y="1063527"/>
                  </a:lnTo>
                  <a:lnTo>
                    <a:pt x="1674448" y="1063527"/>
                  </a:lnTo>
                  <a:lnTo>
                    <a:pt x="1673788" y="1063527"/>
                  </a:lnTo>
                  <a:lnTo>
                    <a:pt x="1673127" y="1063527"/>
                  </a:lnTo>
                  <a:lnTo>
                    <a:pt x="1672467" y="1063527"/>
                  </a:lnTo>
                  <a:lnTo>
                    <a:pt x="1671806" y="1063527"/>
                  </a:lnTo>
                  <a:lnTo>
                    <a:pt x="1671146" y="1063527"/>
                  </a:lnTo>
                  <a:lnTo>
                    <a:pt x="1670485" y="1063527"/>
                  </a:lnTo>
                  <a:lnTo>
                    <a:pt x="1669825" y="1063527"/>
                  </a:lnTo>
                  <a:lnTo>
                    <a:pt x="1669164" y="1063527"/>
                  </a:lnTo>
                  <a:lnTo>
                    <a:pt x="1668504" y="1063527"/>
                  </a:lnTo>
                  <a:lnTo>
                    <a:pt x="1667843" y="1063527"/>
                  </a:lnTo>
                  <a:lnTo>
                    <a:pt x="1667183" y="1063527"/>
                  </a:lnTo>
                  <a:lnTo>
                    <a:pt x="1666522" y="1063527"/>
                  </a:lnTo>
                  <a:lnTo>
                    <a:pt x="1665861" y="1063527"/>
                  </a:lnTo>
                  <a:lnTo>
                    <a:pt x="1665201" y="1063527"/>
                  </a:lnTo>
                  <a:lnTo>
                    <a:pt x="1664540" y="1063527"/>
                  </a:lnTo>
                  <a:lnTo>
                    <a:pt x="1663880" y="1063527"/>
                  </a:lnTo>
                  <a:lnTo>
                    <a:pt x="1663219" y="1063527"/>
                  </a:lnTo>
                  <a:lnTo>
                    <a:pt x="1662559" y="1063527"/>
                  </a:lnTo>
                  <a:lnTo>
                    <a:pt x="1661898" y="1063527"/>
                  </a:lnTo>
                  <a:lnTo>
                    <a:pt x="1661238" y="1063527"/>
                  </a:lnTo>
                  <a:lnTo>
                    <a:pt x="1660577" y="1063527"/>
                  </a:lnTo>
                  <a:lnTo>
                    <a:pt x="1659917" y="1063527"/>
                  </a:lnTo>
                  <a:lnTo>
                    <a:pt x="1659256" y="1063527"/>
                  </a:lnTo>
                  <a:lnTo>
                    <a:pt x="1658596" y="1063527"/>
                  </a:lnTo>
                  <a:lnTo>
                    <a:pt x="1657935" y="1063527"/>
                  </a:lnTo>
                  <a:lnTo>
                    <a:pt x="1657275" y="1063527"/>
                  </a:lnTo>
                  <a:lnTo>
                    <a:pt x="1656614" y="1063527"/>
                  </a:lnTo>
                  <a:lnTo>
                    <a:pt x="1655953" y="1063527"/>
                  </a:lnTo>
                  <a:lnTo>
                    <a:pt x="1655293" y="1063527"/>
                  </a:lnTo>
                  <a:lnTo>
                    <a:pt x="1654632" y="1063527"/>
                  </a:lnTo>
                  <a:lnTo>
                    <a:pt x="1653972" y="1063527"/>
                  </a:lnTo>
                  <a:lnTo>
                    <a:pt x="1653311" y="1063527"/>
                  </a:lnTo>
                  <a:lnTo>
                    <a:pt x="1652651" y="1063527"/>
                  </a:lnTo>
                  <a:lnTo>
                    <a:pt x="1651990" y="1063527"/>
                  </a:lnTo>
                  <a:lnTo>
                    <a:pt x="1651330" y="1063527"/>
                  </a:lnTo>
                  <a:lnTo>
                    <a:pt x="1650669" y="1063527"/>
                  </a:lnTo>
                  <a:lnTo>
                    <a:pt x="1650009" y="1063527"/>
                  </a:lnTo>
                  <a:lnTo>
                    <a:pt x="1649348" y="1063527"/>
                  </a:lnTo>
                  <a:lnTo>
                    <a:pt x="1648688" y="1063527"/>
                  </a:lnTo>
                  <a:lnTo>
                    <a:pt x="1648027" y="1063527"/>
                  </a:lnTo>
                  <a:lnTo>
                    <a:pt x="1647367" y="1063527"/>
                  </a:lnTo>
                  <a:lnTo>
                    <a:pt x="1646706" y="1063527"/>
                  </a:lnTo>
                  <a:lnTo>
                    <a:pt x="1646046" y="1063527"/>
                  </a:lnTo>
                  <a:lnTo>
                    <a:pt x="1645385" y="1063527"/>
                  </a:lnTo>
                  <a:lnTo>
                    <a:pt x="1644724" y="1063527"/>
                  </a:lnTo>
                  <a:lnTo>
                    <a:pt x="1644064" y="1063527"/>
                  </a:lnTo>
                  <a:lnTo>
                    <a:pt x="1643403" y="1063527"/>
                  </a:lnTo>
                  <a:lnTo>
                    <a:pt x="1642743" y="1063527"/>
                  </a:lnTo>
                  <a:lnTo>
                    <a:pt x="1642082" y="1063527"/>
                  </a:lnTo>
                  <a:lnTo>
                    <a:pt x="1641422" y="1063527"/>
                  </a:lnTo>
                  <a:lnTo>
                    <a:pt x="1640761" y="1063527"/>
                  </a:lnTo>
                  <a:lnTo>
                    <a:pt x="1640101" y="1063527"/>
                  </a:lnTo>
                  <a:lnTo>
                    <a:pt x="1639440" y="1063527"/>
                  </a:lnTo>
                  <a:lnTo>
                    <a:pt x="1638780" y="1063527"/>
                  </a:lnTo>
                  <a:lnTo>
                    <a:pt x="1638119" y="1063527"/>
                  </a:lnTo>
                  <a:lnTo>
                    <a:pt x="1637459" y="1063527"/>
                  </a:lnTo>
                  <a:lnTo>
                    <a:pt x="1636798" y="1063527"/>
                  </a:lnTo>
                  <a:lnTo>
                    <a:pt x="1636138" y="1063527"/>
                  </a:lnTo>
                  <a:lnTo>
                    <a:pt x="1635477" y="1063527"/>
                  </a:lnTo>
                  <a:lnTo>
                    <a:pt x="1634816" y="1063527"/>
                  </a:lnTo>
                  <a:lnTo>
                    <a:pt x="1634156" y="1063527"/>
                  </a:lnTo>
                  <a:lnTo>
                    <a:pt x="1633495" y="1063527"/>
                  </a:lnTo>
                  <a:lnTo>
                    <a:pt x="1632835" y="1063527"/>
                  </a:lnTo>
                  <a:lnTo>
                    <a:pt x="1632174" y="1063527"/>
                  </a:lnTo>
                  <a:lnTo>
                    <a:pt x="1631514" y="1063527"/>
                  </a:lnTo>
                  <a:lnTo>
                    <a:pt x="1630853" y="1063527"/>
                  </a:lnTo>
                  <a:lnTo>
                    <a:pt x="1630193" y="1063527"/>
                  </a:lnTo>
                  <a:lnTo>
                    <a:pt x="1629532" y="1063527"/>
                  </a:lnTo>
                  <a:lnTo>
                    <a:pt x="1628872" y="1063527"/>
                  </a:lnTo>
                  <a:lnTo>
                    <a:pt x="1628211" y="1063527"/>
                  </a:lnTo>
                  <a:lnTo>
                    <a:pt x="1627551" y="1063527"/>
                  </a:lnTo>
                  <a:lnTo>
                    <a:pt x="1626890" y="1063527"/>
                  </a:lnTo>
                  <a:lnTo>
                    <a:pt x="1626230" y="1063527"/>
                  </a:lnTo>
                  <a:lnTo>
                    <a:pt x="1625569" y="1063527"/>
                  </a:lnTo>
                  <a:lnTo>
                    <a:pt x="1624908" y="1063527"/>
                  </a:lnTo>
                  <a:lnTo>
                    <a:pt x="1624248" y="1063527"/>
                  </a:lnTo>
                  <a:lnTo>
                    <a:pt x="1623587" y="1063527"/>
                  </a:lnTo>
                  <a:lnTo>
                    <a:pt x="1622927" y="1063527"/>
                  </a:lnTo>
                  <a:lnTo>
                    <a:pt x="1622266" y="1063527"/>
                  </a:lnTo>
                  <a:lnTo>
                    <a:pt x="1621606" y="1063527"/>
                  </a:lnTo>
                  <a:lnTo>
                    <a:pt x="1620945" y="1063527"/>
                  </a:lnTo>
                  <a:lnTo>
                    <a:pt x="1620285" y="1063527"/>
                  </a:lnTo>
                  <a:lnTo>
                    <a:pt x="1619624" y="1063527"/>
                  </a:lnTo>
                  <a:lnTo>
                    <a:pt x="1618964" y="1063527"/>
                  </a:lnTo>
                  <a:lnTo>
                    <a:pt x="1618303" y="1063527"/>
                  </a:lnTo>
                  <a:lnTo>
                    <a:pt x="1617643" y="1063527"/>
                  </a:lnTo>
                  <a:lnTo>
                    <a:pt x="1616982" y="1063527"/>
                  </a:lnTo>
                  <a:lnTo>
                    <a:pt x="1616322" y="1063527"/>
                  </a:lnTo>
                  <a:lnTo>
                    <a:pt x="1615661" y="1063527"/>
                  </a:lnTo>
                  <a:lnTo>
                    <a:pt x="1615001" y="1063527"/>
                  </a:lnTo>
                  <a:lnTo>
                    <a:pt x="1614340" y="1063527"/>
                  </a:lnTo>
                  <a:lnTo>
                    <a:pt x="1613679" y="1063527"/>
                  </a:lnTo>
                  <a:lnTo>
                    <a:pt x="1613019" y="1063527"/>
                  </a:lnTo>
                  <a:lnTo>
                    <a:pt x="1612358" y="1063527"/>
                  </a:lnTo>
                  <a:lnTo>
                    <a:pt x="1611698" y="1063527"/>
                  </a:lnTo>
                  <a:lnTo>
                    <a:pt x="1611037" y="1063527"/>
                  </a:lnTo>
                  <a:lnTo>
                    <a:pt x="1610377" y="1063527"/>
                  </a:lnTo>
                  <a:lnTo>
                    <a:pt x="1609716" y="1063527"/>
                  </a:lnTo>
                  <a:lnTo>
                    <a:pt x="1609056" y="1063527"/>
                  </a:lnTo>
                  <a:lnTo>
                    <a:pt x="1608395" y="1063527"/>
                  </a:lnTo>
                  <a:lnTo>
                    <a:pt x="1607735" y="1063527"/>
                  </a:lnTo>
                  <a:lnTo>
                    <a:pt x="1607074" y="1063527"/>
                  </a:lnTo>
                  <a:lnTo>
                    <a:pt x="1606414" y="1063527"/>
                  </a:lnTo>
                  <a:lnTo>
                    <a:pt x="1605753" y="1063527"/>
                  </a:lnTo>
                  <a:lnTo>
                    <a:pt x="1605093" y="1063527"/>
                  </a:lnTo>
                  <a:lnTo>
                    <a:pt x="1604432" y="1063527"/>
                  </a:lnTo>
                  <a:lnTo>
                    <a:pt x="1603771" y="1063527"/>
                  </a:lnTo>
                  <a:lnTo>
                    <a:pt x="1603111" y="1063527"/>
                  </a:lnTo>
                  <a:lnTo>
                    <a:pt x="1602450" y="1063527"/>
                  </a:lnTo>
                  <a:lnTo>
                    <a:pt x="1601790" y="1063527"/>
                  </a:lnTo>
                  <a:lnTo>
                    <a:pt x="1601129" y="1063527"/>
                  </a:lnTo>
                  <a:lnTo>
                    <a:pt x="1600469" y="1063527"/>
                  </a:lnTo>
                  <a:lnTo>
                    <a:pt x="1599808" y="1063527"/>
                  </a:lnTo>
                  <a:lnTo>
                    <a:pt x="1599148" y="1063527"/>
                  </a:lnTo>
                  <a:lnTo>
                    <a:pt x="1598487" y="1063527"/>
                  </a:lnTo>
                  <a:lnTo>
                    <a:pt x="1597827" y="1063527"/>
                  </a:lnTo>
                  <a:lnTo>
                    <a:pt x="1597166" y="1063527"/>
                  </a:lnTo>
                  <a:lnTo>
                    <a:pt x="1596506" y="1063527"/>
                  </a:lnTo>
                  <a:lnTo>
                    <a:pt x="1595845" y="1063527"/>
                  </a:lnTo>
                  <a:lnTo>
                    <a:pt x="1595185" y="1063527"/>
                  </a:lnTo>
                  <a:lnTo>
                    <a:pt x="1594524" y="1063527"/>
                  </a:lnTo>
                  <a:lnTo>
                    <a:pt x="1593863" y="1063527"/>
                  </a:lnTo>
                  <a:lnTo>
                    <a:pt x="1593203" y="1063527"/>
                  </a:lnTo>
                  <a:lnTo>
                    <a:pt x="1592542" y="1063527"/>
                  </a:lnTo>
                  <a:lnTo>
                    <a:pt x="1591882" y="1063527"/>
                  </a:lnTo>
                  <a:lnTo>
                    <a:pt x="1591221" y="1063527"/>
                  </a:lnTo>
                  <a:lnTo>
                    <a:pt x="1590561" y="1063527"/>
                  </a:lnTo>
                  <a:lnTo>
                    <a:pt x="1589900" y="1063527"/>
                  </a:lnTo>
                  <a:lnTo>
                    <a:pt x="1589240" y="1063527"/>
                  </a:lnTo>
                  <a:lnTo>
                    <a:pt x="1588579" y="1063527"/>
                  </a:lnTo>
                  <a:lnTo>
                    <a:pt x="1587919" y="1063527"/>
                  </a:lnTo>
                  <a:lnTo>
                    <a:pt x="1587258" y="1063527"/>
                  </a:lnTo>
                  <a:lnTo>
                    <a:pt x="1586598" y="1063527"/>
                  </a:lnTo>
                  <a:lnTo>
                    <a:pt x="1585937" y="1063527"/>
                  </a:lnTo>
                  <a:lnTo>
                    <a:pt x="1585277" y="1063527"/>
                  </a:lnTo>
                  <a:lnTo>
                    <a:pt x="1584616" y="1063527"/>
                  </a:lnTo>
                  <a:lnTo>
                    <a:pt x="1583955" y="1063527"/>
                  </a:lnTo>
                  <a:lnTo>
                    <a:pt x="1583295" y="1063527"/>
                  </a:lnTo>
                  <a:lnTo>
                    <a:pt x="1582634" y="1063527"/>
                  </a:lnTo>
                  <a:lnTo>
                    <a:pt x="1581974" y="1063527"/>
                  </a:lnTo>
                  <a:lnTo>
                    <a:pt x="1581313" y="1063527"/>
                  </a:lnTo>
                  <a:lnTo>
                    <a:pt x="1580653" y="1063527"/>
                  </a:lnTo>
                  <a:lnTo>
                    <a:pt x="1579992" y="1063527"/>
                  </a:lnTo>
                  <a:lnTo>
                    <a:pt x="1579332" y="1063527"/>
                  </a:lnTo>
                  <a:lnTo>
                    <a:pt x="1578671" y="1063527"/>
                  </a:lnTo>
                  <a:lnTo>
                    <a:pt x="1578011" y="1063527"/>
                  </a:lnTo>
                  <a:lnTo>
                    <a:pt x="1577350" y="1063527"/>
                  </a:lnTo>
                  <a:lnTo>
                    <a:pt x="1576690" y="1063527"/>
                  </a:lnTo>
                  <a:lnTo>
                    <a:pt x="1576029" y="1063527"/>
                  </a:lnTo>
                  <a:lnTo>
                    <a:pt x="1575369" y="1063527"/>
                  </a:lnTo>
                  <a:lnTo>
                    <a:pt x="1574708" y="1063527"/>
                  </a:lnTo>
                  <a:lnTo>
                    <a:pt x="1574048" y="1063527"/>
                  </a:lnTo>
                  <a:lnTo>
                    <a:pt x="1573387" y="1063527"/>
                  </a:lnTo>
                  <a:lnTo>
                    <a:pt x="1572726" y="1063527"/>
                  </a:lnTo>
                  <a:lnTo>
                    <a:pt x="1572066" y="1063527"/>
                  </a:lnTo>
                  <a:lnTo>
                    <a:pt x="1571405" y="1063527"/>
                  </a:lnTo>
                  <a:lnTo>
                    <a:pt x="1570745" y="1063527"/>
                  </a:lnTo>
                  <a:lnTo>
                    <a:pt x="1570084" y="1063527"/>
                  </a:lnTo>
                  <a:lnTo>
                    <a:pt x="1569424" y="1063527"/>
                  </a:lnTo>
                  <a:lnTo>
                    <a:pt x="1568763" y="1063527"/>
                  </a:lnTo>
                  <a:lnTo>
                    <a:pt x="1568103" y="1063527"/>
                  </a:lnTo>
                  <a:lnTo>
                    <a:pt x="1567442" y="1063527"/>
                  </a:lnTo>
                  <a:lnTo>
                    <a:pt x="1566782" y="1063527"/>
                  </a:lnTo>
                  <a:lnTo>
                    <a:pt x="1566121" y="1063527"/>
                  </a:lnTo>
                  <a:lnTo>
                    <a:pt x="1565461" y="1063527"/>
                  </a:lnTo>
                  <a:lnTo>
                    <a:pt x="1564800" y="1063527"/>
                  </a:lnTo>
                  <a:lnTo>
                    <a:pt x="1564140" y="1063527"/>
                  </a:lnTo>
                  <a:lnTo>
                    <a:pt x="1563479" y="1063527"/>
                  </a:lnTo>
                  <a:lnTo>
                    <a:pt x="1562818" y="1063527"/>
                  </a:lnTo>
                  <a:lnTo>
                    <a:pt x="1562158" y="1063527"/>
                  </a:lnTo>
                  <a:lnTo>
                    <a:pt x="1561497" y="1063527"/>
                  </a:lnTo>
                  <a:lnTo>
                    <a:pt x="1560837" y="1063527"/>
                  </a:lnTo>
                  <a:lnTo>
                    <a:pt x="1560176" y="1063527"/>
                  </a:lnTo>
                  <a:lnTo>
                    <a:pt x="1559516" y="1063527"/>
                  </a:lnTo>
                  <a:lnTo>
                    <a:pt x="1558855" y="1063527"/>
                  </a:lnTo>
                  <a:lnTo>
                    <a:pt x="1558195" y="1063527"/>
                  </a:lnTo>
                  <a:lnTo>
                    <a:pt x="1557534" y="1063527"/>
                  </a:lnTo>
                  <a:lnTo>
                    <a:pt x="1556874" y="1063527"/>
                  </a:lnTo>
                  <a:lnTo>
                    <a:pt x="1556213" y="1063527"/>
                  </a:lnTo>
                  <a:lnTo>
                    <a:pt x="1555553" y="1063527"/>
                  </a:lnTo>
                  <a:lnTo>
                    <a:pt x="1554892" y="1063527"/>
                  </a:lnTo>
                  <a:lnTo>
                    <a:pt x="1554232" y="1063527"/>
                  </a:lnTo>
                  <a:lnTo>
                    <a:pt x="1553571" y="1063527"/>
                  </a:lnTo>
                  <a:lnTo>
                    <a:pt x="1552910" y="1063527"/>
                  </a:lnTo>
                  <a:lnTo>
                    <a:pt x="1552250" y="1063527"/>
                  </a:lnTo>
                  <a:lnTo>
                    <a:pt x="1551589" y="1063527"/>
                  </a:lnTo>
                  <a:lnTo>
                    <a:pt x="1550929" y="1063527"/>
                  </a:lnTo>
                  <a:lnTo>
                    <a:pt x="1550268" y="1063527"/>
                  </a:lnTo>
                  <a:lnTo>
                    <a:pt x="1549608" y="1063527"/>
                  </a:lnTo>
                  <a:lnTo>
                    <a:pt x="1548947" y="1063527"/>
                  </a:lnTo>
                  <a:lnTo>
                    <a:pt x="1548287" y="1063527"/>
                  </a:lnTo>
                  <a:lnTo>
                    <a:pt x="1547626" y="1063527"/>
                  </a:lnTo>
                  <a:lnTo>
                    <a:pt x="1546966" y="1063527"/>
                  </a:lnTo>
                  <a:lnTo>
                    <a:pt x="1546305" y="1063527"/>
                  </a:lnTo>
                  <a:lnTo>
                    <a:pt x="1545645" y="1063527"/>
                  </a:lnTo>
                  <a:lnTo>
                    <a:pt x="1544984" y="1063527"/>
                  </a:lnTo>
                  <a:lnTo>
                    <a:pt x="1544324" y="1063527"/>
                  </a:lnTo>
                  <a:lnTo>
                    <a:pt x="1543663" y="1063527"/>
                  </a:lnTo>
                  <a:lnTo>
                    <a:pt x="1543003" y="1063527"/>
                  </a:lnTo>
                  <a:lnTo>
                    <a:pt x="1542342" y="1063527"/>
                  </a:lnTo>
                  <a:lnTo>
                    <a:pt x="1541681" y="1063527"/>
                  </a:lnTo>
                  <a:lnTo>
                    <a:pt x="1541021" y="1063527"/>
                  </a:lnTo>
                  <a:lnTo>
                    <a:pt x="1540360" y="1063527"/>
                  </a:lnTo>
                  <a:lnTo>
                    <a:pt x="1539700" y="1063527"/>
                  </a:lnTo>
                  <a:lnTo>
                    <a:pt x="1539039" y="1063527"/>
                  </a:lnTo>
                  <a:lnTo>
                    <a:pt x="1538379" y="1063527"/>
                  </a:lnTo>
                  <a:lnTo>
                    <a:pt x="1537718" y="1063527"/>
                  </a:lnTo>
                  <a:lnTo>
                    <a:pt x="1537058" y="1063527"/>
                  </a:lnTo>
                  <a:lnTo>
                    <a:pt x="1536397" y="1063527"/>
                  </a:lnTo>
                  <a:lnTo>
                    <a:pt x="1535737" y="1063527"/>
                  </a:lnTo>
                  <a:lnTo>
                    <a:pt x="1535076" y="1063527"/>
                  </a:lnTo>
                  <a:lnTo>
                    <a:pt x="1534416" y="1063527"/>
                  </a:lnTo>
                  <a:lnTo>
                    <a:pt x="1533755" y="1063527"/>
                  </a:lnTo>
                  <a:lnTo>
                    <a:pt x="1533095" y="1063527"/>
                  </a:lnTo>
                  <a:lnTo>
                    <a:pt x="1532434" y="1063527"/>
                  </a:lnTo>
                  <a:lnTo>
                    <a:pt x="1531773" y="1063527"/>
                  </a:lnTo>
                  <a:lnTo>
                    <a:pt x="1531113" y="1063527"/>
                  </a:lnTo>
                  <a:lnTo>
                    <a:pt x="1530452" y="1063527"/>
                  </a:lnTo>
                  <a:lnTo>
                    <a:pt x="1529792" y="1063527"/>
                  </a:lnTo>
                  <a:lnTo>
                    <a:pt x="1529131" y="1063527"/>
                  </a:lnTo>
                  <a:lnTo>
                    <a:pt x="1528471" y="1063527"/>
                  </a:lnTo>
                  <a:lnTo>
                    <a:pt x="1527810" y="1063527"/>
                  </a:lnTo>
                  <a:lnTo>
                    <a:pt x="1527150" y="1063527"/>
                  </a:lnTo>
                  <a:lnTo>
                    <a:pt x="1526489" y="1063527"/>
                  </a:lnTo>
                  <a:lnTo>
                    <a:pt x="1525829" y="1063527"/>
                  </a:lnTo>
                  <a:lnTo>
                    <a:pt x="1525168" y="1063527"/>
                  </a:lnTo>
                  <a:lnTo>
                    <a:pt x="1524508" y="1063527"/>
                  </a:lnTo>
                  <a:lnTo>
                    <a:pt x="1523847" y="1063527"/>
                  </a:lnTo>
                  <a:lnTo>
                    <a:pt x="1523187" y="1063527"/>
                  </a:lnTo>
                  <a:lnTo>
                    <a:pt x="1522526" y="1063527"/>
                  </a:lnTo>
                  <a:lnTo>
                    <a:pt x="1521865" y="1063527"/>
                  </a:lnTo>
                  <a:lnTo>
                    <a:pt x="1521205" y="1063527"/>
                  </a:lnTo>
                  <a:lnTo>
                    <a:pt x="1520544" y="1063527"/>
                  </a:lnTo>
                  <a:lnTo>
                    <a:pt x="1519884" y="1063527"/>
                  </a:lnTo>
                  <a:lnTo>
                    <a:pt x="1519223" y="1063527"/>
                  </a:lnTo>
                  <a:lnTo>
                    <a:pt x="1518563" y="1063527"/>
                  </a:lnTo>
                  <a:lnTo>
                    <a:pt x="1517902" y="1063527"/>
                  </a:lnTo>
                  <a:lnTo>
                    <a:pt x="1517242" y="1063527"/>
                  </a:lnTo>
                  <a:lnTo>
                    <a:pt x="1516581" y="1063527"/>
                  </a:lnTo>
                  <a:lnTo>
                    <a:pt x="1515921" y="1063527"/>
                  </a:lnTo>
                  <a:lnTo>
                    <a:pt x="1515260" y="1063527"/>
                  </a:lnTo>
                  <a:lnTo>
                    <a:pt x="1514600" y="1063527"/>
                  </a:lnTo>
                  <a:lnTo>
                    <a:pt x="1513939" y="1063527"/>
                  </a:lnTo>
                  <a:lnTo>
                    <a:pt x="1513279" y="1063527"/>
                  </a:lnTo>
                  <a:lnTo>
                    <a:pt x="1512618" y="1063527"/>
                  </a:lnTo>
                  <a:lnTo>
                    <a:pt x="1511957" y="1063527"/>
                  </a:lnTo>
                  <a:lnTo>
                    <a:pt x="1511297" y="1063527"/>
                  </a:lnTo>
                  <a:lnTo>
                    <a:pt x="1510636" y="1063527"/>
                  </a:lnTo>
                  <a:lnTo>
                    <a:pt x="1509976" y="1063527"/>
                  </a:lnTo>
                  <a:lnTo>
                    <a:pt x="1509315" y="1063527"/>
                  </a:lnTo>
                  <a:lnTo>
                    <a:pt x="1508655" y="1063527"/>
                  </a:lnTo>
                  <a:lnTo>
                    <a:pt x="1507994" y="1063527"/>
                  </a:lnTo>
                  <a:lnTo>
                    <a:pt x="1507334" y="1063527"/>
                  </a:lnTo>
                  <a:lnTo>
                    <a:pt x="1506673" y="1063527"/>
                  </a:lnTo>
                  <a:lnTo>
                    <a:pt x="1506013" y="1063527"/>
                  </a:lnTo>
                  <a:lnTo>
                    <a:pt x="1505352" y="1063527"/>
                  </a:lnTo>
                  <a:lnTo>
                    <a:pt x="1504692" y="1063527"/>
                  </a:lnTo>
                  <a:lnTo>
                    <a:pt x="1504031" y="1063527"/>
                  </a:lnTo>
                  <a:lnTo>
                    <a:pt x="1503371" y="1063527"/>
                  </a:lnTo>
                  <a:lnTo>
                    <a:pt x="1502710" y="1063527"/>
                  </a:lnTo>
                  <a:lnTo>
                    <a:pt x="1502050" y="1063527"/>
                  </a:lnTo>
                  <a:lnTo>
                    <a:pt x="1501389" y="1063527"/>
                  </a:lnTo>
                  <a:lnTo>
                    <a:pt x="1500728" y="1063527"/>
                  </a:lnTo>
                  <a:lnTo>
                    <a:pt x="1500068" y="1063527"/>
                  </a:lnTo>
                  <a:lnTo>
                    <a:pt x="1499407" y="1063527"/>
                  </a:lnTo>
                  <a:lnTo>
                    <a:pt x="1498747" y="1063527"/>
                  </a:lnTo>
                  <a:lnTo>
                    <a:pt x="1498086" y="1063527"/>
                  </a:lnTo>
                  <a:lnTo>
                    <a:pt x="1497426" y="1063527"/>
                  </a:lnTo>
                  <a:lnTo>
                    <a:pt x="1496765" y="1063527"/>
                  </a:lnTo>
                  <a:lnTo>
                    <a:pt x="1496105" y="1063527"/>
                  </a:lnTo>
                  <a:lnTo>
                    <a:pt x="1495444" y="1063527"/>
                  </a:lnTo>
                  <a:lnTo>
                    <a:pt x="1494784" y="1063527"/>
                  </a:lnTo>
                  <a:lnTo>
                    <a:pt x="1494123" y="1063527"/>
                  </a:lnTo>
                  <a:lnTo>
                    <a:pt x="1493463" y="1063527"/>
                  </a:lnTo>
                  <a:lnTo>
                    <a:pt x="1492802" y="1063527"/>
                  </a:lnTo>
                  <a:lnTo>
                    <a:pt x="1492142" y="1063527"/>
                  </a:lnTo>
                  <a:lnTo>
                    <a:pt x="1491481" y="1063527"/>
                  </a:lnTo>
                  <a:lnTo>
                    <a:pt x="1490820" y="1063527"/>
                  </a:lnTo>
                  <a:lnTo>
                    <a:pt x="1490160" y="1063527"/>
                  </a:lnTo>
                  <a:lnTo>
                    <a:pt x="1489499" y="1063527"/>
                  </a:lnTo>
                  <a:lnTo>
                    <a:pt x="1488839" y="1063527"/>
                  </a:lnTo>
                  <a:lnTo>
                    <a:pt x="1488178" y="1063527"/>
                  </a:lnTo>
                  <a:lnTo>
                    <a:pt x="1487518" y="1063527"/>
                  </a:lnTo>
                  <a:lnTo>
                    <a:pt x="1486857" y="1063527"/>
                  </a:lnTo>
                  <a:lnTo>
                    <a:pt x="1486197" y="1063527"/>
                  </a:lnTo>
                  <a:lnTo>
                    <a:pt x="1485536" y="1063527"/>
                  </a:lnTo>
                  <a:lnTo>
                    <a:pt x="1484876" y="1063527"/>
                  </a:lnTo>
                  <a:lnTo>
                    <a:pt x="1484215" y="1063527"/>
                  </a:lnTo>
                  <a:lnTo>
                    <a:pt x="1483555" y="1063527"/>
                  </a:lnTo>
                  <a:lnTo>
                    <a:pt x="1482894" y="1063527"/>
                  </a:lnTo>
                  <a:lnTo>
                    <a:pt x="1482234" y="1063527"/>
                  </a:lnTo>
                  <a:lnTo>
                    <a:pt x="1481573" y="1063527"/>
                  </a:lnTo>
                  <a:lnTo>
                    <a:pt x="1480912" y="1063527"/>
                  </a:lnTo>
                  <a:lnTo>
                    <a:pt x="1480252" y="1063527"/>
                  </a:lnTo>
                  <a:lnTo>
                    <a:pt x="1479591" y="1063527"/>
                  </a:lnTo>
                  <a:lnTo>
                    <a:pt x="1478931" y="1063527"/>
                  </a:lnTo>
                  <a:lnTo>
                    <a:pt x="1478270" y="1063527"/>
                  </a:lnTo>
                  <a:lnTo>
                    <a:pt x="1477610" y="1063527"/>
                  </a:lnTo>
                  <a:lnTo>
                    <a:pt x="1476949" y="1063527"/>
                  </a:lnTo>
                  <a:lnTo>
                    <a:pt x="1476289" y="1063527"/>
                  </a:lnTo>
                  <a:lnTo>
                    <a:pt x="1475628" y="1063527"/>
                  </a:lnTo>
                  <a:lnTo>
                    <a:pt x="1474968" y="1063527"/>
                  </a:lnTo>
                  <a:lnTo>
                    <a:pt x="1474307" y="1063527"/>
                  </a:lnTo>
                  <a:lnTo>
                    <a:pt x="1473647" y="1063527"/>
                  </a:lnTo>
                  <a:lnTo>
                    <a:pt x="1472986" y="1063527"/>
                  </a:lnTo>
                  <a:lnTo>
                    <a:pt x="1472326" y="1063527"/>
                  </a:lnTo>
                  <a:lnTo>
                    <a:pt x="1471665" y="1063527"/>
                  </a:lnTo>
                  <a:lnTo>
                    <a:pt x="1471005" y="1063527"/>
                  </a:lnTo>
                  <a:lnTo>
                    <a:pt x="1470344" y="1063527"/>
                  </a:lnTo>
                  <a:lnTo>
                    <a:pt x="1469683" y="1063527"/>
                  </a:lnTo>
                  <a:lnTo>
                    <a:pt x="1469023" y="1063527"/>
                  </a:lnTo>
                  <a:lnTo>
                    <a:pt x="1468362" y="1063527"/>
                  </a:lnTo>
                  <a:lnTo>
                    <a:pt x="1467702" y="1063527"/>
                  </a:lnTo>
                  <a:lnTo>
                    <a:pt x="1467041" y="1063527"/>
                  </a:lnTo>
                  <a:lnTo>
                    <a:pt x="1466381" y="1063527"/>
                  </a:lnTo>
                  <a:lnTo>
                    <a:pt x="1465720" y="1063527"/>
                  </a:lnTo>
                  <a:lnTo>
                    <a:pt x="1465060" y="1063527"/>
                  </a:lnTo>
                  <a:lnTo>
                    <a:pt x="1464399" y="1063527"/>
                  </a:lnTo>
                  <a:lnTo>
                    <a:pt x="1463739" y="1063527"/>
                  </a:lnTo>
                  <a:lnTo>
                    <a:pt x="1463078" y="1063527"/>
                  </a:lnTo>
                  <a:lnTo>
                    <a:pt x="1462418" y="1063527"/>
                  </a:lnTo>
                  <a:lnTo>
                    <a:pt x="1461757" y="1063527"/>
                  </a:lnTo>
                  <a:lnTo>
                    <a:pt x="1461097" y="1063527"/>
                  </a:lnTo>
                  <a:lnTo>
                    <a:pt x="1460436" y="1063527"/>
                  </a:lnTo>
                  <a:lnTo>
                    <a:pt x="1459775" y="1063527"/>
                  </a:lnTo>
                  <a:lnTo>
                    <a:pt x="1459115" y="1063527"/>
                  </a:lnTo>
                  <a:lnTo>
                    <a:pt x="1458454" y="1063527"/>
                  </a:lnTo>
                  <a:lnTo>
                    <a:pt x="1457794" y="1063527"/>
                  </a:lnTo>
                  <a:lnTo>
                    <a:pt x="1457133" y="1063527"/>
                  </a:lnTo>
                  <a:lnTo>
                    <a:pt x="1456473" y="1063527"/>
                  </a:lnTo>
                  <a:lnTo>
                    <a:pt x="1455812" y="1063527"/>
                  </a:lnTo>
                  <a:lnTo>
                    <a:pt x="1455152" y="1063527"/>
                  </a:lnTo>
                  <a:lnTo>
                    <a:pt x="1454491" y="1063527"/>
                  </a:lnTo>
                  <a:lnTo>
                    <a:pt x="1453831" y="1063527"/>
                  </a:lnTo>
                  <a:lnTo>
                    <a:pt x="1453170" y="1063527"/>
                  </a:lnTo>
                  <a:lnTo>
                    <a:pt x="1452510" y="1063527"/>
                  </a:lnTo>
                  <a:lnTo>
                    <a:pt x="1451849" y="1063527"/>
                  </a:lnTo>
                  <a:lnTo>
                    <a:pt x="1451189" y="1063527"/>
                  </a:lnTo>
                  <a:lnTo>
                    <a:pt x="1450528" y="1063527"/>
                  </a:lnTo>
                  <a:lnTo>
                    <a:pt x="1449867" y="1063527"/>
                  </a:lnTo>
                  <a:lnTo>
                    <a:pt x="1449207" y="1063527"/>
                  </a:lnTo>
                  <a:lnTo>
                    <a:pt x="1448546" y="1063527"/>
                  </a:lnTo>
                  <a:lnTo>
                    <a:pt x="1447886" y="1063527"/>
                  </a:lnTo>
                  <a:lnTo>
                    <a:pt x="1447225" y="1063527"/>
                  </a:lnTo>
                  <a:lnTo>
                    <a:pt x="1446565" y="1063527"/>
                  </a:lnTo>
                  <a:lnTo>
                    <a:pt x="1445904" y="1063527"/>
                  </a:lnTo>
                  <a:lnTo>
                    <a:pt x="1445244" y="1063527"/>
                  </a:lnTo>
                  <a:lnTo>
                    <a:pt x="1444583" y="1063527"/>
                  </a:lnTo>
                  <a:lnTo>
                    <a:pt x="1443923" y="1063527"/>
                  </a:lnTo>
                  <a:lnTo>
                    <a:pt x="1443262" y="1063527"/>
                  </a:lnTo>
                  <a:lnTo>
                    <a:pt x="1442602" y="1063527"/>
                  </a:lnTo>
                  <a:lnTo>
                    <a:pt x="1441941" y="1063527"/>
                  </a:lnTo>
                  <a:lnTo>
                    <a:pt x="1441281" y="1063527"/>
                  </a:lnTo>
                  <a:lnTo>
                    <a:pt x="1440620" y="1063527"/>
                  </a:lnTo>
                  <a:lnTo>
                    <a:pt x="1439959" y="1063527"/>
                  </a:lnTo>
                  <a:lnTo>
                    <a:pt x="1439299" y="1063527"/>
                  </a:lnTo>
                  <a:lnTo>
                    <a:pt x="1438638" y="1063527"/>
                  </a:lnTo>
                  <a:lnTo>
                    <a:pt x="1437978" y="1063527"/>
                  </a:lnTo>
                  <a:lnTo>
                    <a:pt x="1437317" y="1063527"/>
                  </a:lnTo>
                  <a:lnTo>
                    <a:pt x="1436657" y="1063527"/>
                  </a:lnTo>
                  <a:lnTo>
                    <a:pt x="1435996" y="1063527"/>
                  </a:lnTo>
                  <a:lnTo>
                    <a:pt x="1435336" y="1063527"/>
                  </a:lnTo>
                  <a:lnTo>
                    <a:pt x="1434675" y="1063527"/>
                  </a:lnTo>
                  <a:lnTo>
                    <a:pt x="1434015" y="1063527"/>
                  </a:lnTo>
                  <a:lnTo>
                    <a:pt x="1433354" y="1063527"/>
                  </a:lnTo>
                  <a:lnTo>
                    <a:pt x="1432694" y="1063527"/>
                  </a:lnTo>
                  <a:lnTo>
                    <a:pt x="1432033" y="1063527"/>
                  </a:lnTo>
                  <a:lnTo>
                    <a:pt x="1431373" y="1063527"/>
                  </a:lnTo>
                  <a:lnTo>
                    <a:pt x="1430712" y="1063527"/>
                  </a:lnTo>
                  <a:lnTo>
                    <a:pt x="1430052" y="1063527"/>
                  </a:lnTo>
                  <a:lnTo>
                    <a:pt x="1429391" y="1063527"/>
                  </a:lnTo>
                  <a:lnTo>
                    <a:pt x="1428730" y="1063527"/>
                  </a:lnTo>
                  <a:lnTo>
                    <a:pt x="1428070" y="1063527"/>
                  </a:lnTo>
                  <a:lnTo>
                    <a:pt x="1427409" y="1063527"/>
                  </a:lnTo>
                  <a:lnTo>
                    <a:pt x="1426749" y="1063527"/>
                  </a:lnTo>
                  <a:lnTo>
                    <a:pt x="1426088" y="1063527"/>
                  </a:lnTo>
                  <a:lnTo>
                    <a:pt x="1425428" y="1063527"/>
                  </a:lnTo>
                  <a:lnTo>
                    <a:pt x="1424767" y="1063527"/>
                  </a:lnTo>
                  <a:lnTo>
                    <a:pt x="1424107" y="1063527"/>
                  </a:lnTo>
                  <a:lnTo>
                    <a:pt x="1423446" y="1063527"/>
                  </a:lnTo>
                  <a:lnTo>
                    <a:pt x="1422786" y="1063527"/>
                  </a:lnTo>
                  <a:lnTo>
                    <a:pt x="1422125" y="1063527"/>
                  </a:lnTo>
                  <a:lnTo>
                    <a:pt x="1421465" y="1063527"/>
                  </a:lnTo>
                  <a:lnTo>
                    <a:pt x="1420804" y="1063527"/>
                  </a:lnTo>
                  <a:lnTo>
                    <a:pt x="1420144" y="1063527"/>
                  </a:lnTo>
                  <a:lnTo>
                    <a:pt x="1419483" y="1063527"/>
                  </a:lnTo>
                  <a:lnTo>
                    <a:pt x="1418822" y="1063527"/>
                  </a:lnTo>
                  <a:lnTo>
                    <a:pt x="1418162" y="1063527"/>
                  </a:lnTo>
                  <a:lnTo>
                    <a:pt x="1417501" y="1063527"/>
                  </a:lnTo>
                  <a:lnTo>
                    <a:pt x="1416841" y="1063527"/>
                  </a:lnTo>
                  <a:lnTo>
                    <a:pt x="1416180" y="1063527"/>
                  </a:lnTo>
                  <a:lnTo>
                    <a:pt x="1415520" y="1063527"/>
                  </a:lnTo>
                  <a:lnTo>
                    <a:pt x="1414859" y="1063527"/>
                  </a:lnTo>
                  <a:lnTo>
                    <a:pt x="1414199" y="1063527"/>
                  </a:lnTo>
                  <a:lnTo>
                    <a:pt x="1413538" y="1063527"/>
                  </a:lnTo>
                  <a:lnTo>
                    <a:pt x="1412878" y="1063527"/>
                  </a:lnTo>
                  <a:lnTo>
                    <a:pt x="1412217" y="1063527"/>
                  </a:lnTo>
                  <a:lnTo>
                    <a:pt x="1411557" y="1063527"/>
                  </a:lnTo>
                  <a:lnTo>
                    <a:pt x="1410896" y="1063527"/>
                  </a:lnTo>
                  <a:lnTo>
                    <a:pt x="1410236" y="1063527"/>
                  </a:lnTo>
                  <a:lnTo>
                    <a:pt x="1409575" y="1063527"/>
                  </a:lnTo>
                  <a:lnTo>
                    <a:pt x="1408914" y="1063527"/>
                  </a:lnTo>
                  <a:lnTo>
                    <a:pt x="1408254" y="1063527"/>
                  </a:lnTo>
                  <a:lnTo>
                    <a:pt x="1407593" y="1063527"/>
                  </a:lnTo>
                  <a:lnTo>
                    <a:pt x="1406933" y="1063527"/>
                  </a:lnTo>
                  <a:lnTo>
                    <a:pt x="1406272" y="1063527"/>
                  </a:lnTo>
                  <a:lnTo>
                    <a:pt x="1405612" y="1063527"/>
                  </a:lnTo>
                  <a:lnTo>
                    <a:pt x="1404951" y="1063527"/>
                  </a:lnTo>
                  <a:lnTo>
                    <a:pt x="1404291" y="1063527"/>
                  </a:lnTo>
                  <a:lnTo>
                    <a:pt x="1403630" y="1063527"/>
                  </a:lnTo>
                  <a:lnTo>
                    <a:pt x="1402970" y="1063527"/>
                  </a:lnTo>
                  <a:lnTo>
                    <a:pt x="1402309" y="1063527"/>
                  </a:lnTo>
                  <a:lnTo>
                    <a:pt x="1401649" y="1063527"/>
                  </a:lnTo>
                  <a:lnTo>
                    <a:pt x="1400988" y="1063527"/>
                  </a:lnTo>
                  <a:lnTo>
                    <a:pt x="1400328" y="1063527"/>
                  </a:lnTo>
                  <a:lnTo>
                    <a:pt x="1399667" y="1063527"/>
                  </a:lnTo>
                  <a:lnTo>
                    <a:pt x="1399007" y="1063527"/>
                  </a:lnTo>
                  <a:lnTo>
                    <a:pt x="1398346" y="1063527"/>
                  </a:lnTo>
                  <a:lnTo>
                    <a:pt x="1397685" y="1063527"/>
                  </a:lnTo>
                  <a:lnTo>
                    <a:pt x="1397025" y="1063527"/>
                  </a:lnTo>
                  <a:lnTo>
                    <a:pt x="1396364" y="1063527"/>
                  </a:lnTo>
                  <a:lnTo>
                    <a:pt x="1395704" y="1063527"/>
                  </a:lnTo>
                  <a:lnTo>
                    <a:pt x="1395043" y="1063527"/>
                  </a:lnTo>
                  <a:lnTo>
                    <a:pt x="1394383" y="1063527"/>
                  </a:lnTo>
                  <a:lnTo>
                    <a:pt x="1393722" y="1063527"/>
                  </a:lnTo>
                  <a:lnTo>
                    <a:pt x="1393062" y="1063527"/>
                  </a:lnTo>
                  <a:lnTo>
                    <a:pt x="1392401" y="1063527"/>
                  </a:lnTo>
                  <a:lnTo>
                    <a:pt x="1391741" y="1063527"/>
                  </a:lnTo>
                  <a:lnTo>
                    <a:pt x="1391080" y="1063527"/>
                  </a:lnTo>
                  <a:lnTo>
                    <a:pt x="1390420" y="1063527"/>
                  </a:lnTo>
                  <a:lnTo>
                    <a:pt x="1389759" y="1063527"/>
                  </a:lnTo>
                  <a:lnTo>
                    <a:pt x="1389099" y="1063527"/>
                  </a:lnTo>
                  <a:lnTo>
                    <a:pt x="1388438" y="1063527"/>
                  </a:lnTo>
                  <a:lnTo>
                    <a:pt x="1387777" y="1063527"/>
                  </a:lnTo>
                  <a:lnTo>
                    <a:pt x="1387117" y="1063527"/>
                  </a:lnTo>
                  <a:lnTo>
                    <a:pt x="1386456" y="1063527"/>
                  </a:lnTo>
                  <a:lnTo>
                    <a:pt x="1385796" y="1063527"/>
                  </a:lnTo>
                  <a:lnTo>
                    <a:pt x="1385135" y="1063527"/>
                  </a:lnTo>
                  <a:lnTo>
                    <a:pt x="1384475" y="1063527"/>
                  </a:lnTo>
                  <a:lnTo>
                    <a:pt x="1383814" y="1063527"/>
                  </a:lnTo>
                  <a:lnTo>
                    <a:pt x="1383154" y="1063527"/>
                  </a:lnTo>
                  <a:lnTo>
                    <a:pt x="1382493" y="1063527"/>
                  </a:lnTo>
                  <a:lnTo>
                    <a:pt x="1381833" y="1063527"/>
                  </a:lnTo>
                  <a:lnTo>
                    <a:pt x="1381172" y="1063527"/>
                  </a:lnTo>
                  <a:lnTo>
                    <a:pt x="1380512" y="1063527"/>
                  </a:lnTo>
                  <a:lnTo>
                    <a:pt x="1379851" y="1063527"/>
                  </a:lnTo>
                  <a:lnTo>
                    <a:pt x="1379191" y="1063527"/>
                  </a:lnTo>
                  <a:lnTo>
                    <a:pt x="1378530" y="1063527"/>
                  </a:lnTo>
                  <a:lnTo>
                    <a:pt x="1377869" y="1063527"/>
                  </a:lnTo>
                  <a:lnTo>
                    <a:pt x="1377209" y="1063527"/>
                  </a:lnTo>
                  <a:lnTo>
                    <a:pt x="1376548" y="1063527"/>
                  </a:lnTo>
                  <a:lnTo>
                    <a:pt x="1375888" y="1063527"/>
                  </a:lnTo>
                  <a:lnTo>
                    <a:pt x="1375227" y="1063527"/>
                  </a:lnTo>
                  <a:lnTo>
                    <a:pt x="1374567" y="1063527"/>
                  </a:lnTo>
                  <a:lnTo>
                    <a:pt x="1373906" y="1063527"/>
                  </a:lnTo>
                  <a:lnTo>
                    <a:pt x="1373246" y="1063527"/>
                  </a:lnTo>
                  <a:lnTo>
                    <a:pt x="1372585" y="1063527"/>
                  </a:lnTo>
                  <a:lnTo>
                    <a:pt x="1371925" y="1063527"/>
                  </a:lnTo>
                  <a:lnTo>
                    <a:pt x="1371264" y="1063527"/>
                  </a:lnTo>
                  <a:lnTo>
                    <a:pt x="1370604" y="1063527"/>
                  </a:lnTo>
                  <a:lnTo>
                    <a:pt x="1369943" y="1063527"/>
                  </a:lnTo>
                  <a:lnTo>
                    <a:pt x="1369283" y="1063527"/>
                  </a:lnTo>
                  <a:lnTo>
                    <a:pt x="1368622" y="1063527"/>
                  </a:lnTo>
                  <a:lnTo>
                    <a:pt x="1367961" y="1063527"/>
                  </a:lnTo>
                  <a:lnTo>
                    <a:pt x="1367301" y="1063527"/>
                  </a:lnTo>
                  <a:lnTo>
                    <a:pt x="1366640" y="1063527"/>
                  </a:lnTo>
                  <a:lnTo>
                    <a:pt x="1365980" y="1063527"/>
                  </a:lnTo>
                  <a:lnTo>
                    <a:pt x="1365319" y="1063527"/>
                  </a:lnTo>
                  <a:lnTo>
                    <a:pt x="1364659" y="1063527"/>
                  </a:lnTo>
                  <a:lnTo>
                    <a:pt x="1363998" y="1063527"/>
                  </a:lnTo>
                  <a:lnTo>
                    <a:pt x="1363338" y="1063527"/>
                  </a:lnTo>
                  <a:lnTo>
                    <a:pt x="1362677" y="1063527"/>
                  </a:lnTo>
                  <a:lnTo>
                    <a:pt x="1362017" y="1063527"/>
                  </a:lnTo>
                  <a:lnTo>
                    <a:pt x="1361356" y="1063527"/>
                  </a:lnTo>
                  <a:lnTo>
                    <a:pt x="1360696" y="1063527"/>
                  </a:lnTo>
                  <a:lnTo>
                    <a:pt x="1360035" y="1063527"/>
                  </a:lnTo>
                  <a:lnTo>
                    <a:pt x="1359375" y="1063527"/>
                  </a:lnTo>
                  <a:lnTo>
                    <a:pt x="1358714" y="1063527"/>
                  </a:lnTo>
                  <a:lnTo>
                    <a:pt x="1358054" y="1063527"/>
                  </a:lnTo>
                  <a:lnTo>
                    <a:pt x="1357393" y="1063527"/>
                  </a:lnTo>
                  <a:lnTo>
                    <a:pt x="1356732" y="1063527"/>
                  </a:lnTo>
                  <a:lnTo>
                    <a:pt x="1356072" y="1063527"/>
                  </a:lnTo>
                  <a:lnTo>
                    <a:pt x="1355411" y="1063527"/>
                  </a:lnTo>
                  <a:lnTo>
                    <a:pt x="1354751" y="1063527"/>
                  </a:lnTo>
                  <a:lnTo>
                    <a:pt x="1354090" y="1063527"/>
                  </a:lnTo>
                  <a:lnTo>
                    <a:pt x="1353430" y="1063527"/>
                  </a:lnTo>
                  <a:lnTo>
                    <a:pt x="1352769" y="1063527"/>
                  </a:lnTo>
                  <a:lnTo>
                    <a:pt x="1352109" y="1063527"/>
                  </a:lnTo>
                  <a:lnTo>
                    <a:pt x="1351448" y="1063527"/>
                  </a:lnTo>
                  <a:lnTo>
                    <a:pt x="1350788" y="1063527"/>
                  </a:lnTo>
                  <a:lnTo>
                    <a:pt x="1350127" y="1063527"/>
                  </a:lnTo>
                  <a:lnTo>
                    <a:pt x="1349467" y="1063527"/>
                  </a:lnTo>
                  <a:lnTo>
                    <a:pt x="1348806" y="1063527"/>
                  </a:lnTo>
                  <a:lnTo>
                    <a:pt x="1348146" y="1063527"/>
                  </a:lnTo>
                  <a:lnTo>
                    <a:pt x="1347485" y="1063527"/>
                  </a:lnTo>
                  <a:lnTo>
                    <a:pt x="1346824" y="1063527"/>
                  </a:lnTo>
                  <a:lnTo>
                    <a:pt x="1346164" y="1063527"/>
                  </a:lnTo>
                  <a:lnTo>
                    <a:pt x="1345503" y="1063527"/>
                  </a:lnTo>
                  <a:lnTo>
                    <a:pt x="1344843" y="1063527"/>
                  </a:lnTo>
                  <a:lnTo>
                    <a:pt x="1344182" y="1063527"/>
                  </a:lnTo>
                  <a:lnTo>
                    <a:pt x="1343522" y="1063527"/>
                  </a:lnTo>
                  <a:lnTo>
                    <a:pt x="1342861" y="1063527"/>
                  </a:lnTo>
                  <a:lnTo>
                    <a:pt x="1342201" y="1063527"/>
                  </a:lnTo>
                  <a:lnTo>
                    <a:pt x="1341540" y="1063527"/>
                  </a:lnTo>
                  <a:lnTo>
                    <a:pt x="1340880" y="1063527"/>
                  </a:lnTo>
                  <a:lnTo>
                    <a:pt x="1340219" y="1063527"/>
                  </a:lnTo>
                  <a:lnTo>
                    <a:pt x="1339559" y="1063527"/>
                  </a:lnTo>
                  <a:lnTo>
                    <a:pt x="1338898" y="1063527"/>
                  </a:lnTo>
                  <a:lnTo>
                    <a:pt x="1338238" y="1063527"/>
                  </a:lnTo>
                  <a:lnTo>
                    <a:pt x="1337577" y="1063527"/>
                  </a:lnTo>
                  <a:lnTo>
                    <a:pt x="1336916" y="1063527"/>
                  </a:lnTo>
                  <a:lnTo>
                    <a:pt x="1336256" y="1063527"/>
                  </a:lnTo>
                  <a:lnTo>
                    <a:pt x="1335595" y="1063527"/>
                  </a:lnTo>
                  <a:lnTo>
                    <a:pt x="1334935" y="1063527"/>
                  </a:lnTo>
                  <a:lnTo>
                    <a:pt x="1334274" y="1063527"/>
                  </a:lnTo>
                  <a:lnTo>
                    <a:pt x="1333614" y="1063527"/>
                  </a:lnTo>
                  <a:lnTo>
                    <a:pt x="1332953" y="1063527"/>
                  </a:lnTo>
                  <a:lnTo>
                    <a:pt x="1332293" y="1063527"/>
                  </a:lnTo>
                  <a:lnTo>
                    <a:pt x="1331632" y="1063527"/>
                  </a:lnTo>
                  <a:lnTo>
                    <a:pt x="1330972" y="1063527"/>
                  </a:lnTo>
                  <a:lnTo>
                    <a:pt x="1330311" y="1063527"/>
                  </a:lnTo>
                  <a:lnTo>
                    <a:pt x="1329651" y="1063527"/>
                  </a:lnTo>
                  <a:lnTo>
                    <a:pt x="1328990" y="1063527"/>
                  </a:lnTo>
                  <a:lnTo>
                    <a:pt x="1328330" y="1063527"/>
                  </a:lnTo>
                  <a:lnTo>
                    <a:pt x="1327669" y="1063527"/>
                  </a:lnTo>
                  <a:lnTo>
                    <a:pt x="1327009" y="1063527"/>
                  </a:lnTo>
                  <a:lnTo>
                    <a:pt x="1326348" y="1063527"/>
                  </a:lnTo>
                  <a:lnTo>
                    <a:pt x="1325687" y="1063527"/>
                  </a:lnTo>
                  <a:lnTo>
                    <a:pt x="1325027" y="1063527"/>
                  </a:lnTo>
                  <a:lnTo>
                    <a:pt x="1324366" y="1063527"/>
                  </a:lnTo>
                  <a:lnTo>
                    <a:pt x="1323706" y="1063527"/>
                  </a:lnTo>
                  <a:lnTo>
                    <a:pt x="1323045" y="1063527"/>
                  </a:lnTo>
                  <a:lnTo>
                    <a:pt x="1322385" y="1063527"/>
                  </a:lnTo>
                  <a:lnTo>
                    <a:pt x="1321724" y="1063527"/>
                  </a:lnTo>
                  <a:lnTo>
                    <a:pt x="1321064" y="1063527"/>
                  </a:lnTo>
                  <a:lnTo>
                    <a:pt x="1320403" y="1063527"/>
                  </a:lnTo>
                  <a:lnTo>
                    <a:pt x="1319743" y="1063527"/>
                  </a:lnTo>
                  <a:lnTo>
                    <a:pt x="1319082" y="1063527"/>
                  </a:lnTo>
                  <a:lnTo>
                    <a:pt x="1318422" y="1063527"/>
                  </a:lnTo>
                  <a:lnTo>
                    <a:pt x="1317761" y="1063527"/>
                  </a:lnTo>
                  <a:lnTo>
                    <a:pt x="1317101" y="1063527"/>
                  </a:lnTo>
                  <a:lnTo>
                    <a:pt x="1316440" y="1063527"/>
                  </a:lnTo>
                  <a:lnTo>
                    <a:pt x="1315779" y="1063527"/>
                  </a:lnTo>
                  <a:lnTo>
                    <a:pt x="1315119" y="1063527"/>
                  </a:lnTo>
                  <a:lnTo>
                    <a:pt x="1314458" y="1063527"/>
                  </a:lnTo>
                  <a:lnTo>
                    <a:pt x="1313798" y="1063527"/>
                  </a:lnTo>
                  <a:lnTo>
                    <a:pt x="1313137" y="1063527"/>
                  </a:lnTo>
                  <a:lnTo>
                    <a:pt x="1312477" y="1063527"/>
                  </a:lnTo>
                  <a:lnTo>
                    <a:pt x="1311816" y="1063527"/>
                  </a:lnTo>
                  <a:lnTo>
                    <a:pt x="1311156" y="1063527"/>
                  </a:lnTo>
                  <a:lnTo>
                    <a:pt x="1310495" y="1063527"/>
                  </a:lnTo>
                  <a:lnTo>
                    <a:pt x="1309835" y="1063527"/>
                  </a:lnTo>
                  <a:lnTo>
                    <a:pt x="1309174" y="1063527"/>
                  </a:lnTo>
                  <a:lnTo>
                    <a:pt x="1308514" y="1063527"/>
                  </a:lnTo>
                  <a:lnTo>
                    <a:pt x="1307853" y="1063527"/>
                  </a:lnTo>
                  <a:lnTo>
                    <a:pt x="1307193" y="1063527"/>
                  </a:lnTo>
                  <a:lnTo>
                    <a:pt x="1306532" y="1063527"/>
                  </a:lnTo>
                  <a:lnTo>
                    <a:pt x="1305871" y="1063527"/>
                  </a:lnTo>
                  <a:lnTo>
                    <a:pt x="1305211" y="1063527"/>
                  </a:lnTo>
                  <a:lnTo>
                    <a:pt x="1304550" y="1063527"/>
                  </a:lnTo>
                  <a:lnTo>
                    <a:pt x="1303890" y="1063527"/>
                  </a:lnTo>
                  <a:lnTo>
                    <a:pt x="1303229" y="1063527"/>
                  </a:lnTo>
                  <a:lnTo>
                    <a:pt x="1302569" y="1063527"/>
                  </a:lnTo>
                  <a:lnTo>
                    <a:pt x="1301908" y="1063527"/>
                  </a:lnTo>
                  <a:lnTo>
                    <a:pt x="1301248" y="1063527"/>
                  </a:lnTo>
                  <a:lnTo>
                    <a:pt x="1300587" y="1063527"/>
                  </a:lnTo>
                  <a:lnTo>
                    <a:pt x="1299927" y="1063527"/>
                  </a:lnTo>
                  <a:lnTo>
                    <a:pt x="1299266" y="1063527"/>
                  </a:lnTo>
                  <a:lnTo>
                    <a:pt x="1298606" y="1063527"/>
                  </a:lnTo>
                  <a:lnTo>
                    <a:pt x="1297945" y="1063527"/>
                  </a:lnTo>
                  <a:lnTo>
                    <a:pt x="1297285" y="1063527"/>
                  </a:lnTo>
                  <a:lnTo>
                    <a:pt x="1296624" y="1063527"/>
                  </a:lnTo>
                  <a:lnTo>
                    <a:pt x="1295963" y="1063527"/>
                  </a:lnTo>
                  <a:lnTo>
                    <a:pt x="1295303" y="1063527"/>
                  </a:lnTo>
                  <a:lnTo>
                    <a:pt x="1294642" y="1063527"/>
                  </a:lnTo>
                  <a:lnTo>
                    <a:pt x="1293982" y="1063527"/>
                  </a:lnTo>
                  <a:lnTo>
                    <a:pt x="1293321" y="1063527"/>
                  </a:lnTo>
                  <a:lnTo>
                    <a:pt x="1292661" y="1063527"/>
                  </a:lnTo>
                  <a:lnTo>
                    <a:pt x="1292000" y="1063527"/>
                  </a:lnTo>
                  <a:lnTo>
                    <a:pt x="1291340" y="1063527"/>
                  </a:lnTo>
                  <a:lnTo>
                    <a:pt x="1290679" y="1063527"/>
                  </a:lnTo>
                  <a:lnTo>
                    <a:pt x="1290019" y="1063527"/>
                  </a:lnTo>
                  <a:lnTo>
                    <a:pt x="1289358" y="1063527"/>
                  </a:lnTo>
                  <a:lnTo>
                    <a:pt x="1288698" y="1063527"/>
                  </a:lnTo>
                  <a:lnTo>
                    <a:pt x="1288037" y="1063527"/>
                  </a:lnTo>
                  <a:lnTo>
                    <a:pt x="1287377" y="1063527"/>
                  </a:lnTo>
                  <a:lnTo>
                    <a:pt x="1286716" y="1063527"/>
                  </a:lnTo>
                  <a:lnTo>
                    <a:pt x="1286056" y="1063527"/>
                  </a:lnTo>
                  <a:lnTo>
                    <a:pt x="1285395" y="1063527"/>
                  </a:lnTo>
                  <a:lnTo>
                    <a:pt x="1284734" y="1063527"/>
                  </a:lnTo>
                  <a:lnTo>
                    <a:pt x="1284074" y="1063527"/>
                  </a:lnTo>
                  <a:lnTo>
                    <a:pt x="1283413" y="1063527"/>
                  </a:lnTo>
                  <a:lnTo>
                    <a:pt x="1282753" y="1063527"/>
                  </a:lnTo>
                  <a:lnTo>
                    <a:pt x="1282092" y="1063527"/>
                  </a:lnTo>
                  <a:lnTo>
                    <a:pt x="1281432" y="1063527"/>
                  </a:lnTo>
                  <a:lnTo>
                    <a:pt x="1280771" y="1063527"/>
                  </a:lnTo>
                  <a:lnTo>
                    <a:pt x="1280111" y="1063527"/>
                  </a:lnTo>
                  <a:lnTo>
                    <a:pt x="1279450" y="1063527"/>
                  </a:lnTo>
                  <a:lnTo>
                    <a:pt x="1278790" y="1063527"/>
                  </a:lnTo>
                  <a:lnTo>
                    <a:pt x="1278129" y="1063527"/>
                  </a:lnTo>
                  <a:lnTo>
                    <a:pt x="1277469" y="1063527"/>
                  </a:lnTo>
                  <a:lnTo>
                    <a:pt x="1276808" y="1063527"/>
                  </a:lnTo>
                  <a:lnTo>
                    <a:pt x="1276148" y="1063527"/>
                  </a:lnTo>
                  <a:lnTo>
                    <a:pt x="1275487" y="1063527"/>
                  </a:lnTo>
                  <a:lnTo>
                    <a:pt x="1274826" y="1063527"/>
                  </a:lnTo>
                  <a:lnTo>
                    <a:pt x="1274166" y="1063527"/>
                  </a:lnTo>
                  <a:lnTo>
                    <a:pt x="1273505" y="1063527"/>
                  </a:lnTo>
                  <a:lnTo>
                    <a:pt x="1272845" y="1063527"/>
                  </a:lnTo>
                  <a:lnTo>
                    <a:pt x="1272184" y="1063527"/>
                  </a:lnTo>
                  <a:lnTo>
                    <a:pt x="1271524" y="1063527"/>
                  </a:lnTo>
                  <a:lnTo>
                    <a:pt x="1270863" y="1063527"/>
                  </a:lnTo>
                  <a:lnTo>
                    <a:pt x="1270203" y="1063527"/>
                  </a:lnTo>
                  <a:lnTo>
                    <a:pt x="1269542" y="1063527"/>
                  </a:lnTo>
                  <a:lnTo>
                    <a:pt x="1268882" y="1063527"/>
                  </a:lnTo>
                  <a:lnTo>
                    <a:pt x="1268221" y="1063527"/>
                  </a:lnTo>
                  <a:lnTo>
                    <a:pt x="1267561" y="1063527"/>
                  </a:lnTo>
                  <a:lnTo>
                    <a:pt x="1266900" y="1063527"/>
                  </a:lnTo>
                  <a:lnTo>
                    <a:pt x="1266240" y="1063527"/>
                  </a:lnTo>
                  <a:lnTo>
                    <a:pt x="1265579" y="1063527"/>
                  </a:lnTo>
                  <a:lnTo>
                    <a:pt x="1264918" y="1063527"/>
                  </a:lnTo>
                  <a:lnTo>
                    <a:pt x="1264258" y="1063527"/>
                  </a:lnTo>
                  <a:lnTo>
                    <a:pt x="1263597" y="1063527"/>
                  </a:lnTo>
                  <a:lnTo>
                    <a:pt x="1262937" y="1063527"/>
                  </a:lnTo>
                  <a:lnTo>
                    <a:pt x="1262276" y="1063527"/>
                  </a:lnTo>
                  <a:lnTo>
                    <a:pt x="1261616" y="1063527"/>
                  </a:lnTo>
                  <a:lnTo>
                    <a:pt x="1260955" y="1063527"/>
                  </a:lnTo>
                  <a:lnTo>
                    <a:pt x="1260295" y="1063527"/>
                  </a:lnTo>
                  <a:lnTo>
                    <a:pt x="1259634" y="1063527"/>
                  </a:lnTo>
                  <a:lnTo>
                    <a:pt x="1258974" y="1063527"/>
                  </a:lnTo>
                  <a:lnTo>
                    <a:pt x="1258313" y="1063527"/>
                  </a:lnTo>
                  <a:lnTo>
                    <a:pt x="1257653" y="1063527"/>
                  </a:lnTo>
                  <a:lnTo>
                    <a:pt x="1256992" y="1063527"/>
                  </a:lnTo>
                  <a:lnTo>
                    <a:pt x="1256332" y="1063527"/>
                  </a:lnTo>
                  <a:lnTo>
                    <a:pt x="1255671" y="1063527"/>
                  </a:lnTo>
                  <a:lnTo>
                    <a:pt x="1255011" y="1063527"/>
                  </a:lnTo>
                  <a:lnTo>
                    <a:pt x="1254350" y="1063527"/>
                  </a:lnTo>
                  <a:lnTo>
                    <a:pt x="1253689" y="1063527"/>
                  </a:lnTo>
                  <a:lnTo>
                    <a:pt x="1253029" y="1063527"/>
                  </a:lnTo>
                  <a:lnTo>
                    <a:pt x="1252368" y="1063527"/>
                  </a:lnTo>
                  <a:lnTo>
                    <a:pt x="1251708" y="1063527"/>
                  </a:lnTo>
                  <a:lnTo>
                    <a:pt x="1251047" y="1063527"/>
                  </a:lnTo>
                  <a:lnTo>
                    <a:pt x="1250387" y="1063527"/>
                  </a:lnTo>
                  <a:lnTo>
                    <a:pt x="1249726" y="1063527"/>
                  </a:lnTo>
                  <a:lnTo>
                    <a:pt x="1249066" y="1063527"/>
                  </a:lnTo>
                  <a:lnTo>
                    <a:pt x="1248405" y="1063527"/>
                  </a:lnTo>
                  <a:lnTo>
                    <a:pt x="1247745" y="1063527"/>
                  </a:lnTo>
                  <a:lnTo>
                    <a:pt x="1247084" y="1063527"/>
                  </a:lnTo>
                  <a:lnTo>
                    <a:pt x="1246424" y="1063527"/>
                  </a:lnTo>
                  <a:lnTo>
                    <a:pt x="1245763" y="1063527"/>
                  </a:lnTo>
                  <a:lnTo>
                    <a:pt x="1245103" y="1063527"/>
                  </a:lnTo>
                  <a:lnTo>
                    <a:pt x="1244442" y="1063527"/>
                  </a:lnTo>
                  <a:lnTo>
                    <a:pt x="1243781" y="1063527"/>
                  </a:lnTo>
                  <a:lnTo>
                    <a:pt x="1243121" y="1063527"/>
                  </a:lnTo>
                  <a:lnTo>
                    <a:pt x="1242460" y="1063527"/>
                  </a:lnTo>
                  <a:lnTo>
                    <a:pt x="1241800" y="1063527"/>
                  </a:lnTo>
                  <a:lnTo>
                    <a:pt x="1241139" y="1063527"/>
                  </a:lnTo>
                  <a:lnTo>
                    <a:pt x="1240479" y="1063527"/>
                  </a:lnTo>
                  <a:lnTo>
                    <a:pt x="1239818" y="1063527"/>
                  </a:lnTo>
                  <a:lnTo>
                    <a:pt x="1239158" y="1063527"/>
                  </a:lnTo>
                  <a:lnTo>
                    <a:pt x="1238497" y="1063527"/>
                  </a:lnTo>
                  <a:lnTo>
                    <a:pt x="1237837" y="1063527"/>
                  </a:lnTo>
                  <a:lnTo>
                    <a:pt x="1237176" y="1063527"/>
                  </a:lnTo>
                  <a:lnTo>
                    <a:pt x="1236516" y="1063527"/>
                  </a:lnTo>
                  <a:lnTo>
                    <a:pt x="1235855" y="1063527"/>
                  </a:lnTo>
                  <a:lnTo>
                    <a:pt x="1235195" y="1063527"/>
                  </a:lnTo>
                  <a:lnTo>
                    <a:pt x="1234534" y="1063527"/>
                  </a:lnTo>
                  <a:lnTo>
                    <a:pt x="1233873" y="1063527"/>
                  </a:lnTo>
                  <a:lnTo>
                    <a:pt x="1233213" y="1063527"/>
                  </a:lnTo>
                  <a:lnTo>
                    <a:pt x="1232552" y="1063527"/>
                  </a:lnTo>
                  <a:lnTo>
                    <a:pt x="1231892" y="1063527"/>
                  </a:lnTo>
                  <a:lnTo>
                    <a:pt x="1231231" y="1063527"/>
                  </a:lnTo>
                  <a:lnTo>
                    <a:pt x="1230571" y="1063527"/>
                  </a:lnTo>
                  <a:lnTo>
                    <a:pt x="1229910" y="1063527"/>
                  </a:lnTo>
                  <a:lnTo>
                    <a:pt x="1229250" y="1063527"/>
                  </a:lnTo>
                  <a:lnTo>
                    <a:pt x="1228589" y="1063527"/>
                  </a:lnTo>
                  <a:lnTo>
                    <a:pt x="1227929" y="1063527"/>
                  </a:lnTo>
                  <a:lnTo>
                    <a:pt x="1227268" y="1063527"/>
                  </a:lnTo>
                  <a:lnTo>
                    <a:pt x="1226608" y="1063527"/>
                  </a:lnTo>
                  <a:lnTo>
                    <a:pt x="1225947" y="1063527"/>
                  </a:lnTo>
                  <a:lnTo>
                    <a:pt x="1225287" y="1063527"/>
                  </a:lnTo>
                  <a:lnTo>
                    <a:pt x="1224626" y="1063527"/>
                  </a:lnTo>
                  <a:lnTo>
                    <a:pt x="1223965" y="1063527"/>
                  </a:lnTo>
                  <a:lnTo>
                    <a:pt x="1223305" y="1063527"/>
                  </a:lnTo>
                  <a:lnTo>
                    <a:pt x="1222644" y="1063527"/>
                  </a:lnTo>
                  <a:lnTo>
                    <a:pt x="1221984" y="1063527"/>
                  </a:lnTo>
                  <a:lnTo>
                    <a:pt x="1221323" y="1063527"/>
                  </a:lnTo>
                  <a:lnTo>
                    <a:pt x="1220663" y="1063527"/>
                  </a:lnTo>
                  <a:lnTo>
                    <a:pt x="1220002" y="1063527"/>
                  </a:lnTo>
                  <a:lnTo>
                    <a:pt x="1219342" y="1063527"/>
                  </a:lnTo>
                  <a:lnTo>
                    <a:pt x="1218681" y="1063527"/>
                  </a:lnTo>
                  <a:lnTo>
                    <a:pt x="1218021" y="1063527"/>
                  </a:lnTo>
                  <a:lnTo>
                    <a:pt x="1217360" y="1063527"/>
                  </a:lnTo>
                  <a:lnTo>
                    <a:pt x="1216700" y="1063527"/>
                  </a:lnTo>
                  <a:lnTo>
                    <a:pt x="1216039" y="1063527"/>
                  </a:lnTo>
                  <a:lnTo>
                    <a:pt x="1215379" y="1063527"/>
                  </a:lnTo>
                  <a:lnTo>
                    <a:pt x="1214718" y="1063527"/>
                  </a:lnTo>
                  <a:lnTo>
                    <a:pt x="1214058" y="1063527"/>
                  </a:lnTo>
                  <a:lnTo>
                    <a:pt x="1213397" y="1063527"/>
                  </a:lnTo>
                  <a:lnTo>
                    <a:pt x="1212736" y="1063527"/>
                  </a:lnTo>
                  <a:lnTo>
                    <a:pt x="1212076" y="1063527"/>
                  </a:lnTo>
                  <a:lnTo>
                    <a:pt x="1211415" y="1063527"/>
                  </a:lnTo>
                  <a:lnTo>
                    <a:pt x="1210755" y="1063527"/>
                  </a:lnTo>
                  <a:lnTo>
                    <a:pt x="1210094" y="1063527"/>
                  </a:lnTo>
                  <a:lnTo>
                    <a:pt x="1209434" y="1063527"/>
                  </a:lnTo>
                  <a:lnTo>
                    <a:pt x="1208773" y="1063527"/>
                  </a:lnTo>
                  <a:lnTo>
                    <a:pt x="1208113" y="1063527"/>
                  </a:lnTo>
                  <a:lnTo>
                    <a:pt x="1207452" y="1063527"/>
                  </a:lnTo>
                  <a:lnTo>
                    <a:pt x="1206792" y="1063527"/>
                  </a:lnTo>
                  <a:lnTo>
                    <a:pt x="1206131" y="1063527"/>
                  </a:lnTo>
                  <a:lnTo>
                    <a:pt x="1205471" y="1063527"/>
                  </a:lnTo>
                  <a:lnTo>
                    <a:pt x="1204810" y="1063527"/>
                  </a:lnTo>
                  <a:lnTo>
                    <a:pt x="1204150" y="1063527"/>
                  </a:lnTo>
                  <a:lnTo>
                    <a:pt x="1203489" y="1063527"/>
                  </a:lnTo>
                  <a:lnTo>
                    <a:pt x="1202828" y="1063527"/>
                  </a:lnTo>
                  <a:lnTo>
                    <a:pt x="1202168" y="1063527"/>
                  </a:lnTo>
                  <a:lnTo>
                    <a:pt x="1201507" y="1063527"/>
                  </a:lnTo>
                  <a:lnTo>
                    <a:pt x="1200847" y="1063527"/>
                  </a:lnTo>
                  <a:lnTo>
                    <a:pt x="1200186" y="1063527"/>
                  </a:lnTo>
                  <a:lnTo>
                    <a:pt x="1199526" y="1063527"/>
                  </a:lnTo>
                  <a:lnTo>
                    <a:pt x="1198865" y="1063527"/>
                  </a:lnTo>
                  <a:lnTo>
                    <a:pt x="1198205" y="1063527"/>
                  </a:lnTo>
                  <a:lnTo>
                    <a:pt x="1197544" y="1063527"/>
                  </a:lnTo>
                  <a:lnTo>
                    <a:pt x="1196884" y="1063527"/>
                  </a:lnTo>
                  <a:lnTo>
                    <a:pt x="1196223" y="1063527"/>
                  </a:lnTo>
                  <a:lnTo>
                    <a:pt x="1195563" y="1063527"/>
                  </a:lnTo>
                  <a:lnTo>
                    <a:pt x="1194902" y="1063527"/>
                  </a:lnTo>
                  <a:lnTo>
                    <a:pt x="1194242" y="1063527"/>
                  </a:lnTo>
                  <a:lnTo>
                    <a:pt x="1193581" y="1063527"/>
                  </a:lnTo>
                  <a:lnTo>
                    <a:pt x="1192920" y="1063527"/>
                  </a:lnTo>
                  <a:lnTo>
                    <a:pt x="1192260" y="1063527"/>
                  </a:lnTo>
                  <a:lnTo>
                    <a:pt x="1191599" y="1063527"/>
                  </a:lnTo>
                  <a:lnTo>
                    <a:pt x="1190939" y="1063527"/>
                  </a:lnTo>
                  <a:lnTo>
                    <a:pt x="1190278" y="1063527"/>
                  </a:lnTo>
                  <a:lnTo>
                    <a:pt x="1189618" y="1063527"/>
                  </a:lnTo>
                  <a:lnTo>
                    <a:pt x="1188957" y="1063527"/>
                  </a:lnTo>
                  <a:lnTo>
                    <a:pt x="1188297" y="1063527"/>
                  </a:lnTo>
                  <a:lnTo>
                    <a:pt x="1187636" y="1063527"/>
                  </a:lnTo>
                  <a:lnTo>
                    <a:pt x="1186976" y="1063527"/>
                  </a:lnTo>
                  <a:lnTo>
                    <a:pt x="1186315" y="1063527"/>
                  </a:lnTo>
                  <a:lnTo>
                    <a:pt x="1185655" y="1063527"/>
                  </a:lnTo>
                  <a:lnTo>
                    <a:pt x="1184994" y="1063527"/>
                  </a:lnTo>
                  <a:lnTo>
                    <a:pt x="1184334" y="1063527"/>
                  </a:lnTo>
                  <a:lnTo>
                    <a:pt x="1183673" y="1063527"/>
                  </a:lnTo>
                  <a:lnTo>
                    <a:pt x="1183013" y="1063527"/>
                  </a:lnTo>
                  <a:lnTo>
                    <a:pt x="1182352" y="1063527"/>
                  </a:lnTo>
                  <a:lnTo>
                    <a:pt x="1181691" y="1063527"/>
                  </a:lnTo>
                  <a:lnTo>
                    <a:pt x="1181031" y="1063527"/>
                  </a:lnTo>
                  <a:lnTo>
                    <a:pt x="1180370" y="1063527"/>
                  </a:lnTo>
                  <a:lnTo>
                    <a:pt x="1179710" y="1063527"/>
                  </a:lnTo>
                  <a:lnTo>
                    <a:pt x="1179049" y="1063527"/>
                  </a:lnTo>
                  <a:lnTo>
                    <a:pt x="1178389" y="1063527"/>
                  </a:lnTo>
                  <a:lnTo>
                    <a:pt x="1177728" y="1063527"/>
                  </a:lnTo>
                  <a:lnTo>
                    <a:pt x="1177068" y="1063527"/>
                  </a:lnTo>
                  <a:lnTo>
                    <a:pt x="1176407" y="1063527"/>
                  </a:lnTo>
                  <a:lnTo>
                    <a:pt x="1175747" y="1063527"/>
                  </a:lnTo>
                  <a:lnTo>
                    <a:pt x="1175086" y="1063527"/>
                  </a:lnTo>
                  <a:lnTo>
                    <a:pt x="1174426" y="1063527"/>
                  </a:lnTo>
                  <a:lnTo>
                    <a:pt x="1173765" y="1063527"/>
                  </a:lnTo>
                  <a:lnTo>
                    <a:pt x="1173105" y="1063527"/>
                  </a:lnTo>
                  <a:lnTo>
                    <a:pt x="1172444" y="1063527"/>
                  </a:lnTo>
                  <a:lnTo>
                    <a:pt x="1171783" y="1063527"/>
                  </a:lnTo>
                  <a:lnTo>
                    <a:pt x="1171123" y="1063527"/>
                  </a:lnTo>
                  <a:lnTo>
                    <a:pt x="1170462" y="1063527"/>
                  </a:lnTo>
                  <a:lnTo>
                    <a:pt x="1169802" y="1063527"/>
                  </a:lnTo>
                  <a:lnTo>
                    <a:pt x="1169141" y="1063527"/>
                  </a:lnTo>
                  <a:lnTo>
                    <a:pt x="1168481" y="1063527"/>
                  </a:lnTo>
                  <a:lnTo>
                    <a:pt x="1167820" y="1063527"/>
                  </a:lnTo>
                  <a:lnTo>
                    <a:pt x="1167160" y="1063527"/>
                  </a:lnTo>
                  <a:lnTo>
                    <a:pt x="1166499" y="1063527"/>
                  </a:lnTo>
                  <a:lnTo>
                    <a:pt x="1165839" y="1063527"/>
                  </a:lnTo>
                  <a:lnTo>
                    <a:pt x="1165178" y="1063527"/>
                  </a:lnTo>
                  <a:lnTo>
                    <a:pt x="1164518" y="1063527"/>
                  </a:lnTo>
                  <a:lnTo>
                    <a:pt x="1163857" y="1063527"/>
                  </a:lnTo>
                  <a:lnTo>
                    <a:pt x="1163197" y="1063527"/>
                  </a:lnTo>
                  <a:lnTo>
                    <a:pt x="1162536" y="1063527"/>
                  </a:lnTo>
                  <a:lnTo>
                    <a:pt x="1161875" y="1063527"/>
                  </a:lnTo>
                  <a:lnTo>
                    <a:pt x="1161215" y="1063527"/>
                  </a:lnTo>
                  <a:lnTo>
                    <a:pt x="1160554" y="1063527"/>
                  </a:lnTo>
                  <a:lnTo>
                    <a:pt x="1159894" y="1063527"/>
                  </a:lnTo>
                  <a:lnTo>
                    <a:pt x="1159233" y="1063527"/>
                  </a:lnTo>
                  <a:lnTo>
                    <a:pt x="1158573" y="1063527"/>
                  </a:lnTo>
                  <a:lnTo>
                    <a:pt x="1157912" y="1063527"/>
                  </a:lnTo>
                  <a:lnTo>
                    <a:pt x="1157252" y="1063527"/>
                  </a:lnTo>
                  <a:lnTo>
                    <a:pt x="1156591" y="1063527"/>
                  </a:lnTo>
                  <a:lnTo>
                    <a:pt x="1155931" y="1063527"/>
                  </a:lnTo>
                  <a:lnTo>
                    <a:pt x="1155270" y="1063527"/>
                  </a:lnTo>
                  <a:lnTo>
                    <a:pt x="1154610" y="1063527"/>
                  </a:lnTo>
                  <a:lnTo>
                    <a:pt x="1153949" y="1063527"/>
                  </a:lnTo>
                  <a:lnTo>
                    <a:pt x="1153289" y="1063527"/>
                  </a:lnTo>
                  <a:lnTo>
                    <a:pt x="1152628" y="1063527"/>
                  </a:lnTo>
                  <a:lnTo>
                    <a:pt x="1151967" y="1063527"/>
                  </a:lnTo>
                  <a:lnTo>
                    <a:pt x="1151307" y="1063527"/>
                  </a:lnTo>
                  <a:lnTo>
                    <a:pt x="1150646" y="1063527"/>
                  </a:lnTo>
                  <a:lnTo>
                    <a:pt x="1149986" y="1063527"/>
                  </a:lnTo>
                  <a:lnTo>
                    <a:pt x="1149325" y="1063527"/>
                  </a:lnTo>
                  <a:lnTo>
                    <a:pt x="1148665" y="1063527"/>
                  </a:lnTo>
                  <a:lnTo>
                    <a:pt x="1148004" y="1063527"/>
                  </a:lnTo>
                  <a:lnTo>
                    <a:pt x="1147344" y="1063527"/>
                  </a:lnTo>
                  <a:lnTo>
                    <a:pt x="1146683" y="1063527"/>
                  </a:lnTo>
                  <a:lnTo>
                    <a:pt x="1146023" y="1063527"/>
                  </a:lnTo>
                  <a:lnTo>
                    <a:pt x="1145362" y="1063527"/>
                  </a:lnTo>
                  <a:lnTo>
                    <a:pt x="1144702" y="1063527"/>
                  </a:lnTo>
                  <a:lnTo>
                    <a:pt x="1144041" y="1063527"/>
                  </a:lnTo>
                  <a:lnTo>
                    <a:pt x="1143381" y="1063527"/>
                  </a:lnTo>
                  <a:lnTo>
                    <a:pt x="1142720" y="1063527"/>
                  </a:lnTo>
                  <a:lnTo>
                    <a:pt x="1142060" y="1063527"/>
                  </a:lnTo>
                  <a:lnTo>
                    <a:pt x="1141399" y="1063527"/>
                  </a:lnTo>
                  <a:lnTo>
                    <a:pt x="1140738" y="1063527"/>
                  </a:lnTo>
                  <a:lnTo>
                    <a:pt x="1140078" y="1063527"/>
                  </a:lnTo>
                  <a:lnTo>
                    <a:pt x="1139417" y="1063527"/>
                  </a:lnTo>
                  <a:lnTo>
                    <a:pt x="1138757" y="1063527"/>
                  </a:lnTo>
                  <a:lnTo>
                    <a:pt x="1138096" y="1063527"/>
                  </a:lnTo>
                  <a:lnTo>
                    <a:pt x="1137436" y="1063527"/>
                  </a:lnTo>
                  <a:lnTo>
                    <a:pt x="1136775" y="1063527"/>
                  </a:lnTo>
                  <a:lnTo>
                    <a:pt x="1136115" y="1063527"/>
                  </a:lnTo>
                  <a:lnTo>
                    <a:pt x="1135454" y="1063527"/>
                  </a:lnTo>
                  <a:lnTo>
                    <a:pt x="1134794" y="1063527"/>
                  </a:lnTo>
                  <a:lnTo>
                    <a:pt x="1134133" y="1063527"/>
                  </a:lnTo>
                  <a:lnTo>
                    <a:pt x="1133473" y="1063527"/>
                  </a:lnTo>
                  <a:lnTo>
                    <a:pt x="1132812" y="1063527"/>
                  </a:lnTo>
                  <a:lnTo>
                    <a:pt x="1132152" y="1063527"/>
                  </a:lnTo>
                  <a:lnTo>
                    <a:pt x="1131491" y="1063527"/>
                  </a:lnTo>
                  <a:lnTo>
                    <a:pt x="1130830" y="1063527"/>
                  </a:lnTo>
                  <a:lnTo>
                    <a:pt x="1130170" y="1063527"/>
                  </a:lnTo>
                  <a:lnTo>
                    <a:pt x="1129509" y="1063527"/>
                  </a:lnTo>
                  <a:lnTo>
                    <a:pt x="1128849" y="1063527"/>
                  </a:lnTo>
                  <a:lnTo>
                    <a:pt x="1128188" y="1063527"/>
                  </a:lnTo>
                  <a:lnTo>
                    <a:pt x="1127528" y="1063527"/>
                  </a:lnTo>
                  <a:lnTo>
                    <a:pt x="1126867" y="1063527"/>
                  </a:lnTo>
                  <a:lnTo>
                    <a:pt x="1126207" y="1063527"/>
                  </a:lnTo>
                  <a:lnTo>
                    <a:pt x="1125546" y="1063527"/>
                  </a:lnTo>
                  <a:lnTo>
                    <a:pt x="1124886" y="1063527"/>
                  </a:lnTo>
                  <a:lnTo>
                    <a:pt x="1124225" y="1063527"/>
                  </a:lnTo>
                  <a:lnTo>
                    <a:pt x="1123565" y="1063527"/>
                  </a:lnTo>
                  <a:lnTo>
                    <a:pt x="1122904" y="1063527"/>
                  </a:lnTo>
                  <a:lnTo>
                    <a:pt x="1122244" y="1063527"/>
                  </a:lnTo>
                  <a:lnTo>
                    <a:pt x="1121583" y="1063527"/>
                  </a:lnTo>
                  <a:lnTo>
                    <a:pt x="1120922" y="1063527"/>
                  </a:lnTo>
                  <a:lnTo>
                    <a:pt x="1120262" y="1063527"/>
                  </a:lnTo>
                  <a:lnTo>
                    <a:pt x="1119601" y="1063527"/>
                  </a:lnTo>
                  <a:lnTo>
                    <a:pt x="1118941" y="1063527"/>
                  </a:lnTo>
                  <a:lnTo>
                    <a:pt x="1118280" y="1063527"/>
                  </a:lnTo>
                  <a:lnTo>
                    <a:pt x="1117620" y="1063527"/>
                  </a:lnTo>
                  <a:lnTo>
                    <a:pt x="1116959" y="1063527"/>
                  </a:lnTo>
                  <a:lnTo>
                    <a:pt x="1116299" y="1063527"/>
                  </a:lnTo>
                  <a:lnTo>
                    <a:pt x="1115638" y="1063527"/>
                  </a:lnTo>
                  <a:lnTo>
                    <a:pt x="1114978" y="1063527"/>
                  </a:lnTo>
                  <a:lnTo>
                    <a:pt x="1114317" y="1063527"/>
                  </a:lnTo>
                  <a:lnTo>
                    <a:pt x="1113657" y="1063527"/>
                  </a:lnTo>
                  <a:lnTo>
                    <a:pt x="1112996" y="1063527"/>
                  </a:lnTo>
                  <a:lnTo>
                    <a:pt x="1112336" y="1063527"/>
                  </a:lnTo>
                  <a:lnTo>
                    <a:pt x="1111675" y="1063527"/>
                  </a:lnTo>
                  <a:lnTo>
                    <a:pt x="1111015" y="1063527"/>
                  </a:lnTo>
                  <a:lnTo>
                    <a:pt x="1110354" y="1063527"/>
                  </a:lnTo>
                  <a:lnTo>
                    <a:pt x="1109693" y="1063527"/>
                  </a:lnTo>
                  <a:lnTo>
                    <a:pt x="1109033" y="1063527"/>
                  </a:lnTo>
                  <a:lnTo>
                    <a:pt x="1108372" y="1063527"/>
                  </a:lnTo>
                  <a:lnTo>
                    <a:pt x="1107712" y="1063527"/>
                  </a:lnTo>
                  <a:lnTo>
                    <a:pt x="1107051" y="1063527"/>
                  </a:lnTo>
                  <a:lnTo>
                    <a:pt x="1106391" y="1063527"/>
                  </a:lnTo>
                  <a:lnTo>
                    <a:pt x="1105730" y="1063527"/>
                  </a:lnTo>
                  <a:lnTo>
                    <a:pt x="1105070" y="1063527"/>
                  </a:lnTo>
                  <a:lnTo>
                    <a:pt x="1104409" y="1063527"/>
                  </a:lnTo>
                  <a:lnTo>
                    <a:pt x="1103749" y="1063527"/>
                  </a:lnTo>
                  <a:lnTo>
                    <a:pt x="1103088" y="1063527"/>
                  </a:lnTo>
                  <a:lnTo>
                    <a:pt x="1102428" y="1063527"/>
                  </a:lnTo>
                  <a:lnTo>
                    <a:pt x="1101767" y="1063527"/>
                  </a:lnTo>
                  <a:lnTo>
                    <a:pt x="1101107" y="1063527"/>
                  </a:lnTo>
                  <a:lnTo>
                    <a:pt x="1100446" y="1063527"/>
                  </a:lnTo>
                  <a:lnTo>
                    <a:pt x="1099785" y="1063527"/>
                  </a:lnTo>
                  <a:lnTo>
                    <a:pt x="1099125" y="1063527"/>
                  </a:lnTo>
                  <a:lnTo>
                    <a:pt x="1098464" y="1063527"/>
                  </a:lnTo>
                  <a:lnTo>
                    <a:pt x="1097804" y="1063527"/>
                  </a:lnTo>
                  <a:lnTo>
                    <a:pt x="1097143" y="1063527"/>
                  </a:lnTo>
                  <a:lnTo>
                    <a:pt x="1096483" y="1063527"/>
                  </a:lnTo>
                  <a:lnTo>
                    <a:pt x="1095822" y="1063527"/>
                  </a:lnTo>
                  <a:lnTo>
                    <a:pt x="1095162" y="1063527"/>
                  </a:lnTo>
                  <a:lnTo>
                    <a:pt x="1094501" y="1063527"/>
                  </a:lnTo>
                  <a:lnTo>
                    <a:pt x="1093841" y="1063527"/>
                  </a:lnTo>
                  <a:lnTo>
                    <a:pt x="1093180" y="1063527"/>
                  </a:lnTo>
                  <a:lnTo>
                    <a:pt x="1092520" y="1063527"/>
                  </a:lnTo>
                  <a:lnTo>
                    <a:pt x="1091859" y="1063527"/>
                  </a:lnTo>
                  <a:lnTo>
                    <a:pt x="1091199" y="1063527"/>
                  </a:lnTo>
                  <a:lnTo>
                    <a:pt x="1090538" y="1063527"/>
                  </a:lnTo>
                  <a:lnTo>
                    <a:pt x="1089877" y="1063527"/>
                  </a:lnTo>
                  <a:lnTo>
                    <a:pt x="1089217" y="1063527"/>
                  </a:lnTo>
                  <a:lnTo>
                    <a:pt x="1088556" y="1063527"/>
                  </a:lnTo>
                  <a:lnTo>
                    <a:pt x="1087896" y="1063527"/>
                  </a:lnTo>
                  <a:lnTo>
                    <a:pt x="1087235" y="1063527"/>
                  </a:lnTo>
                  <a:lnTo>
                    <a:pt x="1086575" y="1063527"/>
                  </a:lnTo>
                  <a:lnTo>
                    <a:pt x="1085914" y="1063527"/>
                  </a:lnTo>
                  <a:lnTo>
                    <a:pt x="1085254" y="1063527"/>
                  </a:lnTo>
                  <a:lnTo>
                    <a:pt x="1084593" y="1063527"/>
                  </a:lnTo>
                  <a:lnTo>
                    <a:pt x="1083933" y="1063527"/>
                  </a:lnTo>
                  <a:lnTo>
                    <a:pt x="1083272" y="1063527"/>
                  </a:lnTo>
                  <a:lnTo>
                    <a:pt x="1082612" y="1063527"/>
                  </a:lnTo>
                  <a:lnTo>
                    <a:pt x="1081951" y="1063527"/>
                  </a:lnTo>
                  <a:lnTo>
                    <a:pt x="1081291" y="1063527"/>
                  </a:lnTo>
                  <a:lnTo>
                    <a:pt x="1080630" y="1063527"/>
                  </a:lnTo>
                  <a:lnTo>
                    <a:pt x="1079969" y="1063527"/>
                  </a:lnTo>
                  <a:lnTo>
                    <a:pt x="1079309" y="1063527"/>
                  </a:lnTo>
                  <a:lnTo>
                    <a:pt x="1078648" y="1063527"/>
                  </a:lnTo>
                  <a:lnTo>
                    <a:pt x="1077988" y="1063527"/>
                  </a:lnTo>
                  <a:lnTo>
                    <a:pt x="1077327" y="1063527"/>
                  </a:lnTo>
                  <a:lnTo>
                    <a:pt x="1076667" y="1063527"/>
                  </a:lnTo>
                  <a:lnTo>
                    <a:pt x="1076006" y="1063527"/>
                  </a:lnTo>
                  <a:lnTo>
                    <a:pt x="1075346" y="1063527"/>
                  </a:lnTo>
                  <a:lnTo>
                    <a:pt x="1074685" y="1063527"/>
                  </a:lnTo>
                  <a:lnTo>
                    <a:pt x="1074025" y="1063527"/>
                  </a:lnTo>
                  <a:lnTo>
                    <a:pt x="1073364" y="1063527"/>
                  </a:lnTo>
                  <a:lnTo>
                    <a:pt x="1072704" y="1063527"/>
                  </a:lnTo>
                  <a:lnTo>
                    <a:pt x="1072043" y="1063527"/>
                  </a:lnTo>
                  <a:lnTo>
                    <a:pt x="1071383" y="1063527"/>
                  </a:lnTo>
                  <a:lnTo>
                    <a:pt x="1070722" y="1063527"/>
                  </a:lnTo>
                  <a:lnTo>
                    <a:pt x="1070062" y="1063527"/>
                  </a:lnTo>
                  <a:lnTo>
                    <a:pt x="1069401" y="1063527"/>
                  </a:lnTo>
                  <a:lnTo>
                    <a:pt x="1068740" y="1063527"/>
                  </a:lnTo>
                  <a:lnTo>
                    <a:pt x="1068080" y="1063527"/>
                  </a:lnTo>
                  <a:lnTo>
                    <a:pt x="1067419" y="1063527"/>
                  </a:lnTo>
                  <a:lnTo>
                    <a:pt x="1066759" y="1063527"/>
                  </a:lnTo>
                  <a:lnTo>
                    <a:pt x="1066098" y="1063527"/>
                  </a:lnTo>
                  <a:lnTo>
                    <a:pt x="1065438" y="1063527"/>
                  </a:lnTo>
                  <a:lnTo>
                    <a:pt x="1064777" y="1063527"/>
                  </a:lnTo>
                  <a:lnTo>
                    <a:pt x="1064117" y="1063527"/>
                  </a:lnTo>
                  <a:lnTo>
                    <a:pt x="1063456" y="1063527"/>
                  </a:lnTo>
                  <a:lnTo>
                    <a:pt x="1062796" y="1063527"/>
                  </a:lnTo>
                  <a:lnTo>
                    <a:pt x="1062135" y="1063527"/>
                  </a:lnTo>
                  <a:lnTo>
                    <a:pt x="1061475" y="1063527"/>
                  </a:lnTo>
                  <a:lnTo>
                    <a:pt x="1060814" y="1063527"/>
                  </a:lnTo>
                  <a:lnTo>
                    <a:pt x="1060154" y="1063527"/>
                  </a:lnTo>
                  <a:lnTo>
                    <a:pt x="1059493" y="1063527"/>
                  </a:lnTo>
                  <a:lnTo>
                    <a:pt x="1058832" y="1063527"/>
                  </a:lnTo>
                  <a:lnTo>
                    <a:pt x="1058172" y="1063527"/>
                  </a:lnTo>
                  <a:lnTo>
                    <a:pt x="1057511" y="1063527"/>
                  </a:lnTo>
                  <a:lnTo>
                    <a:pt x="1056851" y="1063527"/>
                  </a:lnTo>
                  <a:lnTo>
                    <a:pt x="1056190" y="1063527"/>
                  </a:lnTo>
                  <a:lnTo>
                    <a:pt x="1055530" y="1063527"/>
                  </a:lnTo>
                  <a:lnTo>
                    <a:pt x="1054869" y="1063527"/>
                  </a:lnTo>
                  <a:lnTo>
                    <a:pt x="1054209" y="1063527"/>
                  </a:lnTo>
                  <a:lnTo>
                    <a:pt x="1053548" y="1063527"/>
                  </a:lnTo>
                  <a:lnTo>
                    <a:pt x="1052888" y="1063527"/>
                  </a:lnTo>
                  <a:lnTo>
                    <a:pt x="1052227" y="1063527"/>
                  </a:lnTo>
                  <a:lnTo>
                    <a:pt x="1051567" y="1063527"/>
                  </a:lnTo>
                  <a:lnTo>
                    <a:pt x="1050906" y="1063527"/>
                  </a:lnTo>
                  <a:lnTo>
                    <a:pt x="1050246" y="1063527"/>
                  </a:lnTo>
                  <a:lnTo>
                    <a:pt x="1049585" y="1063527"/>
                  </a:lnTo>
                  <a:lnTo>
                    <a:pt x="1048924" y="1063527"/>
                  </a:lnTo>
                  <a:lnTo>
                    <a:pt x="1048264" y="1063527"/>
                  </a:lnTo>
                  <a:lnTo>
                    <a:pt x="1047603" y="1063527"/>
                  </a:lnTo>
                  <a:lnTo>
                    <a:pt x="1046943" y="1063527"/>
                  </a:lnTo>
                  <a:lnTo>
                    <a:pt x="1046282" y="1063527"/>
                  </a:lnTo>
                  <a:lnTo>
                    <a:pt x="1045622" y="1063527"/>
                  </a:lnTo>
                  <a:lnTo>
                    <a:pt x="1044961" y="1063527"/>
                  </a:lnTo>
                  <a:lnTo>
                    <a:pt x="1044301" y="1063527"/>
                  </a:lnTo>
                  <a:lnTo>
                    <a:pt x="1043640" y="1063527"/>
                  </a:lnTo>
                  <a:lnTo>
                    <a:pt x="1042980" y="1063527"/>
                  </a:lnTo>
                  <a:lnTo>
                    <a:pt x="1042319" y="1063527"/>
                  </a:lnTo>
                  <a:lnTo>
                    <a:pt x="1041659" y="1063527"/>
                  </a:lnTo>
                  <a:lnTo>
                    <a:pt x="1040998" y="1063527"/>
                  </a:lnTo>
                  <a:lnTo>
                    <a:pt x="1040338" y="1063527"/>
                  </a:lnTo>
                  <a:lnTo>
                    <a:pt x="1039677" y="1063527"/>
                  </a:lnTo>
                  <a:lnTo>
                    <a:pt x="1039017" y="1063527"/>
                  </a:lnTo>
                  <a:lnTo>
                    <a:pt x="1038356" y="1063527"/>
                  </a:lnTo>
                  <a:lnTo>
                    <a:pt x="1037695" y="1063527"/>
                  </a:lnTo>
                  <a:lnTo>
                    <a:pt x="1037035" y="1063527"/>
                  </a:lnTo>
                  <a:lnTo>
                    <a:pt x="1036374" y="1063527"/>
                  </a:lnTo>
                  <a:lnTo>
                    <a:pt x="1035714" y="1063527"/>
                  </a:lnTo>
                  <a:lnTo>
                    <a:pt x="1035053" y="1063527"/>
                  </a:lnTo>
                  <a:lnTo>
                    <a:pt x="1034393" y="1063527"/>
                  </a:lnTo>
                  <a:lnTo>
                    <a:pt x="1033732" y="1063527"/>
                  </a:lnTo>
                  <a:lnTo>
                    <a:pt x="1033072" y="1063527"/>
                  </a:lnTo>
                  <a:lnTo>
                    <a:pt x="1032411" y="1063527"/>
                  </a:lnTo>
                  <a:lnTo>
                    <a:pt x="1031751" y="1063527"/>
                  </a:lnTo>
                  <a:lnTo>
                    <a:pt x="1031090" y="1063527"/>
                  </a:lnTo>
                  <a:lnTo>
                    <a:pt x="1030430" y="1063527"/>
                  </a:lnTo>
                  <a:lnTo>
                    <a:pt x="1029769" y="1063527"/>
                  </a:lnTo>
                  <a:lnTo>
                    <a:pt x="1029109" y="1063527"/>
                  </a:lnTo>
                  <a:lnTo>
                    <a:pt x="1028448" y="1063527"/>
                  </a:lnTo>
                  <a:lnTo>
                    <a:pt x="1027787" y="1063527"/>
                  </a:lnTo>
                  <a:lnTo>
                    <a:pt x="1027127" y="1063527"/>
                  </a:lnTo>
                  <a:lnTo>
                    <a:pt x="1026466" y="1063527"/>
                  </a:lnTo>
                  <a:lnTo>
                    <a:pt x="1025806" y="1063527"/>
                  </a:lnTo>
                  <a:lnTo>
                    <a:pt x="1025145" y="1063527"/>
                  </a:lnTo>
                  <a:lnTo>
                    <a:pt x="1024485" y="1063527"/>
                  </a:lnTo>
                  <a:lnTo>
                    <a:pt x="1023824" y="1063527"/>
                  </a:lnTo>
                  <a:lnTo>
                    <a:pt x="1023164" y="1063527"/>
                  </a:lnTo>
                  <a:lnTo>
                    <a:pt x="1022503" y="1063527"/>
                  </a:lnTo>
                  <a:lnTo>
                    <a:pt x="1021843" y="1063527"/>
                  </a:lnTo>
                  <a:lnTo>
                    <a:pt x="1021182" y="1063527"/>
                  </a:lnTo>
                  <a:lnTo>
                    <a:pt x="1020522" y="1063527"/>
                  </a:lnTo>
                  <a:lnTo>
                    <a:pt x="1019861" y="1063527"/>
                  </a:lnTo>
                  <a:lnTo>
                    <a:pt x="1019201" y="1063527"/>
                  </a:lnTo>
                  <a:lnTo>
                    <a:pt x="1018540" y="1063527"/>
                  </a:lnTo>
                  <a:lnTo>
                    <a:pt x="1017879" y="1063527"/>
                  </a:lnTo>
                  <a:lnTo>
                    <a:pt x="1017219" y="1063527"/>
                  </a:lnTo>
                  <a:lnTo>
                    <a:pt x="1016558" y="1063527"/>
                  </a:lnTo>
                  <a:lnTo>
                    <a:pt x="1015898" y="1063527"/>
                  </a:lnTo>
                  <a:lnTo>
                    <a:pt x="1015237" y="1063527"/>
                  </a:lnTo>
                  <a:lnTo>
                    <a:pt x="1014577" y="1063527"/>
                  </a:lnTo>
                  <a:lnTo>
                    <a:pt x="1013916" y="1063527"/>
                  </a:lnTo>
                  <a:lnTo>
                    <a:pt x="1013256" y="1063527"/>
                  </a:lnTo>
                  <a:lnTo>
                    <a:pt x="1012595" y="1063527"/>
                  </a:lnTo>
                  <a:lnTo>
                    <a:pt x="1011935" y="1063527"/>
                  </a:lnTo>
                  <a:lnTo>
                    <a:pt x="1011274" y="1063527"/>
                  </a:lnTo>
                  <a:lnTo>
                    <a:pt x="1010614" y="1063527"/>
                  </a:lnTo>
                  <a:lnTo>
                    <a:pt x="1009953" y="1063527"/>
                  </a:lnTo>
                  <a:lnTo>
                    <a:pt x="1009293" y="1063527"/>
                  </a:lnTo>
                  <a:lnTo>
                    <a:pt x="1008632" y="1063527"/>
                  </a:lnTo>
                  <a:lnTo>
                    <a:pt x="1007971" y="1063527"/>
                  </a:lnTo>
                  <a:lnTo>
                    <a:pt x="1007311" y="1063527"/>
                  </a:lnTo>
                  <a:lnTo>
                    <a:pt x="1006650" y="1063527"/>
                  </a:lnTo>
                  <a:lnTo>
                    <a:pt x="1005990" y="1063527"/>
                  </a:lnTo>
                  <a:lnTo>
                    <a:pt x="1005329" y="1063527"/>
                  </a:lnTo>
                  <a:lnTo>
                    <a:pt x="1004669" y="1063527"/>
                  </a:lnTo>
                  <a:lnTo>
                    <a:pt x="1004008" y="1063527"/>
                  </a:lnTo>
                  <a:lnTo>
                    <a:pt x="1003348" y="1063527"/>
                  </a:lnTo>
                  <a:lnTo>
                    <a:pt x="1002687" y="1063527"/>
                  </a:lnTo>
                  <a:lnTo>
                    <a:pt x="1002027" y="1063527"/>
                  </a:lnTo>
                  <a:lnTo>
                    <a:pt x="1001366" y="1063527"/>
                  </a:lnTo>
                  <a:lnTo>
                    <a:pt x="1000706" y="1063527"/>
                  </a:lnTo>
                  <a:lnTo>
                    <a:pt x="1000045" y="1063527"/>
                  </a:lnTo>
                  <a:lnTo>
                    <a:pt x="999385" y="1063527"/>
                  </a:lnTo>
                  <a:lnTo>
                    <a:pt x="998724" y="1063527"/>
                  </a:lnTo>
                  <a:lnTo>
                    <a:pt x="998064" y="1063527"/>
                  </a:lnTo>
                  <a:lnTo>
                    <a:pt x="997403" y="1063527"/>
                  </a:lnTo>
                  <a:lnTo>
                    <a:pt x="996742" y="1063527"/>
                  </a:lnTo>
                  <a:lnTo>
                    <a:pt x="996082" y="1063527"/>
                  </a:lnTo>
                  <a:lnTo>
                    <a:pt x="995421" y="1063527"/>
                  </a:lnTo>
                  <a:lnTo>
                    <a:pt x="994761" y="1063527"/>
                  </a:lnTo>
                  <a:lnTo>
                    <a:pt x="994100" y="1063527"/>
                  </a:lnTo>
                  <a:lnTo>
                    <a:pt x="993440" y="1063527"/>
                  </a:lnTo>
                  <a:lnTo>
                    <a:pt x="992779" y="1063527"/>
                  </a:lnTo>
                  <a:lnTo>
                    <a:pt x="992119" y="1063527"/>
                  </a:lnTo>
                  <a:lnTo>
                    <a:pt x="991458" y="1063527"/>
                  </a:lnTo>
                  <a:lnTo>
                    <a:pt x="990798" y="1063527"/>
                  </a:lnTo>
                  <a:lnTo>
                    <a:pt x="990137" y="1063527"/>
                  </a:lnTo>
                  <a:lnTo>
                    <a:pt x="989477" y="1063527"/>
                  </a:lnTo>
                  <a:lnTo>
                    <a:pt x="988816" y="1063527"/>
                  </a:lnTo>
                  <a:lnTo>
                    <a:pt x="988156" y="1063527"/>
                  </a:lnTo>
                  <a:lnTo>
                    <a:pt x="987495" y="1063527"/>
                  </a:lnTo>
                  <a:lnTo>
                    <a:pt x="986834" y="1063527"/>
                  </a:lnTo>
                  <a:lnTo>
                    <a:pt x="986174" y="1063527"/>
                  </a:lnTo>
                  <a:lnTo>
                    <a:pt x="985513" y="1063527"/>
                  </a:lnTo>
                  <a:lnTo>
                    <a:pt x="984853" y="1063527"/>
                  </a:lnTo>
                  <a:lnTo>
                    <a:pt x="984192" y="1063527"/>
                  </a:lnTo>
                  <a:lnTo>
                    <a:pt x="983532" y="1063527"/>
                  </a:lnTo>
                  <a:lnTo>
                    <a:pt x="982871" y="1063527"/>
                  </a:lnTo>
                  <a:lnTo>
                    <a:pt x="982211" y="1063527"/>
                  </a:lnTo>
                  <a:lnTo>
                    <a:pt x="981550" y="1063527"/>
                  </a:lnTo>
                  <a:lnTo>
                    <a:pt x="980890" y="1063527"/>
                  </a:lnTo>
                  <a:lnTo>
                    <a:pt x="980229" y="1063527"/>
                  </a:lnTo>
                  <a:lnTo>
                    <a:pt x="979569" y="1063527"/>
                  </a:lnTo>
                  <a:lnTo>
                    <a:pt x="978908" y="1063527"/>
                  </a:lnTo>
                  <a:lnTo>
                    <a:pt x="978248" y="1063527"/>
                  </a:lnTo>
                  <a:lnTo>
                    <a:pt x="977587" y="1063527"/>
                  </a:lnTo>
                  <a:lnTo>
                    <a:pt x="976926" y="1063527"/>
                  </a:lnTo>
                  <a:lnTo>
                    <a:pt x="976266" y="1063527"/>
                  </a:lnTo>
                  <a:lnTo>
                    <a:pt x="975605" y="1063527"/>
                  </a:lnTo>
                  <a:lnTo>
                    <a:pt x="974945" y="1063527"/>
                  </a:lnTo>
                  <a:lnTo>
                    <a:pt x="974284" y="1063527"/>
                  </a:lnTo>
                  <a:lnTo>
                    <a:pt x="973624" y="1063527"/>
                  </a:lnTo>
                  <a:lnTo>
                    <a:pt x="972963" y="1063527"/>
                  </a:lnTo>
                  <a:lnTo>
                    <a:pt x="972303" y="1063527"/>
                  </a:lnTo>
                  <a:lnTo>
                    <a:pt x="971642" y="1063527"/>
                  </a:lnTo>
                  <a:lnTo>
                    <a:pt x="970982" y="1063527"/>
                  </a:lnTo>
                  <a:lnTo>
                    <a:pt x="970321" y="1063527"/>
                  </a:lnTo>
                  <a:lnTo>
                    <a:pt x="969661" y="1063527"/>
                  </a:lnTo>
                  <a:lnTo>
                    <a:pt x="969000" y="1063527"/>
                  </a:lnTo>
                  <a:lnTo>
                    <a:pt x="968340" y="1063527"/>
                  </a:lnTo>
                  <a:lnTo>
                    <a:pt x="967679" y="1063527"/>
                  </a:lnTo>
                  <a:lnTo>
                    <a:pt x="967019" y="1063527"/>
                  </a:lnTo>
                  <a:lnTo>
                    <a:pt x="966358" y="1063527"/>
                  </a:lnTo>
                  <a:lnTo>
                    <a:pt x="965697" y="1063527"/>
                  </a:lnTo>
                  <a:lnTo>
                    <a:pt x="965037" y="1063527"/>
                  </a:lnTo>
                  <a:lnTo>
                    <a:pt x="964376" y="1063527"/>
                  </a:lnTo>
                  <a:lnTo>
                    <a:pt x="963716" y="1063527"/>
                  </a:lnTo>
                  <a:lnTo>
                    <a:pt x="963055" y="1063527"/>
                  </a:lnTo>
                  <a:lnTo>
                    <a:pt x="962395" y="1063527"/>
                  </a:lnTo>
                  <a:lnTo>
                    <a:pt x="961734" y="1063527"/>
                  </a:lnTo>
                  <a:lnTo>
                    <a:pt x="961074" y="1063527"/>
                  </a:lnTo>
                  <a:lnTo>
                    <a:pt x="960413" y="1063527"/>
                  </a:lnTo>
                  <a:lnTo>
                    <a:pt x="959753" y="1063527"/>
                  </a:lnTo>
                  <a:lnTo>
                    <a:pt x="959092" y="1063527"/>
                  </a:lnTo>
                  <a:lnTo>
                    <a:pt x="958432" y="1063527"/>
                  </a:lnTo>
                  <a:lnTo>
                    <a:pt x="957771" y="1063527"/>
                  </a:lnTo>
                  <a:lnTo>
                    <a:pt x="957111" y="1063527"/>
                  </a:lnTo>
                  <a:lnTo>
                    <a:pt x="956450" y="1063527"/>
                  </a:lnTo>
                  <a:lnTo>
                    <a:pt x="955789" y="1063527"/>
                  </a:lnTo>
                  <a:lnTo>
                    <a:pt x="955129" y="1063527"/>
                  </a:lnTo>
                  <a:lnTo>
                    <a:pt x="954468" y="1063527"/>
                  </a:lnTo>
                  <a:lnTo>
                    <a:pt x="953808" y="1063527"/>
                  </a:lnTo>
                  <a:lnTo>
                    <a:pt x="953147" y="1063527"/>
                  </a:lnTo>
                  <a:lnTo>
                    <a:pt x="952487" y="1063527"/>
                  </a:lnTo>
                  <a:lnTo>
                    <a:pt x="951826" y="1063527"/>
                  </a:lnTo>
                  <a:lnTo>
                    <a:pt x="951166" y="1063527"/>
                  </a:lnTo>
                  <a:lnTo>
                    <a:pt x="950505" y="1063527"/>
                  </a:lnTo>
                  <a:lnTo>
                    <a:pt x="949845" y="1063527"/>
                  </a:lnTo>
                  <a:lnTo>
                    <a:pt x="949184" y="1063527"/>
                  </a:lnTo>
                  <a:lnTo>
                    <a:pt x="948524" y="1063527"/>
                  </a:lnTo>
                  <a:lnTo>
                    <a:pt x="947863" y="1063527"/>
                  </a:lnTo>
                  <a:lnTo>
                    <a:pt x="947203" y="1063527"/>
                  </a:lnTo>
                  <a:lnTo>
                    <a:pt x="946542" y="1063527"/>
                  </a:lnTo>
                  <a:lnTo>
                    <a:pt x="945881" y="1063527"/>
                  </a:lnTo>
                  <a:lnTo>
                    <a:pt x="945221" y="1063527"/>
                  </a:lnTo>
                  <a:lnTo>
                    <a:pt x="944560" y="1063527"/>
                  </a:lnTo>
                  <a:lnTo>
                    <a:pt x="943900" y="1063527"/>
                  </a:lnTo>
                  <a:lnTo>
                    <a:pt x="943239" y="1063527"/>
                  </a:lnTo>
                  <a:lnTo>
                    <a:pt x="942579" y="1063527"/>
                  </a:lnTo>
                  <a:lnTo>
                    <a:pt x="941918" y="1063527"/>
                  </a:lnTo>
                  <a:lnTo>
                    <a:pt x="941258" y="1063527"/>
                  </a:lnTo>
                  <a:lnTo>
                    <a:pt x="940597" y="1063527"/>
                  </a:lnTo>
                  <a:lnTo>
                    <a:pt x="939937" y="1063527"/>
                  </a:lnTo>
                  <a:lnTo>
                    <a:pt x="939276" y="1063527"/>
                  </a:lnTo>
                  <a:lnTo>
                    <a:pt x="938616" y="1063527"/>
                  </a:lnTo>
                  <a:lnTo>
                    <a:pt x="937955" y="1063527"/>
                  </a:lnTo>
                  <a:lnTo>
                    <a:pt x="937295" y="1063527"/>
                  </a:lnTo>
                  <a:lnTo>
                    <a:pt x="936634" y="1063527"/>
                  </a:lnTo>
                  <a:lnTo>
                    <a:pt x="935973" y="1063527"/>
                  </a:lnTo>
                  <a:lnTo>
                    <a:pt x="935313" y="1063527"/>
                  </a:lnTo>
                  <a:lnTo>
                    <a:pt x="934652" y="1063527"/>
                  </a:lnTo>
                  <a:lnTo>
                    <a:pt x="933992" y="1063527"/>
                  </a:lnTo>
                  <a:lnTo>
                    <a:pt x="933331" y="1063527"/>
                  </a:lnTo>
                  <a:lnTo>
                    <a:pt x="932671" y="1063527"/>
                  </a:lnTo>
                  <a:lnTo>
                    <a:pt x="932010" y="1063527"/>
                  </a:lnTo>
                  <a:lnTo>
                    <a:pt x="931350" y="1063527"/>
                  </a:lnTo>
                  <a:lnTo>
                    <a:pt x="930689" y="1063527"/>
                  </a:lnTo>
                  <a:lnTo>
                    <a:pt x="930029" y="1063527"/>
                  </a:lnTo>
                  <a:lnTo>
                    <a:pt x="929368" y="1063527"/>
                  </a:lnTo>
                  <a:lnTo>
                    <a:pt x="928708" y="1063527"/>
                  </a:lnTo>
                  <a:lnTo>
                    <a:pt x="928047" y="1063527"/>
                  </a:lnTo>
                  <a:lnTo>
                    <a:pt x="927387" y="1063527"/>
                  </a:lnTo>
                  <a:lnTo>
                    <a:pt x="926726" y="1063527"/>
                  </a:lnTo>
                  <a:lnTo>
                    <a:pt x="926066" y="1063527"/>
                  </a:lnTo>
                  <a:lnTo>
                    <a:pt x="925405" y="1063527"/>
                  </a:lnTo>
                  <a:lnTo>
                    <a:pt x="924744" y="1063527"/>
                  </a:lnTo>
                  <a:lnTo>
                    <a:pt x="924084" y="1063527"/>
                  </a:lnTo>
                  <a:lnTo>
                    <a:pt x="923423" y="1063527"/>
                  </a:lnTo>
                  <a:lnTo>
                    <a:pt x="922763" y="1063527"/>
                  </a:lnTo>
                  <a:lnTo>
                    <a:pt x="922102" y="1063527"/>
                  </a:lnTo>
                  <a:lnTo>
                    <a:pt x="921442" y="1063527"/>
                  </a:lnTo>
                  <a:lnTo>
                    <a:pt x="920781" y="1063527"/>
                  </a:lnTo>
                  <a:lnTo>
                    <a:pt x="920121" y="1063527"/>
                  </a:lnTo>
                  <a:lnTo>
                    <a:pt x="919460" y="1063527"/>
                  </a:lnTo>
                  <a:lnTo>
                    <a:pt x="918800" y="1063527"/>
                  </a:lnTo>
                  <a:lnTo>
                    <a:pt x="918139" y="1063527"/>
                  </a:lnTo>
                  <a:lnTo>
                    <a:pt x="917479" y="1063527"/>
                  </a:lnTo>
                  <a:lnTo>
                    <a:pt x="916818" y="1063527"/>
                  </a:lnTo>
                  <a:lnTo>
                    <a:pt x="916158" y="1063527"/>
                  </a:lnTo>
                  <a:lnTo>
                    <a:pt x="915497" y="1063527"/>
                  </a:lnTo>
                  <a:lnTo>
                    <a:pt x="914836" y="1063527"/>
                  </a:lnTo>
                  <a:lnTo>
                    <a:pt x="914176" y="1063527"/>
                  </a:lnTo>
                  <a:lnTo>
                    <a:pt x="913515" y="1063527"/>
                  </a:lnTo>
                  <a:lnTo>
                    <a:pt x="912855" y="1063527"/>
                  </a:lnTo>
                  <a:lnTo>
                    <a:pt x="912194" y="1063527"/>
                  </a:lnTo>
                  <a:lnTo>
                    <a:pt x="911534" y="1063527"/>
                  </a:lnTo>
                  <a:lnTo>
                    <a:pt x="910873" y="1063527"/>
                  </a:lnTo>
                  <a:lnTo>
                    <a:pt x="910213" y="1063527"/>
                  </a:lnTo>
                  <a:lnTo>
                    <a:pt x="909552" y="1063527"/>
                  </a:lnTo>
                  <a:lnTo>
                    <a:pt x="908892" y="1063527"/>
                  </a:lnTo>
                  <a:lnTo>
                    <a:pt x="908231" y="1063527"/>
                  </a:lnTo>
                  <a:lnTo>
                    <a:pt x="907571" y="1063527"/>
                  </a:lnTo>
                  <a:lnTo>
                    <a:pt x="906910" y="1063527"/>
                  </a:lnTo>
                  <a:lnTo>
                    <a:pt x="906250" y="1063527"/>
                  </a:lnTo>
                  <a:lnTo>
                    <a:pt x="905589" y="1063527"/>
                  </a:lnTo>
                  <a:lnTo>
                    <a:pt x="904928" y="1063527"/>
                  </a:lnTo>
                  <a:lnTo>
                    <a:pt x="904268" y="1063527"/>
                  </a:lnTo>
                  <a:lnTo>
                    <a:pt x="903607" y="1063527"/>
                  </a:lnTo>
                  <a:lnTo>
                    <a:pt x="902947" y="1063527"/>
                  </a:lnTo>
                  <a:lnTo>
                    <a:pt x="902286" y="1063527"/>
                  </a:lnTo>
                  <a:lnTo>
                    <a:pt x="901626" y="1063527"/>
                  </a:lnTo>
                  <a:lnTo>
                    <a:pt x="900965" y="1063527"/>
                  </a:lnTo>
                  <a:lnTo>
                    <a:pt x="900305" y="1063527"/>
                  </a:lnTo>
                  <a:lnTo>
                    <a:pt x="899644" y="1063527"/>
                  </a:lnTo>
                  <a:lnTo>
                    <a:pt x="898984" y="1063527"/>
                  </a:lnTo>
                  <a:lnTo>
                    <a:pt x="898323" y="1063527"/>
                  </a:lnTo>
                  <a:lnTo>
                    <a:pt x="897663" y="1063527"/>
                  </a:lnTo>
                  <a:lnTo>
                    <a:pt x="897002" y="1063527"/>
                  </a:lnTo>
                  <a:lnTo>
                    <a:pt x="896342" y="1063527"/>
                  </a:lnTo>
                  <a:lnTo>
                    <a:pt x="895681" y="1063527"/>
                  </a:lnTo>
                  <a:lnTo>
                    <a:pt x="895021" y="1063527"/>
                  </a:lnTo>
                  <a:lnTo>
                    <a:pt x="894360" y="1063527"/>
                  </a:lnTo>
                  <a:lnTo>
                    <a:pt x="893699" y="1063527"/>
                  </a:lnTo>
                  <a:lnTo>
                    <a:pt x="893039" y="1063527"/>
                  </a:lnTo>
                  <a:lnTo>
                    <a:pt x="892378" y="1063527"/>
                  </a:lnTo>
                  <a:lnTo>
                    <a:pt x="891718" y="1063527"/>
                  </a:lnTo>
                  <a:lnTo>
                    <a:pt x="891057" y="1063527"/>
                  </a:lnTo>
                  <a:lnTo>
                    <a:pt x="890397" y="1063527"/>
                  </a:lnTo>
                  <a:lnTo>
                    <a:pt x="889736" y="1063527"/>
                  </a:lnTo>
                  <a:lnTo>
                    <a:pt x="889076" y="1063527"/>
                  </a:lnTo>
                  <a:lnTo>
                    <a:pt x="888415" y="1063527"/>
                  </a:lnTo>
                  <a:lnTo>
                    <a:pt x="887755" y="1063527"/>
                  </a:lnTo>
                  <a:lnTo>
                    <a:pt x="887094" y="1063527"/>
                  </a:lnTo>
                  <a:lnTo>
                    <a:pt x="886434" y="1063527"/>
                  </a:lnTo>
                  <a:lnTo>
                    <a:pt x="885773" y="1063527"/>
                  </a:lnTo>
                  <a:lnTo>
                    <a:pt x="885113" y="1063527"/>
                  </a:lnTo>
                  <a:lnTo>
                    <a:pt x="884452" y="1063527"/>
                  </a:lnTo>
                  <a:lnTo>
                    <a:pt x="883791" y="1063527"/>
                  </a:lnTo>
                  <a:lnTo>
                    <a:pt x="883131" y="1063527"/>
                  </a:lnTo>
                  <a:lnTo>
                    <a:pt x="882470" y="1063527"/>
                  </a:lnTo>
                  <a:lnTo>
                    <a:pt x="881810" y="1063527"/>
                  </a:lnTo>
                  <a:lnTo>
                    <a:pt x="881149" y="1063527"/>
                  </a:lnTo>
                  <a:lnTo>
                    <a:pt x="880489" y="1063527"/>
                  </a:lnTo>
                  <a:lnTo>
                    <a:pt x="879828" y="1063527"/>
                  </a:lnTo>
                  <a:lnTo>
                    <a:pt x="879168" y="1063527"/>
                  </a:lnTo>
                  <a:lnTo>
                    <a:pt x="878507" y="1063527"/>
                  </a:lnTo>
                  <a:lnTo>
                    <a:pt x="877847" y="1063527"/>
                  </a:lnTo>
                  <a:lnTo>
                    <a:pt x="877186" y="1063527"/>
                  </a:lnTo>
                  <a:lnTo>
                    <a:pt x="876526" y="1063527"/>
                  </a:lnTo>
                  <a:lnTo>
                    <a:pt x="875865" y="1063527"/>
                  </a:lnTo>
                  <a:lnTo>
                    <a:pt x="875205" y="1063527"/>
                  </a:lnTo>
                  <a:lnTo>
                    <a:pt x="874544" y="1063527"/>
                  </a:lnTo>
                  <a:lnTo>
                    <a:pt x="873883" y="1063527"/>
                  </a:lnTo>
                  <a:lnTo>
                    <a:pt x="873223" y="1063527"/>
                  </a:lnTo>
                  <a:lnTo>
                    <a:pt x="872562" y="1063527"/>
                  </a:lnTo>
                  <a:lnTo>
                    <a:pt x="871902" y="1063527"/>
                  </a:lnTo>
                  <a:lnTo>
                    <a:pt x="871241" y="1063527"/>
                  </a:lnTo>
                  <a:lnTo>
                    <a:pt x="870581" y="1063527"/>
                  </a:lnTo>
                  <a:lnTo>
                    <a:pt x="869920" y="1063527"/>
                  </a:lnTo>
                  <a:lnTo>
                    <a:pt x="869260" y="1063527"/>
                  </a:lnTo>
                  <a:lnTo>
                    <a:pt x="868599" y="1063527"/>
                  </a:lnTo>
                  <a:lnTo>
                    <a:pt x="867939" y="1063527"/>
                  </a:lnTo>
                  <a:lnTo>
                    <a:pt x="867278" y="1063527"/>
                  </a:lnTo>
                  <a:lnTo>
                    <a:pt x="866618" y="1063527"/>
                  </a:lnTo>
                  <a:lnTo>
                    <a:pt x="865957" y="1063527"/>
                  </a:lnTo>
                  <a:lnTo>
                    <a:pt x="865297" y="1063527"/>
                  </a:lnTo>
                  <a:lnTo>
                    <a:pt x="864636" y="1063527"/>
                  </a:lnTo>
                  <a:lnTo>
                    <a:pt x="863975" y="1063527"/>
                  </a:lnTo>
                  <a:lnTo>
                    <a:pt x="863315" y="1063527"/>
                  </a:lnTo>
                  <a:lnTo>
                    <a:pt x="862654" y="1063527"/>
                  </a:lnTo>
                  <a:lnTo>
                    <a:pt x="861994" y="1063527"/>
                  </a:lnTo>
                  <a:lnTo>
                    <a:pt x="861333" y="1063527"/>
                  </a:lnTo>
                  <a:lnTo>
                    <a:pt x="860673" y="1063527"/>
                  </a:lnTo>
                  <a:lnTo>
                    <a:pt x="860012" y="1063527"/>
                  </a:lnTo>
                  <a:lnTo>
                    <a:pt x="859352" y="1063527"/>
                  </a:lnTo>
                  <a:lnTo>
                    <a:pt x="858691" y="1063527"/>
                  </a:lnTo>
                  <a:lnTo>
                    <a:pt x="858031" y="1063527"/>
                  </a:lnTo>
                  <a:lnTo>
                    <a:pt x="857370" y="1063527"/>
                  </a:lnTo>
                  <a:lnTo>
                    <a:pt x="856710" y="1063527"/>
                  </a:lnTo>
                  <a:lnTo>
                    <a:pt x="856049" y="1063527"/>
                  </a:lnTo>
                  <a:lnTo>
                    <a:pt x="855389" y="1063527"/>
                  </a:lnTo>
                  <a:lnTo>
                    <a:pt x="854728" y="1063527"/>
                  </a:lnTo>
                  <a:lnTo>
                    <a:pt x="854068" y="1063527"/>
                  </a:lnTo>
                  <a:lnTo>
                    <a:pt x="853407" y="1063527"/>
                  </a:lnTo>
                  <a:lnTo>
                    <a:pt x="852746" y="1063527"/>
                  </a:lnTo>
                  <a:lnTo>
                    <a:pt x="852086" y="1063527"/>
                  </a:lnTo>
                  <a:lnTo>
                    <a:pt x="851425" y="1063527"/>
                  </a:lnTo>
                  <a:lnTo>
                    <a:pt x="850765" y="1063527"/>
                  </a:lnTo>
                  <a:lnTo>
                    <a:pt x="850104" y="1063527"/>
                  </a:lnTo>
                  <a:lnTo>
                    <a:pt x="849444" y="1063527"/>
                  </a:lnTo>
                  <a:lnTo>
                    <a:pt x="848783" y="1063527"/>
                  </a:lnTo>
                  <a:lnTo>
                    <a:pt x="848123" y="1063527"/>
                  </a:lnTo>
                  <a:lnTo>
                    <a:pt x="847462" y="1063527"/>
                  </a:lnTo>
                  <a:lnTo>
                    <a:pt x="846802" y="1063527"/>
                  </a:lnTo>
                  <a:lnTo>
                    <a:pt x="846141" y="1063527"/>
                  </a:lnTo>
                  <a:lnTo>
                    <a:pt x="845481" y="1063527"/>
                  </a:lnTo>
                  <a:lnTo>
                    <a:pt x="844820" y="1063527"/>
                  </a:lnTo>
                  <a:lnTo>
                    <a:pt x="844160" y="1063527"/>
                  </a:lnTo>
                  <a:lnTo>
                    <a:pt x="843499" y="1063527"/>
                  </a:lnTo>
                  <a:lnTo>
                    <a:pt x="842838" y="1063527"/>
                  </a:lnTo>
                  <a:lnTo>
                    <a:pt x="842178" y="1063527"/>
                  </a:lnTo>
                  <a:lnTo>
                    <a:pt x="841517" y="1063527"/>
                  </a:lnTo>
                  <a:lnTo>
                    <a:pt x="840857" y="1063527"/>
                  </a:lnTo>
                  <a:lnTo>
                    <a:pt x="840196" y="1063527"/>
                  </a:lnTo>
                  <a:lnTo>
                    <a:pt x="839536" y="1063527"/>
                  </a:lnTo>
                  <a:lnTo>
                    <a:pt x="838875" y="1063527"/>
                  </a:lnTo>
                  <a:lnTo>
                    <a:pt x="838215" y="1063527"/>
                  </a:lnTo>
                  <a:lnTo>
                    <a:pt x="837554" y="1063527"/>
                  </a:lnTo>
                  <a:lnTo>
                    <a:pt x="836894" y="1063527"/>
                  </a:lnTo>
                  <a:lnTo>
                    <a:pt x="836233" y="1063527"/>
                  </a:lnTo>
                  <a:lnTo>
                    <a:pt x="835573" y="1063527"/>
                  </a:lnTo>
                  <a:lnTo>
                    <a:pt x="834912" y="1063527"/>
                  </a:lnTo>
                  <a:lnTo>
                    <a:pt x="834252" y="1063527"/>
                  </a:lnTo>
                  <a:lnTo>
                    <a:pt x="833591" y="1063527"/>
                  </a:lnTo>
                  <a:lnTo>
                    <a:pt x="832930" y="1063527"/>
                  </a:lnTo>
                  <a:lnTo>
                    <a:pt x="832270" y="1063527"/>
                  </a:lnTo>
                  <a:lnTo>
                    <a:pt x="831609" y="1063527"/>
                  </a:lnTo>
                  <a:lnTo>
                    <a:pt x="830949" y="1063527"/>
                  </a:lnTo>
                  <a:lnTo>
                    <a:pt x="830288" y="1063527"/>
                  </a:lnTo>
                  <a:lnTo>
                    <a:pt x="829628" y="1063527"/>
                  </a:lnTo>
                  <a:lnTo>
                    <a:pt x="828967" y="1063527"/>
                  </a:lnTo>
                  <a:lnTo>
                    <a:pt x="828307" y="1063527"/>
                  </a:lnTo>
                  <a:lnTo>
                    <a:pt x="827646" y="1063527"/>
                  </a:lnTo>
                  <a:lnTo>
                    <a:pt x="826986" y="1063527"/>
                  </a:lnTo>
                  <a:lnTo>
                    <a:pt x="826325" y="1063527"/>
                  </a:lnTo>
                  <a:lnTo>
                    <a:pt x="825665" y="1063527"/>
                  </a:lnTo>
                  <a:lnTo>
                    <a:pt x="825004" y="1063527"/>
                  </a:lnTo>
                  <a:lnTo>
                    <a:pt x="824344" y="1063527"/>
                  </a:lnTo>
                  <a:lnTo>
                    <a:pt x="823683" y="1063527"/>
                  </a:lnTo>
                  <a:lnTo>
                    <a:pt x="823023" y="1063527"/>
                  </a:lnTo>
                  <a:lnTo>
                    <a:pt x="822362" y="1063527"/>
                  </a:lnTo>
                  <a:lnTo>
                    <a:pt x="821701" y="1063527"/>
                  </a:lnTo>
                  <a:lnTo>
                    <a:pt x="821041" y="1063527"/>
                  </a:lnTo>
                  <a:lnTo>
                    <a:pt x="820380" y="1063527"/>
                  </a:lnTo>
                  <a:lnTo>
                    <a:pt x="819720" y="1063527"/>
                  </a:lnTo>
                  <a:lnTo>
                    <a:pt x="819059" y="1063527"/>
                  </a:lnTo>
                  <a:lnTo>
                    <a:pt x="818399" y="1063527"/>
                  </a:lnTo>
                  <a:lnTo>
                    <a:pt x="817738" y="1063527"/>
                  </a:lnTo>
                  <a:lnTo>
                    <a:pt x="817078" y="1063527"/>
                  </a:lnTo>
                  <a:lnTo>
                    <a:pt x="816417" y="1063527"/>
                  </a:lnTo>
                  <a:lnTo>
                    <a:pt x="815757" y="1063527"/>
                  </a:lnTo>
                  <a:lnTo>
                    <a:pt x="815096" y="1063527"/>
                  </a:lnTo>
                  <a:lnTo>
                    <a:pt x="814436" y="1063527"/>
                  </a:lnTo>
                  <a:lnTo>
                    <a:pt x="813775" y="1063527"/>
                  </a:lnTo>
                  <a:lnTo>
                    <a:pt x="813115" y="1063527"/>
                  </a:lnTo>
                  <a:lnTo>
                    <a:pt x="812454" y="1063527"/>
                  </a:lnTo>
                  <a:lnTo>
                    <a:pt x="811793" y="1063527"/>
                  </a:lnTo>
                  <a:lnTo>
                    <a:pt x="811133" y="1063527"/>
                  </a:lnTo>
                  <a:lnTo>
                    <a:pt x="810472" y="1063527"/>
                  </a:lnTo>
                  <a:lnTo>
                    <a:pt x="809812" y="1063527"/>
                  </a:lnTo>
                  <a:lnTo>
                    <a:pt x="809151" y="1063527"/>
                  </a:lnTo>
                  <a:lnTo>
                    <a:pt x="808491" y="1063527"/>
                  </a:lnTo>
                  <a:lnTo>
                    <a:pt x="807830" y="1063527"/>
                  </a:lnTo>
                  <a:lnTo>
                    <a:pt x="807170" y="1063527"/>
                  </a:lnTo>
                  <a:lnTo>
                    <a:pt x="806509" y="1063527"/>
                  </a:lnTo>
                  <a:lnTo>
                    <a:pt x="805849" y="1063527"/>
                  </a:lnTo>
                  <a:lnTo>
                    <a:pt x="805188" y="1063527"/>
                  </a:lnTo>
                  <a:lnTo>
                    <a:pt x="804528" y="1063527"/>
                  </a:lnTo>
                  <a:lnTo>
                    <a:pt x="803867" y="1063527"/>
                  </a:lnTo>
                  <a:lnTo>
                    <a:pt x="803207" y="1063527"/>
                  </a:lnTo>
                  <a:lnTo>
                    <a:pt x="802546" y="1063527"/>
                  </a:lnTo>
                  <a:lnTo>
                    <a:pt x="801885" y="1063527"/>
                  </a:lnTo>
                  <a:lnTo>
                    <a:pt x="801225" y="1063527"/>
                  </a:lnTo>
                  <a:lnTo>
                    <a:pt x="800564" y="1063527"/>
                  </a:lnTo>
                  <a:lnTo>
                    <a:pt x="799904" y="1063527"/>
                  </a:lnTo>
                  <a:lnTo>
                    <a:pt x="799243" y="1063527"/>
                  </a:lnTo>
                  <a:lnTo>
                    <a:pt x="798583" y="1063527"/>
                  </a:lnTo>
                  <a:lnTo>
                    <a:pt x="797922" y="1063527"/>
                  </a:lnTo>
                  <a:lnTo>
                    <a:pt x="797262" y="1063527"/>
                  </a:lnTo>
                  <a:lnTo>
                    <a:pt x="796601" y="1063527"/>
                  </a:lnTo>
                  <a:lnTo>
                    <a:pt x="795941" y="1063527"/>
                  </a:lnTo>
                  <a:lnTo>
                    <a:pt x="795280" y="1063527"/>
                  </a:lnTo>
                  <a:lnTo>
                    <a:pt x="794620" y="1063527"/>
                  </a:lnTo>
                  <a:lnTo>
                    <a:pt x="793959" y="1063527"/>
                  </a:lnTo>
                  <a:lnTo>
                    <a:pt x="793299" y="1063527"/>
                  </a:lnTo>
                  <a:lnTo>
                    <a:pt x="792638" y="1063527"/>
                  </a:lnTo>
                  <a:lnTo>
                    <a:pt x="791977" y="1063527"/>
                  </a:lnTo>
                  <a:lnTo>
                    <a:pt x="791317" y="1063527"/>
                  </a:lnTo>
                  <a:lnTo>
                    <a:pt x="790656" y="1063527"/>
                  </a:lnTo>
                  <a:lnTo>
                    <a:pt x="789996" y="1063527"/>
                  </a:lnTo>
                  <a:lnTo>
                    <a:pt x="789335" y="1063527"/>
                  </a:lnTo>
                  <a:lnTo>
                    <a:pt x="788675" y="1063527"/>
                  </a:lnTo>
                  <a:lnTo>
                    <a:pt x="788014" y="1063527"/>
                  </a:lnTo>
                  <a:lnTo>
                    <a:pt x="787354" y="1063527"/>
                  </a:lnTo>
                  <a:lnTo>
                    <a:pt x="786693" y="1063527"/>
                  </a:lnTo>
                  <a:lnTo>
                    <a:pt x="786033" y="1063527"/>
                  </a:lnTo>
                  <a:lnTo>
                    <a:pt x="785372" y="1063527"/>
                  </a:lnTo>
                  <a:lnTo>
                    <a:pt x="784712" y="1063527"/>
                  </a:lnTo>
                  <a:lnTo>
                    <a:pt x="784051" y="1063527"/>
                  </a:lnTo>
                  <a:lnTo>
                    <a:pt x="783391" y="1063527"/>
                  </a:lnTo>
                  <a:lnTo>
                    <a:pt x="782730" y="1063527"/>
                  </a:lnTo>
                  <a:lnTo>
                    <a:pt x="782070" y="1063527"/>
                  </a:lnTo>
                  <a:lnTo>
                    <a:pt x="781409" y="1063527"/>
                  </a:lnTo>
                  <a:lnTo>
                    <a:pt x="780748" y="1063527"/>
                  </a:lnTo>
                  <a:lnTo>
                    <a:pt x="780088" y="1063527"/>
                  </a:lnTo>
                  <a:lnTo>
                    <a:pt x="779427" y="1063527"/>
                  </a:lnTo>
                  <a:lnTo>
                    <a:pt x="778767" y="1063527"/>
                  </a:lnTo>
                  <a:lnTo>
                    <a:pt x="778106" y="1063527"/>
                  </a:lnTo>
                  <a:lnTo>
                    <a:pt x="777446" y="1063527"/>
                  </a:lnTo>
                  <a:lnTo>
                    <a:pt x="776785" y="1063527"/>
                  </a:lnTo>
                  <a:lnTo>
                    <a:pt x="776125" y="1063527"/>
                  </a:lnTo>
                  <a:lnTo>
                    <a:pt x="775464" y="1063527"/>
                  </a:lnTo>
                  <a:lnTo>
                    <a:pt x="774804" y="1063527"/>
                  </a:lnTo>
                  <a:lnTo>
                    <a:pt x="774143" y="1063527"/>
                  </a:lnTo>
                  <a:lnTo>
                    <a:pt x="773483" y="1063527"/>
                  </a:lnTo>
                  <a:lnTo>
                    <a:pt x="772822" y="1063527"/>
                  </a:lnTo>
                  <a:lnTo>
                    <a:pt x="772162" y="1063527"/>
                  </a:lnTo>
                  <a:lnTo>
                    <a:pt x="771501" y="1063527"/>
                  </a:lnTo>
                  <a:lnTo>
                    <a:pt x="770840" y="1063527"/>
                  </a:lnTo>
                  <a:lnTo>
                    <a:pt x="770180" y="1063527"/>
                  </a:lnTo>
                  <a:lnTo>
                    <a:pt x="769519" y="1063527"/>
                  </a:lnTo>
                  <a:lnTo>
                    <a:pt x="768859" y="1063527"/>
                  </a:lnTo>
                  <a:lnTo>
                    <a:pt x="768198" y="1063527"/>
                  </a:lnTo>
                  <a:lnTo>
                    <a:pt x="767538" y="1063527"/>
                  </a:lnTo>
                  <a:lnTo>
                    <a:pt x="766877" y="1063527"/>
                  </a:lnTo>
                  <a:lnTo>
                    <a:pt x="766217" y="1063527"/>
                  </a:lnTo>
                  <a:lnTo>
                    <a:pt x="765556" y="1063527"/>
                  </a:lnTo>
                  <a:lnTo>
                    <a:pt x="764896" y="1063527"/>
                  </a:lnTo>
                  <a:lnTo>
                    <a:pt x="764235" y="1063527"/>
                  </a:lnTo>
                  <a:lnTo>
                    <a:pt x="763575" y="1063527"/>
                  </a:lnTo>
                  <a:lnTo>
                    <a:pt x="762914" y="1063527"/>
                  </a:lnTo>
                  <a:lnTo>
                    <a:pt x="762254" y="1063527"/>
                  </a:lnTo>
                  <a:lnTo>
                    <a:pt x="761593" y="1063527"/>
                  </a:lnTo>
                  <a:lnTo>
                    <a:pt x="760932" y="1063527"/>
                  </a:lnTo>
                  <a:lnTo>
                    <a:pt x="760272" y="1063527"/>
                  </a:lnTo>
                  <a:lnTo>
                    <a:pt x="759611" y="1063527"/>
                  </a:lnTo>
                  <a:lnTo>
                    <a:pt x="758951" y="1063527"/>
                  </a:lnTo>
                  <a:lnTo>
                    <a:pt x="758290" y="1063527"/>
                  </a:lnTo>
                  <a:lnTo>
                    <a:pt x="757630" y="1063527"/>
                  </a:lnTo>
                  <a:lnTo>
                    <a:pt x="756969" y="1063527"/>
                  </a:lnTo>
                  <a:lnTo>
                    <a:pt x="756309" y="1063527"/>
                  </a:lnTo>
                  <a:lnTo>
                    <a:pt x="755648" y="1063527"/>
                  </a:lnTo>
                  <a:lnTo>
                    <a:pt x="754988" y="1063527"/>
                  </a:lnTo>
                  <a:lnTo>
                    <a:pt x="754327" y="1063527"/>
                  </a:lnTo>
                  <a:lnTo>
                    <a:pt x="753667" y="1063527"/>
                  </a:lnTo>
                  <a:lnTo>
                    <a:pt x="753006" y="1063527"/>
                  </a:lnTo>
                  <a:lnTo>
                    <a:pt x="752346" y="1063527"/>
                  </a:lnTo>
                  <a:lnTo>
                    <a:pt x="751685" y="1063527"/>
                  </a:lnTo>
                  <a:lnTo>
                    <a:pt x="751025" y="1063527"/>
                  </a:lnTo>
                  <a:lnTo>
                    <a:pt x="750364" y="1063527"/>
                  </a:lnTo>
                  <a:lnTo>
                    <a:pt x="749703" y="1063527"/>
                  </a:lnTo>
                  <a:lnTo>
                    <a:pt x="749043" y="1063527"/>
                  </a:lnTo>
                  <a:lnTo>
                    <a:pt x="748382" y="1063527"/>
                  </a:lnTo>
                  <a:lnTo>
                    <a:pt x="747722" y="1063527"/>
                  </a:lnTo>
                  <a:lnTo>
                    <a:pt x="747061" y="1063527"/>
                  </a:lnTo>
                  <a:lnTo>
                    <a:pt x="746401" y="1063527"/>
                  </a:lnTo>
                  <a:lnTo>
                    <a:pt x="745740" y="1063527"/>
                  </a:lnTo>
                  <a:lnTo>
                    <a:pt x="745080" y="1063527"/>
                  </a:lnTo>
                  <a:lnTo>
                    <a:pt x="744419" y="1063527"/>
                  </a:lnTo>
                  <a:lnTo>
                    <a:pt x="743759" y="1063527"/>
                  </a:lnTo>
                  <a:lnTo>
                    <a:pt x="743098" y="1063527"/>
                  </a:lnTo>
                  <a:lnTo>
                    <a:pt x="742438" y="1063527"/>
                  </a:lnTo>
                  <a:lnTo>
                    <a:pt x="741777" y="1063527"/>
                  </a:lnTo>
                  <a:lnTo>
                    <a:pt x="741117" y="1063527"/>
                  </a:lnTo>
                  <a:lnTo>
                    <a:pt x="740456" y="1063527"/>
                  </a:lnTo>
                  <a:lnTo>
                    <a:pt x="739795" y="1063527"/>
                  </a:lnTo>
                  <a:lnTo>
                    <a:pt x="739135" y="1063527"/>
                  </a:lnTo>
                  <a:lnTo>
                    <a:pt x="738474" y="1063527"/>
                  </a:lnTo>
                  <a:lnTo>
                    <a:pt x="737814" y="1063527"/>
                  </a:lnTo>
                  <a:lnTo>
                    <a:pt x="737153" y="1063527"/>
                  </a:lnTo>
                  <a:lnTo>
                    <a:pt x="736493" y="1063527"/>
                  </a:lnTo>
                  <a:lnTo>
                    <a:pt x="735832" y="1063527"/>
                  </a:lnTo>
                  <a:lnTo>
                    <a:pt x="735172" y="1063527"/>
                  </a:lnTo>
                  <a:lnTo>
                    <a:pt x="734511" y="1063527"/>
                  </a:lnTo>
                  <a:lnTo>
                    <a:pt x="733851" y="1063527"/>
                  </a:lnTo>
                  <a:lnTo>
                    <a:pt x="733190" y="1063527"/>
                  </a:lnTo>
                  <a:lnTo>
                    <a:pt x="732530" y="1063527"/>
                  </a:lnTo>
                  <a:lnTo>
                    <a:pt x="731869" y="1063527"/>
                  </a:lnTo>
                  <a:lnTo>
                    <a:pt x="731209" y="1063527"/>
                  </a:lnTo>
                  <a:lnTo>
                    <a:pt x="730548" y="1063527"/>
                  </a:lnTo>
                  <a:lnTo>
                    <a:pt x="729887" y="1063527"/>
                  </a:lnTo>
                  <a:lnTo>
                    <a:pt x="729227" y="1063527"/>
                  </a:lnTo>
                  <a:lnTo>
                    <a:pt x="728566" y="1063527"/>
                  </a:lnTo>
                  <a:lnTo>
                    <a:pt x="727906" y="1063527"/>
                  </a:lnTo>
                  <a:lnTo>
                    <a:pt x="727245" y="1063527"/>
                  </a:lnTo>
                  <a:lnTo>
                    <a:pt x="726585" y="1063527"/>
                  </a:lnTo>
                  <a:lnTo>
                    <a:pt x="725924" y="1063527"/>
                  </a:lnTo>
                  <a:lnTo>
                    <a:pt x="725264" y="1063527"/>
                  </a:lnTo>
                  <a:lnTo>
                    <a:pt x="724603" y="1063527"/>
                  </a:lnTo>
                  <a:lnTo>
                    <a:pt x="723943" y="1063527"/>
                  </a:lnTo>
                  <a:lnTo>
                    <a:pt x="723282" y="1063527"/>
                  </a:lnTo>
                  <a:lnTo>
                    <a:pt x="722622" y="1063527"/>
                  </a:lnTo>
                  <a:lnTo>
                    <a:pt x="721961" y="1063527"/>
                  </a:lnTo>
                  <a:lnTo>
                    <a:pt x="721301" y="1063527"/>
                  </a:lnTo>
                  <a:lnTo>
                    <a:pt x="720640" y="1063527"/>
                  </a:lnTo>
                  <a:lnTo>
                    <a:pt x="719979" y="1063527"/>
                  </a:lnTo>
                  <a:lnTo>
                    <a:pt x="719319" y="1063527"/>
                  </a:lnTo>
                  <a:lnTo>
                    <a:pt x="718658" y="1063527"/>
                  </a:lnTo>
                  <a:lnTo>
                    <a:pt x="717998" y="1063527"/>
                  </a:lnTo>
                  <a:lnTo>
                    <a:pt x="717337" y="1063527"/>
                  </a:lnTo>
                  <a:lnTo>
                    <a:pt x="716677" y="1063527"/>
                  </a:lnTo>
                  <a:lnTo>
                    <a:pt x="716016" y="1063527"/>
                  </a:lnTo>
                  <a:lnTo>
                    <a:pt x="715356" y="1063527"/>
                  </a:lnTo>
                  <a:lnTo>
                    <a:pt x="714695" y="1063527"/>
                  </a:lnTo>
                  <a:lnTo>
                    <a:pt x="714035" y="1063527"/>
                  </a:lnTo>
                  <a:lnTo>
                    <a:pt x="713374" y="1063527"/>
                  </a:lnTo>
                  <a:lnTo>
                    <a:pt x="712714" y="1063527"/>
                  </a:lnTo>
                  <a:lnTo>
                    <a:pt x="712053" y="1063527"/>
                  </a:lnTo>
                  <a:lnTo>
                    <a:pt x="711393" y="1063527"/>
                  </a:lnTo>
                  <a:lnTo>
                    <a:pt x="710732" y="1063527"/>
                  </a:lnTo>
                  <a:lnTo>
                    <a:pt x="710072" y="1063527"/>
                  </a:lnTo>
                  <a:lnTo>
                    <a:pt x="709411" y="1063527"/>
                  </a:lnTo>
                  <a:lnTo>
                    <a:pt x="708750" y="1063527"/>
                  </a:lnTo>
                  <a:lnTo>
                    <a:pt x="708090" y="1063527"/>
                  </a:lnTo>
                  <a:lnTo>
                    <a:pt x="707429" y="1063527"/>
                  </a:lnTo>
                  <a:lnTo>
                    <a:pt x="706769" y="1063527"/>
                  </a:lnTo>
                  <a:lnTo>
                    <a:pt x="706108" y="1063527"/>
                  </a:lnTo>
                  <a:lnTo>
                    <a:pt x="705448" y="1063527"/>
                  </a:lnTo>
                  <a:lnTo>
                    <a:pt x="704787" y="1063527"/>
                  </a:lnTo>
                  <a:lnTo>
                    <a:pt x="704127" y="1063527"/>
                  </a:lnTo>
                  <a:lnTo>
                    <a:pt x="703466" y="1063527"/>
                  </a:lnTo>
                  <a:lnTo>
                    <a:pt x="702806" y="1063527"/>
                  </a:lnTo>
                  <a:lnTo>
                    <a:pt x="702145" y="1063527"/>
                  </a:lnTo>
                  <a:lnTo>
                    <a:pt x="701485" y="1063527"/>
                  </a:lnTo>
                  <a:lnTo>
                    <a:pt x="700824" y="1063527"/>
                  </a:lnTo>
                  <a:lnTo>
                    <a:pt x="700164" y="1063527"/>
                  </a:lnTo>
                  <a:lnTo>
                    <a:pt x="699503" y="1063527"/>
                  </a:lnTo>
                  <a:lnTo>
                    <a:pt x="698842" y="1063527"/>
                  </a:lnTo>
                  <a:lnTo>
                    <a:pt x="698182" y="1063527"/>
                  </a:lnTo>
                  <a:lnTo>
                    <a:pt x="697521" y="1063527"/>
                  </a:lnTo>
                  <a:lnTo>
                    <a:pt x="696861" y="1063527"/>
                  </a:lnTo>
                  <a:lnTo>
                    <a:pt x="696200" y="1063527"/>
                  </a:lnTo>
                  <a:lnTo>
                    <a:pt x="695540" y="1063527"/>
                  </a:lnTo>
                  <a:lnTo>
                    <a:pt x="694879" y="1063527"/>
                  </a:lnTo>
                  <a:lnTo>
                    <a:pt x="694219" y="1063527"/>
                  </a:lnTo>
                  <a:lnTo>
                    <a:pt x="693558" y="1063527"/>
                  </a:lnTo>
                  <a:lnTo>
                    <a:pt x="692898" y="1063527"/>
                  </a:lnTo>
                  <a:lnTo>
                    <a:pt x="692237" y="1063527"/>
                  </a:lnTo>
                  <a:lnTo>
                    <a:pt x="691577" y="1063527"/>
                  </a:lnTo>
                  <a:lnTo>
                    <a:pt x="690916" y="1063527"/>
                  </a:lnTo>
                  <a:lnTo>
                    <a:pt x="690256" y="1063527"/>
                  </a:lnTo>
                  <a:lnTo>
                    <a:pt x="689595" y="1063527"/>
                  </a:lnTo>
                  <a:lnTo>
                    <a:pt x="688934" y="1063527"/>
                  </a:lnTo>
                  <a:lnTo>
                    <a:pt x="688274" y="1063527"/>
                  </a:lnTo>
                  <a:lnTo>
                    <a:pt x="687613" y="1063527"/>
                  </a:lnTo>
                  <a:lnTo>
                    <a:pt x="686953" y="1063527"/>
                  </a:lnTo>
                  <a:lnTo>
                    <a:pt x="686292" y="1063527"/>
                  </a:lnTo>
                  <a:lnTo>
                    <a:pt x="685632" y="1063527"/>
                  </a:lnTo>
                  <a:lnTo>
                    <a:pt x="684971" y="1063527"/>
                  </a:lnTo>
                  <a:lnTo>
                    <a:pt x="684311" y="1063527"/>
                  </a:lnTo>
                  <a:lnTo>
                    <a:pt x="683650" y="1063527"/>
                  </a:lnTo>
                  <a:lnTo>
                    <a:pt x="682990" y="1063527"/>
                  </a:lnTo>
                  <a:lnTo>
                    <a:pt x="682329" y="1063527"/>
                  </a:lnTo>
                  <a:lnTo>
                    <a:pt x="681669" y="1063527"/>
                  </a:lnTo>
                  <a:lnTo>
                    <a:pt x="681008" y="1063527"/>
                  </a:lnTo>
                  <a:lnTo>
                    <a:pt x="680348" y="1063527"/>
                  </a:lnTo>
                  <a:lnTo>
                    <a:pt x="679687" y="1063527"/>
                  </a:lnTo>
                  <a:lnTo>
                    <a:pt x="679027" y="1063527"/>
                  </a:lnTo>
                  <a:lnTo>
                    <a:pt x="678366" y="1063527"/>
                  </a:lnTo>
                  <a:lnTo>
                    <a:pt x="677705" y="1063527"/>
                  </a:lnTo>
                  <a:lnTo>
                    <a:pt x="677045" y="1063527"/>
                  </a:lnTo>
                  <a:lnTo>
                    <a:pt x="676384" y="1063527"/>
                  </a:lnTo>
                  <a:lnTo>
                    <a:pt x="675724" y="1063527"/>
                  </a:lnTo>
                  <a:lnTo>
                    <a:pt x="675063" y="1063527"/>
                  </a:lnTo>
                  <a:lnTo>
                    <a:pt x="674403" y="1063527"/>
                  </a:lnTo>
                  <a:lnTo>
                    <a:pt x="673742" y="1063527"/>
                  </a:lnTo>
                  <a:lnTo>
                    <a:pt x="673082" y="1063527"/>
                  </a:lnTo>
                  <a:lnTo>
                    <a:pt x="672421" y="1063527"/>
                  </a:lnTo>
                  <a:lnTo>
                    <a:pt x="671761" y="1063527"/>
                  </a:lnTo>
                  <a:lnTo>
                    <a:pt x="671100" y="1063527"/>
                  </a:lnTo>
                  <a:lnTo>
                    <a:pt x="670440" y="1063527"/>
                  </a:lnTo>
                  <a:lnTo>
                    <a:pt x="669779" y="1063527"/>
                  </a:lnTo>
                  <a:lnTo>
                    <a:pt x="669119" y="1063527"/>
                  </a:lnTo>
                  <a:lnTo>
                    <a:pt x="668458" y="1063527"/>
                  </a:lnTo>
                  <a:lnTo>
                    <a:pt x="667797" y="1063527"/>
                  </a:lnTo>
                  <a:lnTo>
                    <a:pt x="667137" y="1063527"/>
                  </a:lnTo>
                  <a:lnTo>
                    <a:pt x="666476" y="1063527"/>
                  </a:lnTo>
                  <a:lnTo>
                    <a:pt x="665816" y="1063527"/>
                  </a:lnTo>
                  <a:lnTo>
                    <a:pt x="665155" y="1063527"/>
                  </a:lnTo>
                  <a:lnTo>
                    <a:pt x="664495" y="1063527"/>
                  </a:lnTo>
                  <a:lnTo>
                    <a:pt x="663834" y="1063527"/>
                  </a:lnTo>
                  <a:lnTo>
                    <a:pt x="663174" y="1063527"/>
                  </a:lnTo>
                  <a:lnTo>
                    <a:pt x="662513" y="1063527"/>
                  </a:lnTo>
                  <a:lnTo>
                    <a:pt x="661853" y="1063527"/>
                  </a:lnTo>
                  <a:lnTo>
                    <a:pt x="661192" y="1063527"/>
                  </a:lnTo>
                  <a:lnTo>
                    <a:pt x="660532" y="1063527"/>
                  </a:lnTo>
                  <a:lnTo>
                    <a:pt x="659871" y="1063527"/>
                  </a:lnTo>
                  <a:lnTo>
                    <a:pt x="659211" y="1063527"/>
                  </a:lnTo>
                  <a:lnTo>
                    <a:pt x="658550" y="1063527"/>
                  </a:lnTo>
                  <a:lnTo>
                    <a:pt x="657889" y="1063527"/>
                  </a:lnTo>
                  <a:lnTo>
                    <a:pt x="657229" y="1063527"/>
                  </a:lnTo>
                  <a:lnTo>
                    <a:pt x="656568" y="1063527"/>
                  </a:lnTo>
                  <a:lnTo>
                    <a:pt x="655908" y="1063527"/>
                  </a:lnTo>
                  <a:lnTo>
                    <a:pt x="655247" y="1063527"/>
                  </a:lnTo>
                  <a:lnTo>
                    <a:pt x="654587" y="1063527"/>
                  </a:lnTo>
                  <a:lnTo>
                    <a:pt x="653926" y="1063527"/>
                  </a:lnTo>
                  <a:lnTo>
                    <a:pt x="653266" y="1063527"/>
                  </a:lnTo>
                  <a:lnTo>
                    <a:pt x="652605" y="1063527"/>
                  </a:lnTo>
                  <a:lnTo>
                    <a:pt x="651945" y="1063527"/>
                  </a:lnTo>
                  <a:lnTo>
                    <a:pt x="651284" y="1063527"/>
                  </a:lnTo>
                  <a:lnTo>
                    <a:pt x="650624" y="1063527"/>
                  </a:lnTo>
                  <a:lnTo>
                    <a:pt x="649963" y="1063527"/>
                  </a:lnTo>
                  <a:lnTo>
                    <a:pt x="649303" y="1063527"/>
                  </a:lnTo>
                  <a:lnTo>
                    <a:pt x="648642" y="1063527"/>
                  </a:lnTo>
                  <a:lnTo>
                    <a:pt x="647981" y="1063527"/>
                  </a:lnTo>
                  <a:lnTo>
                    <a:pt x="647321" y="1063527"/>
                  </a:lnTo>
                  <a:lnTo>
                    <a:pt x="646660" y="1063527"/>
                  </a:lnTo>
                  <a:lnTo>
                    <a:pt x="646000" y="1063527"/>
                  </a:lnTo>
                  <a:lnTo>
                    <a:pt x="645339" y="1063527"/>
                  </a:lnTo>
                  <a:lnTo>
                    <a:pt x="644679" y="1063527"/>
                  </a:lnTo>
                  <a:lnTo>
                    <a:pt x="644018" y="1063527"/>
                  </a:lnTo>
                  <a:lnTo>
                    <a:pt x="643358" y="1063527"/>
                  </a:lnTo>
                  <a:lnTo>
                    <a:pt x="642697" y="1063527"/>
                  </a:lnTo>
                  <a:lnTo>
                    <a:pt x="642037" y="1063527"/>
                  </a:lnTo>
                  <a:lnTo>
                    <a:pt x="641376" y="1063527"/>
                  </a:lnTo>
                  <a:lnTo>
                    <a:pt x="640716" y="1063527"/>
                  </a:lnTo>
                  <a:lnTo>
                    <a:pt x="640055" y="1063527"/>
                  </a:lnTo>
                  <a:lnTo>
                    <a:pt x="639395" y="1063527"/>
                  </a:lnTo>
                  <a:lnTo>
                    <a:pt x="638734" y="1063527"/>
                  </a:lnTo>
                  <a:lnTo>
                    <a:pt x="638074" y="1063527"/>
                  </a:lnTo>
                  <a:lnTo>
                    <a:pt x="637413" y="1063527"/>
                  </a:lnTo>
                  <a:lnTo>
                    <a:pt x="636752" y="1063527"/>
                  </a:lnTo>
                  <a:lnTo>
                    <a:pt x="636092" y="1063527"/>
                  </a:lnTo>
                  <a:lnTo>
                    <a:pt x="635431" y="1063527"/>
                  </a:lnTo>
                  <a:lnTo>
                    <a:pt x="634771" y="1063527"/>
                  </a:lnTo>
                  <a:lnTo>
                    <a:pt x="634110" y="1063527"/>
                  </a:lnTo>
                  <a:lnTo>
                    <a:pt x="633450" y="1063527"/>
                  </a:lnTo>
                  <a:lnTo>
                    <a:pt x="632789" y="1063527"/>
                  </a:lnTo>
                  <a:lnTo>
                    <a:pt x="632129" y="1063527"/>
                  </a:lnTo>
                  <a:lnTo>
                    <a:pt x="631468" y="1063527"/>
                  </a:lnTo>
                  <a:lnTo>
                    <a:pt x="630808" y="1063527"/>
                  </a:lnTo>
                  <a:lnTo>
                    <a:pt x="630147" y="1063527"/>
                  </a:lnTo>
                  <a:lnTo>
                    <a:pt x="629487" y="1063527"/>
                  </a:lnTo>
                  <a:lnTo>
                    <a:pt x="628826" y="1063527"/>
                  </a:lnTo>
                  <a:lnTo>
                    <a:pt x="628166" y="1063527"/>
                  </a:lnTo>
                  <a:lnTo>
                    <a:pt x="627505" y="1063527"/>
                  </a:lnTo>
                  <a:lnTo>
                    <a:pt x="626844" y="1063527"/>
                  </a:lnTo>
                  <a:lnTo>
                    <a:pt x="626184" y="1063527"/>
                  </a:lnTo>
                  <a:lnTo>
                    <a:pt x="625523" y="1063527"/>
                  </a:lnTo>
                  <a:lnTo>
                    <a:pt x="624863" y="1063527"/>
                  </a:lnTo>
                  <a:lnTo>
                    <a:pt x="624202" y="1063527"/>
                  </a:lnTo>
                  <a:lnTo>
                    <a:pt x="623542" y="1063527"/>
                  </a:lnTo>
                  <a:lnTo>
                    <a:pt x="622881" y="1063527"/>
                  </a:lnTo>
                  <a:lnTo>
                    <a:pt x="622221" y="1063527"/>
                  </a:lnTo>
                  <a:lnTo>
                    <a:pt x="621560" y="1063527"/>
                  </a:lnTo>
                  <a:lnTo>
                    <a:pt x="620900" y="1063527"/>
                  </a:lnTo>
                  <a:lnTo>
                    <a:pt x="620239" y="1063527"/>
                  </a:lnTo>
                  <a:lnTo>
                    <a:pt x="619579" y="1063527"/>
                  </a:lnTo>
                  <a:lnTo>
                    <a:pt x="618918" y="1063527"/>
                  </a:lnTo>
                  <a:lnTo>
                    <a:pt x="618258" y="1063527"/>
                  </a:lnTo>
                  <a:lnTo>
                    <a:pt x="617597" y="1063527"/>
                  </a:lnTo>
                  <a:lnTo>
                    <a:pt x="616936" y="1063527"/>
                  </a:lnTo>
                  <a:lnTo>
                    <a:pt x="616276" y="1063527"/>
                  </a:lnTo>
                  <a:lnTo>
                    <a:pt x="615615" y="1063527"/>
                  </a:lnTo>
                  <a:lnTo>
                    <a:pt x="614955" y="1063527"/>
                  </a:lnTo>
                  <a:lnTo>
                    <a:pt x="614294" y="1063527"/>
                  </a:lnTo>
                  <a:lnTo>
                    <a:pt x="613634" y="1063527"/>
                  </a:lnTo>
                  <a:lnTo>
                    <a:pt x="612973" y="1063527"/>
                  </a:lnTo>
                  <a:lnTo>
                    <a:pt x="612313" y="1063527"/>
                  </a:lnTo>
                  <a:lnTo>
                    <a:pt x="611652" y="1063527"/>
                  </a:lnTo>
                  <a:lnTo>
                    <a:pt x="610992" y="1063527"/>
                  </a:lnTo>
                  <a:lnTo>
                    <a:pt x="610331" y="1063527"/>
                  </a:lnTo>
                  <a:lnTo>
                    <a:pt x="609671" y="1063527"/>
                  </a:lnTo>
                  <a:lnTo>
                    <a:pt x="609010" y="1063527"/>
                  </a:lnTo>
                  <a:lnTo>
                    <a:pt x="608350" y="1063527"/>
                  </a:lnTo>
                  <a:lnTo>
                    <a:pt x="607689" y="1063527"/>
                  </a:lnTo>
                  <a:lnTo>
                    <a:pt x="607029" y="1063527"/>
                  </a:lnTo>
                  <a:lnTo>
                    <a:pt x="606368" y="1063527"/>
                  </a:lnTo>
                  <a:lnTo>
                    <a:pt x="605707" y="1063527"/>
                  </a:lnTo>
                  <a:lnTo>
                    <a:pt x="605047" y="1063527"/>
                  </a:lnTo>
                  <a:lnTo>
                    <a:pt x="604386" y="1063527"/>
                  </a:lnTo>
                  <a:lnTo>
                    <a:pt x="603726" y="1063527"/>
                  </a:lnTo>
                  <a:lnTo>
                    <a:pt x="603065" y="1063527"/>
                  </a:lnTo>
                  <a:lnTo>
                    <a:pt x="602405" y="1063527"/>
                  </a:lnTo>
                  <a:lnTo>
                    <a:pt x="601744" y="1063527"/>
                  </a:lnTo>
                  <a:lnTo>
                    <a:pt x="601084" y="1063527"/>
                  </a:lnTo>
                  <a:lnTo>
                    <a:pt x="600423" y="1063527"/>
                  </a:lnTo>
                  <a:lnTo>
                    <a:pt x="599763" y="1063527"/>
                  </a:lnTo>
                  <a:lnTo>
                    <a:pt x="599102" y="1063527"/>
                  </a:lnTo>
                  <a:lnTo>
                    <a:pt x="598442" y="1063527"/>
                  </a:lnTo>
                  <a:lnTo>
                    <a:pt x="597781" y="1063527"/>
                  </a:lnTo>
                  <a:lnTo>
                    <a:pt x="597121" y="1063527"/>
                  </a:lnTo>
                  <a:lnTo>
                    <a:pt x="596460" y="1063527"/>
                  </a:lnTo>
                  <a:lnTo>
                    <a:pt x="595799" y="1063527"/>
                  </a:lnTo>
                  <a:lnTo>
                    <a:pt x="595139" y="1063527"/>
                  </a:lnTo>
                  <a:lnTo>
                    <a:pt x="594478" y="1063527"/>
                  </a:lnTo>
                  <a:lnTo>
                    <a:pt x="593818" y="1063527"/>
                  </a:lnTo>
                  <a:lnTo>
                    <a:pt x="593157" y="1063527"/>
                  </a:lnTo>
                  <a:lnTo>
                    <a:pt x="592497" y="1063527"/>
                  </a:lnTo>
                  <a:lnTo>
                    <a:pt x="591836" y="1063527"/>
                  </a:lnTo>
                  <a:lnTo>
                    <a:pt x="591176" y="1063527"/>
                  </a:lnTo>
                  <a:lnTo>
                    <a:pt x="590515" y="1063527"/>
                  </a:lnTo>
                  <a:lnTo>
                    <a:pt x="589855" y="1063527"/>
                  </a:lnTo>
                  <a:lnTo>
                    <a:pt x="589194" y="1063527"/>
                  </a:lnTo>
                  <a:lnTo>
                    <a:pt x="588534" y="1063527"/>
                  </a:lnTo>
                  <a:lnTo>
                    <a:pt x="587873" y="1063527"/>
                  </a:lnTo>
                  <a:lnTo>
                    <a:pt x="587213" y="1063527"/>
                  </a:lnTo>
                  <a:lnTo>
                    <a:pt x="586552" y="1063527"/>
                  </a:lnTo>
                  <a:lnTo>
                    <a:pt x="585891" y="1063527"/>
                  </a:lnTo>
                  <a:lnTo>
                    <a:pt x="585231" y="1063527"/>
                  </a:lnTo>
                  <a:lnTo>
                    <a:pt x="584570" y="1063527"/>
                  </a:lnTo>
                  <a:lnTo>
                    <a:pt x="583910" y="1063527"/>
                  </a:lnTo>
                  <a:lnTo>
                    <a:pt x="583249" y="1063527"/>
                  </a:lnTo>
                  <a:lnTo>
                    <a:pt x="582589" y="1063527"/>
                  </a:lnTo>
                  <a:lnTo>
                    <a:pt x="581928" y="1063527"/>
                  </a:lnTo>
                  <a:lnTo>
                    <a:pt x="581268" y="1063527"/>
                  </a:lnTo>
                  <a:lnTo>
                    <a:pt x="580607" y="1063527"/>
                  </a:lnTo>
                  <a:lnTo>
                    <a:pt x="579947" y="1063527"/>
                  </a:lnTo>
                  <a:lnTo>
                    <a:pt x="579286" y="1063527"/>
                  </a:lnTo>
                  <a:lnTo>
                    <a:pt x="578626" y="1063527"/>
                  </a:lnTo>
                  <a:lnTo>
                    <a:pt x="577965" y="1063527"/>
                  </a:lnTo>
                  <a:lnTo>
                    <a:pt x="577305" y="1063527"/>
                  </a:lnTo>
                  <a:lnTo>
                    <a:pt x="576644" y="1063527"/>
                  </a:lnTo>
                  <a:lnTo>
                    <a:pt x="575983" y="1063527"/>
                  </a:lnTo>
                  <a:lnTo>
                    <a:pt x="575323" y="1063527"/>
                  </a:lnTo>
                  <a:lnTo>
                    <a:pt x="574662" y="1063527"/>
                  </a:lnTo>
                  <a:lnTo>
                    <a:pt x="574002" y="1063527"/>
                  </a:lnTo>
                  <a:lnTo>
                    <a:pt x="573341" y="1063527"/>
                  </a:lnTo>
                  <a:lnTo>
                    <a:pt x="572681" y="1063527"/>
                  </a:lnTo>
                  <a:lnTo>
                    <a:pt x="572020" y="1063527"/>
                  </a:lnTo>
                  <a:lnTo>
                    <a:pt x="571360" y="1063527"/>
                  </a:lnTo>
                  <a:lnTo>
                    <a:pt x="570699" y="1063527"/>
                  </a:lnTo>
                  <a:lnTo>
                    <a:pt x="570039" y="1063527"/>
                  </a:lnTo>
                  <a:lnTo>
                    <a:pt x="569378" y="1063527"/>
                  </a:lnTo>
                  <a:lnTo>
                    <a:pt x="568718" y="1063527"/>
                  </a:lnTo>
                  <a:lnTo>
                    <a:pt x="568057" y="1063527"/>
                  </a:lnTo>
                  <a:lnTo>
                    <a:pt x="567397" y="1063527"/>
                  </a:lnTo>
                  <a:lnTo>
                    <a:pt x="566736" y="1063527"/>
                  </a:lnTo>
                  <a:lnTo>
                    <a:pt x="566076" y="1063527"/>
                  </a:lnTo>
                  <a:lnTo>
                    <a:pt x="565415" y="1063527"/>
                  </a:lnTo>
                  <a:lnTo>
                    <a:pt x="564754" y="1063527"/>
                  </a:lnTo>
                  <a:lnTo>
                    <a:pt x="564094" y="1063527"/>
                  </a:lnTo>
                  <a:lnTo>
                    <a:pt x="563433" y="1063527"/>
                  </a:lnTo>
                  <a:lnTo>
                    <a:pt x="562773" y="1063527"/>
                  </a:lnTo>
                  <a:lnTo>
                    <a:pt x="562112" y="1063527"/>
                  </a:lnTo>
                  <a:lnTo>
                    <a:pt x="561452" y="1063527"/>
                  </a:lnTo>
                  <a:lnTo>
                    <a:pt x="560791" y="1063527"/>
                  </a:lnTo>
                  <a:lnTo>
                    <a:pt x="560131" y="1063527"/>
                  </a:lnTo>
                  <a:lnTo>
                    <a:pt x="559470" y="1063527"/>
                  </a:lnTo>
                  <a:lnTo>
                    <a:pt x="558810" y="1063527"/>
                  </a:lnTo>
                  <a:lnTo>
                    <a:pt x="558149" y="1063527"/>
                  </a:lnTo>
                  <a:lnTo>
                    <a:pt x="557489" y="1063527"/>
                  </a:lnTo>
                  <a:lnTo>
                    <a:pt x="556828" y="1063527"/>
                  </a:lnTo>
                  <a:lnTo>
                    <a:pt x="556168" y="1063527"/>
                  </a:lnTo>
                  <a:lnTo>
                    <a:pt x="555507" y="1063527"/>
                  </a:lnTo>
                  <a:lnTo>
                    <a:pt x="554846" y="1063527"/>
                  </a:lnTo>
                  <a:lnTo>
                    <a:pt x="554186" y="1063527"/>
                  </a:lnTo>
                  <a:lnTo>
                    <a:pt x="553525" y="1063527"/>
                  </a:lnTo>
                  <a:lnTo>
                    <a:pt x="552865" y="1063527"/>
                  </a:lnTo>
                  <a:lnTo>
                    <a:pt x="552204" y="1063527"/>
                  </a:lnTo>
                  <a:lnTo>
                    <a:pt x="551544" y="1063527"/>
                  </a:lnTo>
                  <a:lnTo>
                    <a:pt x="550883" y="1063527"/>
                  </a:lnTo>
                  <a:lnTo>
                    <a:pt x="550223" y="1063527"/>
                  </a:lnTo>
                  <a:lnTo>
                    <a:pt x="549562" y="1063527"/>
                  </a:lnTo>
                  <a:lnTo>
                    <a:pt x="548902" y="1063527"/>
                  </a:lnTo>
                  <a:lnTo>
                    <a:pt x="548241" y="1063527"/>
                  </a:lnTo>
                  <a:lnTo>
                    <a:pt x="547581" y="1063527"/>
                  </a:lnTo>
                  <a:lnTo>
                    <a:pt x="546920" y="1063527"/>
                  </a:lnTo>
                  <a:lnTo>
                    <a:pt x="546260" y="1063527"/>
                  </a:lnTo>
                  <a:lnTo>
                    <a:pt x="545599" y="1063527"/>
                  </a:lnTo>
                  <a:lnTo>
                    <a:pt x="544938" y="1063527"/>
                  </a:lnTo>
                  <a:lnTo>
                    <a:pt x="544278" y="1063527"/>
                  </a:lnTo>
                  <a:lnTo>
                    <a:pt x="543617" y="1063527"/>
                  </a:lnTo>
                  <a:lnTo>
                    <a:pt x="542957" y="1063527"/>
                  </a:lnTo>
                  <a:lnTo>
                    <a:pt x="542296" y="1063527"/>
                  </a:lnTo>
                  <a:lnTo>
                    <a:pt x="541636" y="1063527"/>
                  </a:lnTo>
                  <a:lnTo>
                    <a:pt x="540975" y="1063527"/>
                  </a:lnTo>
                  <a:lnTo>
                    <a:pt x="540315" y="1063527"/>
                  </a:lnTo>
                  <a:lnTo>
                    <a:pt x="539654" y="1063527"/>
                  </a:lnTo>
                  <a:lnTo>
                    <a:pt x="538994" y="1063527"/>
                  </a:lnTo>
                  <a:lnTo>
                    <a:pt x="538333" y="1063527"/>
                  </a:lnTo>
                  <a:lnTo>
                    <a:pt x="537673" y="1063527"/>
                  </a:lnTo>
                  <a:lnTo>
                    <a:pt x="537012" y="1063527"/>
                  </a:lnTo>
                  <a:lnTo>
                    <a:pt x="536352" y="1063527"/>
                  </a:lnTo>
                  <a:lnTo>
                    <a:pt x="535691" y="1063527"/>
                  </a:lnTo>
                  <a:lnTo>
                    <a:pt x="535031" y="1063527"/>
                  </a:lnTo>
                  <a:lnTo>
                    <a:pt x="534370" y="1063527"/>
                  </a:lnTo>
                  <a:lnTo>
                    <a:pt x="533709" y="1063527"/>
                  </a:lnTo>
                  <a:lnTo>
                    <a:pt x="533049" y="1063527"/>
                  </a:lnTo>
                  <a:lnTo>
                    <a:pt x="532388" y="1063527"/>
                  </a:lnTo>
                  <a:lnTo>
                    <a:pt x="531728" y="1063527"/>
                  </a:lnTo>
                  <a:lnTo>
                    <a:pt x="531067" y="1063527"/>
                  </a:lnTo>
                  <a:lnTo>
                    <a:pt x="530407" y="1063527"/>
                  </a:lnTo>
                  <a:lnTo>
                    <a:pt x="529746" y="1063527"/>
                  </a:lnTo>
                  <a:lnTo>
                    <a:pt x="529086" y="1063527"/>
                  </a:lnTo>
                  <a:lnTo>
                    <a:pt x="528425" y="1063527"/>
                  </a:lnTo>
                  <a:lnTo>
                    <a:pt x="527765" y="1063527"/>
                  </a:lnTo>
                  <a:lnTo>
                    <a:pt x="527104" y="1063527"/>
                  </a:lnTo>
                  <a:lnTo>
                    <a:pt x="526444" y="1063527"/>
                  </a:lnTo>
                  <a:lnTo>
                    <a:pt x="525783" y="1063527"/>
                  </a:lnTo>
                  <a:lnTo>
                    <a:pt x="525123" y="1063527"/>
                  </a:lnTo>
                  <a:lnTo>
                    <a:pt x="524462" y="1063527"/>
                  </a:lnTo>
                  <a:lnTo>
                    <a:pt x="523801" y="1063527"/>
                  </a:lnTo>
                  <a:lnTo>
                    <a:pt x="523141" y="1063527"/>
                  </a:lnTo>
                  <a:lnTo>
                    <a:pt x="522480" y="1063527"/>
                  </a:lnTo>
                  <a:lnTo>
                    <a:pt x="521820" y="1063527"/>
                  </a:lnTo>
                  <a:lnTo>
                    <a:pt x="521159" y="1063527"/>
                  </a:lnTo>
                  <a:lnTo>
                    <a:pt x="520499" y="1063527"/>
                  </a:lnTo>
                  <a:lnTo>
                    <a:pt x="519838" y="1063527"/>
                  </a:lnTo>
                  <a:lnTo>
                    <a:pt x="519178" y="1063527"/>
                  </a:lnTo>
                  <a:lnTo>
                    <a:pt x="518517" y="1063527"/>
                  </a:lnTo>
                  <a:lnTo>
                    <a:pt x="517857" y="1063527"/>
                  </a:lnTo>
                  <a:lnTo>
                    <a:pt x="517196" y="1063527"/>
                  </a:lnTo>
                  <a:lnTo>
                    <a:pt x="516536" y="1063527"/>
                  </a:lnTo>
                  <a:lnTo>
                    <a:pt x="515875" y="1063527"/>
                  </a:lnTo>
                  <a:lnTo>
                    <a:pt x="515215" y="1063527"/>
                  </a:lnTo>
                  <a:lnTo>
                    <a:pt x="514554" y="1063527"/>
                  </a:lnTo>
                  <a:lnTo>
                    <a:pt x="513893" y="1063527"/>
                  </a:lnTo>
                  <a:lnTo>
                    <a:pt x="513233" y="1063527"/>
                  </a:lnTo>
                  <a:lnTo>
                    <a:pt x="512572" y="1063527"/>
                  </a:lnTo>
                  <a:lnTo>
                    <a:pt x="511912" y="1063527"/>
                  </a:lnTo>
                  <a:lnTo>
                    <a:pt x="511251" y="1063527"/>
                  </a:lnTo>
                  <a:lnTo>
                    <a:pt x="510591" y="1063527"/>
                  </a:lnTo>
                  <a:lnTo>
                    <a:pt x="509930" y="1063527"/>
                  </a:lnTo>
                  <a:lnTo>
                    <a:pt x="509270" y="1063527"/>
                  </a:lnTo>
                  <a:lnTo>
                    <a:pt x="508609" y="1063527"/>
                  </a:lnTo>
                  <a:lnTo>
                    <a:pt x="507949" y="1063527"/>
                  </a:lnTo>
                  <a:lnTo>
                    <a:pt x="507288" y="1063527"/>
                  </a:lnTo>
                  <a:lnTo>
                    <a:pt x="506628" y="1063527"/>
                  </a:lnTo>
                  <a:lnTo>
                    <a:pt x="505967" y="1063527"/>
                  </a:lnTo>
                  <a:lnTo>
                    <a:pt x="505307" y="1063527"/>
                  </a:lnTo>
                  <a:lnTo>
                    <a:pt x="504646" y="1063527"/>
                  </a:lnTo>
                  <a:lnTo>
                    <a:pt x="503985" y="1063527"/>
                  </a:lnTo>
                  <a:lnTo>
                    <a:pt x="503325" y="1063527"/>
                  </a:lnTo>
                  <a:lnTo>
                    <a:pt x="502664" y="1063527"/>
                  </a:lnTo>
                  <a:lnTo>
                    <a:pt x="502004" y="1063527"/>
                  </a:lnTo>
                  <a:lnTo>
                    <a:pt x="501343" y="1063527"/>
                  </a:lnTo>
                  <a:lnTo>
                    <a:pt x="500683" y="1063527"/>
                  </a:lnTo>
                  <a:lnTo>
                    <a:pt x="500022" y="1063527"/>
                  </a:lnTo>
                  <a:lnTo>
                    <a:pt x="499362" y="1063527"/>
                  </a:lnTo>
                  <a:lnTo>
                    <a:pt x="498701" y="1063527"/>
                  </a:lnTo>
                  <a:lnTo>
                    <a:pt x="498041" y="1063527"/>
                  </a:lnTo>
                  <a:lnTo>
                    <a:pt x="497380" y="1063527"/>
                  </a:lnTo>
                  <a:lnTo>
                    <a:pt x="496720" y="1063527"/>
                  </a:lnTo>
                  <a:lnTo>
                    <a:pt x="496059" y="1063527"/>
                  </a:lnTo>
                  <a:lnTo>
                    <a:pt x="495399" y="1063527"/>
                  </a:lnTo>
                  <a:lnTo>
                    <a:pt x="494738" y="1063527"/>
                  </a:lnTo>
                  <a:lnTo>
                    <a:pt x="494078" y="1063527"/>
                  </a:lnTo>
                  <a:lnTo>
                    <a:pt x="493417" y="1063527"/>
                  </a:lnTo>
                  <a:lnTo>
                    <a:pt x="492756" y="1063527"/>
                  </a:lnTo>
                  <a:lnTo>
                    <a:pt x="492096" y="1063527"/>
                  </a:lnTo>
                  <a:lnTo>
                    <a:pt x="491435" y="1063527"/>
                  </a:lnTo>
                  <a:lnTo>
                    <a:pt x="490775" y="1063527"/>
                  </a:lnTo>
                  <a:lnTo>
                    <a:pt x="490114" y="1063527"/>
                  </a:lnTo>
                  <a:lnTo>
                    <a:pt x="489454" y="1063527"/>
                  </a:lnTo>
                  <a:lnTo>
                    <a:pt x="488793" y="1063527"/>
                  </a:lnTo>
                  <a:lnTo>
                    <a:pt x="488133" y="1063527"/>
                  </a:lnTo>
                  <a:lnTo>
                    <a:pt x="487472" y="1063527"/>
                  </a:lnTo>
                  <a:lnTo>
                    <a:pt x="486812" y="1063527"/>
                  </a:lnTo>
                  <a:lnTo>
                    <a:pt x="486151" y="1063527"/>
                  </a:lnTo>
                  <a:lnTo>
                    <a:pt x="485491" y="1063527"/>
                  </a:lnTo>
                  <a:lnTo>
                    <a:pt x="484830" y="1063527"/>
                  </a:lnTo>
                  <a:lnTo>
                    <a:pt x="484170" y="1063527"/>
                  </a:lnTo>
                  <a:lnTo>
                    <a:pt x="483509" y="1063527"/>
                  </a:lnTo>
                  <a:lnTo>
                    <a:pt x="482848" y="1063527"/>
                  </a:lnTo>
                  <a:lnTo>
                    <a:pt x="482188" y="1063527"/>
                  </a:lnTo>
                  <a:lnTo>
                    <a:pt x="481527" y="1063527"/>
                  </a:lnTo>
                  <a:lnTo>
                    <a:pt x="480867" y="1063527"/>
                  </a:lnTo>
                  <a:lnTo>
                    <a:pt x="480206" y="1063527"/>
                  </a:lnTo>
                  <a:lnTo>
                    <a:pt x="479546" y="1063527"/>
                  </a:lnTo>
                  <a:lnTo>
                    <a:pt x="478885" y="1063527"/>
                  </a:lnTo>
                  <a:lnTo>
                    <a:pt x="478225" y="1063527"/>
                  </a:lnTo>
                  <a:lnTo>
                    <a:pt x="477564" y="1063527"/>
                  </a:lnTo>
                  <a:lnTo>
                    <a:pt x="476904" y="1063527"/>
                  </a:lnTo>
                  <a:lnTo>
                    <a:pt x="476243" y="1063527"/>
                  </a:lnTo>
                  <a:lnTo>
                    <a:pt x="475583" y="1063527"/>
                  </a:lnTo>
                  <a:lnTo>
                    <a:pt x="474922" y="1063527"/>
                  </a:lnTo>
                  <a:lnTo>
                    <a:pt x="474262" y="1063527"/>
                  </a:lnTo>
                  <a:lnTo>
                    <a:pt x="473601" y="1063527"/>
                  </a:lnTo>
                  <a:lnTo>
                    <a:pt x="472940" y="1063527"/>
                  </a:lnTo>
                  <a:lnTo>
                    <a:pt x="472280" y="1063527"/>
                  </a:lnTo>
                  <a:lnTo>
                    <a:pt x="471619" y="1063527"/>
                  </a:lnTo>
                  <a:lnTo>
                    <a:pt x="470959" y="1063527"/>
                  </a:lnTo>
                  <a:lnTo>
                    <a:pt x="470298" y="1063527"/>
                  </a:lnTo>
                  <a:lnTo>
                    <a:pt x="469638" y="1063527"/>
                  </a:lnTo>
                  <a:lnTo>
                    <a:pt x="468977" y="1063527"/>
                  </a:lnTo>
                  <a:lnTo>
                    <a:pt x="468317" y="1063527"/>
                  </a:lnTo>
                  <a:lnTo>
                    <a:pt x="467656" y="1063527"/>
                  </a:lnTo>
                  <a:lnTo>
                    <a:pt x="466996" y="1063527"/>
                  </a:lnTo>
                  <a:lnTo>
                    <a:pt x="466335" y="1063527"/>
                  </a:lnTo>
                  <a:lnTo>
                    <a:pt x="465675" y="1063527"/>
                  </a:lnTo>
                  <a:lnTo>
                    <a:pt x="465014" y="1063527"/>
                  </a:lnTo>
                  <a:lnTo>
                    <a:pt x="464354" y="1063527"/>
                  </a:lnTo>
                  <a:lnTo>
                    <a:pt x="463693" y="1063527"/>
                  </a:lnTo>
                  <a:lnTo>
                    <a:pt x="463033" y="1063527"/>
                  </a:lnTo>
                  <a:lnTo>
                    <a:pt x="462372" y="1063527"/>
                  </a:lnTo>
                  <a:lnTo>
                    <a:pt x="461711" y="1063527"/>
                  </a:lnTo>
                  <a:lnTo>
                    <a:pt x="461051" y="1063527"/>
                  </a:lnTo>
                  <a:lnTo>
                    <a:pt x="460390" y="1063527"/>
                  </a:lnTo>
                  <a:lnTo>
                    <a:pt x="459730" y="1063527"/>
                  </a:lnTo>
                  <a:lnTo>
                    <a:pt x="459069" y="1063527"/>
                  </a:lnTo>
                  <a:lnTo>
                    <a:pt x="458409" y="1063527"/>
                  </a:lnTo>
                  <a:lnTo>
                    <a:pt x="457748" y="1063527"/>
                  </a:lnTo>
                  <a:lnTo>
                    <a:pt x="457088" y="1063527"/>
                  </a:lnTo>
                  <a:lnTo>
                    <a:pt x="456427" y="1063527"/>
                  </a:lnTo>
                  <a:lnTo>
                    <a:pt x="455767" y="1063527"/>
                  </a:lnTo>
                  <a:lnTo>
                    <a:pt x="455106" y="1063527"/>
                  </a:lnTo>
                  <a:lnTo>
                    <a:pt x="454446" y="1063527"/>
                  </a:lnTo>
                  <a:lnTo>
                    <a:pt x="453785" y="1063527"/>
                  </a:lnTo>
                  <a:lnTo>
                    <a:pt x="453125" y="1063527"/>
                  </a:lnTo>
                  <a:lnTo>
                    <a:pt x="452464" y="1063527"/>
                  </a:lnTo>
                  <a:lnTo>
                    <a:pt x="451803" y="1063527"/>
                  </a:lnTo>
                  <a:lnTo>
                    <a:pt x="451143" y="1063527"/>
                  </a:lnTo>
                  <a:lnTo>
                    <a:pt x="450482" y="1063527"/>
                  </a:lnTo>
                  <a:lnTo>
                    <a:pt x="449822" y="1063527"/>
                  </a:lnTo>
                  <a:lnTo>
                    <a:pt x="449161" y="1063527"/>
                  </a:lnTo>
                  <a:lnTo>
                    <a:pt x="448501" y="1063527"/>
                  </a:lnTo>
                  <a:lnTo>
                    <a:pt x="447840" y="1063527"/>
                  </a:lnTo>
                  <a:lnTo>
                    <a:pt x="447180" y="1063527"/>
                  </a:lnTo>
                  <a:lnTo>
                    <a:pt x="446519" y="1063527"/>
                  </a:lnTo>
                  <a:lnTo>
                    <a:pt x="445859" y="1063527"/>
                  </a:lnTo>
                  <a:lnTo>
                    <a:pt x="445198" y="1063527"/>
                  </a:lnTo>
                  <a:lnTo>
                    <a:pt x="444538" y="1063527"/>
                  </a:lnTo>
                  <a:lnTo>
                    <a:pt x="443877" y="1063527"/>
                  </a:lnTo>
                  <a:lnTo>
                    <a:pt x="443217" y="1063527"/>
                  </a:lnTo>
                  <a:lnTo>
                    <a:pt x="442556" y="1063527"/>
                  </a:lnTo>
                  <a:lnTo>
                    <a:pt x="441895" y="1063527"/>
                  </a:lnTo>
                  <a:lnTo>
                    <a:pt x="441235" y="1063527"/>
                  </a:lnTo>
                  <a:lnTo>
                    <a:pt x="440574" y="1063527"/>
                  </a:lnTo>
                  <a:lnTo>
                    <a:pt x="439914" y="1063527"/>
                  </a:lnTo>
                  <a:lnTo>
                    <a:pt x="439253" y="1063527"/>
                  </a:lnTo>
                  <a:lnTo>
                    <a:pt x="438593" y="1063527"/>
                  </a:lnTo>
                  <a:lnTo>
                    <a:pt x="437932" y="1063527"/>
                  </a:lnTo>
                  <a:lnTo>
                    <a:pt x="437272" y="1063527"/>
                  </a:lnTo>
                  <a:lnTo>
                    <a:pt x="436611" y="1063527"/>
                  </a:lnTo>
                  <a:lnTo>
                    <a:pt x="435951" y="1063527"/>
                  </a:lnTo>
                  <a:lnTo>
                    <a:pt x="435290" y="1063527"/>
                  </a:lnTo>
                  <a:lnTo>
                    <a:pt x="434630" y="1063527"/>
                  </a:lnTo>
                  <a:lnTo>
                    <a:pt x="433969" y="1063527"/>
                  </a:lnTo>
                  <a:lnTo>
                    <a:pt x="433309" y="1063527"/>
                  </a:lnTo>
                  <a:lnTo>
                    <a:pt x="432648" y="1063527"/>
                  </a:lnTo>
                  <a:lnTo>
                    <a:pt x="431987" y="1063527"/>
                  </a:lnTo>
                  <a:lnTo>
                    <a:pt x="431327" y="1063527"/>
                  </a:lnTo>
                  <a:lnTo>
                    <a:pt x="430666" y="1063527"/>
                  </a:lnTo>
                  <a:lnTo>
                    <a:pt x="430006" y="1063527"/>
                  </a:lnTo>
                  <a:lnTo>
                    <a:pt x="429345" y="1063527"/>
                  </a:lnTo>
                  <a:lnTo>
                    <a:pt x="428685" y="1063527"/>
                  </a:lnTo>
                  <a:lnTo>
                    <a:pt x="428024" y="1063527"/>
                  </a:lnTo>
                  <a:lnTo>
                    <a:pt x="427364" y="1063527"/>
                  </a:lnTo>
                  <a:lnTo>
                    <a:pt x="426703" y="1063527"/>
                  </a:lnTo>
                  <a:lnTo>
                    <a:pt x="426043" y="1063527"/>
                  </a:lnTo>
                  <a:lnTo>
                    <a:pt x="425382" y="1063527"/>
                  </a:lnTo>
                  <a:lnTo>
                    <a:pt x="424722" y="1063527"/>
                  </a:lnTo>
                  <a:lnTo>
                    <a:pt x="424061" y="1063527"/>
                  </a:lnTo>
                  <a:lnTo>
                    <a:pt x="423401" y="1063527"/>
                  </a:lnTo>
                  <a:lnTo>
                    <a:pt x="422740" y="1063527"/>
                  </a:lnTo>
                  <a:lnTo>
                    <a:pt x="422080" y="1063527"/>
                  </a:lnTo>
                  <a:lnTo>
                    <a:pt x="421419" y="1063527"/>
                  </a:lnTo>
                  <a:lnTo>
                    <a:pt x="420758" y="1063527"/>
                  </a:lnTo>
                  <a:lnTo>
                    <a:pt x="420098" y="1063527"/>
                  </a:lnTo>
                  <a:lnTo>
                    <a:pt x="419437" y="1063527"/>
                  </a:lnTo>
                  <a:lnTo>
                    <a:pt x="418777" y="1063527"/>
                  </a:lnTo>
                  <a:lnTo>
                    <a:pt x="418116" y="1063527"/>
                  </a:lnTo>
                  <a:lnTo>
                    <a:pt x="417456" y="1063527"/>
                  </a:lnTo>
                  <a:lnTo>
                    <a:pt x="416795" y="1063527"/>
                  </a:lnTo>
                  <a:lnTo>
                    <a:pt x="416135" y="1063527"/>
                  </a:lnTo>
                  <a:lnTo>
                    <a:pt x="415474" y="1063527"/>
                  </a:lnTo>
                  <a:lnTo>
                    <a:pt x="414814" y="1063527"/>
                  </a:lnTo>
                  <a:lnTo>
                    <a:pt x="414153" y="1063527"/>
                  </a:lnTo>
                  <a:lnTo>
                    <a:pt x="413493" y="1063527"/>
                  </a:lnTo>
                  <a:lnTo>
                    <a:pt x="412832" y="1063527"/>
                  </a:lnTo>
                  <a:lnTo>
                    <a:pt x="412172" y="1063527"/>
                  </a:lnTo>
                  <a:lnTo>
                    <a:pt x="411511" y="1063527"/>
                  </a:lnTo>
                  <a:lnTo>
                    <a:pt x="410850" y="1063527"/>
                  </a:lnTo>
                  <a:lnTo>
                    <a:pt x="410190" y="1063527"/>
                  </a:lnTo>
                  <a:lnTo>
                    <a:pt x="409529" y="1063527"/>
                  </a:lnTo>
                  <a:lnTo>
                    <a:pt x="408869" y="1063527"/>
                  </a:lnTo>
                  <a:lnTo>
                    <a:pt x="408208" y="1063527"/>
                  </a:lnTo>
                  <a:lnTo>
                    <a:pt x="407548" y="1063527"/>
                  </a:lnTo>
                  <a:lnTo>
                    <a:pt x="406887" y="1063527"/>
                  </a:lnTo>
                  <a:lnTo>
                    <a:pt x="406227" y="1063527"/>
                  </a:lnTo>
                  <a:lnTo>
                    <a:pt x="405566" y="1063527"/>
                  </a:lnTo>
                  <a:lnTo>
                    <a:pt x="404906" y="1063527"/>
                  </a:lnTo>
                  <a:lnTo>
                    <a:pt x="404245" y="1063527"/>
                  </a:lnTo>
                  <a:lnTo>
                    <a:pt x="403585" y="1063527"/>
                  </a:lnTo>
                  <a:lnTo>
                    <a:pt x="402924" y="1063527"/>
                  </a:lnTo>
                  <a:lnTo>
                    <a:pt x="402264" y="1063527"/>
                  </a:lnTo>
                  <a:lnTo>
                    <a:pt x="401603" y="1063527"/>
                  </a:lnTo>
                  <a:lnTo>
                    <a:pt x="400942" y="1063527"/>
                  </a:lnTo>
                  <a:lnTo>
                    <a:pt x="400282" y="1063527"/>
                  </a:lnTo>
                  <a:lnTo>
                    <a:pt x="399621" y="1063527"/>
                  </a:lnTo>
                  <a:lnTo>
                    <a:pt x="398961" y="1063527"/>
                  </a:lnTo>
                  <a:lnTo>
                    <a:pt x="398300" y="1063527"/>
                  </a:lnTo>
                  <a:lnTo>
                    <a:pt x="397640" y="1063527"/>
                  </a:lnTo>
                  <a:lnTo>
                    <a:pt x="396979" y="1063527"/>
                  </a:lnTo>
                  <a:lnTo>
                    <a:pt x="396319" y="1063527"/>
                  </a:lnTo>
                  <a:lnTo>
                    <a:pt x="395658" y="1063527"/>
                  </a:lnTo>
                  <a:lnTo>
                    <a:pt x="394998" y="1063527"/>
                  </a:lnTo>
                  <a:lnTo>
                    <a:pt x="394337" y="1063527"/>
                  </a:lnTo>
                  <a:lnTo>
                    <a:pt x="393677" y="1063527"/>
                  </a:lnTo>
                  <a:lnTo>
                    <a:pt x="393016" y="1063527"/>
                  </a:lnTo>
                  <a:lnTo>
                    <a:pt x="392356" y="1063527"/>
                  </a:lnTo>
                  <a:lnTo>
                    <a:pt x="391695" y="1063527"/>
                  </a:lnTo>
                  <a:lnTo>
                    <a:pt x="391035" y="1063527"/>
                  </a:lnTo>
                  <a:lnTo>
                    <a:pt x="390374" y="1063527"/>
                  </a:lnTo>
                  <a:lnTo>
                    <a:pt x="389713" y="1063527"/>
                  </a:lnTo>
                  <a:lnTo>
                    <a:pt x="389053" y="1063527"/>
                  </a:lnTo>
                  <a:lnTo>
                    <a:pt x="388392" y="1063527"/>
                  </a:lnTo>
                  <a:lnTo>
                    <a:pt x="387732" y="1063527"/>
                  </a:lnTo>
                  <a:lnTo>
                    <a:pt x="387071" y="1063527"/>
                  </a:lnTo>
                  <a:lnTo>
                    <a:pt x="386411" y="1063527"/>
                  </a:lnTo>
                  <a:lnTo>
                    <a:pt x="385750" y="1063527"/>
                  </a:lnTo>
                  <a:lnTo>
                    <a:pt x="385090" y="1063527"/>
                  </a:lnTo>
                  <a:lnTo>
                    <a:pt x="384429" y="1063527"/>
                  </a:lnTo>
                  <a:lnTo>
                    <a:pt x="383769" y="1063527"/>
                  </a:lnTo>
                  <a:lnTo>
                    <a:pt x="383108" y="1063527"/>
                  </a:lnTo>
                  <a:lnTo>
                    <a:pt x="382448" y="1063527"/>
                  </a:lnTo>
                  <a:lnTo>
                    <a:pt x="381787" y="1063527"/>
                  </a:lnTo>
                  <a:lnTo>
                    <a:pt x="381127" y="1063527"/>
                  </a:lnTo>
                  <a:lnTo>
                    <a:pt x="380466" y="1063527"/>
                  </a:lnTo>
                  <a:lnTo>
                    <a:pt x="379805" y="1063527"/>
                  </a:lnTo>
                  <a:lnTo>
                    <a:pt x="379145" y="1063527"/>
                  </a:lnTo>
                  <a:lnTo>
                    <a:pt x="378484" y="1063527"/>
                  </a:lnTo>
                  <a:lnTo>
                    <a:pt x="377824" y="1063527"/>
                  </a:lnTo>
                  <a:lnTo>
                    <a:pt x="377163" y="1063527"/>
                  </a:lnTo>
                  <a:lnTo>
                    <a:pt x="376503" y="1063527"/>
                  </a:lnTo>
                  <a:lnTo>
                    <a:pt x="375842" y="1063527"/>
                  </a:lnTo>
                  <a:lnTo>
                    <a:pt x="375182" y="1063527"/>
                  </a:lnTo>
                  <a:lnTo>
                    <a:pt x="374521" y="1063527"/>
                  </a:lnTo>
                  <a:lnTo>
                    <a:pt x="373861" y="1063527"/>
                  </a:lnTo>
                  <a:lnTo>
                    <a:pt x="373200" y="1063527"/>
                  </a:lnTo>
                  <a:lnTo>
                    <a:pt x="372540" y="1063527"/>
                  </a:lnTo>
                  <a:lnTo>
                    <a:pt x="371879" y="1063527"/>
                  </a:lnTo>
                  <a:lnTo>
                    <a:pt x="371219" y="1063527"/>
                  </a:lnTo>
                  <a:lnTo>
                    <a:pt x="370558" y="1063527"/>
                  </a:lnTo>
                  <a:lnTo>
                    <a:pt x="369897" y="1063527"/>
                  </a:lnTo>
                  <a:lnTo>
                    <a:pt x="369237" y="1063527"/>
                  </a:lnTo>
                  <a:lnTo>
                    <a:pt x="368576" y="1063527"/>
                  </a:lnTo>
                  <a:lnTo>
                    <a:pt x="367916" y="1063527"/>
                  </a:lnTo>
                  <a:lnTo>
                    <a:pt x="367255" y="1063527"/>
                  </a:lnTo>
                  <a:lnTo>
                    <a:pt x="366595" y="1063527"/>
                  </a:lnTo>
                  <a:lnTo>
                    <a:pt x="365934" y="1063527"/>
                  </a:lnTo>
                  <a:lnTo>
                    <a:pt x="365274" y="1063527"/>
                  </a:lnTo>
                  <a:lnTo>
                    <a:pt x="364613" y="1063527"/>
                  </a:lnTo>
                  <a:lnTo>
                    <a:pt x="363953" y="1063527"/>
                  </a:lnTo>
                  <a:lnTo>
                    <a:pt x="363292" y="1063527"/>
                  </a:lnTo>
                  <a:lnTo>
                    <a:pt x="362632" y="1063527"/>
                  </a:lnTo>
                  <a:lnTo>
                    <a:pt x="361971" y="1063527"/>
                  </a:lnTo>
                  <a:lnTo>
                    <a:pt x="361311" y="1063527"/>
                  </a:lnTo>
                  <a:lnTo>
                    <a:pt x="360650" y="1063527"/>
                  </a:lnTo>
                  <a:lnTo>
                    <a:pt x="359989" y="1063527"/>
                  </a:lnTo>
                  <a:lnTo>
                    <a:pt x="359329" y="1063527"/>
                  </a:lnTo>
                  <a:lnTo>
                    <a:pt x="358668" y="1063527"/>
                  </a:lnTo>
                  <a:lnTo>
                    <a:pt x="358008" y="1063527"/>
                  </a:lnTo>
                  <a:lnTo>
                    <a:pt x="357347" y="1063527"/>
                  </a:lnTo>
                  <a:lnTo>
                    <a:pt x="356687" y="1063527"/>
                  </a:lnTo>
                  <a:lnTo>
                    <a:pt x="356026" y="1063527"/>
                  </a:lnTo>
                  <a:lnTo>
                    <a:pt x="355366" y="1063527"/>
                  </a:lnTo>
                  <a:lnTo>
                    <a:pt x="354705" y="1063527"/>
                  </a:lnTo>
                  <a:lnTo>
                    <a:pt x="354045" y="1063527"/>
                  </a:lnTo>
                  <a:lnTo>
                    <a:pt x="353384" y="1063527"/>
                  </a:lnTo>
                  <a:lnTo>
                    <a:pt x="352724" y="1063527"/>
                  </a:lnTo>
                  <a:lnTo>
                    <a:pt x="352063" y="1063527"/>
                  </a:lnTo>
                  <a:lnTo>
                    <a:pt x="351403" y="1063527"/>
                  </a:lnTo>
                  <a:lnTo>
                    <a:pt x="350742" y="1063527"/>
                  </a:lnTo>
                  <a:lnTo>
                    <a:pt x="350082" y="1063527"/>
                  </a:lnTo>
                  <a:lnTo>
                    <a:pt x="349421" y="1063527"/>
                  </a:lnTo>
                  <a:lnTo>
                    <a:pt x="348760" y="1063527"/>
                  </a:lnTo>
                  <a:lnTo>
                    <a:pt x="348100" y="1063527"/>
                  </a:lnTo>
                  <a:lnTo>
                    <a:pt x="347439" y="1063527"/>
                  </a:lnTo>
                  <a:lnTo>
                    <a:pt x="346779" y="1063527"/>
                  </a:lnTo>
                  <a:lnTo>
                    <a:pt x="346118" y="1063527"/>
                  </a:lnTo>
                  <a:lnTo>
                    <a:pt x="345458" y="1063527"/>
                  </a:lnTo>
                  <a:lnTo>
                    <a:pt x="344797" y="1063527"/>
                  </a:lnTo>
                  <a:lnTo>
                    <a:pt x="344137" y="1063527"/>
                  </a:lnTo>
                  <a:lnTo>
                    <a:pt x="343476" y="1063527"/>
                  </a:lnTo>
                  <a:lnTo>
                    <a:pt x="342816" y="1063527"/>
                  </a:lnTo>
                  <a:lnTo>
                    <a:pt x="342155" y="1063527"/>
                  </a:lnTo>
                  <a:lnTo>
                    <a:pt x="341495" y="1063527"/>
                  </a:lnTo>
                  <a:lnTo>
                    <a:pt x="340834" y="1063527"/>
                  </a:lnTo>
                  <a:lnTo>
                    <a:pt x="340174" y="1063527"/>
                  </a:lnTo>
                  <a:lnTo>
                    <a:pt x="339513" y="1063527"/>
                  </a:lnTo>
                  <a:lnTo>
                    <a:pt x="338852" y="1063527"/>
                  </a:lnTo>
                  <a:lnTo>
                    <a:pt x="338192" y="1063527"/>
                  </a:lnTo>
                  <a:lnTo>
                    <a:pt x="337531" y="1063527"/>
                  </a:lnTo>
                  <a:lnTo>
                    <a:pt x="336871" y="1063527"/>
                  </a:lnTo>
                  <a:lnTo>
                    <a:pt x="336210" y="1063527"/>
                  </a:lnTo>
                  <a:lnTo>
                    <a:pt x="335550" y="1063527"/>
                  </a:lnTo>
                  <a:lnTo>
                    <a:pt x="334889" y="1063527"/>
                  </a:lnTo>
                  <a:lnTo>
                    <a:pt x="334229" y="1063527"/>
                  </a:lnTo>
                  <a:lnTo>
                    <a:pt x="333568" y="1063527"/>
                  </a:lnTo>
                  <a:lnTo>
                    <a:pt x="332908" y="1063527"/>
                  </a:lnTo>
                  <a:lnTo>
                    <a:pt x="332247" y="1063527"/>
                  </a:lnTo>
                  <a:lnTo>
                    <a:pt x="331587" y="1063527"/>
                  </a:lnTo>
                  <a:lnTo>
                    <a:pt x="330926" y="1063527"/>
                  </a:lnTo>
                  <a:lnTo>
                    <a:pt x="330266" y="1063527"/>
                  </a:lnTo>
                  <a:lnTo>
                    <a:pt x="329605" y="1063527"/>
                  </a:lnTo>
                  <a:lnTo>
                    <a:pt x="328944" y="1063527"/>
                  </a:lnTo>
                  <a:lnTo>
                    <a:pt x="328284" y="1063527"/>
                  </a:lnTo>
                  <a:lnTo>
                    <a:pt x="327623" y="1063527"/>
                  </a:lnTo>
                  <a:lnTo>
                    <a:pt x="326963" y="1063527"/>
                  </a:lnTo>
                  <a:lnTo>
                    <a:pt x="326302" y="1063527"/>
                  </a:lnTo>
                  <a:lnTo>
                    <a:pt x="325642" y="1063527"/>
                  </a:lnTo>
                  <a:lnTo>
                    <a:pt x="324981" y="1063527"/>
                  </a:lnTo>
                  <a:lnTo>
                    <a:pt x="324321" y="1063527"/>
                  </a:lnTo>
                  <a:lnTo>
                    <a:pt x="323660" y="1063527"/>
                  </a:lnTo>
                  <a:lnTo>
                    <a:pt x="323000" y="1063527"/>
                  </a:lnTo>
                  <a:lnTo>
                    <a:pt x="322339" y="1063527"/>
                  </a:lnTo>
                  <a:lnTo>
                    <a:pt x="321679" y="1063527"/>
                  </a:lnTo>
                  <a:lnTo>
                    <a:pt x="321018" y="1063527"/>
                  </a:lnTo>
                  <a:lnTo>
                    <a:pt x="320358" y="1063527"/>
                  </a:lnTo>
                  <a:lnTo>
                    <a:pt x="319697" y="1063527"/>
                  </a:lnTo>
                  <a:lnTo>
                    <a:pt x="319037" y="1063527"/>
                  </a:lnTo>
                  <a:lnTo>
                    <a:pt x="318376" y="1063527"/>
                  </a:lnTo>
                  <a:lnTo>
                    <a:pt x="317715" y="1063527"/>
                  </a:lnTo>
                  <a:lnTo>
                    <a:pt x="317055" y="1063527"/>
                  </a:lnTo>
                  <a:lnTo>
                    <a:pt x="316394" y="1063527"/>
                  </a:lnTo>
                  <a:lnTo>
                    <a:pt x="315734" y="1063527"/>
                  </a:lnTo>
                  <a:lnTo>
                    <a:pt x="315073" y="1063527"/>
                  </a:lnTo>
                  <a:lnTo>
                    <a:pt x="314413" y="1063527"/>
                  </a:lnTo>
                  <a:lnTo>
                    <a:pt x="313752" y="1063527"/>
                  </a:lnTo>
                  <a:lnTo>
                    <a:pt x="313092" y="1063527"/>
                  </a:lnTo>
                  <a:lnTo>
                    <a:pt x="312431" y="1063527"/>
                  </a:lnTo>
                  <a:lnTo>
                    <a:pt x="311771" y="1063527"/>
                  </a:lnTo>
                  <a:lnTo>
                    <a:pt x="311110" y="1063527"/>
                  </a:lnTo>
                  <a:lnTo>
                    <a:pt x="310450" y="1063527"/>
                  </a:lnTo>
                  <a:lnTo>
                    <a:pt x="309789" y="1063527"/>
                  </a:lnTo>
                  <a:lnTo>
                    <a:pt x="309129" y="1063527"/>
                  </a:lnTo>
                  <a:lnTo>
                    <a:pt x="308468" y="1063527"/>
                  </a:lnTo>
                  <a:lnTo>
                    <a:pt x="307807" y="1063527"/>
                  </a:lnTo>
                  <a:lnTo>
                    <a:pt x="307147" y="1063527"/>
                  </a:lnTo>
                  <a:lnTo>
                    <a:pt x="306486" y="1063527"/>
                  </a:lnTo>
                  <a:lnTo>
                    <a:pt x="305826" y="1063527"/>
                  </a:lnTo>
                  <a:lnTo>
                    <a:pt x="305165" y="1063527"/>
                  </a:lnTo>
                  <a:lnTo>
                    <a:pt x="304505" y="1063527"/>
                  </a:lnTo>
                  <a:lnTo>
                    <a:pt x="303844" y="1063527"/>
                  </a:lnTo>
                  <a:lnTo>
                    <a:pt x="303184" y="1063527"/>
                  </a:lnTo>
                  <a:lnTo>
                    <a:pt x="302523" y="1063527"/>
                  </a:lnTo>
                  <a:lnTo>
                    <a:pt x="301863" y="1063527"/>
                  </a:lnTo>
                  <a:lnTo>
                    <a:pt x="301202" y="1063527"/>
                  </a:lnTo>
                  <a:lnTo>
                    <a:pt x="300542" y="1063527"/>
                  </a:lnTo>
                  <a:lnTo>
                    <a:pt x="299881" y="1063527"/>
                  </a:lnTo>
                  <a:lnTo>
                    <a:pt x="299221" y="1063527"/>
                  </a:lnTo>
                  <a:lnTo>
                    <a:pt x="298560" y="1063527"/>
                  </a:lnTo>
                  <a:lnTo>
                    <a:pt x="297899" y="1063527"/>
                  </a:lnTo>
                  <a:lnTo>
                    <a:pt x="297239" y="1063527"/>
                  </a:lnTo>
                  <a:lnTo>
                    <a:pt x="296578" y="1063527"/>
                  </a:lnTo>
                  <a:lnTo>
                    <a:pt x="295918" y="1063527"/>
                  </a:lnTo>
                  <a:lnTo>
                    <a:pt x="295257" y="1063527"/>
                  </a:lnTo>
                  <a:lnTo>
                    <a:pt x="294597" y="1063527"/>
                  </a:lnTo>
                  <a:lnTo>
                    <a:pt x="293936" y="1063527"/>
                  </a:lnTo>
                  <a:lnTo>
                    <a:pt x="293276" y="1063527"/>
                  </a:lnTo>
                  <a:lnTo>
                    <a:pt x="292615" y="1063527"/>
                  </a:lnTo>
                  <a:lnTo>
                    <a:pt x="291955" y="1063527"/>
                  </a:lnTo>
                  <a:lnTo>
                    <a:pt x="291294" y="1063527"/>
                  </a:lnTo>
                  <a:lnTo>
                    <a:pt x="290634" y="1063527"/>
                  </a:lnTo>
                  <a:lnTo>
                    <a:pt x="289973" y="1063527"/>
                  </a:lnTo>
                  <a:lnTo>
                    <a:pt x="289313" y="1063527"/>
                  </a:lnTo>
                  <a:lnTo>
                    <a:pt x="288652" y="1063527"/>
                  </a:lnTo>
                  <a:lnTo>
                    <a:pt x="287991" y="1063527"/>
                  </a:lnTo>
                  <a:lnTo>
                    <a:pt x="287331" y="1063527"/>
                  </a:lnTo>
                  <a:lnTo>
                    <a:pt x="286670" y="1063527"/>
                  </a:lnTo>
                  <a:lnTo>
                    <a:pt x="286010" y="1063527"/>
                  </a:lnTo>
                  <a:lnTo>
                    <a:pt x="285349" y="1063527"/>
                  </a:lnTo>
                  <a:lnTo>
                    <a:pt x="284689" y="1063527"/>
                  </a:lnTo>
                  <a:lnTo>
                    <a:pt x="284028" y="1063527"/>
                  </a:lnTo>
                  <a:lnTo>
                    <a:pt x="283368" y="1063527"/>
                  </a:lnTo>
                  <a:lnTo>
                    <a:pt x="282707" y="1063527"/>
                  </a:lnTo>
                  <a:lnTo>
                    <a:pt x="282047" y="1063527"/>
                  </a:lnTo>
                  <a:lnTo>
                    <a:pt x="281386" y="1063527"/>
                  </a:lnTo>
                  <a:lnTo>
                    <a:pt x="280726" y="1063527"/>
                  </a:lnTo>
                  <a:lnTo>
                    <a:pt x="280065" y="1063527"/>
                  </a:lnTo>
                  <a:lnTo>
                    <a:pt x="279405" y="1063527"/>
                  </a:lnTo>
                  <a:lnTo>
                    <a:pt x="278744" y="1063527"/>
                  </a:lnTo>
                  <a:lnTo>
                    <a:pt x="278084" y="1063527"/>
                  </a:lnTo>
                  <a:lnTo>
                    <a:pt x="277423" y="1063527"/>
                  </a:lnTo>
                  <a:lnTo>
                    <a:pt x="276762" y="1063527"/>
                  </a:lnTo>
                  <a:lnTo>
                    <a:pt x="276102" y="1063527"/>
                  </a:lnTo>
                  <a:lnTo>
                    <a:pt x="275441" y="1063527"/>
                  </a:lnTo>
                  <a:lnTo>
                    <a:pt x="274781" y="1063527"/>
                  </a:lnTo>
                  <a:lnTo>
                    <a:pt x="274120" y="1063527"/>
                  </a:lnTo>
                  <a:lnTo>
                    <a:pt x="273460" y="1063527"/>
                  </a:lnTo>
                  <a:lnTo>
                    <a:pt x="272799" y="1063527"/>
                  </a:lnTo>
                  <a:lnTo>
                    <a:pt x="272139" y="1063527"/>
                  </a:lnTo>
                  <a:lnTo>
                    <a:pt x="271478" y="1063527"/>
                  </a:lnTo>
                  <a:lnTo>
                    <a:pt x="270818" y="1063527"/>
                  </a:lnTo>
                  <a:lnTo>
                    <a:pt x="270157" y="1063527"/>
                  </a:lnTo>
                  <a:lnTo>
                    <a:pt x="269497" y="1063527"/>
                  </a:lnTo>
                  <a:lnTo>
                    <a:pt x="268836" y="1063527"/>
                  </a:lnTo>
                  <a:lnTo>
                    <a:pt x="268176" y="1063527"/>
                  </a:lnTo>
                  <a:lnTo>
                    <a:pt x="267515" y="1063527"/>
                  </a:lnTo>
                  <a:lnTo>
                    <a:pt x="266854" y="1063527"/>
                  </a:lnTo>
                  <a:lnTo>
                    <a:pt x="266194" y="1063527"/>
                  </a:lnTo>
                  <a:lnTo>
                    <a:pt x="265533" y="1063527"/>
                  </a:lnTo>
                  <a:lnTo>
                    <a:pt x="264873" y="1063527"/>
                  </a:lnTo>
                  <a:lnTo>
                    <a:pt x="264212" y="1063527"/>
                  </a:lnTo>
                  <a:lnTo>
                    <a:pt x="263552" y="1063527"/>
                  </a:lnTo>
                  <a:lnTo>
                    <a:pt x="262891" y="1063527"/>
                  </a:lnTo>
                  <a:lnTo>
                    <a:pt x="262231" y="1063527"/>
                  </a:lnTo>
                  <a:lnTo>
                    <a:pt x="261570" y="1063527"/>
                  </a:lnTo>
                  <a:lnTo>
                    <a:pt x="260910" y="1063527"/>
                  </a:lnTo>
                  <a:lnTo>
                    <a:pt x="260249" y="1063527"/>
                  </a:lnTo>
                  <a:lnTo>
                    <a:pt x="259589" y="1063527"/>
                  </a:lnTo>
                  <a:lnTo>
                    <a:pt x="258928" y="1063527"/>
                  </a:lnTo>
                  <a:lnTo>
                    <a:pt x="258268" y="1063527"/>
                  </a:lnTo>
                  <a:lnTo>
                    <a:pt x="257607" y="1063527"/>
                  </a:lnTo>
                  <a:lnTo>
                    <a:pt x="256946" y="1063527"/>
                  </a:lnTo>
                  <a:lnTo>
                    <a:pt x="256286" y="1063527"/>
                  </a:lnTo>
                  <a:lnTo>
                    <a:pt x="255625" y="1063527"/>
                  </a:lnTo>
                  <a:lnTo>
                    <a:pt x="254965" y="1063527"/>
                  </a:lnTo>
                  <a:lnTo>
                    <a:pt x="254304" y="1063527"/>
                  </a:lnTo>
                  <a:lnTo>
                    <a:pt x="253644" y="1063527"/>
                  </a:lnTo>
                  <a:lnTo>
                    <a:pt x="252983" y="1063527"/>
                  </a:lnTo>
                  <a:lnTo>
                    <a:pt x="252323" y="1063527"/>
                  </a:lnTo>
                  <a:lnTo>
                    <a:pt x="251662" y="1063527"/>
                  </a:lnTo>
                  <a:lnTo>
                    <a:pt x="251002" y="1063527"/>
                  </a:lnTo>
                  <a:lnTo>
                    <a:pt x="250341" y="1063527"/>
                  </a:lnTo>
                  <a:lnTo>
                    <a:pt x="249681" y="1063527"/>
                  </a:lnTo>
                  <a:lnTo>
                    <a:pt x="249020" y="1063527"/>
                  </a:lnTo>
                  <a:lnTo>
                    <a:pt x="248360" y="1063527"/>
                  </a:lnTo>
                  <a:lnTo>
                    <a:pt x="247699" y="1063527"/>
                  </a:lnTo>
                  <a:lnTo>
                    <a:pt x="247039" y="1063527"/>
                  </a:lnTo>
                  <a:lnTo>
                    <a:pt x="246378" y="1063527"/>
                  </a:lnTo>
                  <a:lnTo>
                    <a:pt x="245717" y="1063527"/>
                  </a:lnTo>
                  <a:lnTo>
                    <a:pt x="245057" y="1063527"/>
                  </a:lnTo>
                  <a:lnTo>
                    <a:pt x="244396" y="1063527"/>
                  </a:lnTo>
                  <a:lnTo>
                    <a:pt x="243736" y="1063527"/>
                  </a:lnTo>
                  <a:lnTo>
                    <a:pt x="243075" y="1063527"/>
                  </a:lnTo>
                  <a:lnTo>
                    <a:pt x="242415" y="1063527"/>
                  </a:lnTo>
                  <a:lnTo>
                    <a:pt x="241754" y="1063527"/>
                  </a:lnTo>
                  <a:lnTo>
                    <a:pt x="241094" y="1063527"/>
                  </a:lnTo>
                  <a:lnTo>
                    <a:pt x="240433" y="1063527"/>
                  </a:lnTo>
                  <a:lnTo>
                    <a:pt x="239773" y="1063527"/>
                  </a:lnTo>
                  <a:lnTo>
                    <a:pt x="239112" y="1063527"/>
                  </a:lnTo>
                  <a:lnTo>
                    <a:pt x="238452" y="1063527"/>
                  </a:lnTo>
                  <a:lnTo>
                    <a:pt x="237791" y="1063527"/>
                  </a:lnTo>
                  <a:lnTo>
                    <a:pt x="237131" y="1063527"/>
                  </a:lnTo>
                  <a:lnTo>
                    <a:pt x="236470" y="1063527"/>
                  </a:lnTo>
                  <a:lnTo>
                    <a:pt x="235809" y="1063527"/>
                  </a:lnTo>
                  <a:lnTo>
                    <a:pt x="235149" y="1063527"/>
                  </a:lnTo>
                  <a:lnTo>
                    <a:pt x="234488" y="1063527"/>
                  </a:lnTo>
                  <a:lnTo>
                    <a:pt x="233828" y="1063527"/>
                  </a:lnTo>
                  <a:lnTo>
                    <a:pt x="233167" y="1063527"/>
                  </a:lnTo>
                  <a:lnTo>
                    <a:pt x="232507" y="1063527"/>
                  </a:lnTo>
                  <a:lnTo>
                    <a:pt x="231846" y="1063527"/>
                  </a:lnTo>
                  <a:lnTo>
                    <a:pt x="231186" y="1063527"/>
                  </a:lnTo>
                  <a:lnTo>
                    <a:pt x="230525" y="1063527"/>
                  </a:lnTo>
                  <a:lnTo>
                    <a:pt x="229865" y="1063527"/>
                  </a:lnTo>
                  <a:lnTo>
                    <a:pt x="229204" y="1063527"/>
                  </a:lnTo>
                  <a:lnTo>
                    <a:pt x="228544" y="1063527"/>
                  </a:lnTo>
                  <a:lnTo>
                    <a:pt x="227883" y="1063527"/>
                  </a:lnTo>
                  <a:lnTo>
                    <a:pt x="227223" y="1063527"/>
                  </a:lnTo>
                  <a:lnTo>
                    <a:pt x="226562" y="1063527"/>
                  </a:lnTo>
                  <a:lnTo>
                    <a:pt x="225901" y="1063527"/>
                  </a:lnTo>
                  <a:lnTo>
                    <a:pt x="225241" y="1063527"/>
                  </a:lnTo>
                  <a:lnTo>
                    <a:pt x="224580" y="1063527"/>
                  </a:lnTo>
                  <a:lnTo>
                    <a:pt x="223920" y="1063527"/>
                  </a:lnTo>
                  <a:lnTo>
                    <a:pt x="223259" y="1063527"/>
                  </a:lnTo>
                  <a:lnTo>
                    <a:pt x="222599" y="1063527"/>
                  </a:lnTo>
                  <a:lnTo>
                    <a:pt x="221938" y="1063527"/>
                  </a:lnTo>
                  <a:lnTo>
                    <a:pt x="221278" y="1063527"/>
                  </a:lnTo>
                  <a:lnTo>
                    <a:pt x="220617" y="1063527"/>
                  </a:lnTo>
                  <a:lnTo>
                    <a:pt x="219957" y="1063527"/>
                  </a:lnTo>
                  <a:lnTo>
                    <a:pt x="219296" y="1063527"/>
                  </a:lnTo>
                  <a:lnTo>
                    <a:pt x="218636" y="1063527"/>
                  </a:lnTo>
                  <a:lnTo>
                    <a:pt x="217975" y="1063527"/>
                  </a:lnTo>
                  <a:lnTo>
                    <a:pt x="217315" y="1063527"/>
                  </a:lnTo>
                  <a:lnTo>
                    <a:pt x="216654" y="1063527"/>
                  </a:lnTo>
                  <a:lnTo>
                    <a:pt x="215993" y="1063527"/>
                  </a:lnTo>
                  <a:lnTo>
                    <a:pt x="215333" y="1063527"/>
                  </a:lnTo>
                  <a:lnTo>
                    <a:pt x="214672" y="1063527"/>
                  </a:lnTo>
                  <a:lnTo>
                    <a:pt x="214012" y="1063527"/>
                  </a:lnTo>
                  <a:lnTo>
                    <a:pt x="213351" y="1063527"/>
                  </a:lnTo>
                  <a:lnTo>
                    <a:pt x="212691" y="1063527"/>
                  </a:lnTo>
                  <a:lnTo>
                    <a:pt x="212030" y="1063527"/>
                  </a:lnTo>
                  <a:lnTo>
                    <a:pt x="211370" y="1063527"/>
                  </a:lnTo>
                  <a:lnTo>
                    <a:pt x="210709" y="1063527"/>
                  </a:lnTo>
                  <a:lnTo>
                    <a:pt x="210049" y="1063527"/>
                  </a:lnTo>
                  <a:lnTo>
                    <a:pt x="209388" y="1063527"/>
                  </a:lnTo>
                  <a:lnTo>
                    <a:pt x="208728" y="1063527"/>
                  </a:lnTo>
                  <a:lnTo>
                    <a:pt x="208067" y="1063527"/>
                  </a:lnTo>
                  <a:lnTo>
                    <a:pt x="207407" y="1063527"/>
                  </a:lnTo>
                  <a:lnTo>
                    <a:pt x="206746" y="1063527"/>
                  </a:lnTo>
                  <a:lnTo>
                    <a:pt x="206086" y="1063527"/>
                  </a:lnTo>
                  <a:lnTo>
                    <a:pt x="205425" y="1063527"/>
                  </a:lnTo>
                  <a:lnTo>
                    <a:pt x="204764" y="1063527"/>
                  </a:lnTo>
                  <a:lnTo>
                    <a:pt x="204104" y="1063527"/>
                  </a:lnTo>
                  <a:lnTo>
                    <a:pt x="203443" y="1063527"/>
                  </a:lnTo>
                  <a:lnTo>
                    <a:pt x="202783" y="1063527"/>
                  </a:lnTo>
                  <a:lnTo>
                    <a:pt x="202122" y="1063527"/>
                  </a:lnTo>
                  <a:lnTo>
                    <a:pt x="201462" y="1063527"/>
                  </a:lnTo>
                  <a:lnTo>
                    <a:pt x="200801" y="1063527"/>
                  </a:lnTo>
                  <a:lnTo>
                    <a:pt x="200141" y="1063527"/>
                  </a:lnTo>
                  <a:lnTo>
                    <a:pt x="199480" y="1063527"/>
                  </a:lnTo>
                  <a:lnTo>
                    <a:pt x="198820" y="1063527"/>
                  </a:lnTo>
                  <a:lnTo>
                    <a:pt x="198159" y="1063527"/>
                  </a:lnTo>
                  <a:lnTo>
                    <a:pt x="197499" y="1063527"/>
                  </a:lnTo>
                  <a:lnTo>
                    <a:pt x="196838" y="1063527"/>
                  </a:lnTo>
                  <a:lnTo>
                    <a:pt x="196178" y="1063527"/>
                  </a:lnTo>
                  <a:lnTo>
                    <a:pt x="195517" y="1063527"/>
                  </a:lnTo>
                  <a:lnTo>
                    <a:pt x="194856" y="1063527"/>
                  </a:lnTo>
                  <a:lnTo>
                    <a:pt x="194196" y="1063527"/>
                  </a:lnTo>
                  <a:lnTo>
                    <a:pt x="193535" y="1063527"/>
                  </a:lnTo>
                  <a:lnTo>
                    <a:pt x="192875" y="1063527"/>
                  </a:lnTo>
                  <a:lnTo>
                    <a:pt x="192214" y="1063527"/>
                  </a:lnTo>
                  <a:lnTo>
                    <a:pt x="191554" y="1063527"/>
                  </a:lnTo>
                  <a:lnTo>
                    <a:pt x="190893" y="1063527"/>
                  </a:lnTo>
                  <a:lnTo>
                    <a:pt x="190233" y="1063527"/>
                  </a:lnTo>
                  <a:lnTo>
                    <a:pt x="189572" y="1063527"/>
                  </a:lnTo>
                  <a:lnTo>
                    <a:pt x="188912" y="1063527"/>
                  </a:lnTo>
                  <a:lnTo>
                    <a:pt x="188251" y="1063527"/>
                  </a:lnTo>
                  <a:lnTo>
                    <a:pt x="187591" y="1063527"/>
                  </a:lnTo>
                  <a:lnTo>
                    <a:pt x="186930" y="1063527"/>
                  </a:lnTo>
                  <a:lnTo>
                    <a:pt x="186270" y="1063527"/>
                  </a:lnTo>
                  <a:lnTo>
                    <a:pt x="185609" y="1063527"/>
                  </a:lnTo>
                  <a:lnTo>
                    <a:pt x="184948" y="1063527"/>
                  </a:lnTo>
                  <a:lnTo>
                    <a:pt x="184288" y="1063527"/>
                  </a:lnTo>
                  <a:lnTo>
                    <a:pt x="183627" y="1063527"/>
                  </a:lnTo>
                  <a:lnTo>
                    <a:pt x="182967" y="1063527"/>
                  </a:lnTo>
                  <a:lnTo>
                    <a:pt x="182306" y="1063527"/>
                  </a:lnTo>
                  <a:lnTo>
                    <a:pt x="181646" y="1063527"/>
                  </a:lnTo>
                  <a:lnTo>
                    <a:pt x="180985" y="1063527"/>
                  </a:lnTo>
                  <a:lnTo>
                    <a:pt x="180325" y="1063527"/>
                  </a:lnTo>
                  <a:lnTo>
                    <a:pt x="179664" y="1063527"/>
                  </a:lnTo>
                  <a:lnTo>
                    <a:pt x="179004" y="1063527"/>
                  </a:lnTo>
                  <a:lnTo>
                    <a:pt x="178343" y="1063527"/>
                  </a:lnTo>
                  <a:lnTo>
                    <a:pt x="177683" y="1063527"/>
                  </a:lnTo>
                  <a:lnTo>
                    <a:pt x="177022" y="1063527"/>
                  </a:lnTo>
                  <a:lnTo>
                    <a:pt x="176362" y="1063527"/>
                  </a:lnTo>
                  <a:lnTo>
                    <a:pt x="175701" y="1063527"/>
                  </a:lnTo>
                  <a:lnTo>
                    <a:pt x="175041" y="1063527"/>
                  </a:lnTo>
                  <a:lnTo>
                    <a:pt x="174380" y="1063527"/>
                  </a:lnTo>
                  <a:lnTo>
                    <a:pt x="173719" y="1063527"/>
                  </a:lnTo>
                  <a:lnTo>
                    <a:pt x="173059" y="1063527"/>
                  </a:lnTo>
                  <a:lnTo>
                    <a:pt x="172398" y="1063527"/>
                  </a:lnTo>
                  <a:lnTo>
                    <a:pt x="171738" y="1063527"/>
                  </a:lnTo>
                  <a:lnTo>
                    <a:pt x="171077" y="1063527"/>
                  </a:lnTo>
                  <a:lnTo>
                    <a:pt x="170417" y="1063527"/>
                  </a:lnTo>
                  <a:lnTo>
                    <a:pt x="169756" y="1063527"/>
                  </a:lnTo>
                  <a:lnTo>
                    <a:pt x="169096" y="1063527"/>
                  </a:lnTo>
                  <a:lnTo>
                    <a:pt x="168435" y="1063527"/>
                  </a:lnTo>
                  <a:lnTo>
                    <a:pt x="167775" y="1063527"/>
                  </a:lnTo>
                  <a:lnTo>
                    <a:pt x="167114" y="1063527"/>
                  </a:lnTo>
                  <a:lnTo>
                    <a:pt x="166454" y="1063527"/>
                  </a:lnTo>
                  <a:lnTo>
                    <a:pt x="165793" y="1063527"/>
                  </a:lnTo>
                  <a:lnTo>
                    <a:pt x="165133" y="1063527"/>
                  </a:lnTo>
                  <a:lnTo>
                    <a:pt x="164472" y="1063527"/>
                  </a:lnTo>
                  <a:lnTo>
                    <a:pt x="163811" y="1063527"/>
                  </a:lnTo>
                  <a:lnTo>
                    <a:pt x="163151" y="1063527"/>
                  </a:lnTo>
                  <a:lnTo>
                    <a:pt x="162490" y="1063527"/>
                  </a:lnTo>
                  <a:lnTo>
                    <a:pt x="161830" y="1063527"/>
                  </a:lnTo>
                  <a:lnTo>
                    <a:pt x="161169" y="1063527"/>
                  </a:lnTo>
                  <a:lnTo>
                    <a:pt x="160509" y="1063527"/>
                  </a:lnTo>
                  <a:lnTo>
                    <a:pt x="159848" y="1063527"/>
                  </a:lnTo>
                  <a:lnTo>
                    <a:pt x="159188" y="1063527"/>
                  </a:lnTo>
                  <a:lnTo>
                    <a:pt x="158527" y="1063527"/>
                  </a:lnTo>
                  <a:lnTo>
                    <a:pt x="157867" y="1063527"/>
                  </a:lnTo>
                  <a:lnTo>
                    <a:pt x="157206" y="1063527"/>
                  </a:lnTo>
                  <a:lnTo>
                    <a:pt x="156546" y="1063527"/>
                  </a:lnTo>
                  <a:lnTo>
                    <a:pt x="155885" y="1063527"/>
                  </a:lnTo>
                  <a:lnTo>
                    <a:pt x="155225" y="1063527"/>
                  </a:lnTo>
                  <a:lnTo>
                    <a:pt x="154564" y="1063527"/>
                  </a:lnTo>
                  <a:lnTo>
                    <a:pt x="153903" y="1063527"/>
                  </a:lnTo>
                  <a:lnTo>
                    <a:pt x="153243" y="1063527"/>
                  </a:lnTo>
                  <a:lnTo>
                    <a:pt x="152582" y="1063527"/>
                  </a:lnTo>
                  <a:lnTo>
                    <a:pt x="151922" y="1063527"/>
                  </a:lnTo>
                  <a:lnTo>
                    <a:pt x="151261" y="1063527"/>
                  </a:lnTo>
                  <a:lnTo>
                    <a:pt x="150601" y="1063527"/>
                  </a:lnTo>
                  <a:lnTo>
                    <a:pt x="149940" y="1063527"/>
                  </a:lnTo>
                  <a:lnTo>
                    <a:pt x="149280" y="1063527"/>
                  </a:lnTo>
                  <a:lnTo>
                    <a:pt x="148619" y="1063527"/>
                  </a:lnTo>
                  <a:lnTo>
                    <a:pt x="147959" y="1063527"/>
                  </a:lnTo>
                  <a:lnTo>
                    <a:pt x="147298" y="1063527"/>
                  </a:lnTo>
                  <a:lnTo>
                    <a:pt x="146638" y="1063527"/>
                  </a:lnTo>
                  <a:lnTo>
                    <a:pt x="145977" y="1063527"/>
                  </a:lnTo>
                  <a:lnTo>
                    <a:pt x="145317" y="1063527"/>
                  </a:lnTo>
                  <a:lnTo>
                    <a:pt x="144656" y="1063527"/>
                  </a:lnTo>
                  <a:lnTo>
                    <a:pt x="143995" y="1063527"/>
                  </a:lnTo>
                  <a:lnTo>
                    <a:pt x="143335" y="1063527"/>
                  </a:lnTo>
                  <a:lnTo>
                    <a:pt x="142674" y="1063527"/>
                  </a:lnTo>
                  <a:lnTo>
                    <a:pt x="142014" y="1063527"/>
                  </a:lnTo>
                  <a:lnTo>
                    <a:pt x="141353" y="1063527"/>
                  </a:lnTo>
                  <a:lnTo>
                    <a:pt x="140693" y="1063527"/>
                  </a:lnTo>
                  <a:lnTo>
                    <a:pt x="140032" y="1063527"/>
                  </a:lnTo>
                  <a:lnTo>
                    <a:pt x="139372" y="1063527"/>
                  </a:lnTo>
                  <a:lnTo>
                    <a:pt x="138711" y="1063527"/>
                  </a:lnTo>
                  <a:lnTo>
                    <a:pt x="138051" y="1063527"/>
                  </a:lnTo>
                  <a:lnTo>
                    <a:pt x="137390" y="1063527"/>
                  </a:lnTo>
                  <a:lnTo>
                    <a:pt x="136730" y="1063527"/>
                  </a:lnTo>
                  <a:lnTo>
                    <a:pt x="136069" y="1063527"/>
                  </a:lnTo>
                  <a:lnTo>
                    <a:pt x="135409" y="1063527"/>
                  </a:lnTo>
                  <a:lnTo>
                    <a:pt x="134748" y="1063527"/>
                  </a:lnTo>
                  <a:lnTo>
                    <a:pt x="134088" y="1063527"/>
                  </a:lnTo>
                  <a:lnTo>
                    <a:pt x="133427" y="1063527"/>
                  </a:lnTo>
                  <a:lnTo>
                    <a:pt x="132766" y="1063527"/>
                  </a:lnTo>
                  <a:lnTo>
                    <a:pt x="132106" y="1063527"/>
                  </a:lnTo>
                  <a:lnTo>
                    <a:pt x="131445" y="1063527"/>
                  </a:lnTo>
                  <a:lnTo>
                    <a:pt x="130785" y="1063527"/>
                  </a:lnTo>
                  <a:lnTo>
                    <a:pt x="130124" y="1063527"/>
                  </a:lnTo>
                  <a:lnTo>
                    <a:pt x="129464" y="1063527"/>
                  </a:lnTo>
                  <a:lnTo>
                    <a:pt x="128803" y="1063527"/>
                  </a:lnTo>
                  <a:lnTo>
                    <a:pt x="128143" y="1063527"/>
                  </a:lnTo>
                  <a:lnTo>
                    <a:pt x="127482" y="1063527"/>
                  </a:lnTo>
                  <a:lnTo>
                    <a:pt x="126822" y="1063527"/>
                  </a:lnTo>
                  <a:lnTo>
                    <a:pt x="126161" y="1063527"/>
                  </a:lnTo>
                  <a:lnTo>
                    <a:pt x="125501" y="1063527"/>
                  </a:lnTo>
                  <a:lnTo>
                    <a:pt x="124840" y="1063527"/>
                  </a:lnTo>
                  <a:lnTo>
                    <a:pt x="124180" y="1063527"/>
                  </a:lnTo>
                  <a:lnTo>
                    <a:pt x="123519" y="1063527"/>
                  </a:lnTo>
                  <a:lnTo>
                    <a:pt x="122858" y="1063527"/>
                  </a:lnTo>
                  <a:lnTo>
                    <a:pt x="122198" y="1063527"/>
                  </a:lnTo>
                  <a:lnTo>
                    <a:pt x="121537" y="1063527"/>
                  </a:lnTo>
                  <a:lnTo>
                    <a:pt x="120877" y="1063527"/>
                  </a:lnTo>
                  <a:lnTo>
                    <a:pt x="120216" y="1063527"/>
                  </a:lnTo>
                  <a:lnTo>
                    <a:pt x="119556" y="1063527"/>
                  </a:lnTo>
                  <a:lnTo>
                    <a:pt x="118895" y="1063527"/>
                  </a:lnTo>
                  <a:lnTo>
                    <a:pt x="118235" y="1063527"/>
                  </a:lnTo>
                  <a:lnTo>
                    <a:pt x="117574" y="1063527"/>
                  </a:lnTo>
                  <a:lnTo>
                    <a:pt x="116914" y="1063527"/>
                  </a:lnTo>
                  <a:lnTo>
                    <a:pt x="116253" y="1063527"/>
                  </a:lnTo>
                  <a:lnTo>
                    <a:pt x="115593" y="1063527"/>
                  </a:lnTo>
                  <a:lnTo>
                    <a:pt x="114932" y="1063527"/>
                  </a:lnTo>
                  <a:lnTo>
                    <a:pt x="114272" y="1063527"/>
                  </a:lnTo>
                  <a:lnTo>
                    <a:pt x="113611" y="1063527"/>
                  </a:lnTo>
                  <a:lnTo>
                    <a:pt x="112950" y="1063527"/>
                  </a:lnTo>
                  <a:lnTo>
                    <a:pt x="112290" y="1063527"/>
                  </a:lnTo>
                  <a:lnTo>
                    <a:pt x="111629" y="1063527"/>
                  </a:lnTo>
                  <a:lnTo>
                    <a:pt x="110969" y="1063527"/>
                  </a:lnTo>
                  <a:lnTo>
                    <a:pt x="110308" y="1063527"/>
                  </a:lnTo>
                  <a:lnTo>
                    <a:pt x="109648" y="1063527"/>
                  </a:lnTo>
                  <a:lnTo>
                    <a:pt x="108987" y="1063527"/>
                  </a:lnTo>
                  <a:lnTo>
                    <a:pt x="108327" y="1063527"/>
                  </a:lnTo>
                  <a:lnTo>
                    <a:pt x="107666" y="1063527"/>
                  </a:lnTo>
                  <a:lnTo>
                    <a:pt x="107006" y="1063527"/>
                  </a:lnTo>
                  <a:lnTo>
                    <a:pt x="106345" y="1063527"/>
                  </a:lnTo>
                  <a:lnTo>
                    <a:pt x="105685" y="1063527"/>
                  </a:lnTo>
                  <a:lnTo>
                    <a:pt x="105024" y="1063527"/>
                  </a:lnTo>
                  <a:lnTo>
                    <a:pt x="104364" y="1063527"/>
                  </a:lnTo>
                  <a:lnTo>
                    <a:pt x="103703" y="1063527"/>
                  </a:lnTo>
                  <a:lnTo>
                    <a:pt x="103043" y="1063527"/>
                  </a:lnTo>
                  <a:lnTo>
                    <a:pt x="102382" y="1063527"/>
                  </a:lnTo>
                  <a:lnTo>
                    <a:pt x="101721" y="1063527"/>
                  </a:lnTo>
                  <a:lnTo>
                    <a:pt x="101061" y="1063527"/>
                  </a:lnTo>
                  <a:lnTo>
                    <a:pt x="100400" y="1063527"/>
                  </a:lnTo>
                  <a:lnTo>
                    <a:pt x="99740" y="1063527"/>
                  </a:lnTo>
                  <a:lnTo>
                    <a:pt x="99079" y="1063527"/>
                  </a:lnTo>
                  <a:lnTo>
                    <a:pt x="98419" y="1063527"/>
                  </a:lnTo>
                  <a:lnTo>
                    <a:pt x="97758" y="1063527"/>
                  </a:lnTo>
                  <a:lnTo>
                    <a:pt x="97098" y="1063527"/>
                  </a:lnTo>
                  <a:lnTo>
                    <a:pt x="96437" y="1063527"/>
                  </a:lnTo>
                  <a:lnTo>
                    <a:pt x="95777" y="1063527"/>
                  </a:lnTo>
                  <a:lnTo>
                    <a:pt x="95116" y="1063527"/>
                  </a:lnTo>
                  <a:lnTo>
                    <a:pt x="94456" y="1063527"/>
                  </a:lnTo>
                  <a:lnTo>
                    <a:pt x="93795" y="1063527"/>
                  </a:lnTo>
                  <a:lnTo>
                    <a:pt x="93135" y="1063527"/>
                  </a:lnTo>
                  <a:lnTo>
                    <a:pt x="92474" y="1063527"/>
                  </a:lnTo>
                  <a:lnTo>
                    <a:pt x="91813" y="1063527"/>
                  </a:lnTo>
                  <a:lnTo>
                    <a:pt x="91153" y="1063527"/>
                  </a:lnTo>
                  <a:lnTo>
                    <a:pt x="90492" y="1063527"/>
                  </a:lnTo>
                  <a:lnTo>
                    <a:pt x="89832" y="1063527"/>
                  </a:lnTo>
                  <a:lnTo>
                    <a:pt x="89171" y="1063527"/>
                  </a:lnTo>
                  <a:lnTo>
                    <a:pt x="88511" y="1063527"/>
                  </a:lnTo>
                  <a:lnTo>
                    <a:pt x="87850" y="1063527"/>
                  </a:lnTo>
                  <a:lnTo>
                    <a:pt x="87190" y="1063527"/>
                  </a:lnTo>
                  <a:lnTo>
                    <a:pt x="86529" y="1063527"/>
                  </a:lnTo>
                  <a:lnTo>
                    <a:pt x="85869" y="1063527"/>
                  </a:lnTo>
                  <a:lnTo>
                    <a:pt x="85208" y="1063527"/>
                  </a:lnTo>
                  <a:lnTo>
                    <a:pt x="84548" y="1063527"/>
                  </a:lnTo>
                  <a:lnTo>
                    <a:pt x="83887" y="1063527"/>
                  </a:lnTo>
                  <a:lnTo>
                    <a:pt x="83227" y="1063527"/>
                  </a:lnTo>
                  <a:lnTo>
                    <a:pt x="82566" y="1063527"/>
                  </a:lnTo>
                  <a:lnTo>
                    <a:pt x="81905" y="1063527"/>
                  </a:lnTo>
                  <a:lnTo>
                    <a:pt x="81245" y="1063527"/>
                  </a:lnTo>
                  <a:lnTo>
                    <a:pt x="80584" y="1063527"/>
                  </a:lnTo>
                  <a:lnTo>
                    <a:pt x="79924" y="1063527"/>
                  </a:lnTo>
                  <a:lnTo>
                    <a:pt x="79263" y="1063527"/>
                  </a:lnTo>
                  <a:lnTo>
                    <a:pt x="78603" y="1063527"/>
                  </a:lnTo>
                  <a:lnTo>
                    <a:pt x="77942" y="1063527"/>
                  </a:lnTo>
                  <a:lnTo>
                    <a:pt x="77282" y="1063527"/>
                  </a:lnTo>
                  <a:lnTo>
                    <a:pt x="76621" y="1063527"/>
                  </a:lnTo>
                  <a:lnTo>
                    <a:pt x="75961" y="1063527"/>
                  </a:lnTo>
                  <a:lnTo>
                    <a:pt x="75300" y="1063527"/>
                  </a:lnTo>
                  <a:lnTo>
                    <a:pt x="74640" y="1063527"/>
                  </a:lnTo>
                  <a:lnTo>
                    <a:pt x="73979" y="1063527"/>
                  </a:lnTo>
                  <a:lnTo>
                    <a:pt x="73319" y="1063527"/>
                  </a:lnTo>
                  <a:lnTo>
                    <a:pt x="72658" y="1063527"/>
                  </a:lnTo>
                  <a:lnTo>
                    <a:pt x="71997" y="1063527"/>
                  </a:lnTo>
                  <a:lnTo>
                    <a:pt x="71337" y="1063527"/>
                  </a:lnTo>
                  <a:lnTo>
                    <a:pt x="70676" y="1063527"/>
                  </a:lnTo>
                  <a:lnTo>
                    <a:pt x="70016" y="1063527"/>
                  </a:lnTo>
                  <a:lnTo>
                    <a:pt x="69355" y="1063527"/>
                  </a:lnTo>
                  <a:lnTo>
                    <a:pt x="68695" y="1063527"/>
                  </a:lnTo>
                  <a:lnTo>
                    <a:pt x="68034" y="1063527"/>
                  </a:lnTo>
                  <a:lnTo>
                    <a:pt x="67374" y="1063527"/>
                  </a:lnTo>
                  <a:lnTo>
                    <a:pt x="66713" y="1063527"/>
                  </a:lnTo>
                  <a:lnTo>
                    <a:pt x="66053" y="1063527"/>
                  </a:lnTo>
                  <a:lnTo>
                    <a:pt x="65392" y="1063527"/>
                  </a:lnTo>
                  <a:lnTo>
                    <a:pt x="64732" y="1063527"/>
                  </a:lnTo>
                  <a:lnTo>
                    <a:pt x="64071" y="1063527"/>
                  </a:lnTo>
                  <a:lnTo>
                    <a:pt x="63411" y="1063527"/>
                  </a:lnTo>
                  <a:lnTo>
                    <a:pt x="62750" y="1063527"/>
                  </a:lnTo>
                  <a:lnTo>
                    <a:pt x="62090" y="1063527"/>
                  </a:lnTo>
                  <a:lnTo>
                    <a:pt x="61429" y="1063527"/>
                  </a:lnTo>
                  <a:lnTo>
                    <a:pt x="60768" y="1063527"/>
                  </a:lnTo>
                  <a:lnTo>
                    <a:pt x="60108" y="1063527"/>
                  </a:lnTo>
                  <a:lnTo>
                    <a:pt x="59447" y="1063527"/>
                  </a:lnTo>
                  <a:lnTo>
                    <a:pt x="58787" y="1063527"/>
                  </a:lnTo>
                  <a:lnTo>
                    <a:pt x="58126" y="1063527"/>
                  </a:lnTo>
                  <a:lnTo>
                    <a:pt x="57466" y="1063527"/>
                  </a:lnTo>
                  <a:lnTo>
                    <a:pt x="56805" y="1063527"/>
                  </a:lnTo>
                  <a:lnTo>
                    <a:pt x="56145" y="1063527"/>
                  </a:lnTo>
                  <a:lnTo>
                    <a:pt x="55484" y="1063527"/>
                  </a:lnTo>
                  <a:lnTo>
                    <a:pt x="54824" y="1063527"/>
                  </a:lnTo>
                  <a:lnTo>
                    <a:pt x="54163" y="1063527"/>
                  </a:lnTo>
                  <a:lnTo>
                    <a:pt x="53503" y="1063527"/>
                  </a:lnTo>
                  <a:lnTo>
                    <a:pt x="52842" y="1063527"/>
                  </a:lnTo>
                  <a:lnTo>
                    <a:pt x="52182" y="1063527"/>
                  </a:lnTo>
                  <a:lnTo>
                    <a:pt x="51521" y="1063527"/>
                  </a:lnTo>
                  <a:lnTo>
                    <a:pt x="50860" y="1063527"/>
                  </a:lnTo>
                  <a:lnTo>
                    <a:pt x="50200" y="1063527"/>
                  </a:lnTo>
                  <a:lnTo>
                    <a:pt x="49539" y="1063527"/>
                  </a:lnTo>
                  <a:lnTo>
                    <a:pt x="48879" y="1063527"/>
                  </a:lnTo>
                  <a:lnTo>
                    <a:pt x="48218" y="1063527"/>
                  </a:lnTo>
                  <a:lnTo>
                    <a:pt x="47558" y="1063527"/>
                  </a:lnTo>
                  <a:lnTo>
                    <a:pt x="46897" y="1063527"/>
                  </a:lnTo>
                  <a:lnTo>
                    <a:pt x="46237" y="1063527"/>
                  </a:lnTo>
                  <a:lnTo>
                    <a:pt x="45576" y="1063527"/>
                  </a:lnTo>
                  <a:lnTo>
                    <a:pt x="44916" y="1063527"/>
                  </a:lnTo>
                  <a:lnTo>
                    <a:pt x="44255" y="1063527"/>
                  </a:lnTo>
                  <a:lnTo>
                    <a:pt x="43595" y="1063527"/>
                  </a:lnTo>
                  <a:lnTo>
                    <a:pt x="42934" y="1063527"/>
                  </a:lnTo>
                  <a:lnTo>
                    <a:pt x="42274" y="1063527"/>
                  </a:lnTo>
                  <a:lnTo>
                    <a:pt x="41613" y="1063527"/>
                  </a:lnTo>
                  <a:lnTo>
                    <a:pt x="40952" y="1063527"/>
                  </a:lnTo>
                  <a:lnTo>
                    <a:pt x="40292" y="1063527"/>
                  </a:lnTo>
                  <a:lnTo>
                    <a:pt x="39631" y="1063527"/>
                  </a:lnTo>
                  <a:lnTo>
                    <a:pt x="38971" y="1063527"/>
                  </a:lnTo>
                  <a:lnTo>
                    <a:pt x="38310" y="1063527"/>
                  </a:lnTo>
                  <a:lnTo>
                    <a:pt x="37650" y="1063527"/>
                  </a:lnTo>
                  <a:lnTo>
                    <a:pt x="36989" y="1063527"/>
                  </a:lnTo>
                  <a:lnTo>
                    <a:pt x="36329" y="1063527"/>
                  </a:lnTo>
                  <a:lnTo>
                    <a:pt x="35668" y="1063527"/>
                  </a:lnTo>
                  <a:lnTo>
                    <a:pt x="35008" y="1063527"/>
                  </a:lnTo>
                  <a:lnTo>
                    <a:pt x="34347" y="1063527"/>
                  </a:lnTo>
                  <a:lnTo>
                    <a:pt x="33687" y="1063527"/>
                  </a:lnTo>
                  <a:lnTo>
                    <a:pt x="33026" y="1063527"/>
                  </a:lnTo>
                  <a:lnTo>
                    <a:pt x="32366" y="1063527"/>
                  </a:lnTo>
                  <a:lnTo>
                    <a:pt x="31705" y="1063527"/>
                  </a:lnTo>
                  <a:lnTo>
                    <a:pt x="31045" y="1063527"/>
                  </a:lnTo>
                  <a:lnTo>
                    <a:pt x="30384" y="1063527"/>
                  </a:lnTo>
                  <a:lnTo>
                    <a:pt x="29723" y="1063527"/>
                  </a:lnTo>
                  <a:lnTo>
                    <a:pt x="29063" y="1063527"/>
                  </a:lnTo>
                  <a:lnTo>
                    <a:pt x="28402" y="1063527"/>
                  </a:lnTo>
                  <a:lnTo>
                    <a:pt x="27742" y="1063527"/>
                  </a:lnTo>
                  <a:lnTo>
                    <a:pt x="27081" y="1063527"/>
                  </a:lnTo>
                  <a:lnTo>
                    <a:pt x="26421" y="1063527"/>
                  </a:lnTo>
                  <a:lnTo>
                    <a:pt x="25760" y="1063527"/>
                  </a:lnTo>
                  <a:lnTo>
                    <a:pt x="25100" y="1063527"/>
                  </a:lnTo>
                  <a:lnTo>
                    <a:pt x="24439" y="1063527"/>
                  </a:lnTo>
                  <a:lnTo>
                    <a:pt x="23779" y="1063527"/>
                  </a:lnTo>
                  <a:lnTo>
                    <a:pt x="23118" y="1063527"/>
                  </a:lnTo>
                  <a:lnTo>
                    <a:pt x="22458" y="1063527"/>
                  </a:lnTo>
                  <a:lnTo>
                    <a:pt x="21797" y="1063527"/>
                  </a:lnTo>
                  <a:lnTo>
                    <a:pt x="21137" y="1063527"/>
                  </a:lnTo>
                  <a:lnTo>
                    <a:pt x="20476" y="1063527"/>
                  </a:lnTo>
                  <a:lnTo>
                    <a:pt x="19815" y="1063527"/>
                  </a:lnTo>
                  <a:lnTo>
                    <a:pt x="19155" y="1063527"/>
                  </a:lnTo>
                  <a:lnTo>
                    <a:pt x="18494" y="1063527"/>
                  </a:lnTo>
                  <a:lnTo>
                    <a:pt x="17834" y="1063527"/>
                  </a:lnTo>
                  <a:lnTo>
                    <a:pt x="17173" y="1063527"/>
                  </a:lnTo>
                  <a:lnTo>
                    <a:pt x="16513" y="1063527"/>
                  </a:lnTo>
                  <a:lnTo>
                    <a:pt x="15852" y="1063527"/>
                  </a:lnTo>
                  <a:lnTo>
                    <a:pt x="15192" y="1063527"/>
                  </a:lnTo>
                  <a:lnTo>
                    <a:pt x="14531" y="1063527"/>
                  </a:lnTo>
                  <a:lnTo>
                    <a:pt x="13871" y="1063527"/>
                  </a:lnTo>
                  <a:lnTo>
                    <a:pt x="13210" y="1063527"/>
                  </a:lnTo>
                  <a:lnTo>
                    <a:pt x="12550" y="1063527"/>
                  </a:lnTo>
                  <a:lnTo>
                    <a:pt x="11889" y="1063527"/>
                  </a:lnTo>
                  <a:lnTo>
                    <a:pt x="11229" y="1063527"/>
                  </a:lnTo>
                  <a:lnTo>
                    <a:pt x="10568" y="1063527"/>
                  </a:lnTo>
                  <a:lnTo>
                    <a:pt x="9907" y="1063527"/>
                  </a:lnTo>
                  <a:lnTo>
                    <a:pt x="9247" y="1063527"/>
                  </a:lnTo>
                  <a:lnTo>
                    <a:pt x="8586" y="1063527"/>
                  </a:lnTo>
                  <a:lnTo>
                    <a:pt x="7926" y="1063527"/>
                  </a:lnTo>
                  <a:lnTo>
                    <a:pt x="7265" y="1063527"/>
                  </a:lnTo>
                  <a:lnTo>
                    <a:pt x="6605" y="1063527"/>
                  </a:lnTo>
                  <a:lnTo>
                    <a:pt x="5944" y="1063527"/>
                  </a:lnTo>
                  <a:lnTo>
                    <a:pt x="5284" y="1063527"/>
                  </a:lnTo>
                  <a:lnTo>
                    <a:pt x="4623" y="1063527"/>
                  </a:lnTo>
                  <a:lnTo>
                    <a:pt x="3963" y="1063527"/>
                  </a:lnTo>
                  <a:lnTo>
                    <a:pt x="3302" y="1063527"/>
                  </a:lnTo>
                  <a:lnTo>
                    <a:pt x="2642" y="1063527"/>
                  </a:lnTo>
                  <a:lnTo>
                    <a:pt x="1981" y="1063527"/>
                  </a:lnTo>
                  <a:lnTo>
                    <a:pt x="1321" y="1063527"/>
                  </a:lnTo>
                  <a:lnTo>
                    <a:pt x="660" y="1063527"/>
                  </a:lnTo>
                  <a:lnTo>
                    <a:pt x="0" y="106352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 rot="2700000">
              <a:off x="834732" y="4013263"/>
              <a:ext cx="87667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GRIN3B</a:t>
              </a:r>
            </a:p>
          </p:txBody>
        </p:sp>
        <p:sp>
          <p:nvSpPr>
            <p:cNvPr id="49" name="tx48"/>
            <p:cNvSpPr/>
            <p:nvPr/>
          </p:nvSpPr>
          <p:spPr>
            <a:xfrm rot="2700000">
              <a:off x="806503" y="3961928"/>
              <a:ext cx="1053479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FLJ00277</a:t>
              </a:r>
            </a:p>
          </p:txBody>
        </p:sp>
        <p:sp>
          <p:nvSpPr>
            <p:cNvPr id="50" name="tx49"/>
            <p:cNvSpPr/>
            <p:nvPr/>
          </p:nvSpPr>
          <p:spPr>
            <a:xfrm rot="2700000">
              <a:off x="853136" y="4011254"/>
              <a:ext cx="910270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C19orf6</a:t>
              </a:r>
            </a:p>
          </p:txBody>
        </p:sp>
        <p:sp>
          <p:nvSpPr>
            <p:cNvPr id="51" name="tx50"/>
            <p:cNvSpPr/>
            <p:nvPr/>
          </p:nvSpPr>
          <p:spPr>
            <a:xfrm rot="2700000">
              <a:off x="886314" y="4011254"/>
              <a:ext cx="910270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C19orf6</a:t>
              </a:r>
            </a:p>
          </p:txBody>
        </p:sp>
        <p:sp>
          <p:nvSpPr>
            <p:cNvPr id="52" name="tx51"/>
            <p:cNvSpPr/>
            <p:nvPr/>
          </p:nvSpPr>
          <p:spPr>
            <a:xfrm rot="2700000">
              <a:off x="1034944" y="4013263"/>
              <a:ext cx="64706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CNN2</a:t>
              </a:r>
            </a:p>
          </p:txBody>
        </p:sp>
        <p:sp>
          <p:nvSpPr>
            <p:cNvPr id="53" name="tx52"/>
            <p:cNvSpPr/>
            <p:nvPr/>
          </p:nvSpPr>
          <p:spPr>
            <a:xfrm rot="2700000">
              <a:off x="1016743" y="4013263"/>
              <a:ext cx="77465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ABCA7</a:t>
              </a:r>
            </a:p>
          </p:txBody>
        </p:sp>
        <p:sp>
          <p:nvSpPr>
            <p:cNvPr id="54" name="tx53"/>
            <p:cNvSpPr/>
            <p:nvPr/>
          </p:nvSpPr>
          <p:spPr>
            <a:xfrm rot="2700000">
              <a:off x="1025194" y="4013263"/>
              <a:ext cx="77465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ABCA7</a:t>
              </a:r>
            </a:p>
          </p:txBody>
        </p:sp>
        <p:sp>
          <p:nvSpPr>
            <p:cNvPr id="55" name="tx54"/>
            <p:cNvSpPr/>
            <p:nvPr/>
          </p:nvSpPr>
          <p:spPr>
            <a:xfrm rot="2700000">
              <a:off x="1072241" y="4013263"/>
              <a:ext cx="77465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ABCA7</a:t>
              </a:r>
            </a:p>
          </p:txBody>
        </p:sp>
        <p:sp>
          <p:nvSpPr>
            <p:cNvPr id="56" name="tx55"/>
            <p:cNvSpPr/>
            <p:nvPr/>
          </p:nvSpPr>
          <p:spPr>
            <a:xfrm rot="2700000">
              <a:off x="1077891" y="4013263"/>
              <a:ext cx="77465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ABCA7</a:t>
              </a:r>
            </a:p>
          </p:txBody>
        </p:sp>
        <p:sp>
          <p:nvSpPr>
            <p:cNvPr id="57" name="tx56"/>
            <p:cNvSpPr/>
            <p:nvPr/>
          </p:nvSpPr>
          <p:spPr>
            <a:xfrm rot="2700000">
              <a:off x="1065655" y="4018678"/>
              <a:ext cx="84285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HMHA1</a:t>
              </a:r>
            </a:p>
          </p:txBody>
        </p:sp>
        <p:sp>
          <p:nvSpPr>
            <p:cNvPr id="58" name="tx57"/>
            <p:cNvSpPr/>
            <p:nvPr/>
          </p:nvSpPr>
          <p:spPr>
            <a:xfrm rot="2700000">
              <a:off x="1069763" y="4018678"/>
              <a:ext cx="84285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HMHA1</a:t>
              </a:r>
            </a:p>
          </p:txBody>
        </p:sp>
        <p:sp>
          <p:nvSpPr>
            <p:cNvPr id="59" name="tx58"/>
            <p:cNvSpPr/>
            <p:nvPr/>
          </p:nvSpPr>
          <p:spPr>
            <a:xfrm rot="2700000">
              <a:off x="1071200" y="4018678"/>
              <a:ext cx="84285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HMHA1</a:t>
              </a:r>
            </a:p>
          </p:txBody>
        </p:sp>
        <p:sp>
          <p:nvSpPr>
            <p:cNvPr id="60" name="tx59"/>
            <p:cNvSpPr/>
            <p:nvPr/>
          </p:nvSpPr>
          <p:spPr>
            <a:xfrm rot="2700000">
              <a:off x="1083126" y="4018678"/>
              <a:ext cx="84285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HMHA1</a:t>
              </a:r>
            </a:p>
          </p:txBody>
        </p:sp>
        <p:sp>
          <p:nvSpPr>
            <p:cNvPr id="61" name="tx60"/>
            <p:cNvSpPr/>
            <p:nvPr/>
          </p:nvSpPr>
          <p:spPr>
            <a:xfrm rot="2700000">
              <a:off x="1103675" y="4018678"/>
              <a:ext cx="84285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HMHA1</a:t>
              </a:r>
            </a:p>
          </p:txBody>
        </p:sp>
        <p:sp>
          <p:nvSpPr>
            <p:cNvPr id="62" name="tx61"/>
            <p:cNvSpPr/>
            <p:nvPr/>
          </p:nvSpPr>
          <p:spPr>
            <a:xfrm rot="2700000">
              <a:off x="1139741" y="4013263"/>
              <a:ext cx="89386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POLR2E</a:t>
              </a:r>
            </a:p>
          </p:txBody>
        </p:sp>
        <p:sp>
          <p:nvSpPr>
            <p:cNvPr id="63" name="tx62"/>
            <p:cNvSpPr/>
            <p:nvPr/>
          </p:nvSpPr>
          <p:spPr>
            <a:xfrm rot="2700000">
              <a:off x="1306369" y="4013263"/>
              <a:ext cx="6170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GPX4</a:t>
              </a:r>
            </a:p>
          </p:txBody>
        </p:sp>
        <p:sp>
          <p:nvSpPr>
            <p:cNvPr id="64" name="tx63"/>
            <p:cNvSpPr/>
            <p:nvPr/>
          </p:nvSpPr>
          <p:spPr>
            <a:xfrm rot="2700000">
              <a:off x="1308724" y="4013263"/>
              <a:ext cx="6170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GPX4</a:t>
              </a:r>
            </a:p>
          </p:txBody>
        </p:sp>
        <p:sp>
          <p:nvSpPr>
            <p:cNvPr id="65" name="tx64"/>
            <p:cNvSpPr/>
            <p:nvPr/>
          </p:nvSpPr>
          <p:spPr>
            <a:xfrm rot="2700000">
              <a:off x="1309324" y="4013263"/>
              <a:ext cx="79831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SBNO2</a:t>
              </a:r>
            </a:p>
          </p:txBody>
        </p:sp>
        <p:sp>
          <p:nvSpPr>
            <p:cNvPr id="66" name="tx65"/>
            <p:cNvSpPr/>
            <p:nvPr/>
          </p:nvSpPr>
          <p:spPr>
            <a:xfrm rot="2700000">
              <a:off x="1448065" y="4013263"/>
              <a:ext cx="79831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SBNO2</a:t>
              </a:r>
            </a:p>
          </p:txBody>
        </p:sp>
        <p:sp>
          <p:nvSpPr>
            <p:cNvPr id="67" name="tx66"/>
            <p:cNvSpPr/>
            <p:nvPr/>
          </p:nvSpPr>
          <p:spPr>
            <a:xfrm rot="2700000">
              <a:off x="1588537" y="4013263"/>
              <a:ext cx="72553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STK11</a:t>
              </a:r>
            </a:p>
          </p:txBody>
        </p:sp>
        <p:sp>
          <p:nvSpPr>
            <p:cNvPr id="68" name="tx67"/>
            <p:cNvSpPr/>
            <p:nvPr/>
          </p:nvSpPr>
          <p:spPr>
            <a:xfrm rot="2700000">
              <a:off x="1529772" y="4011254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C19orf26</a:t>
              </a:r>
            </a:p>
          </p:txBody>
        </p:sp>
        <p:sp>
          <p:nvSpPr>
            <p:cNvPr id="69" name="tx68"/>
            <p:cNvSpPr/>
            <p:nvPr/>
          </p:nvSpPr>
          <p:spPr>
            <a:xfrm rot="2700000">
              <a:off x="1692369" y="4014770"/>
              <a:ext cx="755339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ATP5D</a:t>
              </a:r>
            </a:p>
          </p:txBody>
        </p:sp>
        <p:sp>
          <p:nvSpPr>
            <p:cNvPr id="70" name="tx69"/>
            <p:cNvSpPr/>
            <p:nvPr/>
          </p:nvSpPr>
          <p:spPr>
            <a:xfrm rot="2700000">
              <a:off x="1784377" y="4018678"/>
              <a:ext cx="611683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MIDN</a:t>
              </a:r>
            </a:p>
          </p:txBody>
        </p:sp>
        <p:sp>
          <p:nvSpPr>
            <p:cNvPr id="71" name="tx70"/>
            <p:cNvSpPr/>
            <p:nvPr/>
          </p:nvSpPr>
          <p:spPr>
            <a:xfrm rot="2700000">
              <a:off x="1820645" y="4013263"/>
              <a:ext cx="68055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CIRBP</a:t>
              </a:r>
            </a:p>
          </p:txBody>
        </p:sp>
        <p:sp>
          <p:nvSpPr>
            <p:cNvPr id="72" name="tx71"/>
            <p:cNvSpPr/>
            <p:nvPr/>
          </p:nvSpPr>
          <p:spPr>
            <a:xfrm rot="2700000">
              <a:off x="1559215" y="4013263"/>
              <a:ext cx="120997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CIRBP-AS1</a:t>
              </a:r>
            </a:p>
          </p:txBody>
        </p:sp>
        <p:sp>
          <p:nvSpPr>
            <p:cNvPr id="73" name="tx72"/>
            <p:cNvSpPr/>
            <p:nvPr/>
          </p:nvSpPr>
          <p:spPr>
            <a:xfrm rot="2700000">
              <a:off x="1583986" y="4013263"/>
              <a:ext cx="117603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DL492057</a:t>
              </a:r>
            </a:p>
          </p:txBody>
        </p:sp>
        <p:sp>
          <p:nvSpPr>
            <p:cNvPr id="74" name="tx73"/>
            <p:cNvSpPr/>
            <p:nvPr/>
          </p:nvSpPr>
          <p:spPr>
            <a:xfrm rot="2700000">
              <a:off x="1653717" y="4011254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C19orf24</a:t>
              </a:r>
            </a:p>
          </p:txBody>
        </p:sp>
        <p:sp>
          <p:nvSpPr>
            <p:cNvPr id="75" name="tx74"/>
            <p:cNvSpPr/>
            <p:nvPr/>
          </p:nvSpPr>
          <p:spPr>
            <a:xfrm rot="2700000">
              <a:off x="1655369" y="4011254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C19orf24</a:t>
              </a:r>
            </a:p>
          </p:txBody>
        </p:sp>
        <p:sp>
          <p:nvSpPr>
            <p:cNvPr id="76" name="tx75"/>
            <p:cNvSpPr/>
            <p:nvPr/>
          </p:nvSpPr>
          <p:spPr>
            <a:xfrm rot="2700000">
              <a:off x="1840025" y="4017171"/>
              <a:ext cx="74875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EFNA2</a:t>
              </a:r>
            </a:p>
          </p:txBody>
        </p:sp>
        <p:sp>
          <p:nvSpPr>
            <p:cNvPr id="77" name="tx76"/>
            <p:cNvSpPr/>
            <p:nvPr/>
          </p:nvSpPr>
          <p:spPr>
            <a:xfrm rot="2700000">
              <a:off x="2090374" y="4014770"/>
              <a:ext cx="70723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MUM1</a:t>
              </a:r>
            </a:p>
          </p:txBody>
        </p:sp>
        <p:sp>
          <p:nvSpPr>
            <p:cNvPr id="78" name="tx77"/>
            <p:cNvSpPr/>
            <p:nvPr/>
          </p:nvSpPr>
          <p:spPr>
            <a:xfrm rot="2700000">
              <a:off x="2094823" y="4014770"/>
              <a:ext cx="70723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MUM1</a:t>
              </a:r>
            </a:p>
          </p:txBody>
        </p:sp>
        <p:sp>
          <p:nvSpPr>
            <p:cNvPr id="79" name="tx78"/>
            <p:cNvSpPr/>
            <p:nvPr/>
          </p:nvSpPr>
          <p:spPr>
            <a:xfrm rot="2700000">
              <a:off x="2097898" y="4014770"/>
              <a:ext cx="70723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MUM1</a:t>
              </a:r>
            </a:p>
          </p:txBody>
        </p:sp>
        <p:sp>
          <p:nvSpPr>
            <p:cNvPr id="80" name="tx79"/>
            <p:cNvSpPr/>
            <p:nvPr/>
          </p:nvSpPr>
          <p:spPr>
            <a:xfrm rot="2700000">
              <a:off x="2153184" y="4014770"/>
              <a:ext cx="70723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MUM1</a:t>
              </a:r>
            </a:p>
          </p:txBody>
        </p:sp>
        <p:sp>
          <p:nvSpPr>
            <p:cNvPr id="81" name="tx80"/>
            <p:cNvSpPr/>
            <p:nvPr/>
          </p:nvSpPr>
          <p:spPr>
            <a:xfrm rot="2700000">
              <a:off x="1992041" y="3950083"/>
              <a:ext cx="1163538" cy="227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TRNA_Phe</a:t>
              </a:r>
            </a:p>
          </p:txBody>
        </p:sp>
        <p:sp>
          <p:nvSpPr>
            <p:cNvPr id="82" name="tx81"/>
            <p:cNvSpPr/>
            <p:nvPr/>
          </p:nvSpPr>
          <p:spPr>
            <a:xfrm rot="2700000">
              <a:off x="2070086" y="4013263"/>
              <a:ext cx="93638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NDUFS7</a:t>
              </a:r>
            </a:p>
          </p:txBody>
        </p:sp>
        <p:sp>
          <p:nvSpPr>
            <p:cNvPr id="83" name="tx82"/>
            <p:cNvSpPr/>
            <p:nvPr/>
          </p:nvSpPr>
          <p:spPr>
            <a:xfrm rot="2700000">
              <a:off x="2070684" y="4013263"/>
              <a:ext cx="93638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NDUFS7</a:t>
              </a:r>
            </a:p>
          </p:txBody>
        </p:sp>
        <p:sp>
          <p:nvSpPr>
            <p:cNvPr id="84" name="tx83"/>
            <p:cNvSpPr/>
            <p:nvPr/>
          </p:nvSpPr>
          <p:spPr>
            <a:xfrm rot="2700000">
              <a:off x="1991549" y="4013263"/>
              <a:ext cx="11789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AK126693</a:t>
              </a:r>
            </a:p>
          </p:txBody>
        </p:sp>
        <p:sp>
          <p:nvSpPr>
            <p:cNvPr id="85" name="tx84"/>
            <p:cNvSpPr/>
            <p:nvPr/>
          </p:nvSpPr>
          <p:spPr>
            <a:xfrm rot="2700000">
              <a:off x="2262620" y="4013263"/>
              <a:ext cx="67039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GAMT</a:t>
              </a:r>
            </a:p>
          </p:txBody>
        </p:sp>
        <p:sp>
          <p:nvSpPr>
            <p:cNvPr id="86" name="tx85"/>
            <p:cNvSpPr/>
            <p:nvPr/>
          </p:nvSpPr>
          <p:spPr>
            <a:xfrm rot="2700000">
              <a:off x="2151104" y="4018678"/>
              <a:ext cx="928687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DAZAP1</a:t>
              </a:r>
            </a:p>
          </p:txBody>
        </p:sp>
        <p:sp>
          <p:nvSpPr>
            <p:cNvPr id="87" name="tx86"/>
            <p:cNvSpPr/>
            <p:nvPr/>
          </p:nvSpPr>
          <p:spPr>
            <a:xfrm rot="2700000">
              <a:off x="2353048" y="4013263"/>
              <a:ext cx="73268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RPS15</a:t>
              </a:r>
            </a:p>
          </p:txBody>
        </p:sp>
        <p:sp>
          <p:nvSpPr>
            <p:cNvPr id="88" name="tx87"/>
            <p:cNvSpPr/>
            <p:nvPr/>
          </p:nvSpPr>
          <p:spPr>
            <a:xfrm rot="2700000">
              <a:off x="2458664" y="4013263"/>
              <a:ext cx="5992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APC2</a:t>
              </a:r>
            </a:p>
          </p:txBody>
        </p:sp>
        <p:sp>
          <p:nvSpPr>
            <p:cNvPr id="89" name="tx88"/>
            <p:cNvSpPr/>
            <p:nvPr/>
          </p:nvSpPr>
          <p:spPr>
            <a:xfrm rot="2700000">
              <a:off x="2462429" y="4013263"/>
              <a:ext cx="5992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APC2</a:t>
              </a:r>
            </a:p>
          </p:txBody>
        </p:sp>
        <p:sp>
          <p:nvSpPr>
            <p:cNvPr id="90" name="tx89"/>
            <p:cNvSpPr/>
            <p:nvPr/>
          </p:nvSpPr>
          <p:spPr>
            <a:xfrm rot="2700000">
              <a:off x="2326499" y="4011254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C19orf25</a:t>
              </a:r>
            </a:p>
          </p:txBody>
        </p:sp>
        <p:sp>
          <p:nvSpPr>
            <p:cNvPr id="91" name="tx90"/>
            <p:cNvSpPr/>
            <p:nvPr/>
          </p:nvSpPr>
          <p:spPr>
            <a:xfrm rot="2700000">
              <a:off x="2500954" y="4013263"/>
              <a:ext cx="73792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PCSK4</a:t>
              </a:r>
            </a:p>
          </p:txBody>
        </p:sp>
        <p:sp>
          <p:nvSpPr>
            <p:cNvPr id="92" name="tx91"/>
            <p:cNvSpPr/>
            <p:nvPr/>
          </p:nvSpPr>
          <p:spPr>
            <a:xfrm rot="2700000">
              <a:off x="2522312" y="4013263"/>
              <a:ext cx="73792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PCSK4</a:t>
              </a:r>
            </a:p>
          </p:txBody>
        </p:sp>
        <p:sp>
          <p:nvSpPr>
            <p:cNvPr id="93" name="tx92"/>
            <p:cNvSpPr/>
            <p:nvPr/>
          </p:nvSpPr>
          <p:spPr>
            <a:xfrm rot="2700000">
              <a:off x="2522322" y="4013263"/>
              <a:ext cx="73792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PCSK4</a:t>
              </a:r>
            </a:p>
          </p:txBody>
        </p:sp>
        <p:sp>
          <p:nvSpPr>
            <p:cNvPr id="94" name="tx93"/>
            <p:cNvSpPr/>
            <p:nvPr/>
          </p:nvSpPr>
          <p:spPr>
            <a:xfrm rot="2700000">
              <a:off x="2528273" y="4013263"/>
              <a:ext cx="73100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REEP6</a:t>
              </a:r>
            </a:p>
          </p:txBody>
        </p:sp>
        <p:sp>
          <p:nvSpPr>
            <p:cNvPr id="95" name="tx94"/>
            <p:cNvSpPr/>
            <p:nvPr/>
          </p:nvSpPr>
          <p:spPr>
            <a:xfrm rot="2700000">
              <a:off x="2337948" y="4013263"/>
              <a:ext cx="124357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ADAMTSL5</a:t>
              </a:r>
            </a:p>
          </p:txBody>
        </p:sp>
        <p:sp>
          <p:nvSpPr>
            <p:cNvPr id="96" name="tx95"/>
            <p:cNvSpPr/>
            <p:nvPr/>
          </p:nvSpPr>
          <p:spPr>
            <a:xfrm rot="2700000">
              <a:off x="2344728" y="4013263"/>
              <a:ext cx="124357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ADAMTSL5</a:t>
              </a:r>
            </a:p>
          </p:txBody>
        </p:sp>
        <p:sp>
          <p:nvSpPr>
            <p:cNvPr id="97" name="tx96"/>
            <p:cNvSpPr/>
            <p:nvPr/>
          </p:nvSpPr>
          <p:spPr>
            <a:xfrm rot="2700000">
              <a:off x="2722179" y="4014770"/>
              <a:ext cx="56056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PLK5</a:t>
              </a:r>
            </a:p>
          </p:txBody>
        </p:sp>
        <p:sp>
          <p:nvSpPr>
            <p:cNvPr id="98" name="tx97"/>
            <p:cNvSpPr/>
            <p:nvPr/>
          </p:nvSpPr>
          <p:spPr>
            <a:xfrm rot="2700000">
              <a:off x="2725102" y="4014770"/>
              <a:ext cx="56056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PLK5</a:t>
              </a:r>
            </a:p>
          </p:txBody>
        </p:sp>
        <p:sp>
          <p:nvSpPr>
            <p:cNvPr id="99" name="tx98"/>
            <p:cNvSpPr/>
            <p:nvPr/>
          </p:nvSpPr>
          <p:spPr>
            <a:xfrm rot="2700000">
              <a:off x="2734934" y="4014770"/>
              <a:ext cx="560561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PLK5</a:t>
              </a:r>
            </a:p>
          </p:txBody>
        </p:sp>
        <p:sp>
          <p:nvSpPr>
            <p:cNvPr id="100" name="tx99"/>
            <p:cNvSpPr/>
            <p:nvPr/>
          </p:nvSpPr>
          <p:spPr>
            <a:xfrm rot="2700000">
              <a:off x="2737855" y="4013263"/>
              <a:ext cx="81974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MEX3D</a:t>
              </a:r>
            </a:p>
          </p:txBody>
        </p:sp>
        <p:sp>
          <p:nvSpPr>
            <p:cNvPr id="101" name="tx100"/>
            <p:cNvSpPr/>
            <p:nvPr/>
          </p:nvSpPr>
          <p:spPr>
            <a:xfrm rot="2700000">
              <a:off x="2579404" y="4014770"/>
              <a:ext cx="1185639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AX747577</a:t>
              </a:r>
            </a:p>
          </p:txBody>
        </p:sp>
        <p:sp>
          <p:nvSpPr>
            <p:cNvPr id="102" name="tx101"/>
            <p:cNvSpPr/>
            <p:nvPr/>
          </p:nvSpPr>
          <p:spPr>
            <a:xfrm rot="2700000">
              <a:off x="2891191" y="4013263"/>
              <a:ext cx="6755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MBD3</a:t>
              </a:r>
            </a:p>
          </p:txBody>
        </p:sp>
        <p:sp>
          <p:nvSpPr>
            <p:cNvPr id="103" name="tx102"/>
            <p:cNvSpPr/>
            <p:nvPr/>
          </p:nvSpPr>
          <p:spPr>
            <a:xfrm rot="2700000">
              <a:off x="2891382" y="4013263"/>
              <a:ext cx="6755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MBD3</a:t>
              </a:r>
            </a:p>
          </p:txBody>
        </p:sp>
        <p:sp>
          <p:nvSpPr>
            <p:cNvPr id="104" name="tx103"/>
            <p:cNvSpPr/>
            <p:nvPr/>
          </p:nvSpPr>
          <p:spPr>
            <a:xfrm rot="2700000">
              <a:off x="2811584" y="3981600"/>
              <a:ext cx="956592" cy="199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UQCR11</a:t>
              </a:r>
            </a:p>
          </p:txBody>
        </p:sp>
        <p:sp>
          <p:nvSpPr>
            <p:cNvPr id="105" name="tx104"/>
            <p:cNvSpPr/>
            <p:nvPr/>
          </p:nvSpPr>
          <p:spPr>
            <a:xfrm rot="2700000">
              <a:off x="3017378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06" name="tx105"/>
            <p:cNvSpPr/>
            <p:nvPr/>
          </p:nvSpPr>
          <p:spPr>
            <a:xfrm rot="2700000">
              <a:off x="3030695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07" name="tx106"/>
            <p:cNvSpPr/>
            <p:nvPr/>
          </p:nvSpPr>
          <p:spPr>
            <a:xfrm rot="2700000">
              <a:off x="3038522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08" name="tx107"/>
            <p:cNvSpPr/>
            <p:nvPr/>
          </p:nvSpPr>
          <p:spPr>
            <a:xfrm rot="2700000">
              <a:off x="3070947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09" name="tx108"/>
            <p:cNvSpPr/>
            <p:nvPr/>
          </p:nvSpPr>
          <p:spPr>
            <a:xfrm rot="2700000">
              <a:off x="3131208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10" name="tx109"/>
            <p:cNvSpPr/>
            <p:nvPr/>
          </p:nvSpPr>
          <p:spPr>
            <a:xfrm rot="2700000">
              <a:off x="3137952" y="4013263"/>
              <a:ext cx="5761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TCF3</a:t>
              </a:r>
            </a:p>
          </p:txBody>
        </p:sp>
        <p:sp>
          <p:nvSpPr>
            <p:cNvPr id="111" name="tx110"/>
            <p:cNvSpPr/>
            <p:nvPr/>
          </p:nvSpPr>
          <p:spPr>
            <a:xfrm rot="2700000">
              <a:off x="3207018" y="4013263"/>
              <a:ext cx="110739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ONECUT3</a:t>
              </a:r>
            </a:p>
          </p:txBody>
        </p:sp>
        <p:sp>
          <p:nvSpPr>
            <p:cNvPr id="112" name="tx111"/>
            <p:cNvSpPr/>
            <p:nvPr/>
          </p:nvSpPr>
          <p:spPr>
            <a:xfrm rot="2700000">
              <a:off x="3493306" y="4013263"/>
              <a:ext cx="88158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ATP8B3</a:t>
              </a:r>
            </a:p>
          </p:txBody>
        </p:sp>
        <p:sp>
          <p:nvSpPr>
            <p:cNvPr id="113" name="tx112"/>
            <p:cNvSpPr/>
            <p:nvPr/>
          </p:nvSpPr>
          <p:spPr>
            <a:xfrm rot="2700000">
              <a:off x="3513254" y="4013263"/>
              <a:ext cx="88158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ATP8B3</a:t>
              </a:r>
            </a:p>
          </p:txBody>
        </p:sp>
        <p:sp>
          <p:nvSpPr>
            <p:cNvPr id="114" name="tx113"/>
            <p:cNvSpPr/>
            <p:nvPr/>
          </p:nvSpPr>
          <p:spPr>
            <a:xfrm rot="2700000">
              <a:off x="3513488" y="4013263"/>
              <a:ext cx="88158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ATP8B3</a:t>
              </a:r>
            </a:p>
          </p:txBody>
        </p:sp>
        <p:sp>
          <p:nvSpPr>
            <p:cNvPr id="115" name="tx114"/>
            <p:cNvSpPr/>
            <p:nvPr/>
          </p:nvSpPr>
          <p:spPr>
            <a:xfrm rot="2700000">
              <a:off x="3464752" y="4013263"/>
              <a:ext cx="100525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MIR1909</a:t>
              </a:r>
            </a:p>
          </p:txBody>
        </p:sp>
        <p:sp>
          <p:nvSpPr>
            <p:cNvPr id="116" name="tx115"/>
            <p:cNvSpPr/>
            <p:nvPr/>
          </p:nvSpPr>
          <p:spPr>
            <a:xfrm rot="2700000">
              <a:off x="3587367" y="4013263"/>
              <a:ext cx="78525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REXO1</a:t>
              </a:r>
            </a:p>
          </p:txBody>
        </p:sp>
        <p:sp>
          <p:nvSpPr>
            <p:cNvPr id="117" name="tx116"/>
            <p:cNvSpPr/>
            <p:nvPr/>
          </p:nvSpPr>
          <p:spPr>
            <a:xfrm rot="2700000">
              <a:off x="3592734" y="4013263"/>
              <a:ext cx="78525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REXO1</a:t>
              </a:r>
            </a:p>
          </p:txBody>
        </p:sp>
        <p:sp>
          <p:nvSpPr>
            <p:cNvPr id="118" name="tx117"/>
            <p:cNvSpPr/>
            <p:nvPr/>
          </p:nvSpPr>
          <p:spPr>
            <a:xfrm rot="2700000">
              <a:off x="3593930" y="4013263"/>
              <a:ext cx="78525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REXO1</a:t>
              </a:r>
            </a:p>
          </p:txBody>
        </p:sp>
        <p:sp>
          <p:nvSpPr>
            <p:cNvPr id="119" name="tx118"/>
            <p:cNvSpPr/>
            <p:nvPr/>
          </p:nvSpPr>
          <p:spPr>
            <a:xfrm rot="2700000">
              <a:off x="3098756" y="4013263"/>
              <a:ext cx="177589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LOC100288123</a:t>
              </a:r>
            </a:p>
          </p:txBody>
        </p:sp>
        <p:sp>
          <p:nvSpPr>
            <p:cNvPr id="120" name="tx119"/>
            <p:cNvSpPr/>
            <p:nvPr/>
          </p:nvSpPr>
          <p:spPr>
            <a:xfrm rot="2700000">
              <a:off x="3681150" y="4013263"/>
              <a:ext cx="78525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REXO1</a:t>
              </a:r>
            </a:p>
          </p:txBody>
        </p:sp>
        <p:sp>
          <p:nvSpPr>
            <p:cNvPr id="121" name="tx120"/>
            <p:cNvSpPr/>
            <p:nvPr/>
          </p:nvSpPr>
          <p:spPr>
            <a:xfrm rot="2700000">
              <a:off x="3773866" y="4013263"/>
              <a:ext cx="6996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KLF16</a:t>
              </a:r>
            </a:p>
          </p:txBody>
        </p:sp>
        <p:sp>
          <p:nvSpPr>
            <p:cNvPr id="122" name="tx121"/>
            <p:cNvSpPr/>
            <p:nvPr/>
          </p:nvSpPr>
          <p:spPr>
            <a:xfrm rot="2700000">
              <a:off x="3572296" y="4013263"/>
              <a:ext cx="122325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FAM108A1</a:t>
              </a:r>
            </a:p>
          </p:txBody>
        </p:sp>
        <p:sp>
          <p:nvSpPr>
            <p:cNvPr id="123" name="tx122"/>
            <p:cNvSpPr/>
            <p:nvPr/>
          </p:nvSpPr>
          <p:spPr>
            <a:xfrm rot="2700000">
              <a:off x="3584565" y="4013263"/>
              <a:ext cx="122325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FAM108A1</a:t>
              </a:r>
            </a:p>
          </p:txBody>
        </p:sp>
        <p:sp>
          <p:nvSpPr>
            <p:cNvPr id="124" name="tx123"/>
            <p:cNvSpPr/>
            <p:nvPr/>
          </p:nvSpPr>
          <p:spPr>
            <a:xfrm rot="2700000">
              <a:off x="3874830" y="4013263"/>
              <a:ext cx="77386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ADAT3</a:t>
              </a:r>
            </a:p>
          </p:txBody>
        </p:sp>
        <p:sp>
          <p:nvSpPr>
            <p:cNvPr id="125" name="tx124"/>
            <p:cNvSpPr/>
            <p:nvPr/>
          </p:nvSpPr>
          <p:spPr>
            <a:xfrm rot="2700000">
              <a:off x="3897030" y="4013263"/>
              <a:ext cx="77386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ADAT3</a:t>
              </a:r>
            </a:p>
          </p:txBody>
        </p:sp>
        <p:sp>
          <p:nvSpPr>
            <p:cNvPr id="126" name="tx125"/>
            <p:cNvSpPr/>
            <p:nvPr/>
          </p:nvSpPr>
          <p:spPr>
            <a:xfrm rot="2700000">
              <a:off x="3833128" y="4013263"/>
              <a:ext cx="109366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CSNK1G2</a:t>
              </a:r>
            </a:p>
          </p:txBody>
        </p:sp>
        <p:sp>
          <p:nvSpPr>
            <p:cNvPr id="127" name="tx126"/>
            <p:cNvSpPr/>
            <p:nvPr/>
          </p:nvSpPr>
          <p:spPr>
            <a:xfrm rot="2700000">
              <a:off x="3612635" y="4013263"/>
              <a:ext cx="16230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CSNK1G2-AS1</a:t>
              </a:r>
            </a:p>
          </p:txBody>
        </p:sp>
        <p:sp>
          <p:nvSpPr>
            <p:cNvPr id="128" name="tx127"/>
            <p:cNvSpPr/>
            <p:nvPr/>
          </p:nvSpPr>
          <p:spPr>
            <a:xfrm rot="2700000">
              <a:off x="3926745" y="4013263"/>
              <a:ext cx="109366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CSNK1G2</a:t>
              </a:r>
            </a:p>
          </p:txBody>
        </p:sp>
        <p:sp>
          <p:nvSpPr>
            <p:cNvPr id="129" name="tx128"/>
            <p:cNvSpPr/>
            <p:nvPr/>
          </p:nvSpPr>
          <p:spPr>
            <a:xfrm rot="2700000">
              <a:off x="4155879" y="4017171"/>
              <a:ext cx="774762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BTBD2</a:t>
              </a:r>
            </a:p>
          </p:txBody>
        </p:sp>
        <p:sp>
          <p:nvSpPr>
            <p:cNvPr id="130" name="tx129"/>
            <p:cNvSpPr/>
            <p:nvPr/>
          </p:nvSpPr>
          <p:spPr>
            <a:xfrm rot="2700000">
              <a:off x="4236477" y="4017171"/>
              <a:ext cx="774762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BTBD2</a:t>
              </a:r>
            </a:p>
          </p:txBody>
        </p:sp>
        <p:sp>
          <p:nvSpPr>
            <p:cNvPr id="131" name="tx130"/>
            <p:cNvSpPr/>
            <p:nvPr/>
          </p:nvSpPr>
          <p:spPr>
            <a:xfrm rot="2700000">
              <a:off x="4115124" y="4013263"/>
              <a:ext cx="11789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AK097012</a:t>
              </a:r>
            </a:p>
          </p:txBody>
        </p:sp>
        <p:sp>
          <p:nvSpPr>
            <p:cNvPr id="132" name="tx131"/>
            <p:cNvSpPr/>
            <p:nvPr/>
          </p:nvSpPr>
          <p:spPr>
            <a:xfrm rot="2700000">
              <a:off x="4304225" y="4017171"/>
              <a:ext cx="81349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MKNK2</a:t>
              </a:r>
            </a:p>
          </p:txBody>
        </p:sp>
        <p:sp>
          <p:nvSpPr>
            <p:cNvPr id="133" name="tx132"/>
            <p:cNvSpPr/>
            <p:nvPr/>
          </p:nvSpPr>
          <p:spPr>
            <a:xfrm rot="2700000">
              <a:off x="4306193" y="4017171"/>
              <a:ext cx="81349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MKNK2</a:t>
              </a:r>
            </a:p>
          </p:txBody>
        </p:sp>
        <p:sp>
          <p:nvSpPr>
            <p:cNvPr id="134" name="tx133"/>
            <p:cNvSpPr/>
            <p:nvPr/>
          </p:nvSpPr>
          <p:spPr>
            <a:xfrm rot="2700000">
              <a:off x="4319453" y="4017171"/>
              <a:ext cx="81349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MKNK2</a:t>
              </a:r>
            </a:p>
          </p:txBody>
        </p:sp>
        <p:sp>
          <p:nvSpPr>
            <p:cNvPr id="135" name="tx134"/>
            <p:cNvSpPr/>
            <p:nvPr/>
          </p:nvSpPr>
          <p:spPr>
            <a:xfrm rot="2700000">
              <a:off x="4333510" y="4017171"/>
              <a:ext cx="81349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MKNK2</a:t>
              </a:r>
            </a:p>
          </p:txBody>
        </p:sp>
        <p:sp>
          <p:nvSpPr>
            <p:cNvPr id="136" name="tx135"/>
            <p:cNvSpPr/>
            <p:nvPr/>
          </p:nvSpPr>
          <p:spPr>
            <a:xfrm rot="2700000">
              <a:off x="4334490" y="4017171"/>
              <a:ext cx="81349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MKNK2</a:t>
              </a:r>
            </a:p>
          </p:txBody>
        </p:sp>
        <p:sp>
          <p:nvSpPr>
            <p:cNvPr id="137" name="tx136"/>
            <p:cNvSpPr/>
            <p:nvPr/>
          </p:nvSpPr>
          <p:spPr>
            <a:xfrm rot="2700000">
              <a:off x="4416358" y="4013263"/>
              <a:ext cx="83581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MOB3A</a:t>
              </a:r>
            </a:p>
          </p:txBody>
        </p:sp>
        <p:sp>
          <p:nvSpPr>
            <p:cNvPr id="138" name="tx137"/>
            <p:cNvSpPr/>
            <p:nvPr/>
          </p:nvSpPr>
          <p:spPr>
            <a:xfrm rot="2700000">
              <a:off x="4474323" y="4013263"/>
              <a:ext cx="83581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MOB3A</a:t>
              </a:r>
            </a:p>
          </p:txBody>
        </p:sp>
        <p:sp>
          <p:nvSpPr>
            <p:cNvPr id="139" name="tx138"/>
            <p:cNvSpPr/>
            <p:nvPr/>
          </p:nvSpPr>
          <p:spPr>
            <a:xfrm rot="2700000">
              <a:off x="4437230" y="4013263"/>
              <a:ext cx="91395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IZUMO4</a:t>
              </a:r>
            </a:p>
          </p:txBody>
        </p:sp>
        <p:sp>
          <p:nvSpPr>
            <p:cNvPr id="140" name="tx139"/>
            <p:cNvSpPr/>
            <p:nvPr/>
          </p:nvSpPr>
          <p:spPr>
            <a:xfrm rot="2700000">
              <a:off x="4561979" y="4013263"/>
              <a:ext cx="76114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AP3D1</a:t>
              </a:r>
            </a:p>
          </p:txBody>
        </p:sp>
        <p:sp>
          <p:nvSpPr>
            <p:cNvPr id="141" name="tx140"/>
            <p:cNvSpPr/>
            <p:nvPr/>
          </p:nvSpPr>
          <p:spPr>
            <a:xfrm rot="2700000">
              <a:off x="4694254" y="4013263"/>
              <a:ext cx="76114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AP3D1</a:t>
              </a:r>
            </a:p>
          </p:txBody>
        </p:sp>
        <p:sp>
          <p:nvSpPr>
            <p:cNvPr id="142" name="tx141"/>
            <p:cNvSpPr/>
            <p:nvPr/>
          </p:nvSpPr>
          <p:spPr>
            <a:xfrm rot="2700000">
              <a:off x="4732210" y="4013263"/>
              <a:ext cx="7683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DOT1L</a:t>
              </a:r>
            </a:p>
          </p:txBody>
        </p:sp>
        <p:sp>
          <p:nvSpPr>
            <p:cNvPr id="143" name="tx142"/>
            <p:cNvSpPr/>
            <p:nvPr/>
          </p:nvSpPr>
          <p:spPr>
            <a:xfrm rot="2700000">
              <a:off x="4887270" y="4013263"/>
              <a:ext cx="7683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DOT1L</a:t>
              </a:r>
            </a:p>
          </p:txBody>
        </p:sp>
        <p:sp>
          <p:nvSpPr>
            <p:cNvPr id="144" name="tx143"/>
            <p:cNvSpPr/>
            <p:nvPr/>
          </p:nvSpPr>
          <p:spPr>
            <a:xfrm rot="2700000">
              <a:off x="4693403" y="4013263"/>
              <a:ext cx="118563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AX746733</a:t>
              </a:r>
            </a:p>
          </p:txBody>
        </p:sp>
        <p:sp>
          <p:nvSpPr>
            <p:cNvPr id="145" name="tx144"/>
            <p:cNvSpPr/>
            <p:nvPr/>
          </p:nvSpPr>
          <p:spPr>
            <a:xfrm rot="2700000">
              <a:off x="4904005" y="4013263"/>
              <a:ext cx="7683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DOT1L</a:t>
              </a:r>
            </a:p>
          </p:txBody>
        </p:sp>
        <p:sp>
          <p:nvSpPr>
            <p:cNvPr id="146" name="tx145"/>
            <p:cNvSpPr/>
            <p:nvPr/>
          </p:nvSpPr>
          <p:spPr>
            <a:xfrm rot="2700000">
              <a:off x="4842681" y="4017171"/>
              <a:ext cx="100525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MIR1227</a:t>
              </a:r>
            </a:p>
          </p:txBody>
        </p:sp>
        <p:sp>
          <p:nvSpPr>
            <p:cNvPr id="147" name="tx146"/>
            <p:cNvSpPr/>
            <p:nvPr/>
          </p:nvSpPr>
          <p:spPr>
            <a:xfrm rot="2700000">
              <a:off x="4994477" y="4013263"/>
              <a:ext cx="7238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SF3A2</a:t>
              </a:r>
            </a:p>
          </p:txBody>
        </p:sp>
        <p:sp>
          <p:nvSpPr>
            <p:cNvPr id="148" name="tx147"/>
            <p:cNvSpPr/>
            <p:nvPr/>
          </p:nvSpPr>
          <p:spPr>
            <a:xfrm rot="2700000">
              <a:off x="4914771" y="3963435"/>
              <a:ext cx="944314" cy="212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PLEKHJ1</a:t>
              </a:r>
            </a:p>
          </p:txBody>
        </p:sp>
        <p:sp>
          <p:nvSpPr>
            <p:cNvPr id="149" name="tx148"/>
            <p:cNvSpPr/>
            <p:nvPr/>
          </p:nvSpPr>
          <p:spPr>
            <a:xfrm rot="2700000">
              <a:off x="5131976" y="4018678"/>
              <a:ext cx="52551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AMH</a:t>
              </a:r>
            </a:p>
          </p:txBody>
        </p:sp>
        <p:sp>
          <p:nvSpPr>
            <p:cNvPr id="150" name="tx149"/>
            <p:cNvSpPr/>
            <p:nvPr/>
          </p:nvSpPr>
          <p:spPr>
            <a:xfrm rot="2700000">
              <a:off x="4899428" y="4013263"/>
              <a:ext cx="100525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MIR4321</a:t>
              </a:r>
            </a:p>
          </p:txBody>
        </p:sp>
        <p:sp>
          <p:nvSpPr>
            <p:cNvPr id="151" name="tx150"/>
            <p:cNvSpPr/>
            <p:nvPr/>
          </p:nvSpPr>
          <p:spPr>
            <a:xfrm rot="2700000">
              <a:off x="5123906" y="3961928"/>
              <a:ext cx="654657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JSRP1</a:t>
              </a:r>
            </a:p>
          </p:txBody>
        </p:sp>
        <p:sp>
          <p:nvSpPr>
            <p:cNvPr id="152" name="tx151"/>
            <p:cNvSpPr/>
            <p:nvPr/>
          </p:nvSpPr>
          <p:spPr>
            <a:xfrm rot="2700000">
              <a:off x="5145238" y="4013263"/>
              <a:ext cx="63836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OAZ1</a:t>
              </a:r>
            </a:p>
          </p:txBody>
        </p:sp>
        <p:sp>
          <p:nvSpPr>
            <p:cNvPr id="153" name="tx152"/>
            <p:cNvSpPr/>
            <p:nvPr/>
          </p:nvSpPr>
          <p:spPr>
            <a:xfrm rot="2700000">
              <a:off x="4978380" y="4011254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C19orf35</a:t>
              </a:r>
            </a:p>
          </p:txBody>
        </p:sp>
        <p:sp>
          <p:nvSpPr>
            <p:cNvPr id="154" name="tx153"/>
            <p:cNvSpPr/>
            <p:nvPr/>
          </p:nvSpPr>
          <p:spPr>
            <a:xfrm rot="2700000">
              <a:off x="4939234" y="4013263"/>
              <a:ext cx="118563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AX747191</a:t>
              </a:r>
            </a:p>
          </p:txBody>
        </p:sp>
        <p:sp>
          <p:nvSpPr>
            <p:cNvPr id="155" name="tx154"/>
            <p:cNvSpPr/>
            <p:nvPr/>
          </p:nvSpPr>
          <p:spPr>
            <a:xfrm rot="2700000">
              <a:off x="5103772" y="4013263"/>
              <a:ext cx="86830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LINGO3</a:t>
              </a:r>
            </a:p>
          </p:txBody>
        </p:sp>
        <p:sp>
          <p:nvSpPr>
            <p:cNvPr id="156" name="tx155"/>
            <p:cNvSpPr/>
            <p:nvPr/>
          </p:nvSpPr>
          <p:spPr>
            <a:xfrm rot="2700000">
              <a:off x="5157873" y="4013263"/>
              <a:ext cx="86830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LINGO3</a:t>
              </a:r>
            </a:p>
          </p:txBody>
        </p:sp>
        <p:sp>
          <p:nvSpPr>
            <p:cNvPr id="157" name="tx156"/>
            <p:cNvSpPr/>
            <p:nvPr/>
          </p:nvSpPr>
          <p:spPr>
            <a:xfrm rot="2700000">
              <a:off x="5352017" y="4013263"/>
              <a:ext cx="61514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LSM7</a:t>
              </a:r>
            </a:p>
          </p:txBody>
        </p:sp>
        <p:sp>
          <p:nvSpPr>
            <p:cNvPr id="158" name="tx157"/>
            <p:cNvSpPr/>
            <p:nvPr/>
          </p:nvSpPr>
          <p:spPr>
            <a:xfrm rot="2700000">
              <a:off x="5234415" y="4013263"/>
              <a:ext cx="8504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SPPL2B</a:t>
              </a:r>
            </a:p>
          </p:txBody>
        </p:sp>
        <p:sp>
          <p:nvSpPr>
            <p:cNvPr id="159" name="tx158"/>
            <p:cNvSpPr/>
            <p:nvPr/>
          </p:nvSpPr>
          <p:spPr>
            <a:xfrm rot="2700000">
              <a:off x="5267844" y="4013263"/>
              <a:ext cx="8504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SPPL2B</a:t>
              </a:r>
            </a:p>
          </p:txBody>
        </p:sp>
        <p:sp>
          <p:nvSpPr>
            <p:cNvPr id="160" name="tx159"/>
            <p:cNvSpPr/>
            <p:nvPr/>
          </p:nvSpPr>
          <p:spPr>
            <a:xfrm rot="2700000">
              <a:off x="5270902" y="4013263"/>
              <a:ext cx="8504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SPPL2B</a:t>
              </a:r>
            </a:p>
          </p:txBody>
        </p:sp>
        <p:sp>
          <p:nvSpPr>
            <p:cNvPr id="161" name="tx160"/>
            <p:cNvSpPr/>
            <p:nvPr/>
          </p:nvSpPr>
          <p:spPr>
            <a:xfrm rot="2700000">
              <a:off x="5327000" y="4013263"/>
              <a:ext cx="106921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TMPRSS9</a:t>
              </a:r>
            </a:p>
          </p:txBody>
        </p:sp>
        <p:sp>
          <p:nvSpPr>
            <p:cNvPr id="162" name="tx161"/>
            <p:cNvSpPr/>
            <p:nvPr/>
          </p:nvSpPr>
          <p:spPr>
            <a:xfrm rot="2700000">
              <a:off x="5541209" y="4013263"/>
              <a:ext cx="89241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TIMM13</a:t>
              </a:r>
            </a:p>
          </p:txBody>
        </p:sp>
        <p:sp>
          <p:nvSpPr>
            <p:cNvPr id="163" name="tx162"/>
            <p:cNvSpPr/>
            <p:nvPr/>
          </p:nvSpPr>
          <p:spPr>
            <a:xfrm rot="2700000">
              <a:off x="5682243" y="4017171"/>
              <a:ext cx="79786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LMNB2</a:t>
              </a:r>
            </a:p>
          </p:txBody>
        </p:sp>
        <p:sp>
          <p:nvSpPr>
            <p:cNvPr id="164" name="tx163"/>
            <p:cNvSpPr/>
            <p:nvPr/>
          </p:nvSpPr>
          <p:spPr>
            <a:xfrm rot="2700000">
              <a:off x="5580113" y="4013263"/>
              <a:ext cx="11332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GADD45B</a:t>
              </a:r>
            </a:p>
          </p:txBody>
        </p:sp>
        <p:sp>
          <p:nvSpPr>
            <p:cNvPr id="165" name="tx164"/>
            <p:cNvSpPr/>
            <p:nvPr/>
          </p:nvSpPr>
          <p:spPr>
            <a:xfrm rot="2700000">
              <a:off x="5580876" y="4013263"/>
              <a:ext cx="11332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GADD45B</a:t>
              </a:r>
            </a:p>
          </p:txBody>
        </p:sp>
        <p:sp>
          <p:nvSpPr>
            <p:cNvPr id="166" name="tx165"/>
            <p:cNvSpPr/>
            <p:nvPr/>
          </p:nvSpPr>
          <p:spPr>
            <a:xfrm rot="2700000">
              <a:off x="6106153" y="4013263"/>
              <a:ext cx="11890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BC022568</a:t>
              </a:r>
            </a:p>
          </p:txBody>
        </p:sp>
        <p:sp>
          <p:nvSpPr>
            <p:cNvPr id="167" name="tx166"/>
            <p:cNvSpPr/>
            <p:nvPr/>
          </p:nvSpPr>
          <p:spPr>
            <a:xfrm rot="2700000">
              <a:off x="6559854" y="4013263"/>
              <a:ext cx="67073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GNG7</a:t>
              </a:r>
            </a:p>
          </p:txBody>
        </p:sp>
        <p:sp>
          <p:nvSpPr>
            <p:cNvPr id="168" name="tx167"/>
            <p:cNvSpPr/>
            <p:nvPr/>
          </p:nvSpPr>
          <p:spPr>
            <a:xfrm rot="2700000">
              <a:off x="6520345" y="4013263"/>
              <a:ext cx="84921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DIRAS1</a:t>
              </a:r>
            </a:p>
          </p:txBody>
        </p:sp>
        <p:sp>
          <p:nvSpPr>
            <p:cNvPr id="169" name="tx168"/>
            <p:cNvSpPr/>
            <p:nvPr/>
          </p:nvSpPr>
          <p:spPr>
            <a:xfrm rot="2700000">
              <a:off x="6532188" y="4013263"/>
              <a:ext cx="84921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DIRAS1</a:t>
              </a:r>
            </a:p>
          </p:txBody>
        </p:sp>
        <p:sp>
          <p:nvSpPr>
            <p:cNvPr id="170" name="tx169"/>
            <p:cNvSpPr/>
            <p:nvPr/>
          </p:nvSpPr>
          <p:spPr>
            <a:xfrm rot="2700000">
              <a:off x="6496795" y="4013263"/>
              <a:ext cx="10247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SLC39A3</a:t>
              </a:r>
            </a:p>
          </p:txBody>
        </p:sp>
        <p:sp>
          <p:nvSpPr>
            <p:cNvPr id="171" name="tx170"/>
            <p:cNvSpPr/>
            <p:nvPr/>
          </p:nvSpPr>
          <p:spPr>
            <a:xfrm rot="2700000">
              <a:off x="6506105" y="4013263"/>
              <a:ext cx="10247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SLC39A3</a:t>
              </a:r>
            </a:p>
          </p:txBody>
        </p:sp>
        <p:sp>
          <p:nvSpPr>
            <p:cNvPr id="172" name="tx171"/>
            <p:cNvSpPr/>
            <p:nvPr/>
          </p:nvSpPr>
          <p:spPr>
            <a:xfrm rot="2700000">
              <a:off x="6852306" y="4013263"/>
              <a:ext cx="61826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SGTA</a:t>
              </a:r>
            </a:p>
          </p:txBody>
        </p:sp>
        <p:sp>
          <p:nvSpPr>
            <p:cNvPr id="173" name="tx172"/>
            <p:cNvSpPr/>
            <p:nvPr/>
          </p:nvSpPr>
          <p:spPr>
            <a:xfrm rot="2700000">
              <a:off x="6781164" y="4013263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174" name="tx173"/>
            <p:cNvSpPr/>
            <p:nvPr/>
          </p:nvSpPr>
          <p:spPr>
            <a:xfrm rot="2700000">
              <a:off x="6815875" y="4013263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175" name="tx174"/>
            <p:cNvSpPr/>
            <p:nvPr/>
          </p:nvSpPr>
          <p:spPr>
            <a:xfrm rot="2700000">
              <a:off x="6860494" y="4013263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176" name="tx175"/>
            <p:cNvSpPr/>
            <p:nvPr/>
          </p:nvSpPr>
          <p:spPr>
            <a:xfrm rot="2700000">
              <a:off x="6834332" y="4014770"/>
              <a:ext cx="895424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ZNF554</a:t>
              </a:r>
            </a:p>
          </p:txBody>
        </p:sp>
        <p:sp>
          <p:nvSpPr>
            <p:cNvPr id="177" name="tx176"/>
            <p:cNvSpPr/>
            <p:nvPr/>
          </p:nvSpPr>
          <p:spPr>
            <a:xfrm rot="2700000">
              <a:off x="6905540" y="4014770"/>
              <a:ext cx="895424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ZNF555</a:t>
              </a:r>
            </a:p>
          </p:txBody>
        </p:sp>
        <p:sp>
          <p:nvSpPr>
            <p:cNvPr id="178" name="tx177"/>
            <p:cNvSpPr/>
            <p:nvPr/>
          </p:nvSpPr>
          <p:spPr>
            <a:xfrm rot="2700000">
              <a:off x="6991079" y="4013263"/>
              <a:ext cx="89542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ZNF556</a:t>
              </a:r>
            </a:p>
          </p:txBody>
        </p:sp>
        <p:sp>
          <p:nvSpPr>
            <p:cNvPr id="179" name="tx178"/>
            <p:cNvSpPr/>
            <p:nvPr/>
          </p:nvSpPr>
          <p:spPr>
            <a:xfrm rot="2700000">
              <a:off x="7174648" y="4014770"/>
              <a:ext cx="749982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ZNF57</a:t>
              </a:r>
            </a:p>
          </p:txBody>
        </p:sp>
        <p:sp>
          <p:nvSpPr>
            <p:cNvPr id="180" name="tx179"/>
            <p:cNvSpPr/>
            <p:nvPr/>
          </p:nvSpPr>
          <p:spPr>
            <a:xfrm rot="2700000">
              <a:off x="7195157" y="4014770"/>
              <a:ext cx="749982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ZNF57</a:t>
              </a:r>
            </a:p>
          </p:txBody>
        </p:sp>
        <p:sp>
          <p:nvSpPr>
            <p:cNvPr id="181" name="tx180"/>
            <p:cNvSpPr/>
            <p:nvPr/>
          </p:nvSpPr>
          <p:spPr>
            <a:xfrm rot="2700000">
              <a:off x="7317920" y="4018678"/>
              <a:ext cx="74998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ZNF77</a:t>
              </a:r>
            </a:p>
          </p:txBody>
        </p:sp>
        <p:sp>
          <p:nvSpPr>
            <p:cNvPr id="182" name="tx181"/>
            <p:cNvSpPr/>
            <p:nvPr/>
          </p:nvSpPr>
          <p:spPr>
            <a:xfrm rot="2700000">
              <a:off x="7524316" y="4013263"/>
              <a:ext cx="55687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TLE6</a:t>
              </a:r>
            </a:p>
          </p:txBody>
        </p:sp>
        <p:sp>
          <p:nvSpPr>
            <p:cNvPr id="183" name="pl182"/>
            <p:cNvSpPr/>
            <p:nvPr/>
          </p:nvSpPr>
          <p:spPr>
            <a:xfrm>
              <a:off x="1005839" y="4584322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4572000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2026-03-10T09:06:58Z</dcterms:modified>
  <cp:category/>
</cp:coreProperties>
</file>